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theme/themeOverride1.xml" ContentType="application/vnd.openxmlformats-officedocument.themeOverride+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9.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Ex1.xml" ContentType="application/vnd.ms-office.chartex+xml"/>
  <Override PartName="/ppt/charts/style8.xml" ContentType="application/vnd.ms-office.chartstyle+xml"/>
  <Override PartName="/ppt/charts/colors8.xml" ContentType="application/vnd.ms-office.chartcolorstyle+xml"/>
  <Override PartName="/ppt/charts/chart8.xml" ContentType="application/vnd.openxmlformats-officedocument.drawingml.chart+xml"/>
  <Override PartName="/ppt/charts/style9.xml" ContentType="application/vnd.ms-office.chartstyle+xml"/>
  <Override PartName="/ppt/charts/colors9.xml" ContentType="application/vnd.ms-office.chartcolorstyle+xml"/>
  <Override PartName="/ppt/charts/chart9.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0.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1.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2.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7.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8.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9.xml" ContentType="application/vnd.openxmlformats-officedocument.drawingml.chart+xml"/>
  <Override PartName="/ppt/charts/style17.xml" ContentType="application/vnd.ms-office.chartstyle+xml"/>
  <Override PartName="/ppt/charts/colors17.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20.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1.xml" ContentType="application/vnd.openxmlformats-officedocument.drawingml.chart+xml"/>
  <Override PartName="/ppt/charts/chart22.xml" ContentType="application/vnd.openxmlformats-officedocument.drawingml.chart+xml"/>
  <Override PartName="/ppt/charts/style19.xml" ContentType="application/vnd.ms-office.chartstyle+xml"/>
  <Override PartName="/ppt/charts/colors19.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 id="2147483732" r:id="rId2"/>
  </p:sldMasterIdLst>
  <p:notesMasterIdLst>
    <p:notesMasterId r:id="rId115"/>
  </p:notesMasterIdLst>
  <p:handoutMasterIdLst>
    <p:handoutMasterId r:id="rId116"/>
  </p:handoutMasterIdLst>
  <p:sldIdLst>
    <p:sldId id="298" r:id="rId3"/>
    <p:sldId id="291" r:id="rId4"/>
    <p:sldId id="299" r:id="rId5"/>
    <p:sldId id="300" r:id="rId6"/>
    <p:sldId id="293" r:id="rId7"/>
    <p:sldId id="297" r:id="rId8"/>
    <p:sldId id="292" r:id="rId9"/>
    <p:sldId id="395" r:id="rId10"/>
    <p:sldId id="258" r:id="rId11"/>
    <p:sldId id="329" r:id="rId12"/>
    <p:sldId id="330" r:id="rId13"/>
    <p:sldId id="331" r:id="rId14"/>
    <p:sldId id="332" r:id="rId15"/>
    <p:sldId id="338" r:id="rId16"/>
    <p:sldId id="396" r:id="rId17"/>
    <p:sldId id="397" r:id="rId18"/>
    <p:sldId id="398" r:id="rId19"/>
    <p:sldId id="392" r:id="rId20"/>
    <p:sldId id="393" r:id="rId21"/>
    <p:sldId id="394" r:id="rId22"/>
    <p:sldId id="349" r:id="rId23"/>
    <p:sldId id="350" r:id="rId24"/>
    <p:sldId id="351" r:id="rId25"/>
    <p:sldId id="399" r:id="rId26"/>
    <p:sldId id="400" r:id="rId27"/>
    <p:sldId id="401" r:id="rId28"/>
    <p:sldId id="308" r:id="rId29"/>
    <p:sldId id="340" r:id="rId30"/>
    <p:sldId id="333" r:id="rId31"/>
    <p:sldId id="339" r:id="rId32"/>
    <p:sldId id="334" r:id="rId33"/>
    <p:sldId id="341" r:id="rId34"/>
    <p:sldId id="342" r:id="rId35"/>
    <p:sldId id="265" r:id="rId36"/>
    <p:sldId id="262" r:id="rId37"/>
    <p:sldId id="343" r:id="rId38"/>
    <p:sldId id="347" r:id="rId39"/>
    <p:sldId id="348" r:id="rId40"/>
    <p:sldId id="402" r:id="rId41"/>
    <p:sldId id="403" r:id="rId42"/>
    <p:sldId id="263" r:id="rId43"/>
    <p:sldId id="408" r:id="rId44"/>
    <p:sldId id="264" r:id="rId45"/>
    <p:sldId id="409" r:id="rId46"/>
    <p:sldId id="411" r:id="rId47"/>
    <p:sldId id="412" r:id="rId48"/>
    <p:sldId id="410" r:id="rId49"/>
    <p:sldId id="407" r:id="rId50"/>
    <p:sldId id="413" r:id="rId51"/>
    <p:sldId id="414" r:id="rId52"/>
    <p:sldId id="415" r:id="rId53"/>
    <p:sldId id="416" r:id="rId54"/>
    <p:sldId id="312" r:id="rId55"/>
    <p:sldId id="387" r:id="rId56"/>
    <p:sldId id="344" r:id="rId57"/>
    <p:sldId id="345" r:id="rId58"/>
    <p:sldId id="346" r:id="rId59"/>
    <p:sldId id="268" r:id="rId60"/>
    <p:sldId id="404" r:id="rId61"/>
    <p:sldId id="335" r:id="rId62"/>
    <p:sldId id="405" r:id="rId63"/>
    <p:sldId id="336" r:id="rId64"/>
    <p:sldId id="406" r:id="rId65"/>
    <p:sldId id="337" r:id="rId66"/>
    <p:sldId id="287" r:id="rId67"/>
    <p:sldId id="288" r:id="rId68"/>
    <p:sldId id="315" r:id="rId69"/>
    <p:sldId id="289" r:id="rId70"/>
    <p:sldId id="273" r:id="rId71"/>
    <p:sldId id="319" r:id="rId72"/>
    <p:sldId id="328" r:id="rId73"/>
    <p:sldId id="389" r:id="rId74"/>
    <p:sldId id="272" r:id="rId75"/>
    <p:sldId id="317" r:id="rId76"/>
    <p:sldId id="316" r:id="rId77"/>
    <p:sldId id="295" r:id="rId78"/>
    <p:sldId id="388" r:id="rId79"/>
    <p:sldId id="352" r:id="rId80"/>
    <p:sldId id="353" r:id="rId81"/>
    <p:sldId id="354" r:id="rId82"/>
    <p:sldId id="355" r:id="rId83"/>
    <p:sldId id="356" r:id="rId84"/>
    <p:sldId id="357" r:id="rId85"/>
    <p:sldId id="358" r:id="rId86"/>
    <p:sldId id="359" r:id="rId87"/>
    <p:sldId id="360" r:id="rId88"/>
    <p:sldId id="361" r:id="rId89"/>
    <p:sldId id="362" r:id="rId90"/>
    <p:sldId id="363" r:id="rId91"/>
    <p:sldId id="364" r:id="rId92"/>
    <p:sldId id="365" r:id="rId93"/>
    <p:sldId id="366" r:id="rId94"/>
    <p:sldId id="367" r:id="rId95"/>
    <p:sldId id="372" r:id="rId96"/>
    <p:sldId id="368" r:id="rId97"/>
    <p:sldId id="369" r:id="rId98"/>
    <p:sldId id="370" r:id="rId99"/>
    <p:sldId id="371" r:id="rId100"/>
    <p:sldId id="373" r:id="rId101"/>
    <p:sldId id="374" r:id="rId102"/>
    <p:sldId id="375" r:id="rId103"/>
    <p:sldId id="376" r:id="rId104"/>
    <p:sldId id="377" r:id="rId105"/>
    <p:sldId id="378" r:id="rId106"/>
    <p:sldId id="379" r:id="rId107"/>
    <p:sldId id="380" r:id="rId108"/>
    <p:sldId id="381" r:id="rId109"/>
    <p:sldId id="382" r:id="rId110"/>
    <p:sldId id="383" r:id="rId111"/>
    <p:sldId id="384" r:id="rId112"/>
    <p:sldId id="385" r:id="rId113"/>
    <p:sldId id="386" r:id="rId114"/>
  </p:sldIdLst>
  <p:sldSz cx="12192000" cy="6858000"/>
  <p:notesSz cx="6858000" cy="9144000"/>
  <p:embeddedFontLst>
    <p:embeddedFont>
      <p:font typeface="Amazon Ember" panose="020B0603020204020204" pitchFamily="34" charset="0"/>
      <p:regular r:id="rId117"/>
      <p:bold r:id="rId118"/>
      <p:italic r:id="rId119"/>
      <p:boldItalic r:id="rId120"/>
    </p:embeddedFont>
    <p:embeddedFont>
      <p:font typeface="Amazon Ember Display" panose="020F0603020204020204" pitchFamily="34" charset="0"/>
      <p:regular r:id="rId121"/>
      <p:bold r:id="rId122"/>
      <p:italic r:id="rId123"/>
      <p:boldItalic r:id="rId124"/>
    </p:embeddedFont>
    <p:embeddedFont>
      <p:font typeface="Amazon Ember Mono" panose="020B0709020204020204" pitchFamily="49" charset="0"/>
      <p:regular r:id="rId125"/>
      <p:bold r:id="rId126"/>
    </p:embeddedFont>
    <p:embeddedFont>
      <p:font typeface="Lucida Console" panose="020B0609040504020204" pitchFamily="49" charset="0"/>
      <p:regular r:id="rId1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directions" id="{9E4ACA30-D387-48B9-B60B-FCAB7867C6F7}">
          <p14:sldIdLst>
            <p14:sldId id="298"/>
            <p14:sldId id="291"/>
            <p14:sldId id="299"/>
            <p14:sldId id="300"/>
            <p14:sldId id="293"/>
            <p14:sldId id="297"/>
            <p14:sldId id="292"/>
            <p14:sldId id="395"/>
          </p14:sldIdLst>
        </p14:section>
        <p14:section name="Title slides" id="{8806E88D-7D3F-475C-A6F5-14A5B6CD3EBE}">
          <p14:sldIdLst>
            <p14:sldId id="258"/>
            <p14:sldId id="329"/>
            <p14:sldId id="330"/>
            <p14:sldId id="331"/>
            <p14:sldId id="332"/>
            <p14:sldId id="338"/>
            <p14:sldId id="396"/>
            <p14:sldId id="397"/>
            <p14:sldId id="398"/>
            <p14:sldId id="392"/>
            <p14:sldId id="393"/>
            <p14:sldId id="394"/>
          </p14:sldIdLst>
        </p14:section>
        <p14:section name="Agenda slides" id="{261E2919-5D62-5B48-9C80-10BA03F77067}">
          <p14:sldIdLst>
            <p14:sldId id="349"/>
            <p14:sldId id="350"/>
            <p14:sldId id="351"/>
            <p14:sldId id="399"/>
            <p14:sldId id="400"/>
            <p14:sldId id="401"/>
          </p14:sldIdLst>
        </p14:section>
        <p14:section name="Divider and Title-only slide options" id="{53D029EB-DEEC-436B-98BE-1B30026C68BA}">
          <p14:sldIdLst>
            <p14:sldId id="308"/>
            <p14:sldId id="340"/>
            <p14:sldId id="333"/>
            <p14:sldId id="339"/>
            <p14:sldId id="334"/>
            <p14:sldId id="341"/>
          </p14:sldIdLst>
        </p14:section>
        <p14:section name="Content slides" id="{EC17E99E-D672-4609-B42A-AE99DD1E8900}">
          <p14:sldIdLst>
            <p14:sldId id="342"/>
            <p14:sldId id="265"/>
            <p14:sldId id="262"/>
            <p14:sldId id="343"/>
            <p14:sldId id="347"/>
            <p14:sldId id="348"/>
            <p14:sldId id="402"/>
            <p14:sldId id="403"/>
            <p14:sldId id="263"/>
            <p14:sldId id="408"/>
            <p14:sldId id="264"/>
            <p14:sldId id="409"/>
            <p14:sldId id="411"/>
            <p14:sldId id="412"/>
            <p14:sldId id="410"/>
            <p14:sldId id="407"/>
            <p14:sldId id="413"/>
            <p14:sldId id="414"/>
            <p14:sldId id="415"/>
            <p14:sldId id="416"/>
            <p14:sldId id="312"/>
            <p14:sldId id="387"/>
            <p14:sldId id="344"/>
            <p14:sldId id="345"/>
            <p14:sldId id="346"/>
          </p14:sldIdLst>
        </p14:section>
        <p14:section name="Thank you slides" id="{7E98B0BD-72E6-4477-9B70-9A023E279BCE}">
          <p14:sldIdLst>
            <p14:sldId id="268"/>
            <p14:sldId id="404"/>
            <p14:sldId id="335"/>
            <p14:sldId id="405"/>
            <p14:sldId id="336"/>
            <p14:sldId id="406"/>
          </p14:sldIdLst>
        </p14:section>
        <p14:section name="Examples" id="{5052AD04-C0D9-4FF6-AA6F-420659794DEE}">
          <p14:sldIdLst>
            <p14:sldId id="337"/>
            <p14:sldId id="287"/>
            <p14:sldId id="288"/>
            <p14:sldId id="315"/>
            <p14:sldId id="289"/>
            <p14:sldId id="273"/>
            <p14:sldId id="319"/>
            <p14:sldId id="328"/>
            <p14:sldId id="389"/>
            <p14:sldId id="272"/>
            <p14:sldId id="317"/>
            <p14:sldId id="316"/>
            <p14:sldId id="295"/>
          </p14:sldIdLst>
        </p14:section>
        <p14:section name="Data Visualizations" id="{ABD1B353-9DAC-B44E-BC9C-AC4BD77DE555}">
          <p14:sldIdLst>
            <p14:sldId id="388"/>
            <p14:sldId id="352"/>
            <p14:sldId id="353"/>
            <p14:sldId id="354"/>
            <p14:sldId id="355"/>
            <p14:sldId id="356"/>
            <p14:sldId id="357"/>
            <p14:sldId id="358"/>
            <p14:sldId id="359"/>
            <p14:sldId id="360"/>
            <p14:sldId id="361"/>
            <p14:sldId id="362"/>
            <p14:sldId id="363"/>
            <p14:sldId id="364"/>
            <p14:sldId id="365"/>
            <p14:sldId id="366"/>
            <p14:sldId id="367"/>
            <p14:sldId id="372"/>
            <p14:sldId id="368"/>
            <p14:sldId id="369"/>
            <p14:sldId id="370"/>
            <p14:sldId id="371"/>
            <p14:sldId id="373"/>
            <p14:sldId id="374"/>
            <p14:sldId id="375"/>
            <p14:sldId id="376"/>
            <p14:sldId id="377"/>
            <p14:sldId id="378"/>
            <p14:sldId id="379"/>
            <p14:sldId id="380"/>
            <p14:sldId id="381"/>
            <p14:sldId id="382"/>
            <p14:sldId id="383"/>
            <p14:sldId id="384"/>
            <p14:sldId id="385"/>
            <p14:sldId id="386"/>
          </p14:sldIdLst>
        </p14:section>
      </p14:sectionLst>
    </p:ext>
    <p:ext uri="{EFAFB233-063F-42B5-8137-9DF3F51BA10A}">
      <p15:sldGuideLst xmlns:p15="http://schemas.microsoft.com/office/powerpoint/2012/main">
        <p15:guide id="1" orient="horz" pos="1296"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D9D9D9"/>
    <a:srgbClr val="41B3FF"/>
    <a:srgbClr val="1A0033"/>
    <a:srgbClr val="FCFCFD"/>
    <a:srgbClr val="7F1EE7"/>
    <a:srgbClr val="0000A3"/>
    <a:srgbClr val="B81EE7"/>
    <a:srgbClr val="5400AD"/>
    <a:srgbClr val="1D26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12C8C85-51F0-491E-9774-3900AFEF0F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6215" autoAdjust="0"/>
  </p:normalViewPr>
  <p:slideViewPr>
    <p:cSldViewPr snapToGrid="0">
      <p:cViewPr varScale="1">
        <p:scale>
          <a:sx n="126" d="100"/>
          <a:sy n="126" d="100"/>
        </p:scale>
        <p:origin x="976" y="192"/>
      </p:cViewPr>
      <p:guideLst>
        <p:guide orient="horz" pos="1296"/>
        <p:guide pos="3840"/>
      </p:guideLst>
    </p:cSldViewPr>
  </p:slid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110" d="100"/>
          <a:sy n="110" d="100"/>
        </p:scale>
        <p:origin x="3336" y="176"/>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font" Target="fonts/font1.fntdata"/><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font" Target="fonts/font7.fntdata"/><Relationship Id="rId128" Type="http://schemas.openxmlformats.org/officeDocument/2006/relationships/presProps" Target="presProp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font" Target="fonts/font2.fntdata"/><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font" Target="fonts/font8.fntdata"/><Relationship Id="rId129" Type="http://schemas.openxmlformats.org/officeDocument/2006/relationships/viewProps" Target="viewProp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font" Target="fonts/font3.fntdata"/><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theme" Target="theme/theme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font" Target="fonts/font4.fntdata"/><Relationship Id="rId125" Type="http://schemas.openxmlformats.org/officeDocument/2006/relationships/font" Target="fonts/font9.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notesMaster" Target="notesMasters/notesMaster1.xml"/><Relationship Id="rId131"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font" Target="fonts/font10.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font" Target="fonts/font5.fntdata"/><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handoutMaster" Target="handoutMasters/handoutMaster1.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font" Target="fonts/font11.fntdata"/><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4.xml"/><Relationship Id="rId1" Type="http://schemas.microsoft.com/office/2011/relationships/chartStyle" Target="style14.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5.xml"/><Relationship Id="rId1" Type="http://schemas.microsoft.com/office/2011/relationships/chartStyle" Target="style15.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6.xml"/><Relationship Id="rId1" Type="http://schemas.microsoft.com/office/2011/relationships/chartStyle" Target="style16.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17.xml"/><Relationship Id="rId1" Type="http://schemas.microsoft.com/office/2011/relationships/chartStyle" Target="style17.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18.xml"/><Relationship Id="rId1" Type="http://schemas.microsoft.com/office/2011/relationships/chartStyle" Target="style18.xml"/></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19.xml"/><Relationship Id="rId1" Type="http://schemas.microsoft.com/office/2011/relationships/chartStyle" Target="style19.xml"/></Relationships>
</file>

<file path=ppt/charts/_rels/chartEx1.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Charts</c:v>
                </c:pt>
              </c:strCache>
            </c:strRef>
          </c:tx>
          <c:spPr>
            <a:solidFill>
              <a:schemeClr val="accent1"/>
            </a:solidFill>
            <a:ln>
              <a:noFill/>
            </a:ln>
            <a:effectLst/>
          </c:spPr>
          <c:invertIfNegative val="0"/>
          <c:cat>
            <c:strRef>
              <c:f>Sheet1!$A$2:$A$5</c:f>
              <c:strCache>
                <c:ptCount val="4"/>
                <c:pt idx="0">
                  <c:v>Clarity</c:v>
                </c:pt>
                <c:pt idx="1">
                  <c:v>Accuracy</c:v>
                </c:pt>
                <c:pt idx="2">
                  <c:v>Access</c:v>
                </c:pt>
                <c:pt idx="3">
                  <c:v>Engagement</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10DE-4325-A5AF-335C7F8382EA}"/>
            </c:ext>
          </c:extLst>
        </c:ser>
        <c:ser>
          <c:idx val="1"/>
          <c:order val="1"/>
          <c:tx>
            <c:strRef>
              <c:f>Sheet1!$C$1</c:f>
              <c:strCache>
                <c:ptCount val="1"/>
                <c:pt idx="0">
                  <c:v>Tables</c:v>
                </c:pt>
              </c:strCache>
            </c:strRef>
          </c:tx>
          <c:spPr>
            <a:solidFill>
              <a:schemeClr val="tx2">
                <a:lumMod val="50000"/>
                <a:lumOff val="50000"/>
              </a:schemeClr>
            </a:solidFill>
            <a:ln>
              <a:noFill/>
            </a:ln>
            <a:effectLst/>
          </c:spPr>
          <c:invertIfNegative val="0"/>
          <c:cat>
            <c:strRef>
              <c:f>Sheet1!$A$2:$A$5</c:f>
              <c:strCache>
                <c:ptCount val="4"/>
                <c:pt idx="0">
                  <c:v>Clarity</c:v>
                </c:pt>
                <c:pt idx="1">
                  <c:v>Accuracy</c:v>
                </c:pt>
                <c:pt idx="2">
                  <c:v>Access</c:v>
                </c:pt>
                <c:pt idx="3">
                  <c:v>Engagement</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10DE-4325-A5AF-335C7F8382EA}"/>
            </c:ext>
          </c:extLst>
        </c:ser>
        <c:ser>
          <c:idx val="2"/>
          <c:order val="2"/>
          <c:tx>
            <c:strRef>
              <c:f>Sheet1!$D$1</c:f>
              <c:strCache>
                <c:ptCount val="1"/>
                <c:pt idx="0">
                  <c:v>Infographic</c:v>
                </c:pt>
              </c:strCache>
            </c:strRef>
          </c:tx>
          <c:spPr>
            <a:solidFill>
              <a:schemeClr val="tx2">
                <a:lumMod val="25000"/>
                <a:lumOff val="75000"/>
              </a:schemeClr>
            </a:solidFill>
            <a:ln>
              <a:noFill/>
            </a:ln>
            <a:effectLst/>
          </c:spPr>
          <c:invertIfNegative val="0"/>
          <c:cat>
            <c:strRef>
              <c:f>Sheet1!$A$2:$A$5</c:f>
              <c:strCache>
                <c:ptCount val="4"/>
                <c:pt idx="0">
                  <c:v>Clarity</c:v>
                </c:pt>
                <c:pt idx="1">
                  <c:v>Accuracy</c:v>
                </c:pt>
                <c:pt idx="2">
                  <c:v>Access</c:v>
                </c:pt>
                <c:pt idx="3">
                  <c:v>Engagement</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10DE-4325-A5AF-335C7F8382EA}"/>
            </c:ext>
          </c:extLst>
        </c:ser>
        <c:dLbls>
          <c:showLegendKey val="0"/>
          <c:showVal val="0"/>
          <c:showCatName val="0"/>
          <c:showSerName val="0"/>
          <c:showPercent val="0"/>
          <c:showBubbleSize val="0"/>
        </c:dLbls>
        <c:gapWidth val="219"/>
        <c:overlap val="-27"/>
        <c:axId val="1390879072"/>
        <c:axId val="340710736"/>
      </c:barChart>
      <c:catAx>
        <c:axId val="13908790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340710736"/>
        <c:crosses val="autoZero"/>
        <c:auto val="1"/>
        <c:lblAlgn val="ctr"/>
        <c:lblOffset val="100"/>
        <c:noMultiLvlLbl val="0"/>
      </c:catAx>
      <c:valAx>
        <c:axId val="340710736"/>
        <c:scaling>
          <c:orientation val="minMax"/>
        </c:scaling>
        <c:delete val="1"/>
        <c:axPos val="l"/>
        <c:numFmt formatCode="General" sourceLinked="1"/>
        <c:majorTickMark val="none"/>
        <c:minorTickMark val="none"/>
        <c:tickLblPos val="nextTo"/>
        <c:crossAx val="139087907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spc="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r>
              <a:rPr lang="en-US" b="0" i="0" dirty="0">
                <a:latin typeface="Amazon Ember Display" panose="020F0603020204020204" pitchFamily="34" charset="0"/>
                <a:ea typeface="Amazon Ember Display" panose="020F0603020204020204" pitchFamily="34" charset="0"/>
                <a:cs typeface="Amazon Ember Display" panose="020F0603020204020204" pitchFamily="34" charset="0"/>
              </a:rPr>
              <a:t>Losses</a:t>
            </a:r>
          </a:p>
        </c:rich>
      </c:tx>
      <c:overlay val="0"/>
      <c:spPr>
        <a:noFill/>
        <a:ln>
          <a:noFill/>
        </a:ln>
        <a:effectLst/>
      </c:spPr>
      <c:txPr>
        <a:bodyPr rot="0" spcFirstLastPara="1" vertOverflow="ellipsis" vert="horz" wrap="square" anchor="ctr" anchorCtr="1"/>
        <a:lstStyle/>
        <a:p>
          <a:pPr>
            <a:defRPr sz="1862" b="1" i="0" u="none" strike="noStrike" kern="1200" spc="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endParaRPr lang="en-US"/>
        </a:p>
      </c:txPr>
    </c:title>
    <c:autoTitleDeleted val="0"/>
    <c:plotArea>
      <c:layout/>
      <c:doughnutChart>
        <c:varyColors val="1"/>
        <c:ser>
          <c:idx val="0"/>
          <c:order val="0"/>
          <c:tx>
            <c:strRef>
              <c:f>Sheet1!$B$1</c:f>
              <c:strCache>
                <c:ptCount val="1"/>
                <c:pt idx="0">
                  <c:v>Sales</c:v>
                </c:pt>
              </c:strCache>
            </c:strRef>
          </c:tx>
          <c:spPr>
            <a:ln>
              <a:noFill/>
            </a:ln>
          </c:spPr>
          <c:dPt>
            <c:idx val="0"/>
            <c:bubble3D val="0"/>
            <c:spPr>
              <a:solidFill>
                <a:schemeClr val="accent2"/>
              </a:solidFill>
              <a:ln w="1905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1-8723-43F1-8990-AB4B1644BEE7}"/>
              </c:ext>
            </c:extLst>
          </c:dPt>
          <c:dPt>
            <c:idx val="1"/>
            <c:bubble3D val="0"/>
            <c:spPr>
              <a:solidFill>
                <a:schemeClr val="accent4"/>
              </a:solidFill>
              <a:ln w="1905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3-8723-43F1-8990-AB4B1644BEE7}"/>
              </c:ext>
            </c:extLst>
          </c:dPt>
          <c:dPt>
            <c:idx val="2"/>
            <c:bubble3D val="0"/>
            <c:spPr>
              <a:solidFill>
                <a:schemeClr val="accent6"/>
              </a:solidFill>
              <a:ln w="1905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5-8723-43F1-8990-AB4B1644BEE7}"/>
              </c:ext>
            </c:extLst>
          </c:dPt>
          <c:dPt>
            <c:idx val="3"/>
            <c:bubble3D val="0"/>
            <c:spPr>
              <a:solidFill>
                <a:schemeClr val="accent2">
                  <a:lumMod val="60000"/>
                </a:schemeClr>
              </a:solidFill>
              <a:ln w="1905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7-8723-43F1-8990-AB4B1644BEE7}"/>
              </c:ext>
            </c:extLst>
          </c:dPt>
          <c:dLbls>
            <c:dLbl>
              <c:idx val="0"/>
              <c:layout>
                <c:manualLayout>
                  <c:x val="9.6194716001879149E-2"/>
                  <c:y val="-6.1896901961051988E-17"/>
                </c:manualLayout>
              </c:layout>
              <c:tx>
                <c:rich>
                  <a:bodyPr/>
                  <a:lstStyle/>
                  <a:p>
                    <a:fld id="{360D7D91-5710-2F46-9513-D54669FCEEBC}"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8723-43F1-8990-AB4B1644BEE7}"/>
                </c:ext>
              </c:extLst>
            </c:dLbl>
            <c:dLbl>
              <c:idx val="1"/>
              <c:layout>
                <c:manualLayout>
                  <c:x val="-8.053511107134069E-2"/>
                  <c:y val="1.6881168272548722E-2"/>
                </c:manualLayout>
              </c:layout>
              <c:tx>
                <c:rich>
                  <a:bodyPr/>
                  <a:lstStyle/>
                  <a:p>
                    <a:fld id="{4B34B511-DCC6-6A45-AB3D-AF1379A5BFDF}"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8723-43F1-8990-AB4B1644BEE7}"/>
                </c:ext>
              </c:extLst>
            </c:dLbl>
            <c:dLbl>
              <c:idx val="2"/>
              <c:layout>
                <c:manualLayout>
                  <c:x val="-9.1720543164582488E-2"/>
                  <c:y val="-6.7524673090194887E-2"/>
                </c:manualLayout>
              </c:layout>
              <c:tx>
                <c:rich>
                  <a:bodyPr/>
                  <a:lstStyle/>
                  <a:p>
                    <a:fld id="{7EEAD979-7658-4749-B7AB-8D9B9D74846B}"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8723-43F1-8990-AB4B1644BEE7}"/>
                </c:ext>
              </c:extLst>
            </c:dLbl>
            <c:dLbl>
              <c:idx val="3"/>
              <c:layout>
                <c:manualLayout>
                  <c:x val="-6.2638419722153824E-2"/>
                  <c:y val="-0.11141571059882155"/>
                </c:manualLayout>
              </c:layout>
              <c:tx>
                <c:rich>
                  <a:bodyPr/>
                  <a:lstStyle/>
                  <a:p>
                    <a:fld id="{DB1D9CE7-7C69-2B4E-A119-95CF5C90B0A8}"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7-8723-43F1-8990-AB4B1644BEE7}"/>
                </c:ext>
              </c:extLst>
            </c:dLbl>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1"/>
            <c:leaderLines>
              <c:spPr>
                <a:ln w="19050"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8-8723-43F1-8990-AB4B1644BEE7}"/>
            </c:ext>
          </c:extLst>
        </c:ser>
        <c:dLbls>
          <c:showLegendKey val="0"/>
          <c:showVal val="0"/>
          <c:showCatName val="0"/>
          <c:showSerName val="0"/>
          <c:showPercent val="0"/>
          <c:showBubbleSize val="0"/>
          <c:showLeaderLines val="1"/>
        </c:dLbls>
        <c:firstSliceAng val="0"/>
        <c:holeSize val="65"/>
      </c:doughnutChart>
      <c:spPr>
        <a:noFill/>
        <a:ln>
          <a:noFill/>
        </a:ln>
        <a:effectLst/>
      </c:spPr>
    </c:plotArea>
    <c:legend>
      <c:legendPos val="b"/>
      <c:legendEntry>
        <c:idx val="0"/>
        <c:txPr>
          <a:bodyPr rot="0" spcFirstLastPara="1" vertOverflow="ellipsis" vert="horz" wrap="square" anchor="ctr" anchorCtr="1"/>
          <a:lstStyle/>
          <a:p>
            <a:pPr>
              <a:defRPr sz="1400" b="0" i="0" u="none" strike="noStrike" kern="120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endParaRPr lang="en-US"/>
          </a:p>
        </c:txPr>
      </c:legendEntry>
      <c:legendEntry>
        <c:idx val="1"/>
        <c:txPr>
          <a:bodyPr rot="0" spcFirstLastPara="1" vertOverflow="ellipsis" vert="horz" wrap="square" anchor="ctr" anchorCtr="1"/>
          <a:lstStyle/>
          <a:p>
            <a:pPr>
              <a:defRPr sz="1400" b="0" i="0" u="none" strike="noStrike" kern="120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endParaRPr lang="en-US"/>
          </a:p>
        </c:txPr>
      </c:legendEntry>
      <c:legendEntry>
        <c:idx val="2"/>
        <c:txPr>
          <a:bodyPr rot="0" spcFirstLastPara="1" vertOverflow="ellipsis" vert="horz" wrap="square" anchor="ctr" anchorCtr="1"/>
          <a:lstStyle/>
          <a:p>
            <a:pPr>
              <a:defRPr sz="1400" b="0" i="0" u="none" strike="noStrike" kern="120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endParaRPr lang="en-US"/>
          </a:p>
        </c:txPr>
      </c:legendEntry>
      <c:legendEntry>
        <c:idx val="3"/>
        <c:txPr>
          <a:bodyPr rot="0" spcFirstLastPara="1" vertOverflow="ellipsis" vert="horz" wrap="square" anchor="ctr" anchorCtr="1"/>
          <a:lstStyle/>
          <a:p>
            <a:pPr>
              <a:defRPr sz="1400" b="0" i="0" u="none" strike="noStrike" kern="120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endParaRPr lang="en-US"/>
          </a:p>
        </c:txPr>
      </c:legendEntry>
      <c:layout>
        <c:manualLayout>
          <c:xMode val="edge"/>
          <c:yMode val="edge"/>
          <c:x val="0.17885442464821438"/>
          <c:y val="0.91515232396530399"/>
          <c:w val="0.64175967456205507"/>
          <c:h val="6.9607739215478415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Amazon Ember" panose="020B0603020204020204" pitchFamily="34" charset="0"/>
              <a:ea typeface="Amazon Ember" panose="020B0603020204020204" pitchFamily="34" charset="0"/>
              <a:cs typeface="Amazon Ember" panose="020B0603020204020204" pitchFamily="34" charset="0"/>
            </a:defRPr>
          </a:pPr>
          <a:endParaRPr lang="en-US"/>
        </a:p>
      </c:txPr>
    </c:legend>
    <c:plotVisOnly val="1"/>
    <c:dispBlanksAs val="gap"/>
    <c:showDLblsOverMax val="0"/>
    <c:extLst xmlns:c16r3="http://schemas.microsoft.com/office/drawing/2017/03/chart" xmlns:c16="http://schemas.microsoft.com/office/drawing/2014/chart" xmlns:c14="http://schemas.microsoft.com/office/drawing/2007/8/2/chart" xmlns:mc="http://schemas.openxmlformats.org/markup-compatibility/2006">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0" i="0" dirty="0">
                <a:latin typeface="Amazon Ember Display" panose="020F0603020204020204" pitchFamily="34" charset="0"/>
              </a:rPr>
              <a:t>Sales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spPr>
            <a:ln w="25400">
              <a:noFill/>
            </a:ln>
          </c:spPr>
          <c:dPt>
            <c:idx val="0"/>
            <c:bubble3D val="0"/>
            <c:spPr>
              <a:solidFill>
                <a:schemeClr val="accent2"/>
              </a:solidFill>
              <a:ln w="2540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1-6E04-4711-97A8-0FE30D85A767}"/>
              </c:ext>
            </c:extLst>
          </c:dPt>
          <c:dPt>
            <c:idx val="1"/>
            <c:bubble3D val="0"/>
            <c:spPr>
              <a:solidFill>
                <a:schemeClr val="accent4"/>
              </a:solidFill>
              <a:ln w="2540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3-6E04-4711-97A8-0FE30D85A767}"/>
              </c:ext>
            </c:extLst>
          </c:dPt>
          <c:dPt>
            <c:idx val="2"/>
            <c:bubble3D val="0"/>
            <c:spPr>
              <a:solidFill>
                <a:schemeClr val="accent6"/>
              </a:solidFill>
              <a:ln w="2540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5-6E04-4711-97A8-0FE30D85A767}"/>
              </c:ext>
            </c:extLst>
          </c:dPt>
          <c:dPt>
            <c:idx val="3"/>
            <c:bubble3D val="0"/>
            <c:spPr>
              <a:solidFill>
                <a:schemeClr val="accent2">
                  <a:lumMod val="60000"/>
                </a:schemeClr>
              </a:solidFill>
              <a:ln w="25400">
                <a:noFill/>
              </a:ln>
              <a:effectLst/>
            </c:spPr>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7-6E04-4711-97A8-0FE30D85A767}"/>
              </c:ext>
            </c:extLst>
          </c:dPt>
          <c:dLbls>
            <c:dLbl>
              <c:idx val="0"/>
              <c:layout>
                <c:manualLayout>
                  <c:x val="7.5697451501070892E-2"/>
                  <c:y val="-6.1896901961051988E-17"/>
                </c:manualLayout>
              </c:layout>
              <c:tx>
                <c:rich>
                  <a:bodyPr/>
                  <a:lstStyle/>
                  <a:p>
                    <a:fld id="{290C1400-0087-234A-BFA0-365A2CB6F441}"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E04-4711-97A8-0FE30D85A767}"/>
                </c:ext>
              </c:extLst>
            </c:dLbl>
            <c:dLbl>
              <c:idx val="1"/>
              <c:layout>
                <c:manualLayout>
                  <c:x val="-8.2579038001168281E-2"/>
                  <c:y val="6.0772205781175398E-2"/>
                </c:manualLayout>
              </c:layout>
              <c:tx>
                <c:rich>
                  <a:bodyPr/>
                  <a:lstStyle/>
                  <a:p>
                    <a:fld id="{9458114F-AD91-2545-AAFC-EC436C281643}"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6E04-4711-97A8-0FE30D85A767}"/>
                </c:ext>
              </c:extLst>
            </c:dLbl>
            <c:dLbl>
              <c:idx val="2"/>
              <c:layout>
                <c:manualLayout>
                  <c:x val="-9.1754486667964721E-2"/>
                  <c:y val="-4.0514803854116932E-2"/>
                </c:manualLayout>
              </c:layout>
              <c:tx>
                <c:rich>
                  <a:bodyPr/>
                  <a:lstStyle/>
                  <a:p>
                    <a:fld id="{C87B4AA9-EBF1-4D4D-A8A4-82C8633AE635}"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6E04-4711-97A8-0FE30D85A767}"/>
                </c:ext>
              </c:extLst>
            </c:dLbl>
            <c:dLbl>
              <c:idx val="3"/>
              <c:layout>
                <c:manualLayout>
                  <c:x val="-8.0285175834469175E-2"/>
                  <c:y val="-9.4534542326272855E-2"/>
                </c:manualLayout>
              </c:layout>
              <c:tx>
                <c:rich>
                  <a:bodyPr/>
                  <a:lstStyle/>
                  <a:p>
                    <a:fld id="{BB1E8A52-DD98-7F45-A14A-098CB2774E6C}" type="VALUE">
                      <a:rPr lang="en-US" b="0" i="0">
                        <a:latin typeface="Amazon Ember Display" panose="020F0603020204020204" pitchFamily="34" charset="0"/>
                      </a:rPr>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7-6E04-4711-97A8-0FE30D85A767}"/>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1st Qtr</c:v>
                </c:pt>
                <c:pt idx="1">
                  <c:v>2nd Qtr</c:v>
                </c:pt>
                <c:pt idx="2">
                  <c:v>3rd Qtr</c:v>
                </c:pt>
                <c:pt idx="3">
                  <c:v>4th Qtr</c:v>
                </c:pt>
              </c:strCache>
            </c:strRef>
          </c:cat>
          <c:val>
            <c:numRef>
              <c:f>Sheet1!$B$2:$B$5</c:f>
              <c:numCache>
                <c:formatCode>General</c:formatCode>
                <c:ptCount val="4"/>
                <c:pt idx="0">
                  <c:v>9</c:v>
                </c:pt>
                <c:pt idx="1">
                  <c:v>3.2</c:v>
                </c:pt>
                <c:pt idx="2">
                  <c:v>4</c:v>
                </c:pt>
                <c:pt idx="3">
                  <c:v>1.2</c:v>
                </c:pt>
              </c:numCache>
            </c:numRef>
          </c:val>
          <c:extLst xmlns:c16r3="http://schemas.microsoft.com/office/drawing/2017/03/chart" xmlns:c16="http://schemas.microsoft.com/office/drawing/2014/chart" xmlns:c14="http://schemas.microsoft.com/office/drawing/2007/8/2/chart" xmlns:mc="http://schemas.openxmlformats.org/markup-compatibility/2006">
            <c:ext xmlns:c16="http://schemas.microsoft.com/office/drawing/2014/chart" uri="{C3380CC4-5D6E-409C-BE32-E72D297353CC}">
              <c16:uniqueId val="{00000008-6E04-4711-97A8-0FE30D85A767}"/>
            </c:ext>
          </c:extLst>
        </c:ser>
        <c:dLbls>
          <c:showLegendKey val="0"/>
          <c:showVal val="0"/>
          <c:showCatName val="0"/>
          <c:showSerName val="0"/>
          <c:showPercent val="0"/>
          <c:showBubbleSize val="0"/>
          <c:showLeaderLines val="1"/>
        </c:dLbls>
        <c:firstSliceAng val="0"/>
        <c:holeSize val="66"/>
      </c:doughnutChart>
      <c:spPr>
        <a:noFill/>
        <a:ln>
          <a:noFill/>
        </a:ln>
        <a:effectLst/>
      </c:spPr>
    </c:plotArea>
    <c:legend>
      <c:legendPos val="b"/>
      <c:legendEntry>
        <c:idx val="0"/>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Entry>
      <c:legendEntry>
        <c:idx val="1"/>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Entry>
      <c:legendEntry>
        <c:idx val="2"/>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Entry>
      <c:legendEntry>
        <c:idx val="3"/>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Entry>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xmlns:c16r3="http://schemas.microsoft.com/office/drawing/2017/03/chart" xmlns:c16="http://schemas.microsoft.com/office/drawing/2014/chart" xmlns:c14="http://schemas.microsoft.com/office/drawing/2007/8/2/chart" xmlns:mc="http://schemas.openxmlformats.org/markup-compatibility/2006">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5397407562108928E-2"/>
          <c:y val="1.5670553457484863E-2"/>
          <c:w val="0.90768864197536847"/>
          <c:h val="0.72648662659763996"/>
        </c:manualLayout>
      </c:layout>
      <c:barChart>
        <c:barDir val="col"/>
        <c:grouping val="clustered"/>
        <c:varyColors val="0"/>
        <c:ser>
          <c:idx val="0"/>
          <c:order val="0"/>
          <c:tx>
            <c:strRef>
              <c:f>Sheet1!$B$1</c:f>
              <c:strCache>
                <c:ptCount val="1"/>
                <c:pt idx="0">
                  <c:v>Series 1</c:v>
                </c:pt>
              </c:strCache>
            </c:strRef>
          </c:tx>
          <c:spPr>
            <a:solidFill>
              <a:schemeClr val="accent1"/>
            </a:solidFill>
            <a:ln cap="sq">
              <a:solidFill>
                <a:schemeClr val="accent1"/>
              </a:solidFill>
            </a:ln>
            <a:effectLst/>
          </c:spPr>
          <c:invertIfNegative val="0"/>
          <c:dPt>
            <c:idx val="4"/>
            <c:invertIfNegative val="0"/>
            <c:bubble3D val="0"/>
            <c:spPr>
              <a:solidFill>
                <a:schemeClr val="accent1"/>
              </a:solidFill>
              <a:ln cap="sq">
                <a:solidFill>
                  <a:schemeClr val="accent1"/>
                </a:solidFill>
              </a:ln>
              <a:effectLst/>
            </c:spPr>
            <c:extLst>
              <c:ext xmlns:c16="http://schemas.microsoft.com/office/drawing/2014/chart" uri="{C3380CC4-5D6E-409C-BE32-E72D297353CC}">
                <c16:uniqueId val="{00000001-5871-3446-AFC6-CBD405FC5D9A}"/>
              </c:ext>
            </c:extLst>
          </c:dPt>
          <c:dPt>
            <c:idx val="6"/>
            <c:invertIfNegative val="0"/>
            <c:bubble3D val="0"/>
            <c:spPr>
              <a:solidFill>
                <a:schemeClr val="accent1"/>
              </a:solidFill>
              <a:ln cap="sq">
                <a:solidFill>
                  <a:schemeClr val="accent1"/>
                </a:solidFill>
              </a:ln>
              <a:effectLst/>
            </c:spPr>
            <c:extLst>
              <c:ext xmlns:c16="http://schemas.microsoft.com/office/drawing/2014/chart" uri="{C3380CC4-5D6E-409C-BE32-E72D297353CC}">
                <c16:uniqueId val="{00000003-5871-3446-AFC6-CBD405FC5D9A}"/>
              </c:ext>
            </c:extLst>
          </c:dPt>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3.7</c:v>
                </c:pt>
                <c:pt idx="1">
                  <c:v>2.5</c:v>
                </c:pt>
                <c:pt idx="2">
                  <c:v>3.5</c:v>
                </c:pt>
                <c:pt idx="3">
                  <c:v>4.5</c:v>
                </c:pt>
                <c:pt idx="4">
                  <c:v>5.9</c:v>
                </c:pt>
                <c:pt idx="5">
                  <c:v>6.3</c:v>
                </c:pt>
                <c:pt idx="6">
                  <c:v>8.1999999999999993</c:v>
                </c:pt>
                <c:pt idx="7">
                  <c:v>7.1</c:v>
                </c:pt>
                <c:pt idx="8">
                  <c:v>5.4</c:v>
                </c:pt>
                <c:pt idx="9">
                  <c:v>6.2</c:v>
                </c:pt>
                <c:pt idx="10">
                  <c:v>4.2</c:v>
                </c:pt>
                <c:pt idx="11">
                  <c:v>2.2000000000000002</c:v>
                </c:pt>
              </c:numCache>
            </c:numRef>
          </c:val>
          <c:extLst>
            <c:ext xmlns:c16="http://schemas.microsoft.com/office/drawing/2014/chart" uri="{C3380CC4-5D6E-409C-BE32-E72D297353CC}">
              <c16:uniqueId val="{00000004-5871-3446-AFC6-CBD405FC5D9A}"/>
            </c:ext>
          </c:extLst>
        </c:ser>
        <c:dLbls>
          <c:showLegendKey val="0"/>
          <c:showVal val="0"/>
          <c:showCatName val="0"/>
          <c:showSerName val="0"/>
          <c:showPercent val="0"/>
          <c:showBubbleSize val="0"/>
        </c:dLbls>
        <c:gapWidth val="145"/>
        <c:overlap val="-27"/>
        <c:axId val="1813959183"/>
        <c:axId val="1813486799"/>
      </c:bar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5397407562108928E-2"/>
          <c:y val="1.5670553457484863E-2"/>
          <c:w val="0.90768864197536847"/>
          <c:h val="0.72648662659763996"/>
        </c:manualLayout>
      </c:layout>
      <c:barChart>
        <c:barDir val="col"/>
        <c:grouping val="clustered"/>
        <c:varyColors val="0"/>
        <c:ser>
          <c:idx val="0"/>
          <c:order val="0"/>
          <c:tx>
            <c:strRef>
              <c:f>Sheet1!$B$1</c:f>
              <c:strCache>
                <c:ptCount val="1"/>
                <c:pt idx="0">
                  <c:v>Series 1</c:v>
                </c:pt>
              </c:strCache>
            </c:strRef>
          </c:tx>
          <c:spPr>
            <a:solidFill>
              <a:schemeClr val="bg2"/>
            </a:solidFill>
            <a:ln w="12700">
              <a:solidFill>
                <a:schemeClr val="tx2"/>
              </a:solidFill>
            </a:ln>
            <a:effectLst/>
          </c:spPr>
          <c:invertIfNegative val="0"/>
          <c:dPt>
            <c:idx val="4"/>
            <c:invertIfNegative val="0"/>
            <c:bubble3D val="0"/>
            <c:spPr>
              <a:solidFill>
                <a:schemeClr val="bg2"/>
              </a:solidFill>
              <a:ln w="12700" cap="sq">
                <a:solidFill>
                  <a:schemeClr val="tx2"/>
                </a:solidFill>
              </a:ln>
              <a:effectLst/>
            </c:spPr>
            <c:extLst>
              <c:ext xmlns:c16="http://schemas.microsoft.com/office/drawing/2014/chart" uri="{C3380CC4-5D6E-409C-BE32-E72D297353CC}">
                <c16:uniqueId val="{00000001-7C66-9F46-9411-EFFFC906C9F9}"/>
              </c:ext>
            </c:extLst>
          </c:dPt>
          <c:dPt>
            <c:idx val="6"/>
            <c:invertIfNegative val="0"/>
            <c:bubble3D val="0"/>
            <c:spPr>
              <a:gradFill>
                <a:gsLst>
                  <a:gs pos="0">
                    <a:schemeClr val="accent1"/>
                  </a:gs>
                  <a:gs pos="100000">
                    <a:schemeClr val="accent3"/>
                  </a:gs>
                </a:gsLst>
                <a:lin ang="5400000" scaled="1"/>
              </a:gradFill>
              <a:ln w="12700">
                <a:solidFill>
                  <a:schemeClr val="tx2"/>
                </a:solidFill>
              </a:ln>
              <a:effectLst/>
            </c:spPr>
            <c:extLst>
              <c:ext xmlns:c16="http://schemas.microsoft.com/office/drawing/2014/chart" uri="{C3380CC4-5D6E-409C-BE32-E72D297353CC}">
                <c16:uniqueId val="{00000003-7C66-9F46-9411-EFFFC906C9F9}"/>
              </c:ext>
            </c:extLst>
          </c:dPt>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3.7</c:v>
                </c:pt>
                <c:pt idx="1">
                  <c:v>2.5</c:v>
                </c:pt>
                <c:pt idx="2">
                  <c:v>3.5</c:v>
                </c:pt>
                <c:pt idx="3">
                  <c:v>4.5</c:v>
                </c:pt>
                <c:pt idx="4">
                  <c:v>5.9</c:v>
                </c:pt>
                <c:pt idx="5">
                  <c:v>6.3</c:v>
                </c:pt>
                <c:pt idx="6">
                  <c:v>8.1999999999999993</c:v>
                </c:pt>
                <c:pt idx="7">
                  <c:v>7.1</c:v>
                </c:pt>
                <c:pt idx="8">
                  <c:v>5.4</c:v>
                </c:pt>
                <c:pt idx="9">
                  <c:v>6.2</c:v>
                </c:pt>
                <c:pt idx="10">
                  <c:v>4.2</c:v>
                </c:pt>
                <c:pt idx="11">
                  <c:v>2.2000000000000002</c:v>
                </c:pt>
              </c:numCache>
            </c:numRef>
          </c:val>
          <c:extLst>
            <c:ext xmlns:c16="http://schemas.microsoft.com/office/drawing/2014/chart" uri="{C3380CC4-5D6E-409C-BE32-E72D297353CC}">
              <c16:uniqueId val="{00000004-7C66-9F46-9411-EFFFC906C9F9}"/>
            </c:ext>
          </c:extLst>
        </c:ser>
        <c:dLbls>
          <c:showLegendKey val="0"/>
          <c:showVal val="0"/>
          <c:showCatName val="0"/>
          <c:showSerName val="0"/>
          <c:showPercent val="0"/>
          <c:showBubbleSize val="0"/>
        </c:dLbls>
        <c:gapWidth val="145"/>
        <c:overlap val="-27"/>
        <c:axId val="1813959183"/>
        <c:axId val="1813486799"/>
      </c:bar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5397407562108928E-2"/>
          <c:y val="1.5670553457484863E-2"/>
          <c:w val="0.90768864197536847"/>
          <c:h val="0.72648662659763996"/>
        </c:manualLayout>
      </c:layout>
      <c:lineChart>
        <c:grouping val="standard"/>
        <c:varyColors val="0"/>
        <c:ser>
          <c:idx val="0"/>
          <c:order val="0"/>
          <c:tx>
            <c:strRef>
              <c:f>Sheet1!$B$1</c:f>
              <c:strCache>
                <c:ptCount val="1"/>
                <c:pt idx="0">
                  <c:v>Series 1</c:v>
                </c:pt>
              </c:strCache>
            </c:strRef>
          </c:tx>
          <c:spPr>
            <a:ln w="0" cap="rnd">
              <a:noFill/>
              <a:round/>
            </a:ln>
            <a:effectLst/>
          </c:spPr>
          <c:marker>
            <c:symbol val="circle"/>
            <c:size val="5"/>
            <c:spPr>
              <a:solidFill>
                <a:schemeClr val="accent1"/>
              </a:solidFill>
              <a:ln w="98425">
                <a:solidFill>
                  <a:schemeClr val="accent1"/>
                </a:solidFill>
              </a:ln>
              <a:effectLst/>
            </c:spPr>
          </c:marker>
          <c:dPt>
            <c:idx val="4"/>
            <c:marker>
              <c:symbol val="circle"/>
              <c:size val="5"/>
              <c:spPr>
                <a:solidFill>
                  <a:schemeClr val="accent1"/>
                </a:solidFill>
                <a:ln w="98425">
                  <a:solidFill>
                    <a:schemeClr val="accent1"/>
                  </a:solidFill>
                </a:ln>
                <a:effectLst/>
              </c:spPr>
            </c:marker>
            <c:bubble3D val="0"/>
            <c:spPr>
              <a:ln w="0" cap="rnd">
                <a:noFill/>
                <a:round/>
              </a:ln>
              <a:effectLst/>
            </c:spPr>
            <c:extLst>
              <c:ext xmlns:c16="http://schemas.microsoft.com/office/drawing/2014/chart" uri="{C3380CC4-5D6E-409C-BE32-E72D297353CC}">
                <c16:uniqueId val="{00000001-E8B7-C240-8F0C-BD124B2FAE47}"/>
              </c:ext>
            </c:extLst>
          </c:dPt>
          <c:dPt>
            <c:idx val="6"/>
            <c:marker>
              <c:symbol val="circle"/>
              <c:size val="5"/>
              <c:spPr>
                <a:solidFill>
                  <a:schemeClr val="accent1"/>
                </a:solidFill>
                <a:ln w="98425">
                  <a:solidFill>
                    <a:schemeClr val="accent1"/>
                  </a:solidFill>
                </a:ln>
                <a:effectLst/>
              </c:spPr>
            </c:marker>
            <c:bubble3D val="0"/>
            <c:spPr>
              <a:ln w="0" cap="rnd">
                <a:noFill/>
                <a:round/>
              </a:ln>
              <a:effectLst/>
            </c:spPr>
            <c:extLst>
              <c:ext xmlns:c16="http://schemas.microsoft.com/office/drawing/2014/chart" uri="{C3380CC4-5D6E-409C-BE32-E72D297353CC}">
                <c16:uniqueId val="{00000003-E8B7-C240-8F0C-BD124B2FAE47}"/>
              </c:ext>
            </c:extLst>
          </c:dPt>
          <c:cat>
            <c:strRef>
              <c:f>Sheet1!$A$2:$A$21</c:f>
              <c:strCache>
                <c:ptCount val="20"/>
                <c:pt idx="0">
                  <c:v>x1</c:v>
                </c:pt>
                <c:pt idx="1">
                  <c:v>x2</c:v>
                </c:pt>
                <c:pt idx="2">
                  <c:v>x3</c:v>
                </c:pt>
                <c:pt idx="3">
                  <c:v>x4</c:v>
                </c:pt>
                <c:pt idx="4">
                  <c:v>x5</c:v>
                </c:pt>
                <c:pt idx="5">
                  <c:v>x6</c:v>
                </c:pt>
                <c:pt idx="6">
                  <c:v>x7</c:v>
                </c:pt>
                <c:pt idx="7">
                  <c:v>x8</c:v>
                </c:pt>
                <c:pt idx="8">
                  <c:v>x9</c:v>
                </c:pt>
                <c:pt idx="9">
                  <c:v>x10</c:v>
                </c:pt>
                <c:pt idx="10">
                  <c:v>x11</c:v>
                </c:pt>
                <c:pt idx="11">
                  <c:v>x12</c:v>
                </c:pt>
                <c:pt idx="12">
                  <c:v>x13</c:v>
                </c:pt>
                <c:pt idx="13">
                  <c:v>x14</c:v>
                </c:pt>
                <c:pt idx="14">
                  <c:v>x15</c:v>
                </c:pt>
                <c:pt idx="15">
                  <c:v>x16</c:v>
                </c:pt>
                <c:pt idx="16">
                  <c:v>x17</c:v>
                </c:pt>
                <c:pt idx="17">
                  <c:v>x18</c:v>
                </c:pt>
                <c:pt idx="18">
                  <c:v>x19</c:v>
                </c:pt>
                <c:pt idx="19">
                  <c:v>x20</c:v>
                </c:pt>
              </c:strCache>
            </c:strRef>
          </c:cat>
          <c:val>
            <c:numRef>
              <c:f>Sheet1!$B$2:$B$21</c:f>
              <c:numCache>
                <c:formatCode>General</c:formatCode>
                <c:ptCount val="20"/>
                <c:pt idx="0">
                  <c:v>3.7</c:v>
                </c:pt>
                <c:pt idx="1">
                  <c:v>2.5</c:v>
                </c:pt>
                <c:pt idx="2">
                  <c:v>3.5</c:v>
                </c:pt>
                <c:pt idx="3">
                  <c:v>4.5</c:v>
                </c:pt>
                <c:pt idx="4">
                  <c:v>5.9</c:v>
                </c:pt>
                <c:pt idx="5">
                  <c:v>6.3</c:v>
                </c:pt>
                <c:pt idx="6">
                  <c:v>8.1999999999999993</c:v>
                </c:pt>
                <c:pt idx="7">
                  <c:v>7.1</c:v>
                </c:pt>
                <c:pt idx="8">
                  <c:v>5.4</c:v>
                </c:pt>
                <c:pt idx="9">
                  <c:v>6.2</c:v>
                </c:pt>
                <c:pt idx="10">
                  <c:v>4.8</c:v>
                </c:pt>
                <c:pt idx="11">
                  <c:v>5.0999999999999996</c:v>
                </c:pt>
                <c:pt idx="12">
                  <c:v>4.5999999999999996</c:v>
                </c:pt>
                <c:pt idx="13">
                  <c:v>5.5</c:v>
                </c:pt>
                <c:pt idx="14">
                  <c:v>6</c:v>
                </c:pt>
                <c:pt idx="15">
                  <c:v>7.2</c:v>
                </c:pt>
                <c:pt idx="16">
                  <c:v>7.4</c:v>
                </c:pt>
                <c:pt idx="17">
                  <c:v>5.8</c:v>
                </c:pt>
                <c:pt idx="18">
                  <c:v>3.7</c:v>
                </c:pt>
                <c:pt idx="19">
                  <c:v>2.2000000000000002</c:v>
                </c:pt>
              </c:numCache>
            </c:numRef>
          </c:val>
          <c:smooth val="0"/>
          <c:extLst>
            <c:ext xmlns:c16="http://schemas.microsoft.com/office/drawing/2014/chart" uri="{C3380CC4-5D6E-409C-BE32-E72D297353CC}">
              <c16:uniqueId val="{00000004-E8B7-C240-8F0C-BD124B2FAE47}"/>
            </c:ext>
          </c:extLst>
        </c:ser>
        <c:dLbls>
          <c:showLegendKey val="0"/>
          <c:showVal val="0"/>
          <c:showCatName val="0"/>
          <c:showSerName val="0"/>
          <c:showPercent val="0"/>
          <c:showBubbleSize val="0"/>
        </c:dLbls>
        <c:dropLines>
          <c:spPr>
            <a:ln w="25400" cap="flat" cmpd="sng" algn="ctr">
              <a:gradFill>
                <a:gsLst>
                  <a:gs pos="0">
                    <a:schemeClr val="accent1"/>
                  </a:gs>
                  <a:gs pos="100000">
                    <a:schemeClr val="accent2"/>
                  </a:gs>
                </a:gsLst>
                <a:lin ang="5400000" scaled="1"/>
              </a:gradFill>
              <a:round/>
            </a:ln>
            <a:effectLst/>
          </c:spPr>
        </c:dropLines>
        <c:marker val="1"/>
        <c:smooth val="0"/>
        <c:axId val="1813959183"/>
        <c:axId val="1813486799"/>
      </c:line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5397407562108928E-2"/>
          <c:y val="1.5670553457484863E-2"/>
          <c:w val="0.90768864197536847"/>
          <c:h val="0.72648662659763996"/>
        </c:manualLayout>
      </c:layout>
      <c:barChart>
        <c:barDir val="col"/>
        <c:grouping val="clustered"/>
        <c:varyColors val="0"/>
        <c:ser>
          <c:idx val="0"/>
          <c:order val="0"/>
          <c:tx>
            <c:strRef>
              <c:f>Sheet1!$B$1</c:f>
              <c:strCache>
                <c:ptCount val="1"/>
                <c:pt idx="0">
                  <c:v>Series 1</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CADD-9842-9884-95553B65F03E}"/>
            </c:ext>
          </c:extLst>
        </c:ser>
        <c:ser>
          <c:idx val="1"/>
          <c:order val="1"/>
          <c:tx>
            <c:strRef>
              <c:f>Sheet1!$C$1</c:f>
              <c:strCache>
                <c:ptCount val="1"/>
                <c:pt idx="0">
                  <c:v>Series 2</c:v>
                </c:pt>
              </c:strCache>
            </c:strRef>
          </c:tx>
          <c:spPr>
            <a:solidFill>
              <a:schemeClr val="accent4"/>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CADD-9842-9884-95553B65F03E}"/>
            </c:ext>
          </c:extLst>
        </c:ser>
        <c:ser>
          <c:idx val="2"/>
          <c:order val="2"/>
          <c:tx>
            <c:strRef>
              <c:f>Sheet1!$D$1</c:f>
              <c:strCache>
                <c:ptCount val="1"/>
                <c:pt idx="0">
                  <c:v>Series 3</c:v>
                </c:pt>
              </c:strCache>
            </c:strRef>
          </c:tx>
          <c:spPr>
            <a:solidFill>
              <a:schemeClr val="accent6"/>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CADD-9842-9884-95553B65F03E}"/>
            </c:ext>
          </c:extLst>
        </c:ser>
        <c:dLbls>
          <c:showLegendKey val="0"/>
          <c:showVal val="0"/>
          <c:showCatName val="0"/>
          <c:showSerName val="0"/>
          <c:showPercent val="0"/>
          <c:showBubbleSize val="0"/>
        </c:dLbls>
        <c:gapWidth val="352"/>
        <c:overlap val="-36"/>
        <c:axId val="1813959183"/>
        <c:axId val="1813486799"/>
      </c:bar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2"/>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65422631834919398"/>
          <c:y val="0.90706335044216146"/>
          <c:w val="0.31197385444337078"/>
          <c:h val="4.3865462445665915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383916564935973"/>
          <c:y val="1.5670553457484863E-2"/>
          <c:w val="0.82924681835400471"/>
          <c:h val="0.72648662659763996"/>
        </c:manualLayout>
      </c:layout>
      <c:barChart>
        <c:barDir val="bar"/>
        <c:grouping val="clustered"/>
        <c:varyColors val="0"/>
        <c:ser>
          <c:idx val="0"/>
          <c:order val="0"/>
          <c:tx>
            <c:strRef>
              <c:f>Sheet1!$B$1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Option 1</c:v>
                </c:pt>
                <c:pt idx="1">
                  <c:v>Option 2</c:v>
                </c:pt>
                <c:pt idx="2">
                  <c:v>Option 3</c:v>
                </c:pt>
                <c:pt idx="3">
                  <c:v>Option 4</c:v>
                </c:pt>
                <c:pt idx="4">
                  <c:v>Option 5</c:v>
                </c:pt>
              </c:strCache>
            </c:strRef>
          </c:cat>
          <c:val>
            <c:numRef>
              <c:f>Sheet1!$B$2:$B$6</c:f>
              <c:numCache>
                <c:formatCode>General</c:formatCode>
                <c:ptCount val="5"/>
                <c:pt idx="0">
                  <c:v>4.3</c:v>
                </c:pt>
                <c:pt idx="1">
                  <c:v>2.5</c:v>
                </c:pt>
                <c:pt idx="2">
                  <c:v>3.5</c:v>
                </c:pt>
                <c:pt idx="3">
                  <c:v>4.5999999999999996</c:v>
                </c:pt>
                <c:pt idx="4">
                  <c:v>3.7</c:v>
                </c:pt>
              </c:numCache>
            </c:numRef>
          </c:val>
          <c:extLst>
            <c:ext xmlns:c16="http://schemas.microsoft.com/office/drawing/2014/chart" uri="{C3380CC4-5D6E-409C-BE32-E72D297353CC}">
              <c16:uniqueId val="{00000000-376C-7C45-B4C4-E8170880DE8E}"/>
            </c:ext>
          </c:extLst>
        </c:ser>
        <c:dLbls>
          <c:showLegendKey val="0"/>
          <c:showVal val="0"/>
          <c:showCatName val="0"/>
          <c:showSerName val="0"/>
          <c:showPercent val="0"/>
          <c:showBubbleSize val="0"/>
        </c:dLbls>
        <c:gapWidth val="100"/>
        <c:axId val="1813959183"/>
        <c:axId val="1813486799"/>
      </c:barChart>
      <c:catAx>
        <c:axId val="1813959183"/>
        <c:scaling>
          <c:orientation val="minMax"/>
        </c:scaling>
        <c:delete val="0"/>
        <c:axPos val="l"/>
        <c:title>
          <c:tx>
            <c:rich>
              <a:bodyPr rot="0" spcFirstLastPara="1" vertOverflow="ellipsis"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b"/>
        <c:majorGridlines>
          <c:spPr>
            <a:ln w="9525" cap="flat" cmpd="sng" algn="ctr">
              <a:solidFill>
                <a:schemeClr val="bg2"/>
              </a:solidFill>
              <a:round/>
            </a:ln>
            <a:effectLst/>
          </c:spPr>
        </c:majorGridlines>
        <c:title>
          <c:tx>
            <c:rich>
              <a:bodyPr rot="-5400000" spcFirstLastPara="1" vertOverflow="ellipsis"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383916564935973"/>
          <c:y val="1.5670553457484863E-2"/>
          <c:w val="0.82924681835400471"/>
          <c:h val="0.72648662659763996"/>
        </c:manualLayout>
      </c:layout>
      <c:barChart>
        <c:barDir val="bar"/>
        <c:grouping val="clustered"/>
        <c:varyColors val="0"/>
        <c:ser>
          <c:idx val="0"/>
          <c:order val="0"/>
          <c:tx>
            <c:strRef>
              <c:f>Sheet1!$B$1</c:f>
              <c:strCache>
                <c:ptCount val="1"/>
                <c:pt idx="0">
                  <c:v>Series 1</c:v>
                </c:pt>
              </c:strCache>
            </c:strRef>
          </c:tx>
          <c:spPr>
            <a:gradFill>
              <a:gsLst>
                <a:gs pos="0">
                  <a:schemeClr val="accent2"/>
                </a:gs>
                <a:gs pos="100000">
                  <a:schemeClr val="accent1"/>
                </a:gs>
              </a:gsLst>
              <a:lin ang="0" scaled="0"/>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Option 1</c:v>
                </c:pt>
                <c:pt idx="1">
                  <c:v>Option 2</c:v>
                </c:pt>
                <c:pt idx="2">
                  <c:v>Option 3</c:v>
                </c:pt>
                <c:pt idx="3">
                  <c:v>Option 4</c:v>
                </c:pt>
                <c:pt idx="4">
                  <c:v>Option 5</c:v>
                </c:pt>
              </c:strCache>
            </c:strRef>
          </c:cat>
          <c:val>
            <c:numRef>
              <c:f>Sheet1!$B$2:$B$6</c:f>
              <c:numCache>
                <c:formatCode>General</c:formatCode>
                <c:ptCount val="5"/>
                <c:pt idx="0">
                  <c:v>4.3</c:v>
                </c:pt>
                <c:pt idx="1">
                  <c:v>2.5</c:v>
                </c:pt>
                <c:pt idx="2">
                  <c:v>3.5</c:v>
                </c:pt>
                <c:pt idx="3">
                  <c:v>4.5999999999999996</c:v>
                </c:pt>
                <c:pt idx="4">
                  <c:v>3.7</c:v>
                </c:pt>
              </c:numCache>
            </c:numRef>
          </c:val>
          <c:extLst>
            <c:ext xmlns:c16="http://schemas.microsoft.com/office/drawing/2014/chart" uri="{C3380CC4-5D6E-409C-BE32-E72D297353CC}">
              <c16:uniqueId val="{00000000-A746-7B46-9169-8531592A0517}"/>
            </c:ext>
          </c:extLst>
        </c:ser>
        <c:dLbls>
          <c:showLegendKey val="0"/>
          <c:showVal val="0"/>
          <c:showCatName val="0"/>
          <c:showSerName val="0"/>
          <c:showPercent val="0"/>
          <c:showBubbleSize val="0"/>
        </c:dLbls>
        <c:gapWidth val="100"/>
        <c:axId val="1813959183"/>
        <c:axId val="1813486799"/>
      </c:barChart>
      <c:catAx>
        <c:axId val="1813959183"/>
        <c:scaling>
          <c:orientation val="minMax"/>
        </c:scaling>
        <c:delete val="0"/>
        <c:axPos val="l"/>
        <c:title>
          <c:tx>
            <c:rich>
              <a:bodyPr rot="0" spcFirstLastPara="1" vertOverflow="ellipsis"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b"/>
        <c:majorGridlines>
          <c:spPr>
            <a:ln w="9525" cap="flat" cmpd="sng" algn="ctr">
              <a:solidFill>
                <a:schemeClr val="bg2"/>
              </a:solidFill>
              <a:round/>
            </a:ln>
            <a:effectLst/>
          </c:spPr>
        </c:majorGridlines>
        <c:title>
          <c:tx>
            <c:rich>
              <a:bodyPr rot="-5400000" spcFirstLastPara="1" vertOverflow="ellipsis"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395402493722627"/>
          <c:y val="1.5670553457484863E-2"/>
          <c:w val="0.81913203030093795"/>
          <c:h val="0.72648662659763996"/>
        </c:manualLayout>
      </c:layout>
      <c:barChart>
        <c:barDir val="bar"/>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177-B640-98C5-778727B4B1A9}"/>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177-B640-98C5-778727B4B1A9}"/>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177-B640-98C5-778727B4B1A9}"/>
            </c:ext>
          </c:extLst>
        </c:ser>
        <c:dLbls>
          <c:showLegendKey val="0"/>
          <c:showVal val="0"/>
          <c:showCatName val="0"/>
          <c:showSerName val="0"/>
          <c:showPercent val="0"/>
          <c:showBubbleSize val="0"/>
        </c:dLbls>
        <c:gapWidth val="237"/>
        <c:overlap val="-36"/>
        <c:axId val="1813959183"/>
        <c:axId val="1813486799"/>
      </c:barChart>
      <c:catAx>
        <c:axId val="1813959183"/>
        <c:scaling>
          <c:orientation val="minMax"/>
        </c:scaling>
        <c:delete val="0"/>
        <c:axPos val="l"/>
        <c:title>
          <c:tx>
            <c:rich>
              <a:bodyPr rot="0" spcFirstLastPara="1" vertOverflow="ellipsis"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b"/>
        <c:majorGridlines>
          <c:spPr>
            <a:ln w="9525" cap="flat" cmpd="sng" algn="ctr">
              <a:solidFill>
                <a:schemeClr val="bg2"/>
              </a:solidFill>
              <a:round/>
            </a:ln>
            <a:effectLst/>
          </c:spPr>
        </c:majorGridlines>
        <c:title>
          <c:tx>
            <c:rich>
              <a:bodyPr rot="-5400000" spcFirstLastPara="1" vertOverflow="ellipsis"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legend>
      <c:legendPos val="b"/>
      <c:layout>
        <c:manualLayout>
          <c:xMode val="edge"/>
          <c:yMode val="edge"/>
          <c:x val="0.65422631834919398"/>
          <c:y val="0.90706335044216146"/>
          <c:w val="0.33350610783617368"/>
          <c:h val="4.7698401134489622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4079428873394937E-2"/>
          <c:y val="1.5670553457484863E-2"/>
          <c:w val="0.89900662636476936"/>
          <c:h val="0.72648662659763996"/>
        </c:manualLayout>
      </c:layout>
      <c:lineChart>
        <c:grouping val="standard"/>
        <c:varyColors val="0"/>
        <c:ser>
          <c:idx val="0"/>
          <c:order val="0"/>
          <c:tx>
            <c:strRef>
              <c:f>Sheet1!$B$1</c:f>
              <c:strCache>
                <c:ptCount val="1"/>
                <c:pt idx="0">
                  <c:v>Option 1</c:v>
                </c:pt>
              </c:strCache>
            </c:strRef>
          </c:tx>
          <c:spPr>
            <a:ln w="50800" cap="rnd">
              <a:solidFill>
                <a:schemeClr val="accent1"/>
              </a:solidFill>
              <a:round/>
            </a:ln>
            <a:effectLst/>
          </c:spPr>
          <c:marker>
            <c:symbol val="square"/>
            <c:size val="8"/>
            <c:spPr>
              <a:solidFill>
                <a:schemeClr val="accent1"/>
              </a:solidFill>
              <a:ln w="9525">
                <a:solidFill>
                  <a:schemeClr val="accent1"/>
                </a:solidFill>
              </a:ln>
              <a:effectLst/>
            </c:spPr>
          </c:marker>
          <c:cat>
            <c:strRef>
              <c:f>Sheet1!$A$2:$A$5</c:f>
              <c:strCache>
                <c:ptCount val="4"/>
                <c:pt idx="0">
                  <c:v>Q1</c:v>
                </c:pt>
                <c:pt idx="1">
                  <c:v>Q2</c:v>
                </c:pt>
                <c:pt idx="2">
                  <c:v>Q3</c:v>
                </c:pt>
                <c:pt idx="3">
                  <c:v>Q$</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092A-034D-ADC5-1BD08630B751}"/>
            </c:ext>
          </c:extLst>
        </c:ser>
        <c:ser>
          <c:idx val="1"/>
          <c:order val="1"/>
          <c:tx>
            <c:strRef>
              <c:f>Sheet1!$C$1</c:f>
              <c:strCache>
                <c:ptCount val="1"/>
                <c:pt idx="0">
                  <c:v>Option 2</c:v>
                </c:pt>
              </c:strCache>
            </c:strRef>
          </c:tx>
          <c:spPr>
            <a:ln w="50800" cap="rnd">
              <a:solidFill>
                <a:schemeClr val="accent2"/>
              </a:solidFill>
              <a:round/>
            </a:ln>
            <a:effectLst/>
          </c:spPr>
          <c:marker>
            <c:symbol val="circle"/>
            <c:size val="8"/>
            <c:spPr>
              <a:solidFill>
                <a:schemeClr val="accent2"/>
              </a:solidFill>
              <a:ln w="9525">
                <a:solidFill>
                  <a:schemeClr val="accent2"/>
                </a:solidFill>
              </a:ln>
              <a:effectLst/>
            </c:spPr>
          </c:marker>
          <c:cat>
            <c:strRef>
              <c:f>Sheet1!$A$2:$A$5</c:f>
              <c:strCache>
                <c:ptCount val="4"/>
                <c:pt idx="0">
                  <c:v>Q1</c:v>
                </c:pt>
                <c:pt idx="1">
                  <c:v>Q2</c:v>
                </c:pt>
                <c:pt idx="2">
                  <c:v>Q3</c:v>
                </c:pt>
                <c:pt idx="3">
                  <c:v>Q$</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092A-034D-ADC5-1BD08630B751}"/>
            </c:ext>
          </c:extLst>
        </c:ser>
        <c:ser>
          <c:idx val="2"/>
          <c:order val="2"/>
          <c:tx>
            <c:strRef>
              <c:f>Sheet1!$D$1</c:f>
              <c:strCache>
                <c:ptCount val="1"/>
                <c:pt idx="0">
                  <c:v>Option 3</c:v>
                </c:pt>
              </c:strCache>
            </c:strRef>
          </c:tx>
          <c:spPr>
            <a:ln w="50800" cap="rnd">
              <a:solidFill>
                <a:schemeClr val="accent3"/>
              </a:solidFill>
              <a:round/>
            </a:ln>
            <a:effectLst/>
          </c:spPr>
          <c:marker>
            <c:symbol val="triangle"/>
            <c:size val="8"/>
            <c:spPr>
              <a:solidFill>
                <a:schemeClr val="accent3"/>
              </a:solidFill>
              <a:ln w="9525">
                <a:solidFill>
                  <a:schemeClr val="accent3"/>
                </a:solidFill>
              </a:ln>
              <a:effectLst/>
            </c:spPr>
          </c:marker>
          <c:cat>
            <c:strRef>
              <c:f>Sheet1!$A$2:$A$5</c:f>
              <c:strCache>
                <c:ptCount val="4"/>
                <c:pt idx="0">
                  <c:v>Q1</c:v>
                </c:pt>
                <c:pt idx="1">
                  <c:v>Q2</c:v>
                </c:pt>
                <c:pt idx="2">
                  <c:v>Q3</c:v>
                </c:pt>
                <c:pt idx="3">
                  <c:v>Q$</c:v>
                </c:pt>
              </c:strCache>
            </c:strRef>
          </c:cat>
          <c:val>
            <c:numRef>
              <c:f>Sheet1!$D$2:$D$5</c:f>
              <c:numCache>
                <c:formatCode>General</c:formatCode>
                <c:ptCount val="4"/>
                <c:pt idx="0">
                  <c:v>1.2</c:v>
                </c:pt>
                <c:pt idx="1">
                  <c:v>1.6</c:v>
                </c:pt>
                <c:pt idx="2">
                  <c:v>2.8</c:v>
                </c:pt>
                <c:pt idx="3">
                  <c:v>5.3</c:v>
                </c:pt>
              </c:numCache>
            </c:numRef>
          </c:val>
          <c:smooth val="0"/>
          <c:extLst>
            <c:ext xmlns:c16="http://schemas.microsoft.com/office/drawing/2014/chart" uri="{C3380CC4-5D6E-409C-BE32-E72D297353CC}">
              <c16:uniqueId val="{00000002-092A-034D-ADC5-1BD08630B751}"/>
            </c:ext>
          </c:extLst>
        </c:ser>
        <c:dLbls>
          <c:showLegendKey val="0"/>
          <c:showVal val="0"/>
          <c:showCatName val="0"/>
          <c:showSerName val="0"/>
          <c:showPercent val="0"/>
          <c:showBubbleSize val="0"/>
        </c:dLbls>
        <c:marker val="1"/>
        <c:smooth val="0"/>
        <c:axId val="1813959183"/>
        <c:axId val="1813486799"/>
      </c:line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legend>
      <c:legendPos val="b"/>
      <c:legendEntry>
        <c:idx val="0"/>
        <c:txPr>
          <a:bodyPr rot="0" spcFirstLastPara="1" vertOverflow="ellipsis" vert="horz" wrap="square" anchor="ctr" anchorCtr="0"/>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0"/>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2"/>
        <c:txPr>
          <a:bodyPr rot="0" spcFirstLastPara="1" vertOverflow="ellipsis" vert="horz" wrap="square" anchor="ctr" anchorCtr="0"/>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48579505097440306"/>
          <c:y val="0.90706335044216146"/>
          <c:w val="0.51420494902559699"/>
          <c:h val="4.7698401134489622E-2"/>
        </c:manualLayout>
      </c:layout>
      <c:overlay val="0"/>
      <c:spPr>
        <a:noFill/>
        <a:ln>
          <a:noFill/>
        </a:ln>
        <a:effectLst/>
      </c:spPr>
      <c:txPr>
        <a:bodyPr rot="0" spcFirstLastPara="1" vertOverflow="ellipsis" vert="horz" wrap="square" anchor="ctr" anchorCtr="0"/>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4079428873394937E-2"/>
          <c:y val="1.5670553457484863E-2"/>
          <c:w val="0.89900662636476936"/>
          <c:h val="0.72648662659763996"/>
        </c:manualLayout>
      </c:layout>
      <c:areaChart>
        <c:grouping val="standard"/>
        <c:varyColors val="0"/>
        <c:ser>
          <c:idx val="0"/>
          <c:order val="0"/>
          <c:tx>
            <c:strRef>
              <c:f>Sheet1!$B$1</c:f>
              <c:strCache>
                <c:ptCount val="1"/>
                <c:pt idx="0">
                  <c:v>Option 1</c:v>
                </c:pt>
              </c:strCache>
            </c:strRef>
          </c:tx>
          <c:spPr>
            <a:solidFill>
              <a:schemeClr val="accent1">
                <a:alpha val="50000"/>
              </a:schemeClr>
            </a:solidFill>
            <a:ln w="25400">
              <a:solidFill>
                <a:schemeClr val="accent1"/>
              </a:solidFill>
            </a:ln>
            <a:effectLst/>
          </c:spPr>
          <c:cat>
            <c:strRef>
              <c:f>Sheet1!$A$2:$A$5</c:f>
              <c:strCache>
                <c:ptCount val="4"/>
                <c:pt idx="0">
                  <c:v>Q1</c:v>
                </c:pt>
                <c:pt idx="1">
                  <c:v>Q2</c:v>
                </c:pt>
                <c:pt idx="2">
                  <c:v>Q3</c:v>
                </c:pt>
                <c:pt idx="3">
                  <c:v>Q4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0DB-064B-A360-D9B584617FB4}"/>
            </c:ext>
          </c:extLst>
        </c:ser>
        <c:ser>
          <c:idx val="1"/>
          <c:order val="1"/>
          <c:tx>
            <c:strRef>
              <c:f>Sheet1!$C$1</c:f>
              <c:strCache>
                <c:ptCount val="1"/>
                <c:pt idx="0">
                  <c:v>Option 2</c:v>
                </c:pt>
              </c:strCache>
            </c:strRef>
          </c:tx>
          <c:spPr>
            <a:solidFill>
              <a:schemeClr val="tx1">
                <a:alpha val="50000"/>
              </a:schemeClr>
            </a:solidFill>
            <a:ln w="25400">
              <a:solidFill>
                <a:schemeClr val="accent2"/>
              </a:solidFill>
            </a:ln>
            <a:effectLst/>
          </c:spPr>
          <c:cat>
            <c:strRef>
              <c:f>Sheet1!$A$2:$A$5</c:f>
              <c:strCache>
                <c:ptCount val="4"/>
                <c:pt idx="0">
                  <c:v>Q1</c:v>
                </c:pt>
                <c:pt idx="1">
                  <c:v>Q2</c:v>
                </c:pt>
                <c:pt idx="2">
                  <c:v>Q3</c:v>
                </c:pt>
                <c:pt idx="3">
                  <c:v>Q4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0DB-064B-A360-D9B584617FB4}"/>
            </c:ext>
          </c:extLst>
        </c:ser>
        <c:ser>
          <c:idx val="2"/>
          <c:order val="2"/>
          <c:tx>
            <c:strRef>
              <c:f>Sheet1!$D$1</c:f>
              <c:strCache>
                <c:ptCount val="1"/>
                <c:pt idx="0">
                  <c:v>Option 3</c:v>
                </c:pt>
              </c:strCache>
            </c:strRef>
          </c:tx>
          <c:spPr>
            <a:solidFill>
              <a:schemeClr val="accent3">
                <a:alpha val="50000"/>
              </a:schemeClr>
            </a:solidFill>
            <a:ln w="25400">
              <a:solidFill>
                <a:schemeClr val="accent3"/>
              </a:solidFill>
            </a:ln>
            <a:effectLst/>
          </c:spPr>
          <c:cat>
            <c:strRef>
              <c:f>Sheet1!$A$2:$A$5</c:f>
              <c:strCache>
                <c:ptCount val="4"/>
                <c:pt idx="0">
                  <c:v>Q1</c:v>
                </c:pt>
                <c:pt idx="1">
                  <c:v>Q2</c:v>
                </c:pt>
                <c:pt idx="2">
                  <c:v>Q3</c:v>
                </c:pt>
                <c:pt idx="3">
                  <c:v>Q4</c:v>
                </c:pt>
              </c:strCache>
            </c:strRef>
          </c:cat>
          <c:val>
            <c:numRef>
              <c:f>Sheet1!$D$2:$D$5</c:f>
              <c:numCache>
                <c:formatCode>General</c:formatCode>
                <c:ptCount val="4"/>
                <c:pt idx="0">
                  <c:v>1.2</c:v>
                </c:pt>
                <c:pt idx="1">
                  <c:v>1.6</c:v>
                </c:pt>
                <c:pt idx="2">
                  <c:v>2.8</c:v>
                </c:pt>
                <c:pt idx="3">
                  <c:v>5.3</c:v>
                </c:pt>
              </c:numCache>
            </c:numRef>
          </c:val>
          <c:extLst>
            <c:ext xmlns:c16="http://schemas.microsoft.com/office/drawing/2014/chart" uri="{C3380CC4-5D6E-409C-BE32-E72D297353CC}">
              <c16:uniqueId val="{00000002-90DB-064B-A360-D9B584617FB4}"/>
            </c:ext>
          </c:extLst>
        </c:ser>
        <c:dLbls>
          <c:showLegendKey val="0"/>
          <c:showVal val="0"/>
          <c:showCatName val="0"/>
          <c:showSerName val="0"/>
          <c:showPercent val="0"/>
          <c:showBubbleSize val="0"/>
        </c:dLbls>
        <c:axId val="1813959183"/>
        <c:axId val="1813486799"/>
      </c:area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midCat"/>
      </c:valAx>
      <c:spPr>
        <a:noFill/>
        <a:ln>
          <a:noFill/>
        </a:ln>
        <a:effectLst/>
      </c:spPr>
    </c:plotArea>
    <c:legend>
      <c:legendPos val="b"/>
      <c:legendEntry>
        <c:idx val="0"/>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2"/>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65422631834919398"/>
          <c:y val="0.90706335044216146"/>
          <c:w val="0.33345046086493441"/>
          <c:h val="4.7671054019085224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Sales</c:v>
                </c:pt>
              </c:strCache>
            </c:strRef>
          </c:tx>
          <c:spPr>
            <a:ln w="25400"/>
          </c:spPr>
          <c:dPt>
            <c:idx val="0"/>
            <c:bubble3D val="0"/>
            <c:spPr>
              <a:solidFill>
                <a:schemeClr val="accent1"/>
              </a:solidFill>
              <a:ln w="25400">
                <a:solidFill>
                  <a:schemeClr val="lt1"/>
                </a:solidFill>
              </a:ln>
              <a:effectLst/>
            </c:spPr>
            <c:extLst>
              <c:ext xmlns:c16="http://schemas.microsoft.com/office/drawing/2014/chart" uri="{C3380CC4-5D6E-409C-BE32-E72D297353CC}">
                <c16:uniqueId val="{00000001-FEA0-2F49-9D88-6A60F40A20E6}"/>
              </c:ext>
            </c:extLst>
          </c:dPt>
          <c:dPt>
            <c:idx val="1"/>
            <c:bubble3D val="0"/>
            <c:spPr>
              <a:solidFill>
                <a:schemeClr val="accent2"/>
              </a:solidFill>
              <a:ln w="25400">
                <a:solidFill>
                  <a:schemeClr val="lt1"/>
                </a:solidFill>
              </a:ln>
              <a:effectLst/>
            </c:spPr>
            <c:extLst>
              <c:ext xmlns:c16="http://schemas.microsoft.com/office/drawing/2014/chart" uri="{C3380CC4-5D6E-409C-BE32-E72D297353CC}">
                <c16:uniqueId val="{00000003-FEA0-2F49-9D88-6A60F40A20E6}"/>
              </c:ext>
            </c:extLst>
          </c:dPt>
          <c:cat>
            <c:strRef>
              <c:f>Sheet1!$A$2:$A$3</c:f>
              <c:strCache>
                <c:ptCount val="2"/>
                <c:pt idx="0">
                  <c:v>Color A</c:v>
                </c:pt>
                <c:pt idx="1">
                  <c:v>Color B</c:v>
                </c:pt>
              </c:strCache>
            </c:strRef>
          </c:cat>
          <c:val>
            <c:numRef>
              <c:f>Sheet1!$B$2:$B$3</c:f>
              <c:numCache>
                <c:formatCode>0%</c:formatCode>
                <c:ptCount val="2"/>
                <c:pt idx="0">
                  <c:v>0.65</c:v>
                </c:pt>
                <c:pt idx="1">
                  <c:v>0.35</c:v>
                </c:pt>
              </c:numCache>
            </c:numRef>
          </c:val>
          <c:extLst>
            <c:ext xmlns:c16="http://schemas.microsoft.com/office/drawing/2014/chart" uri="{C3380CC4-5D6E-409C-BE32-E72D297353CC}">
              <c16:uniqueId val="{00000004-FEA0-2F49-9D88-6A60F40A20E6}"/>
            </c:ext>
          </c:extLst>
        </c:ser>
        <c:dLbls>
          <c:showLegendKey val="0"/>
          <c:showVal val="0"/>
          <c:showCatName val="0"/>
          <c:showSerName val="0"/>
          <c:showPercent val="0"/>
          <c:showBubbleSize val="0"/>
          <c:showLeaderLines val="0"/>
        </c:dLbls>
        <c:firstSliceAng val="0"/>
        <c:holeSize val="70"/>
      </c:doughnutChart>
      <c:spPr>
        <a:noFill/>
        <a:ln>
          <a:noFill/>
        </a:ln>
        <a:effectLst/>
      </c:spPr>
    </c:plotArea>
    <c:legend>
      <c:legendPos val="b"/>
      <c:legendEntry>
        <c:idx val="0"/>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35806052215634127"/>
          <c:y val="0.94198670448882116"/>
          <c:w val="0.28387895568731758"/>
          <c:h val="5.8013295511178842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Sales</c:v>
                </c:pt>
              </c:strCache>
            </c:strRef>
          </c:tx>
          <c:spPr>
            <a:ln w="12700">
              <a:noFill/>
            </a:ln>
          </c:spPr>
          <c:dPt>
            <c:idx val="0"/>
            <c:bubble3D val="0"/>
            <c:spPr>
              <a:gradFill>
                <a:gsLst>
                  <a:gs pos="0">
                    <a:schemeClr val="accent1"/>
                  </a:gs>
                  <a:gs pos="100000">
                    <a:schemeClr val="tx1">
                      <a:lumMod val="75000"/>
                      <a:lumOff val="25000"/>
                    </a:schemeClr>
                  </a:gs>
                </a:gsLst>
                <a:lin ang="5400000" scaled="1"/>
              </a:gradFill>
              <a:ln w="12700">
                <a:noFill/>
              </a:ln>
              <a:effectLst/>
            </c:spPr>
            <c:extLst>
              <c:ext xmlns:c16="http://schemas.microsoft.com/office/drawing/2014/chart" uri="{C3380CC4-5D6E-409C-BE32-E72D297353CC}">
                <c16:uniqueId val="{00000001-4728-0047-9B0F-45286ABEF844}"/>
              </c:ext>
            </c:extLst>
          </c:dPt>
          <c:dPt>
            <c:idx val="1"/>
            <c:bubble3D val="0"/>
            <c:spPr>
              <a:solidFill>
                <a:schemeClr val="bg2"/>
              </a:solidFill>
              <a:ln w="12700">
                <a:noFill/>
              </a:ln>
              <a:effectLst/>
            </c:spPr>
            <c:extLst>
              <c:ext xmlns:c16="http://schemas.microsoft.com/office/drawing/2014/chart" uri="{C3380CC4-5D6E-409C-BE32-E72D297353CC}">
                <c16:uniqueId val="{00000003-4728-0047-9B0F-45286ABEF844}"/>
              </c:ext>
            </c:extLst>
          </c:dPt>
          <c:cat>
            <c:strRef>
              <c:f>Sheet1!$A$2:$A$3</c:f>
              <c:strCache>
                <c:ptCount val="2"/>
                <c:pt idx="0">
                  <c:v>Color A</c:v>
                </c:pt>
                <c:pt idx="1">
                  <c:v>Color B</c:v>
                </c:pt>
              </c:strCache>
            </c:strRef>
          </c:cat>
          <c:val>
            <c:numRef>
              <c:f>Sheet1!$B$2:$B$3</c:f>
              <c:numCache>
                <c:formatCode>0%</c:formatCode>
                <c:ptCount val="2"/>
                <c:pt idx="0">
                  <c:v>0.65</c:v>
                </c:pt>
                <c:pt idx="1">
                  <c:v>0.35</c:v>
                </c:pt>
              </c:numCache>
            </c:numRef>
          </c:val>
          <c:extLst>
            <c:ext xmlns:c16="http://schemas.microsoft.com/office/drawing/2014/chart" uri="{C3380CC4-5D6E-409C-BE32-E72D297353CC}">
              <c16:uniqueId val="{00000004-4728-0047-9B0F-45286ABEF844}"/>
            </c:ext>
          </c:extLst>
        </c:ser>
        <c:dLbls>
          <c:showLegendKey val="0"/>
          <c:showVal val="0"/>
          <c:showCatName val="0"/>
          <c:showSerName val="0"/>
          <c:showPercent val="0"/>
          <c:showBubbleSize val="0"/>
          <c:showLeaderLines val="0"/>
        </c:dLbls>
        <c:firstSliceAng val="0"/>
        <c:holeSize val="70"/>
      </c:doughnutChart>
      <c:spPr>
        <a:noFill/>
        <a:ln>
          <a:noFill/>
        </a:ln>
        <a:effectLst/>
      </c:spPr>
    </c:plotArea>
    <c:legend>
      <c:legendPos val="b"/>
      <c:legendEntry>
        <c:idx val="0"/>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35806052215634127"/>
          <c:y val="0.94198670448882116"/>
          <c:w val="0.28387895568731758"/>
          <c:h val="5.8013295511178842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Sales</c:v>
                </c:pt>
              </c:strCache>
            </c:strRef>
          </c:tx>
          <c:spPr>
            <a:ln w="25400">
              <a:solidFill>
                <a:schemeClr val="lt1"/>
              </a:solidFill>
            </a:ln>
          </c:spPr>
          <c:dPt>
            <c:idx val="0"/>
            <c:bubble3D val="0"/>
            <c:spPr>
              <a:solidFill>
                <a:schemeClr val="accent1"/>
              </a:solidFill>
              <a:ln w="25400">
                <a:solidFill>
                  <a:schemeClr val="lt1"/>
                </a:solidFill>
              </a:ln>
              <a:effectLst/>
            </c:spPr>
            <c:extLst>
              <c:ext xmlns:c16="http://schemas.microsoft.com/office/drawing/2014/chart" uri="{C3380CC4-5D6E-409C-BE32-E72D297353CC}">
                <c16:uniqueId val="{00000001-6AF5-6F42-B466-3C2960D01A66}"/>
              </c:ext>
            </c:extLst>
          </c:dPt>
          <c:dPt>
            <c:idx val="1"/>
            <c:bubble3D val="0"/>
            <c:spPr>
              <a:solidFill>
                <a:schemeClr val="accent2"/>
              </a:solidFill>
              <a:ln w="25400">
                <a:solidFill>
                  <a:schemeClr val="lt1"/>
                </a:solidFill>
              </a:ln>
              <a:effectLst/>
            </c:spPr>
            <c:extLst>
              <c:ext xmlns:c16="http://schemas.microsoft.com/office/drawing/2014/chart" uri="{C3380CC4-5D6E-409C-BE32-E72D297353CC}">
                <c16:uniqueId val="{00000003-6AF5-6F42-B466-3C2960D01A66}"/>
              </c:ext>
            </c:extLst>
          </c:dPt>
          <c:dPt>
            <c:idx val="3"/>
            <c:bubble3D val="0"/>
            <c:spPr>
              <a:solidFill>
                <a:schemeClr val="bg2"/>
              </a:solidFill>
              <a:ln w="25400">
                <a:solidFill>
                  <a:schemeClr val="lt1"/>
                </a:solidFill>
              </a:ln>
            </c:spPr>
            <c:extLst>
              <c:ext xmlns:c16="http://schemas.microsoft.com/office/drawing/2014/chart" uri="{C3380CC4-5D6E-409C-BE32-E72D297353CC}">
                <c16:uniqueId val="{00000005-6AF5-6F42-B466-3C2960D01A66}"/>
              </c:ext>
            </c:extLst>
          </c:dPt>
          <c:dLbls>
            <c:dLbl>
              <c:idx val="3"/>
              <c:spPr>
                <a:noFill/>
                <a:ln>
                  <a:noFill/>
                </a:ln>
                <a:effectLst/>
              </c:spPr>
              <c:txPr>
                <a:bodyPr vertOverflow="overflow" horzOverflow="overflow" wrap="none" lIns="38100" tIns="19050" rIns="38100" bIns="18288" anchor="ctr">
                  <a:spAutoFit/>
                </a:bodyPr>
                <a:lstStyle/>
                <a:p>
                  <a:pPr>
                    <a:defRPr>
                      <a:solidFill>
                        <a:schemeClr val="tx1"/>
                      </a:solidFill>
                    </a:defRPr>
                  </a:pPr>
                  <a:endParaRPr lang="en-US"/>
                </a:p>
              </c:txP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wedgeRectCallout">
                      <a:avLst/>
                    </a:prstGeom>
                  </c15:spPr>
                </c:ext>
                <c:ext xmlns:c16="http://schemas.microsoft.com/office/drawing/2014/chart" uri="{C3380CC4-5D6E-409C-BE32-E72D297353CC}">
                  <c16:uniqueId val="{00000005-6AF5-6F42-B466-3C2960D01A66}"/>
                </c:ext>
              </c:extLst>
            </c:dLbl>
            <c:spPr>
              <a:noFill/>
              <a:ln>
                <a:noFill/>
              </a:ln>
              <a:effectLst/>
            </c:spPr>
            <c:txPr>
              <a:bodyPr vertOverflow="overflow" horzOverflow="overflow" wrap="none" lIns="38100" tIns="19050" rIns="38100" bIns="18288" anchor="ctr">
                <a:spAutoFit/>
              </a:bodyPr>
              <a:lstStyle/>
              <a:p>
                <a:pPr>
                  <a:defRPr>
                    <a:solidFill>
                      <a:schemeClr val="bg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c15:spPr>
              </c:ext>
            </c:extLst>
          </c:dLbls>
          <c:cat>
            <c:strRef>
              <c:f>Sheet1!$A$2:$A$5</c:f>
              <c:strCache>
                <c:ptCount val="4"/>
                <c:pt idx="0">
                  <c:v>Color A</c:v>
                </c:pt>
                <c:pt idx="1">
                  <c:v>Color B</c:v>
                </c:pt>
                <c:pt idx="2">
                  <c:v>Color C</c:v>
                </c:pt>
                <c:pt idx="3">
                  <c:v>Color D</c:v>
                </c:pt>
              </c:strCache>
            </c:strRef>
          </c:cat>
          <c:val>
            <c:numRef>
              <c:f>Sheet1!$B$2:$B$5</c:f>
              <c:numCache>
                <c:formatCode>0%</c:formatCode>
                <c:ptCount val="4"/>
                <c:pt idx="0">
                  <c:v>0.25</c:v>
                </c:pt>
                <c:pt idx="1">
                  <c:v>0.08</c:v>
                </c:pt>
                <c:pt idx="2">
                  <c:v>0.06</c:v>
                </c:pt>
                <c:pt idx="3">
                  <c:v>0.63</c:v>
                </c:pt>
              </c:numCache>
            </c:numRef>
          </c:val>
          <c:extLst>
            <c:ext xmlns:c16="http://schemas.microsoft.com/office/drawing/2014/chart" uri="{C3380CC4-5D6E-409C-BE32-E72D297353CC}">
              <c16:uniqueId val="{00000006-6AF5-6F42-B466-3C2960D01A66}"/>
            </c:ext>
          </c:extLst>
        </c:ser>
        <c:dLbls>
          <c:showLegendKey val="0"/>
          <c:showVal val="0"/>
          <c:showCatName val="0"/>
          <c:showSerName val="0"/>
          <c:showPercent val="0"/>
          <c:showBubbleSize val="0"/>
          <c:showLeaderLines val="0"/>
        </c:dLbls>
        <c:firstSliceAng val="0"/>
        <c:holeSize val="70"/>
      </c:doughnutChart>
      <c:spPr>
        <a:noFill/>
        <a:ln>
          <a:noFill/>
        </a:ln>
        <a:effectLst/>
      </c:spPr>
    </c:plotArea>
    <c:legend>
      <c:legendPos val="b"/>
      <c:legendEntry>
        <c:idx val="0"/>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2"/>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3"/>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6.7247650664009839E-2"/>
          <c:y val="0.94198670448882116"/>
          <c:w val="0.87847087765571485"/>
          <c:h val="5.8013295511178842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5397407562108928E-2"/>
          <c:y val="1.5670553457484863E-2"/>
          <c:w val="0.90768864197536847"/>
          <c:h val="0.72648662659763996"/>
        </c:manualLayout>
      </c:layout>
      <c:barChart>
        <c:barDir val="col"/>
        <c:grouping val="stacked"/>
        <c:varyColors val="0"/>
        <c:ser>
          <c:idx val="0"/>
          <c:order val="0"/>
          <c:tx>
            <c:strRef>
              <c:f>Sheet1!$B$1</c:f>
              <c:strCache>
                <c:ptCount val="1"/>
                <c:pt idx="0">
                  <c:v>Category 1</c:v>
                </c:pt>
              </c:strCache>
            </c:strRef>
          </c:tx>
          <c:spPr>
            <a:solidFill>
              <a:schemeClr val="accent1"/>
            </a:solidFill>
            <a:ln>
              <a:noFill/>
            </a:ln>
            <a:effectLst/>
          </c:spPr>
          <c:invertIfNegative val="0"/>
          <c:cat>
            <c:strRef>
              <c:f>Sheet1!$A$2:$A$9</c:f>
              <c:strCache>
                <c:ptCount val="8"/>
                <c:pt idx="0">
                  <c:v>X1</c:v>
                </c:pt>
                <c:pt idx="1">
                  <c:v>X2</c:v>
                </c:pt>
                <c:pt idx="2">
                  <c:v>X3</c:v>
                </c:pt>
                <c:pt idx="3">
                  <c:v>X4</c:v>
                </c:pt>
                <c:pt idx="4">
                  <c:v>X5</c:v>
                </c:pt>
                <c:pt idx="5">
                  <c:v>X6</c:v>
                </c:pt>
                <c:pt idx="6">
                  <c:v>X7</c:v>
                </c:pt>
                <c:pt idx="7">
                  <c:v>X8</c:v>
                </c:pt>
              </c:strCache>
            </c:strRef>
          </c:cat>
          <c:val>
            <c:numRef>
              <c:f>Sheet1!$B$2:$B$9</c:f>
              <c:numCache>
                <c:formatCode>General</c:formatCode>
                <c:ptCount val="8"/>
                <c:pt idx="0">
                  <c:v>4.3</c:v>
                </c:pt>
                <c:pt idx="1">
                  <c:v>2.5</c:v>
                </c:pt>
                <c:pt idx="2">
                  <c:v>3.5</c:v>
                </c:pt>
                <c:pt idx="3">
                  <c:v>4.5</c:v>
                </c:pt>
                <c:pt idx="4">
                  <c:v>2.2999999999999998</c:v>
                </c:pt>
                <c:pt idx="5">
                  <c:v>3.4</c:v>
                </c:pt>
                <c:pt idx="6">
                  <c:v>4.0999999999999996</c:v>
                </c:pt>
                <c:pt idx="7">
                  <c:v>2.6</c:v>
                </c:pt>
              </c:numCache>
            </c:numRef>
          </c:val>
          <c:extLst>
            <c:ext xmlns:c16="http://schemas.microsoft.com/office/drawing/2014/chart" uri="{C3380CC4-5D6E-409C-BE32-E72D297353CC}">
              <c16:uniqueId val="{00000000-28B1-8C45-8AC1-452AC24BD77A}"/>
            </c:ext>
          </c:extLst>
        </c:ser>
        <c:ser>
          <c:idx val="1"/>
          <c:order val="1"/>
          <c:tx>
            <c:strRef>
              <c:f>Sheet1!$C$1</c:f>
              <c:strCache>
                <c:ptCount val="1"/>
                <c:pt idx="0">
                  <c:v>Category 2</c:v>
                </c:pt>
              </c:strCache>
            </c:strRef>
          </c:tx>
          <c:spPr>
            <a:solidFill>
              <a:schemeClr val="accent2"/>
            </a:solidFill>
            <a:ln>
              <a:noFill/>
            </a:ln>
            <a:effectLst/>
          </c:spPr>
          <c:invertIfNegative val="0"/>
          <c:cat>
            <c:strRef>
              <c:f>Sheet1!$A$2:$A$9</c:f>
              <c:strCache>
                <c:ptCount val="8"/>
                <c:pt idx="0">
                  <c:v>X1</c:v>
                </c:pt>
                <c:pt idx="1">
                  <c:v>X2</c:v>
                </c:pt>
                <c:pt idx="2">
                  <c:v>X3</c:v>
                </c:pt>
                <c:pt idx="3">
                  <c:v>X4</c:v>
                </c:pt>
                <c:pt idx="4">
                  <c:v>X5</c:v>
                </c:pt>
                <c:pt idx="5">
                  <c:v>X6</c:v>
                </c:pt>
                <c:pt idx="6">
                  <c:v>X7</c:v>
                </c:pt>
                <c:pt idx="7">
                  <c:v>X8</c:v>
                </c:pt>
              </c:strCache>
            </c:strRef>
          </c:cat>
          <c:val>
            <c:numRef>
              <c:f>Sheet1!$C$2:$C$9</c:f>
              <c:numCache>
                <c:formatCode>General</c:formatCode>
                <c:ptCount val="8"/>
                <c:pt idx="0">
                  <c:v>2.4</c:v>
                </c:pt>
                <c:pt idx="1">
                  <c:v>4.4000000000000004</c:v>
                </c:pt>
                <c:pt idx="2">
                  <c:v>1.8</c:v>
                </c:pt>
                <c:pt idx="3">
                  <c:v>2.8</c:v>
                </c:pt>
                <c:pt idx="4">
                  <c:v>2.2999999999999998</c:v>
                </c:pt>
                <c:pt idx="5">
                  <c:v>3.2</c:v>
                </c:pt>
                <c:pt idx="6">
                  <c:v>4.3</c:v>
                </c:pt>
                <c:pt idx="7">
                  <c:v>4.5999999999999996</c:v>
                </c:pt>
              </c:numCache>
            </c:numRef>
          </c:val>
          <c:extLst>
            <c:ext xmlns:c16="http://schemas.microsoft.com/office/drawing/2014/chart" uri="{C3380CC4-5D6E-409C-BE32-E72D297353CC}">
              <c16:uniqueId val="{00000001-28B1-8C45-8AC1-452AC24BD77A}"/>
            </c:ext>
          </c:extLst>
        </c:ser>
        <c:ser>
          <c:idx val="2"/>
          <c:order val="2"/>
          <c:tx>
            <c:strRef>
              <c:f>Sheet1!$D$1</c:f>
              <c:strCache>
                <c:ptCount val="1"/>
                <c:pt idx="0">
                  <c:v>Category 3</c:v>
                </c:pt>
              </c:strCache>
            </c:strRef>
          </c:tx>
          <c:spPr>
            <a:solidFill>
              <a:schemeClr val="accent3"/>
            </a:solidFill>
            <a:ln>
              <a:noFill/>
            </a:ln>
            <a:effectLst/>
          </c:spPr>
          <c:invertIfNegative val="0"/>
          <c:cat>
            <c:strRef>
              <c:f>Sheet1!$A$2:$A$9</c:f>
              <c:strCache>
                <c:ptCount val="8"/>
                <c:pt idx="0">
                  <c:v>X1</c:v>
                </c:pt>
                <c:pt idx="1">
                  <c:v>X2</c:v>
                </c:pt>
                <c:pt idx="2">
                  <c:v>X3</c:v>
                </c:pt>
                <c:pt idx="3">
                  <c:v>X4</c:v>
                </c:pt>
                <c:pt idx="4">
                  <c:v>X5</c:v>
                </c:pt>
                <c:pt idx="5">
                  <c:v>X6</c:v>
                </c:pt>
                <c:pt idx="6">
                  <c:v>X7</c:v>
                </c:pt>
                <c:pt idx="7">
                  <c:v>X8</c:v>
                </c:pt>
              </c:strCache>
            </c:strRef>
          </c:cat>
          <c:val>
            <c:numRef>
              <c:f>Sheet1!$D$2:$D$9</c:f>
              <c:numCache>
                <c:formatCode>General</c:formatCode>
                <c:ptCount val="8"/>
                <c:pt idx="0">
                  <c:v>2</c:v>
                </c:pt>
                <c:pt idx="1">
                  <c:v>3.5</c:v>
                </c:pt>
                <c:pt idx="2">
                  <c:v>3</c:v>
                </c:pt>
                <c:pt idx="3">
                  <c:v>4</c:v>
                </c:pt>
                <c:pt idx="4">
                  <c:v>5</c:v>
                </c:pt>
                <c:pt idx="5">
                  <c:v>4</c:v>
                </c:pt>
                <c:pt idx="6">
                  <c:v>4</c:v>
                </c:pt>
                <c:pt idx="7">
                  <c:v>3</c:v>
                </c:pt>
              </c:numCache>
            </c:numRef>
          </c:val>
          <c:extLst>
            <c:ext xmlns:c16="http://schemas.microsoft.com/office/drawing/2014/chart" uri="{C3380CC4-5D6E-409C-BE32-E72D297353CC}">
              <c16:uniqueId val="{00000002-28B1-8C45-8AC1-452AC24BD77A}"/>
            </c:ext>
          </c:extLst>
        </c:ser>
        <c:dLbls>
          <c:showLegendKey val="0"/>
          <c:showVal val="0"/>
          <c:showCatName val="0"/>
          <c:showSerName val="0"/>
          <c:showPercent val="0"/>
          <c:showBubbleSize val="0"/>
        </c:dLbls>
        <c:gapWidth val="50"/>
        <c:overlap val="100"/>
        <c:axId val="1813959183"/>
        <c:axId val="1813486799"/>
      </c:bar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41633888048411499"/>
          <c:y val="0.90706334423279955"/>
          <c:w val="0.57139349176541043"/>
          <c:h val="4.7698401134489622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065453553578667"/>
          <c:y val="1.5670553457484863E-2"/>
          <c:w val="0.82955045587448117"/>
          <c:h val="0.72648662659763996"/>
        </c:manualLayout>
      </c:layout>
      <c:barChart>
        <c:barDir val="bar"/>
        <c:grouping val="stacked"/>
        <c:varyColors val="0"/>
        <c:ser>
          <c:idx val="0"/>
          <c:order val="0"/>
          <c:tx>
            <c:strRef>
              <c:f>Sheet1!$B$1</c:f>
              <c:strCache>
                <c:ptCount val="1"/>
                <c:pt idx="0">
                  <c:v>Category 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Option 1</c:v>
                </c:pt>
                <c:pt idx="1">
                  <c:v>Option 2</c:v>
                </c:pt>
                <c:pt idx="2">
                  <c:v>Option 3</c:v>
                </c:pt>
                <c:pt idx="3">
                  <c:v>Option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CC0-E548-882D-D21B580F5AD1}"/>
            </c:ext>
          </c:extLst>
        </c:ser>
        <c:ser>
          <c:idx val="1"/>
          <c:order val="1"/>
          <c:tx>
            <c:strRef>
              <c:f>Sheet1!$C$1</c:f>
              <c:strCache>
                <c:ptCount val="1"/>
                <c:pt idx="0">
                  <c:v>Category 2</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Option 1</c:v>
                </c:pt>
                <c:pt idx="1">
                  <c:v>Option 2</c:v>
                </c:pt>
                <c:pt idx="2">
                  <c:v>Option 3</c:v>
                </c:pt>
                <c:pt idx="3">
                  <c:v>Option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CC0-E548-882D-D21B580F5AD1}"/>
            </c:ext>
          </c:extLst>
        </c:ser>
        <c:ser>
          <c:idx val="2"/>
          <c:order val="2"/>
          <c:tx>
            <c:strRef>
              <c:f>Sheet1!$D$1</c:f>
              <c:strCache>
                <c:ptCount val="1"/>
                <c:pt idx="0">
                  <c:v>Category 3</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Option 1</c:v>
                </c:pt>
                <c:pt idx="1">
                  <c:v>Option 2</c:v>
                </c:pt>
                <c:pt idx="2">
                  <c:v>Option 3</c:v>
                </c:pt>
                <c:pt idx="3">
                  <c:v>Option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CC0-E548-882D-D21B580F5AD1}"/>
            </c:ext>
          </c:extLst>
        </c:ser>
        <c:dLbls>
          <c:dLblPos val="inEnd"/>
          <c:showLegendKey val="0"/>
          <c:showVal val="1"/>
          <c:showCatName val="0"/>
          <c:showSerName val="0"/>
          <c:showPercent val="0"/>
          <c:showBubbleSize val="0"/>
        </c:dLbls>
        <c:gapWidth val="100"/>
        <c:overlap val="100"/>
        <c:axId val="1813959183"/>
        <c:axId val="1813486799"/>
      </c:barChart>
      <c:catAx>
        <c:axId val="1813959183"/>
        <c:scaling>
          <c:orientation val="minMax"/>
        </c:scaling>
        <c:delete val="0"/>
        <c:axPos val="l"/>
        <c:title>
          <c:tx>
            <c:rich>
              <a:bodyPr rot="0" spcFirstLastPara="1" vertOverflow="ellipsis"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b"/>
        <c:majorGridlines>
          <c:spPr>
            <a:ln w="9525" cap="flat" cmpd="sng" algn="ctr">
              <a:solidFill>
                <a:schemeClr val="bg2"/>
              </a:solidFill>
              <a:round/>
            </a:ln>
            <a:effectLst/>
          </c:spPr>
        </c:majorGridlines>
        <c:title>
          <c:tx>
            <c:rich>
              <a:bodyPr rot="-5400000" spcFirstLastPara="1" vertOverflow="ellipsis"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1"/>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egendEntry>
        <c:idx val="2"/>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5413599873666336"/>
          <c:y val="0.90706335044216146"/>
          <c:w val="0.44637238488289188"/>
          <c:h val="4.7698401134489622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5397407562108928E-2"/>
          <c:y val="1.5670553457484863E-2"/>
          <c:w val="0.90768864197536847"/>
          <c:h val="0.72648662659763996"/>
        </c:manualLayout>
      </c:layout>
      <c:areaChart>
        <c:grouping val="stacked"/>
        <c:varyColors val="0"/>
        <c:ser>
          <c:idx val="0"/>
          <c:order val="0"/>
          <c:tx>
            <c:strRef>
              <c:f>Sheet1!$B$1</c:f>
              <c:strCache>
                <c:ptCount val="1"/>
                <c:pt idx="0">
                  <c:v>Color 1</c:v>
                </c:pt>
              </c:strCache>
            </c:strRef>
          </c:tx>
          <c:spPr>
            <a:solidFill>
              <a:schemeClr val="accent1"/>
            </a:solidFill>
            <a:ln>
              <a:noFill/>
            </a:ln>
            <a:effectLst/>
          </c:spPr>
          <c:cat>
            <c:strRef>
              <c:f>Sheet1!$A$2:$A$9</c:f>
              <c:strCache>
                <c:ptCount val="8"/>
                <c:pt idx="0">
                  <c:v>X1</c:v>
                </c:pt>
                <c:pt idx="1">
                  <c:v>X2</c:v>
                </c:pt>
                <c:pt idx="2">
                  <c:v>X3</c:v>
                </c:pt>
                <c:pt idx="3">
                  <c:v>X4</c:v>
                </c:pt>
                <c:pt idx="4">
                  <c:v>X5</c:v>
                </c:pt>
                <c:pt idx="5">
                  <c:v>X6</c:v>
                </c:pt>
                <c:pt idx="6">
                  <c:v>X7</c:v>
                </c:pt>
                <c:pt idx="7">
                  <c:v>X8</c:v>
                </c:pt>
              </c:strCache>
            </c:strRef>
          </c:cat>
          <c:val>
            <c:numRef>
              <c:f>Sheet1!$B$2:$B$9</c:f>
              <c:numCache>
                <c:formatCode>General</c:formatCode>
                <c:ptCount val="8"/>
                <c:pt idx="0">
                  <c:v>4.3</c:v>
                </c:pt>
                <c:pt idx="1">
                  <c:v>2.5</c:v>
                </c:pt>
                <c:pt idx="2">
                  <c:v>3.5</c:v>
                </c:pt>
                <c:pt idx="3">
                  <c:v>4.5</c:v>
                </c:pt>
                <c:pt idx="4">
                  <c:v>2.2999999999999998</c:v>
                </c:pt>
                <c:pt idx="5">
                  <c:v>3.4</c:v>
                </c:pt>
                <c:pt idx="6">
                  <c:v>4.0999999999999996</c:v>
                </c:pt>
                <c:pt idx="7">
                  <c:v>2.6</c:v>
                </c:pt>
              </c:numCache>
            </c:numRef>
          </c:val>
          <c:extLst>
            <c:ext xmlns:c16="http://schemas.microsoft.com/office/drawing/2014/chart" uri="{C3380CC4-5D6E-409C-BE32-E72D297353CC}">
              <c16:uniqueId val="{00000000-10CC-5C4B-8FFD-5B2603C430C1}"/>
            </c:ext>
          </c:extLst>
        </c:ser>
        <c:ser>
          <c:idx val="1"/>
          <c:order val="1"/>
          <c:tx>
            <c:strRef>
              <c:f>Sheet1!$C$1</c:f>
              <c:strCache>
                <c:ptCount val="1"/>
                <c:pt idx="0">
                  <c:v>Color 2</c:v>
                </c:pt>
              </c:strCache>
            </c:strRef>
          </c:tx>
          <c:spPr>
            <a:solidFill>
              <a:schemeClr val="accent2"/>
            </a:solidFill>
            <a:ln>
              <a:noFill/>
            </a:ln>
            <a:effectLst/>
          </c:spPr>
          <c:cat>
            <c:strRef>
              <c:f>Sheet1!$A$2:$A$9</c:f>
              <c:strCache>
                <c:ptCount val="8"/>
                <c:pt idx="0">
                  <c:v>X1</c:v>
                </c:pt>
                <c:pt idx="1">
                  <c:v>X2</c:v>
                </c:pt>
                <c:pt idx="2">
                  <c:v>X3</c:v>
                </c:pt>
                <c:pt idx="3">
                  <c:v>X4</c:v>
                </c:pt>
                <c:pt idx="4">
                  <c:v>X5</c:v>
                </c:pt>
                <c:pt idx="5">
                  <c:v>X6</c:v>
                </c:pt>
                <c:pt idx="6">
                  <c:v>X7</c:v>
                </c:pt>
                <c:pt idx="7">
                  <c:v>X8</c:v>
                </c:pt>
              </c:strCache>
            </c:strRef>
          </c:cat>
          <c:val>
            <c:numRef>
              <c:f>Sheet1!$C$2:$C$9</c:f>
              <c:numCache>
                <c:formatCode>General</c:formatCode>
                <c:ptCount val="8"/>
                <c:pt idx="0">
                  <c:v>2.4</c:v>
                </c:pt>
                <c:pt idx="1">
                  <c:v>4.4000000000000004</c:v>
                </c:pt>
                <c:pt idx="2">
                  <c:v>1.8</c:v>
                </c:pt>
                <c:pt idx="3">
                  <c:v>2.8</c:v>
                </c:pt>
                <c:pt idx="4">
                  <c:v>2.2999999999999998</c:v>
                </c:pt>
                <c:pt idx="5">
                  <c:v>3.2</c:v>
                </c:pt>
                <c:pt idx="6">
                  <c:v>4.3</c:v>
                </c:pt>
                <c:pt idx="7">
                  <c:v>4.5999999999999996</c:v>
                </c:pt>
              </c:numCache>
            </c:numRef>
          </c:val>
          <c:extLst>
            <c:ext xmlns:c16="http://schemas.microsoft.com/office/drawing/2014/chart" uri="{C3380CC4-5D6E-409C-BE32-E72D297353CC}">
              <c16:uniqueId val="{00000001-10CC-5C4B-8FFD-5B2603C430C1}"/>
            </c:ext>
          </c:extLst>
        </c:ser>
        <c:ser>
          <c:idx val="2"/>
          <c:order val="2"/>
          <c:tx>
            <c:strRef>
              <c:f>Sheet1!$D$1</c:f>
              <c:strCache>
                <c:ptCount val="1"/>
                <c:pt idx="0">
                  <c:v>Color 3</c:v>
                </c:pt>
              </c:strCache>
            </c:strRef>
          </c:tx>
          <c:spPr>
            <a:solidFill>
              <a:schemeClr val="accent3"/>
            </a:solidFill>
            <a:ln>
              <a:noFill/>
            </a:ln>
            <a:effectLst/>
          </c:spPr>
          <c:cat>
            <c:strRef>
              <c:f>Sheet1!$A$2:$A$9</c:f>
              <c:strCache>
                <c:ptCount val="8"/>
                <c:pt idx="0">
                  <c:v>X1</c:v>
                </c:pt>
                <c:pt idx="1">
                  <c:v>X2</c:v>
                </c:pt>
                <c:pt idx="2">
                  <c:v>X3</c:v>
                </c:pt>
                <c:pt idx="3">
                  <c:v>X4</c:v>
                </c:pt>
                <c:pt idx="4">
                  <c:v>X5</c:v>
                </c:pt>
                <c:pt idx="5">
                  <c:v>X6</c:v>
                </c:pt>
                <c:pt idx="6">
                  <c:v>X7</c:v>
                </c:pt>
                <c:pt idx="7">
                  <c:v>X8</c:v>
                </c:pt>
              </c:strCache>
            </c:strRef>
          </c:cat>
          <c:val>
            <c:numRef>
              <c:f>Sheet1!$D$2:$D$9</c:f>
              <c:numCache>
                <c:formatCode>General</c:formatCode>
                <c:ptCount val="8"/>
                <c:pt idx="0">
                  <c:v>2</c:v>
                </c:pt>
                <c:pt idx="1">
                  <c:v>3.5</c:v>
                </c:pt>
                <c:pt idx="2">
                  <c:v>3</c:v>
                </c:pt>
                <c:pt idx="3">
                  <c:v>4</c:v>
                </c:pt>
                <c:pt idx="4">
                  <c:v>5</c:v>
                </c:pt>
                <c:pt idx="5">
                  <c:v>4</c:v>
                </c:pt>
                <c:pt idx="6">
                  <c:v>4</c:v>
                </c:pt>
                <c:pt idx="7">
                  <c:v>3</c:v>
                </c:pt>
              </c:numCache>
            </c:numRef>
          </c:val>
          <c:extLst>
            <c:ext xmlns:c16="http://schemas.microsoft.com/office/drawing/2014/chart" uri="{C3380CC4-5D6E-409C-BE32-E72D297353CC}">
              <c16:uniqueId val="{00000002-10CC-5C4B-8FFD-5B2603C430C1}"/>
            </c:ext>
          </c:extLst>
        </c:ser>
        <c:dLbls>
          <c:showLegendKey val="0"/>
          <c:showVal val="0"/>
          <c:showCatName val="0"/>
          <c:showSerName val="0"/>
          <c:showPercent val="0"/>
          <c:showBubbleSize val="0"/>
        </c:dLbls>
        <c:axId val="1813959183"/>
        <c:axId val="1813486799"/>
      </c:areaChart>
      <c:catAx>
        <c:axId val="1813959183"/>
        <c:scaling>
          <c:orientation val="minMax"/>
        </c:scaling>
        <c:delete val="0"/>
        <c:axPos val="b"/>
        <c:title>
          <c:tx>
            <c:rich>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l"/>
        <c:majorGridlines>
          <c:spPr>
            <a:ln w="9525" cap="flat" cmpd="sng" algn="ctr">
              <a:solidFill>
                <a:schemeClr val="bg2"/>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
              <c:y val="0.34191914727367456"/>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autoZero"/>
        <c:crossBetween val="midCat"/>
      </c:valAx>
      <c:spPr>
        <a:noFill/>
        <a:ln>
          <a:noFill/>
        </a:ln>
        <a:effectLst/>
      </c:spPr>
    </c:plotArea>
    <c:legend>
      <c:legendPos val="b"/>
      <c:legendEntry>
        <c:idx val="0"/>
        <c:txPr>
          <a:bodyPr rot="0" spcFirstLastPara="1" vertOverflow="ellipsis" vert="horz" wrap="square" anchor="ctr" anchorCtr="1"/>
          <a:lstStyle/>
          <a:p>
            <a:pPr>
              <a:defRPr sz="8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Entry>
      <c:layout>
        <c:manualLayout>
          <c:xMode val="edge"/>
          <c:yMode val="edge"/>
          <c:x val="0.41633888048411499"/>
          <c:y val="0.90706334423279955"/>
          <c:w val="0.29094328452487811"/>
          <c:h val="4.7671054019085224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125302299062819E-2"/>
          <c:y val="1.5656770511321048E-2"/>
          <c:w val="0.88377630764439929"/>
          <c:h val="0.76828520814013523"/>
        </c:manualLayout>
      </c:layout>
      <c:scatterChart>
        <c:scatterStyle val="lineMarker"/>
        <c:varyColors val="0"/>
        <c:ser>
          <c:idx val="0"/>
          <c:order val="0"/>
          <c:tx>
            <c:strRef>
              <c:f>Sheet1!$B$1</c:f>
              <c:strCache>
                <c:ptCount val="1"/>
                <c:pt idx="0">
                  <c:v>Y-Values</c:v>
                </c:pt>
              </c:strCache>
            </c:strRef>
          </c:tx>
          <c:spPr>
            <a:ln w="19050" cap="rnd">
              <a:noFill/>
              <a:round/>
            </a:ln>
            <a:effectLst/>
          </c:spPr>
          <c:marker>
            <c:symbol val="circle"/>
            <c:size val="5"/>
            <c:spPr>
              <a:solidFill>
                <a:schemeClr val="accent1"/>
              </a:solidFill>
              <a:ln w="50800">
                <a:solidFill>
                  <a:schemeClr val="accent1"/>
                </a:solidFill>
              </a:ln>
              <a:effectLst/>
            </c:spPr>
          </c:marker>
          <c:xVal>
            <c:numRef>
              <c:f>Sheet1!$A$2:$A$29</c:f>
              <c:numCache>
                <c:formatCode>General</c:formatCode>
                <c:ptCount val="28"/>
                <c:pt idx="0">
                  <c:v>0.7</c:v>
                </c:pt>
                <c:pt idx="1">
                  <c:v>1.8</c:v>
                </c:pt>
                <c:pt idx="2">
                  <c:v>2.6</c:v>
                </c:pt>
                <c:pt idx="3">
                  <c:v>4.3</c:v>
                </c:pt>
                <c:pt idx="4">
                  <c:v>2.5</c:v>
                </c:pt>
                <c:pt idx="5">
                  <c:v>3.5</c:v>
                </c:pt>
                <c:pt idx="6">
                  <c:v>4.5</c:v>
                </c:pt>
                <c:pt idx="7">
                  <c:v>2.2999999999999998</c:v>
                </c:pt>
                <c:pt idx="8">
                  <c:v>3.4</c:v>
                </c:pt>
                <c:pt idx="9">
                  <c:v>4.0999999999999996</c:v>
                </c:pt>
                <c:pt idx="10">
                  <c:v>2.6</c:v>
                </c:pt>
                <c:pt idx="11">
                  <c:v>2</c:v>
                </c:pt>
                <c:pt idx="12">
                  <c:v>3.5</c:v>
                </c:pt>
                <c:pt idx="13">
                  <c:v>3</c:v>
                </c:pt>
                <c:pt idx="14">
                  <c:v>4</c:v>
                </c:pt>
                <c:pt idx="15">
                  <c:v>4.7</c:v>
                </c:pt>
                <c:pt idx="16">
                  <c:v>3</c:v>
                </c:pt>
                <c:pt idx="17">
                  <c:v>4</c:v>
                </c:pt>
                <c:pt idx="18">
                  <c:v>1.2</c:v>
                </c:pt>
                <c:pt idx="19">
                  <c:v>0.5</c:v>
                </c:pt>
                <c:pt idx="20">
                  <c:v>3.7</c:v>
                </c:pt>
                <c:pt idx="21">
                  <c:v>4.2</c:v>
                </c:pt>
                <c:pt idx="22">
                  <c:v>3.8</c:v>
                </c:pt>
                <c:pt idx="23">
                  <c:v>1.9</c:v>
                </c:pt>
                <c:pt idx="24">
                  <c:v>0.8</c:v>
                </c:pt>
                <c:pt idx="25">
                  <c:v>3.8</c:v>
                </c:pt>
                <c:pt idx="26">
                  <c:v>2.2000000000000002</c:v>
                </c:pt>
                <c:pt idx="27">
                  <c:v>3.5</c:v>
                </c:pt>
              </c:numCache>
            </c:numRef>
          </c:xVal>
          <c:yVal>
            <c:numRef>
              <c:f>Sheet1!$B$2:$B$29</c:f>
              <c:numCache>
                <c:formatCode>General</c:formatCode>
                <c:ptCount val="28"/>
                <c:pt idx="0">
                  <c:v>2.7</c:v>
                </c:pt>
                <c:pt idx="1">
                  <c:v>3.2</c:v>
                </c:pt>
                <c:pt idx="2">
                  <c:v>0.8</c:v>
                </c:pt>
                <c:pt idx="3">
                  <c:v>2.4</c:v>
                </c:pt>
                <c:pt idx="4">
                  <c:v>4.4000000000000004</c:v>
                </c:pt>
                <c:pt idx="5">
                  <c:v>1.8</c:v>
                </c:pt>
                <c:pt idx="6">
                  <c:v>2.8</c:v>
                </c:pt>
                <c:pt idx="7">
                  <c:v>2.2999999999999998</c:v>
                </c:pt>
                <c:pt idx="8">
                  <c:v>3.2</c:v>
                </c:pt>
                <c:pt idx="9">
                  <c:v>4.3</c:v>
                </c:pt>
                <c:pt idx="10">
                  <c:v>4.5999999999999996</c:v>
                </c:pt>
                <c:pt idx="11">
                  <c:v>1.2</c:v>
                </c:pt>
                <c:pt idx="12">
                  <c:v>3.2</c:v>
                </c:pt>
                <c:pt idx="13">
                  <c:v>2</c:v>
                </c:pt>
                <c:pt idx="14">
                  <c:v>2.2000000000000002</c:v>
                </c:pt>
                <c:pt idx="15">
                  <c:v>4.3</c:v>
                </c:pt>
                <c:pt idx="16">
                  <c:v>2.7</c:v>
                </c:pt>
                <c:pt idx="17">
                  <c:v>3.5</c:v>
                </c:pt>
                <c:pt idx="18">
                  <c:v>0.7</c:v>
                </c:pt>
                <c:pt idx="19">
                  <c:v>1.8</c:v>
                </c:pt>
                <c:pt idx="20">
                  <c:v>2.6</c:v>
                </c:pt>
                <c:pt idx="21">
                  <c:v>4.3</c:v>
                </c:pt>
                <c:pt idx="22">
                  <c:v>2.5</c:v>
                </c:pt>
                <c:pt idx="23">
                  <c:v>3.5</c:v>
                </c:pt>
                <c:pt idx="24">
                  <c:v>2.9</c:v>
                </c:pt>
                <c:pt idx="25">
                  <c:v>4.5</c:v>
                </c:pt>
                <c:pt idx="26">
                  <c:v>3.1</c:v>
                </c:pt>
                <c:pt idx="27">
                  <c:v>0.8</c:v>
                </c:pt>
              </c:numCache>
            </c:numRef>
          </c:yVal>
          <c:smooth val="0"/>
          <c:extLst>
            <c:ext xmlns:c16="http://schemas.microsoft.com/office/drawing/2014/chart" uri="{C3380CC4-5D6E-409C-BE32-E72D297353CC}">
              <c16:uniqueId val="{00000000-DF82-8C40-A79D-CF18740B6DAA}"/>
            </c:ext>
          </c:extLst>
        </c:ser>
        <c:dLbls>
          <c:showLegendKey val="0"/>
          <c:showVal val="0"/>
          <c:showCatName val="0"/>
          <c:showSerName val="0"/>
          <c:showPercent val="0"/>
          <c:showBubbleSize val="0"/>
        </c:dLbls>
        <c:axId val="1995706384"/>
        <c:axId val="1995708096"/>
      </c:scatterChart>
      <c:valAx>
        <c:axId val="1995706384"/>
        <c:scaling>
          <c:orientation val="minMax"/>
        </c:scaling>
        <c:delete val="0"/>
        <c:axPos val="b"/>
        <c:title>
          <c:layout>
            <c:manualLayout>
              <c:xMode val="edge"/>
              <c:yMode val="edge"/>
              <c:x val="0.47413400339215767"/>
              <c:y val="0.89161983014061974"/>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995708096"/>
        <c:crosses val="autoZero"/>
        <c:crossBetween val="midCat"/>
        <c:majorUnit val="1"/>
      </c:valAx>
      <c:valAx>
        <c:axId val="1995708096"/>
        <c:scaling>
          <c:orientation val="minMax"/>
        </c:scaling>
        <c:delete val="0"/>
        <c:axPos val="l"/>
        <c:majorGridlines>
          <c:spPr>
            <a:ln w="9525" cap="flat" cmpd="sng" algn="ctr">
              <a:solidFill>
                <a:schemeClr val="bg2"/>
              </a:solidFill>
              <a:round/>
            </a:ln>
            <a:effectLst/>
          </c:spPr>
        </c:majorGridlines>
        <c:title>
          <c:layout>
            <c:manualLayout>
              <c:xMode val="edge"/>
              <c:yMode val="edge"/>
              <c:x val="0"/>
              <c:y val="0.36423990018722835"/>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995706384"/>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4079428873394937E-2"/>
          <c:y val="1.5670553457484863E-2"/>
          <c:w val="0.89900662636476936"/>
          <c:h val="0.72648662659763996"/>
        </c:manualLayout>
      </c:layout>
      <c:doughnutChart>
        <c:varyColors val="1"/>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Sales</c:v>
                </c:pt>
              </c:strCache>
            </c:strRef>
          </c:tx>
          <c:spPr>
            <a:gradFill flip="none" rotWithShape="1">
              <a:gsLst>
                <a:gs pos="0">
                  <a:schemeClr val="accent1"/>
                </a:gs>
                <a:gs pos="100000">
                  <a:schemeClr val="accent5"/>
                </a:gs>
              </a:gsLst>
              <a:lin ang="0" scaled="0"/>
              <a:tileRect/>
            </a:gradFill>
            <a:ln w="25400">
              <a:solidFill>
                <a:schemeClr val="lt1"/>
              </a:solidFill>
            </a:ln>
          </c:spPr>
          <c:dPt>
            <c:idx val="0"/>
            <c:bubble3D val="0"/>
            <c:spPr>
              <a:gradFill flip="none" rotWithShape="1">
                <a:gsLst>
                  <a:gs pos="10000">
                    <a:schemeClr val="accent4">
                      <a:lumMod val="50000"/>
                    </a:schemeClr>
                  </a:gs>
                  <a:gs pos="89000">
                    <a:schemeClr val="accent2">
                      <a:lumMod val="75000"/>
                    </a:schemeClr>
                  </a:gs>
                </a:gsLst>
                <a:lin ang="0" scaled="0"/>
                <a:tileRect/>
              </a:gradFill>
              <a:ln w="25400">
                <a:solidFill>
                  <a:schemeClr val="lt1"/>
                </a:solidFill>
              </a:ln>
            </c:spPr>
            <c:extLst>
              <c:ext xmlns:c16="http://schemas.microsoft.com/office/drawing/2014/chart" uri="{C3380CC4-5D6E-409C-BE32-E72D297353CC}">
                <c16:uniqueId val="{00000001-B444-D948-81F5-698F02A2E9CE}"/>
              </c:ext>
            </c:extLst>
          </c:dPt>
          <c:dPt>
            <c:idx val="1"/>
            <c:bubble3D val="0"/>
            <c:spPr>
              <a:gradFill flip="none" rotWithShape="1">
                <a:gsLst>
                  <a:gs pos="10000">
                    <a:srgbClr val="7F1EE7"/>
                  </a:gs>
                  <a:gs pos="79000">
                    <a:srgbClr val="0070C0"/>
                  </a:gs>
                </a:gsLst>
                <a:lin ang="5400000" scaled="0"/>
                <a:tileRect/>
              </a:gradFill>
              <a:ln w="25400">
                <a:solidFill>
                  <a:schemeClr val="lt1"/>
                </a:solidFill>
              </a:ln>
            </c:spPr>
            <c:extLst>
              <c:ext xmlns:c16="http://schemas.microsoft.com/office/drawing/2014/chart" uri="{C3380CC4-5D6E-409C-BE32-E72D297353CC}">
                <c16:uniqueId val="{00000003-B444-D948-81F5-698F02A2E9CE}"/>
              </c:ext>
            </c:extLst>
          </c:dPt>
          <c:dPt>
            <c:idx val="2"/>
            <c:bubble3D val="0"/>
            <c:spPr>
              <a:gradFill flip="none" rotWithShape="1">
                <a:gsLst>
                  <a:gs pos="0">
                    <a:schemeClr val="accent1">
                      <a:lumMod val="50000"/>
                    </a:schemeClr>
                  </a:gs>
                  <a:gs pos="100000">
                    <a:schemeClr val="accent2">
                      <a:lumMod val="50000"/>
                    </a:schemeClr>
                  </a:gs>
                </a:gsLst>
                <a:lin ang="10200000" scaled="0"/>
                <a:tileRect/>
              </a:gradFill>
              <a:ln w="25400">
                <a:solidFill>
                  <a:schemeClr val="lt1"/>
                </a:solidFill>
              </a:ln>
            </c:spPr>
            <c:extLst>
              <c:ext xmlns:c16="http://schemas.microsoft.com/office/drawing/2014/chart" uri="{C3380CC4-5D6E-409C-BE32-E72D297353CC}">
                <c16:uniqueId val="{00000005-B444-D948-81F5-698F02A2E9CE}"/>
              </c:ext>
            </c:extLst>
          </c:dPt>
          <c:dPt>
            <c:idx val="3"/>
            <c:bubble3D val="0"/>
            <c:spPr>
              <a:gradFill flip="none" rotWithShape="1">
                <a:gsLst>
                  <a:gs pos="7000">
                    <a:schemeClr val="accent5">
                      <a:lumMod val="75000"/>
                    </a:schemeClr>
                  </a:gs>
                  <a:gs pos="74000">
                    <a:schemeClr val="accent2">
                      <a:lumMod val="50000"/>
                    </a:schemeClr>
                  </a:gs>
                </a:gsLst>
                <a:lin ang="4800000" scaled="0"/>
                <a:tileRect/>
              </a:gradFill>
              <a:ln w="25400">
                <a:solidFill>
                  <a:schemeClr val="lt1"/>
                </a:solidFill>
              </a:ln>
            </c:spPr>
            <c:extLst>
              <c:ext xmlns:c16="http://schemas.microsoft.com/office/drawing/2014/chart" uri="{C3380CC4-5D6E-409C-BE32-E72D297353CC}">
                <c16:uniqueId val="{00000007-B444-D948-81F5-698F02A2E9CE}"/>
              </c:ext>
            </c:extLst>
          </c:dPt>
          <c:dPt>
            <c:idx val="4"/>
            <c:bubble3D val="0"/>
            <c:spPr>
              <a:gradFill flip="none" rotWithShape="1">
                <a:gsLst>
                  <a:gs pos="4000">
                    <a:schemeClr val="accent5">
                      <a:lumMod val="75000"/>
                    </a:schemeClr>
                  </a:gs>
                  <a:gs pos="86000">
                    <a:schemeClr val="accent4">
                      <a:lumMod val="50000"/>
                    </a:schemeClr>
                  </a:gs>
                </a:gsLst>
                <a:lin ang="21000000" scaled="0"/>
                <a:tileRect/>
              </a:gradFill>
              <a:ln w="25400">
                <a:solidFill>
                  <a:schemeClr val="lt1"/>
                </a:solidFill>
              </a:ln>
            </c:spPr>
            <c:extLst>
              <c:ext xmlns:c16="http://schemas.microsoft.com/office/drawing/2014/chart" uri="{C3380CC4-5D6E-409C-BE32-E72D297353CC}">
                <c16:uniqueId val="{00000009-B444-D948-81F5-698F02A2E9CE}"/>
              </c:ext>
            </c:extLst>
          </c:dPt>
          <c:cat>
            <c:strRef>
              <c:f>Sheet1!$A$2:$A$6</c:f>
              <c:strCache>
                <c:ptCount val="5"/>
                <c:pt idx="0">
                  <c:v>A</c:v>
                </c:pt>
                <c:pt idx="1">
                  <c:v>B</c:v>
                </c:pt>
                <c:pt idx="2">
                  <c:v>C</c:v>
                </c:pt>
                <c:pt idx="3">
                  <c:v>D</c:v>
                </c:pt>
                <c:pt idx="4">
                  <c:v>E</c:v>
                </c:pt>
              </c:strCache>
            </c:strRef>
          </c:cat>
          <c:val>
            <c:numRef>
              <c:f>Sheet1!$B$2:$B$6</c:f>
              <c:numCache>
                <c:formatCode>0%</c:formatCode>
                <c:ptCount val="5"/>
                <c:pt idx="0">
                  <c:v>0.2</c:v>
                </c:pt>
                <c:pt idx="1">
                  <c:v>0.2</c:v>
                </c:pt>
                <c:pt idx="2">
                  <c:v>0.2</c:v>
                </c:pt>
                <c:pt idx="3">
                  <c:v>0.2</c:v>
                </c:pt>
                <c:pt idx="4">
                  <c:v>0.2</c:v>
                </c:pt>
              </c:numCache>
            </c:numRef>
          </c:val>
          <c:extLst>
            <c:ext xmlns:c16="http://schemas.microsoft.com/office/drawing/2014/chart" uri="{C3380CC4-5D6E-409C-BE32-E72D297353CC}">
              <c16:uniqueId val="{0000000A-B444-D948-81F5-698F02A2E9CE}"/>
            </c:ext>
          </c:extLst>
        </c:ser>
        <c:dLbls>
          <c:showLegendKey val="0"/>
          <c:showVal val="0"/>
          <c:showCatName val="0"/>
          <c:showSerName val="0"/>
          <c:showPercent val="0"/>
          <c:showBubbleSize val="0"/>
          <c:showLeaderLines val="0"/>
        </c:dLbls>
        <c:firstSliceAng val="0"/>
        <c:holeSize val="5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797910572445999"/>
          <c:y val="1.5670553457484863E-2"/>
          <c:w val="0.83510694951370423"/>
          <c:h val="0.72648662659763996"/>
        </c:manualLayout>
      </c:layout>
      <c:barChart>
        <c:barDir val="bar"/>
        <c:grouping val="clustered"/>
        <c:varyColors val="1"/>
        <c:ser>
          <c:idx val="0"/>
          <c:order val="0"/>
          <c:tx>
            <c:strRef>
              <c:f>Sheet1!$B$1</c:f>
              <c:strCache>
                <c:ptCount val="1"/>
                <c:pt idx="0">
                  <c:v>Series 1</c:v>
                </c:pt>
              </c:strCache>
            </c:strRef>
          </c:tx>
          <c:spPr>
            <a:pattFill prst="pct5">
              <a:fgClr>
                <a:schemeClr val="bg1"/>
              </a:fgClr>
              <a:bgClr>
                <a:schemeClr val="tx1"/>
              </a:bgClr>
            </a:pattFill>
          </c:spPr>
          <c:invertIfNegative val="0"/>
          <c:dPt>
            <c:idx val="0"/>
            <c:invertIfNegative val="0"/>
            <c:bubble3D val="0"/>
            <c:spPr>
              <a:pattFill prst="pct5">
                <a:fgClr>
                  <a:schemeClr val="bg1"/>
                </a:fgClr>
                <a:bgClr>
                  <a:schemeClr val="tx1"/>
                </a:bgClr>
              </a:pattFill>
              <a:ln>
                <a:noFill/>
              </a:ln>
              <a:effectLst/>
            </c:spPr>
            <c:extLst>
              <c:ext xmlns:c16="http://schemas.microsoft.com/office/drawing/2014/chart" uri="{C3380CC4-5D6E-409C-BE32-E72D297353CC}">
                <c16:uniqueId val="{00000001-C733-174D-AB9A-99E3243BDBA9}"/>
              </c:ext>
            </c:extLst>
          </c:dPt>
          <c:dPt>
            <c:idx val="1"/>
            <c:invertIfNegative val="0"/>
            <c:bubble3D val="0"/>
            <c:spPr>
              <a:pattFill prst="ltHorz">
                <a:fgClr>
                  <a:schemeClr val="bg1"/>
                </a:fgClr>
                <a:bgClr>
                  <a:schemeClr val="tx1"/>
                </a:bgClr>
              </a:pattFill>
              <a:ln>
                <a:noFill/>
              </a:ln>
              <a:effectLst/>
            </c:spPr>
            <c:extLst>
              <c:ext xmlns:c16="http://schemas.microsoft.com/office/drawing/2014/chart" uri="{C3380CC4-5D6E-409C-BE32-E72D297353CC}">
                <c16:uniqueId val="{00000003-C733-174D-AB9A-99E3243BDBA9}"/>
              </c:ext>
            </c:extLst>
          </c:dPt>
          <c:dPt>
            <c:idx val="2"/>
            <c:invertIfNegative val="0"/>
            <c:bubble3D val="0"/>
            <c:spPr>
              <a:pattFill prst="wdDnDiag">
                <a:fgClr>
                  <a:schemeClr val="bg1"/>
                </a:fgClr>
                <a:bgClr>
                  <a:schemeClr val="tx1"/>
                </a:bgClr>
              </a:pattFill>
              <a:ln>
                <a:noFill/>
              </a:ln>
              <a:effectLst/>
            </c:spPr>
            <c:extLst>
              <c:ext xmlns:c16="http://schemas.microsoft.com/office/drawing/2014/chart" uri="{C3380CC4-5D6E-409C-BE32-E72D297353CC}">
                <c16:uniqueId val="{00000005-C733-174D-AB9A-99E3243BDBA9}"/>
              </c:ext>
            </c:extLst>
          </c:dPt>
          <c:dPt>
            <c:idx val="3"/>
            <c:invertIfNegative val="0"/>
            <c:bubble3D val="0"/>
            <c:spPr>
              <a:pattFill prst="lgGrid">
                <a:fgClr>
                  <a:schemeClr val="bg1"/>
                </a:fgClr>
                <a:bgClr>
                  <a:schemeClr val="tx1"/>
                </a:bgClr>
              </a:pattFill>
              <a:ln>
                <a:noFill/>
              </a:ln>
              <a:effectLst/>
            </c:spPr>
            <c:extLst>
              <c:ext xmlns:c16="http://schemas.microsoft.com/office/drawing/2014/chart" uri="{C3380CC4-5D6E-409C-BE32-E72D297353CC}">
                <c16:uniqueId val="{00000007-C733-174D-AB9A-99E3243BDBA9}"/>
              </c:ext>
            </c:extLst>
          </c:dPt>
          <c:dPt>
            <c:idx val="4"/>
            <c:invertIfNegative val="0"/>
            <c:bubble3D val="0"/>
            <c:spPr>
              <a:pattFill prst="ltVert">
                <a:fgClr>
                  <a:schemeClr val="bg1"/>
                </a:fgClr>
                <a:bgClr>
                  <a:schemeClr val="tx1"/>
                </a:bgClr>
              </a:pattFill>
              <a:ln>
                <a:noFill/>
              </a:ln>
              <a:effectLst/>
            </c:spPr>
            <c:extLst>
              <c:ext xmlns:c16="http://schemas.microsoft.com/office/drawing/2014/chart" uri="{C3380CC4-5D6E-409C-BE32-E72D297353CC}">
                <c16:uniqueId val="{00000009-C733-174D-AB9A-99E3243BDBA9}"/>
              </c:ext>
            </c:extLst>
          </c:dPt>
          <c:cat>
            <c:strRef>
              <c:f>Sheet1!$A$2:$A$6</c:f>
              <c:strCache>
                <c:ptCount val="5"/>
                <c:pt idx="0">
                  <c:v>option 1</c:v>
                </c:pt>
                <c:pt idx="1">
                  <c:v>option 2</c:v>
                </c:pt>
                <c:pt idx="2">
                  <c:v>option 3</c:v>
                </c:pt>
                <c:pt idx="3">
                  <c:v>option 4</c:v>
                </c:pt>
                <c:pt idx="4">
                  <c:v>option 5</c:v>
                </c:pt>
              </c:strCache>
            </c:strRef>
          </c:cat>
          <c:val>
            <c:numRef>
              <c:f>Sheet1!$B$2:$B$6</c:f>
              <c:numCache>
                <c:formatCode>General</c:formatCode>
                <c:ptCount val="5"/>
                <c:pt idx="0">
                  <c:v>3.7</c:v>
                </c:pt>
                <c:pt idx="1">
                  <c:v>2.5</c:v>
                </c:pt>
                <c:pt idx="2">
                  <c:v>3.5</c:v>
                </c:pt>
                <c:pt idx="3">
                  <c:v>4.5</c:v>
                </c:pt>
                <c:pt idx="4">
                  <c:v>5.2</c:v>
                </c:pt>
              </c:numCache>
            </c:numRef>
          </c:val>
          <c:extLst>
            <c:ext xmlns:c16="http://schemas.microsoft.com/office/drawing/2014/chart" uri="{C3380CC4-5D6E-409C-BE32-E72D297353CC}">
              <c16:uniqueId val="{0000000A-C733-174D-AB9A-99E3243BDBA9}"/>
            </c:ext>
          </c:extLst>
        </c:ser>
        <c:dLbls>
          <c:showLegendKey val="0"/>
          <c:showVal val="0"/>
          <c:showCatName val="0"/>
          <c:showSerName val="0"/>
          <c:showPercent val="0"/>
          <c:showBubbleSize val="0"/>
        </c:dLbls>
        <c:gapWidth val="145"/>
        <c:axId val="1813959183"/>
        <c:axId val="1813486799"/>
      </c:barChart>
      <c:catAx>
        <c:axId val="1813959183"/>
        <c:scaling>
          <c:orientation val="minMax"/>
        </c:scaling>
        <c:delete val="0"/>
        <c:axPos val="l"/>
        <c:title>
          <c:tx>
            <c:rich>
              <a:bodyPr rot="0" spcFirstLastPara="1" vertOverflow="ellipsis" wrap="square" anchor="ctr" anchorCtr="1"/>
              <a:lstStyle/>
              <a:p>
                <a:pPr>
                  <a:defRPr sz="133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0.4663954712898461"/>
              <c:y val="0.82272812073676482"/>
            </c:manualLayout>
          </c:layout>
          <c:overlay val="0"/>
          <c:spPr>
            <a:noFill/>
            <a:ln>
              <a:noFill/>
            </a:ln>
            <a:effectLst/>
          </c:spPr>
          <c:txPr>
            <a:bodyPr rot="0" spcFirstLastPara="1" vertOverflow="ellipsis" wrap="square" anchor="ctr" anchorCtr="1"/>
            <a:lstStyle/>
            <a:p>
              <a:pPr>
                <a:defRPr sz="133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2"/>
            </a:solidFill>
            <a:round/>
          </a:ln>
          <a:effectLst/>
        </c:spPr>
        <c:txPr>
          <a:bodyPr rot="0" spcFirstLastPara="1" vertOverflow="ellipsis" wrap="square" anchor="ctr" anchorCtr="0"/>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486799"/>
        <c:crosses val="autoZero"/>
        <c:auto val="1"/>
        <c:lblAlgn val="ctr"/>
        <c:lblOffset val="100"/>
        <c:noMultiLvlLbl val="0"/>
      </c:catAx>
      <c:valAx>
        <c:axId val="1813486799"/>
        <c:scaling>
          <c:orientation val="minMax"/>
        </c:scaling>
        <c:delete val="0"/>
        <c:axPos val="t"/>
        <c:majorGridlines>
          <c:spPr>
            <a:ln w="9525" cap="flat" cmpd="sng" algn="ctr">
              <a:solidFill>
                <a:schemeClr val="bg2"/>
              </a:solidFill>
              <a:round/>
            </a:ln>
            <a:effectLst/>
          </c:spPr>
        </c:majorGridlines>
        <c:title>
          <c:tx>
            <c:rich>
              <a:bodyPr rot="-5400000" spcFirstLastPara="1" vertOverflow="ellipsis" wrap="square" anchor="ctr" anchorCtr="1"/>
              <a:lstStyle/>
              <a:p>
                <a:pPr>
                  <a:defRPr sz="1000" b="0" i="0" u="none" strike="noStrike" kern="1200" baseline="0">
                    <a:solidFill>
                      <a:schemeClr val="tx1"/>
                    </a:solidFill>
                    <a:latin typeface="+mn-lt"/>
                    <a:ea typeface="+mn-ea"/>
                    <a:cs typeface="+mn-cs"/>
                  </a:defRPr>
                </a:pPr>
                <a:r>
                  <a:rPr lang="en-US" sz="1000" b="0" i="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rich>
          </c:tx>
          <c:layout>
            <c:manualLayout>
              <c:xMode val="edge"/>
              <c:yMode val="edge"/>
              <c:x val="8.6820213112860124E-3"/>
              <c:y val="0.35303310138603938"/>
            </c:manualLayout>
          </c:layout>
          <c:overlay val="0"/>
          <c:spPr>
            <a:noFill/>
            <a:ln>
              <a:noFill/>
            </a:ln>
            <a:effectLst/>
          </c:spPr>
          <c:txPr>
            <a:bodyPr rot="-5400000" spcFirstLastPara="1" vertOverflow="ellipsis" wrap="square" anchor="ctr" anchorCtr="1"/>
            <a:lstStyle/>
            <a:p>
              <a:pPr>
                <a:defRPr sz="1000" b="0"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a:p>
        </c:txPr>
        <c:crossAx val="1813959183"/>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Sheet1!$A$2:$A$21</cx:f>
        <cx:lvl ptCount="20">
          <cx:pt idx="0">1</cx:pt>
          <cx:pt idx="1">1</cx:pt>
          <cx:pt idx="2">2</cx:pt>
          <cx:pt idx="3">2</cx:pt>
          <cx:pt idx="4">3</cx:pt>
          <cx:pt idx="5">3</cx:pt>
          <cx:pt idx="6">4</cx:pt>
          <cx:pt idx="7">4</cx:pt>
          <cx:pt idx="8">5</cx:pt>
          <cx:pt idx="9">5</cx:pt>
          <cx:pt idx="10">6</cx:pt>
          <cx:pt idx="11">6</cx:pt>
          <cx:pt idx="12">7</cx:pt>
          <cx:pt idx="13">7</cx:pt>
          <cx:pt idx="14">8</cx:pt>
          <cx:pt idx="15">8</cx:pt>
          <cx:pt idx="16">9</cx:pt>
          <cx:pt idx="17">9</cx:pt>
          <cx:pt idx="18">10</cx:pt>
          <cx:pt idx="19">10</cx:pt>
        </cx:lvl>
      </cx:strDim>
      <cx:numDim type="val">
        <cx:f>Sheet1!$B$2:$B$21</cx:f>
        <cx:lvl ptCount="20" formatCode="General">
          <cx:pt idx="0">-13</cx:pt>
          <cx:pt idx="1">15</cx:pt>
          <cx:pt idx="2">-8</cx:pt>
          <cx:pt idx="3">27</cx:pt>
          <cx:pt idx="4">11</cx:pt>
          <cx:pt idx="5">-24</cx:pt>
          <cx:pt idx="6">-14</cx:pt>
          <cx:pt idx="7">36</cx:pt>
          <cx:pt idx="8">22</cx:pt>
          <cx:pt idx="9">-8</cx:pt>
          <cx:pt idx="10">18</cx:pt>
          <cx:pt idx="11">-24</cx:pt>
          <cx:pt idx="12">-17</cx:pt>
          <cx:pt idx="13">27</cx:pt>
          <cx:pt idx="14">-11</cx:pt>
          <cx:pt idx="15">17</cx:pt>
          <cx:pt idx="16">-12</cx:pt>
          <cx:pt idx="17">26</cx:pt>
          <cx:pt idx="18">-18</cx:pt>
          <cx:pt idx="19">19</cx:pt>
        </cx:lvl>
      </cx:numDim>
    </cx:data>
    <cx:data id="1">
      <cx:strDim type="cat">
        <cx:f>Sheet1!$A$2:$A$21</cx:f>
        <cx:lvl ptCount="20">
          <cx:pt idx="0">1</cx:pt>
          <cx:pt idx="1">1</cx:pt>
          <cx:pt idx="2">2</cx:pt>
          <cx:pt idx="3">2</cx:pt>
          <cx:pt idx="4">3</cx:pt>
          <cx:pt idx="5">3</cx:pt>
          <cx:pt idx="6">4</cx:pt>
          <cx:pt idx="7">4</cx:pt>
          <cx:pt idx="8">5</cx:pt>
          <cx:pt idx="9">5</cx:pt>
          <cx:pt idx="10">6</cx:pt>
          <cx:pt idx="11">6</cx:pt>
          <cx:pt idx="12">7</cx:pt>
          <cx:pt idx="13">7</cx:pt>
          <cx:pt idx="14">8</cx:pt>
          <cx:pt idx="15">8</cx:pt>
          <cx:pt idx="16">9</cx:pt>
          <cx:pt idx="17">9</cx:pt>
          <cx:pt idx="18">10</cx:pt>
          <cx:pt idx="19">10</cx:pt>
        </cx:lvl>
      </cx:strDim>
      <cx:numDim type="val">
        <cx:f>Sheet1!$C$2:$C$21</cx:f>
        <cx:lvl ptCount="20" formatCode="General"/>
      </cx:numDim>
    </cx:data>
    <cx:data id="2">
      <cx:strDim type="cat">
        <cx:f>Sheet1!$A$2:$A$21</cx:f>
        <cx:lvl ptCount="20">
          <cx:pt idx="0">1</cx:pt>
          <cx:pt idx="1">1</cx:pt>
          <cx:pt idx="2">2</cx:pt>
          <cx:pt idx="3">2</cx:pt>
          <cx:pt idx="4">3</cx:pt>
          <cx:pt idx="5">3</cx:pt>
          <cx:pt idx="6">4</cx:pt>
          <cx:pt idx="7">4</cx:pt>
          <cx:pt idx="8">5</cx:pt>
          <cx:pt idx="9">5</cx:pt>
          <cx:pt idx="10">6</cx:pt>
          <cx:pt idx="11">6</cx:pt>
          <cx:pt idx="12">7</cx:pt>
          <cx:pt idx="13">7</cx:pt>
          <cx:pt idx="14">8</cx:pt>
          <cx:pt idx="15">8</cx:pt>
          <cx:pt idx="16">9</cx:pt>
          <cx:pt idx="17">9</cx:pt>
          <cx:pt idx="18">10</cx:pt>
          <cx:pt idx="19">10</cx:pt>
        </cx:lvl>
      </cx:strDim>
      <cx:numDim type="val">
        <cx:f>Sheet1!$D$2:$D$21</cx:f>
        <cx:lvl ptCount="20" formatCode="General"/>
      </cx:numDim>
    </cx:data>
  </cx:chartData>
  <cx:chart>
    <cx:plotArea>
      <cx:plotAreaRegion>
        <cx:plotSurface>
          <cx:spPr>
            <a:ln>
              <a:noFill/>
            </a:ln>
          </cx:spPr>
        </cx:plotSurface>
        <cx:series layoutId="boxWhisker" uniqueId="{7F842EC4-042D-7243-9C7C-D423F11C8E29}">
          <cx:tx>
            <cx:txData>
              <cx:f>Sheet1!$B$1</cx:f>
              <cx:v>Series1</cx:v>
            </cx:txData>
          </cx:tx>
          <cx:spPr>
            <a:ln w="104775">
              <a:solidFill>
                <a:schemeClr val="accent1"/>
              </a:solidFill>
            </a:ln>
            <a:effectLst/>
          </cx:spPr>
          <cx:dataId val="0"/>
          <cx:layoutPr>
            <cx:visibility meanLine="0" meanMarker="1" nonoutliers="0" outliers="1"/>
            <cx:statistics quartileMethod="exclusive"/>
          </cx:layoutPr>
        </cx:series>
        <cx:series layoutId="boxWhisker" uniqueId="{C1626E44-5E73-2D4A-8994-9809D4492E58}">
          <cx:tx>
            <cx:txData>
              <cx:f>Sheet1!$C$1</cx:f>
              <cx:v/>
            </cx:txData>
          </cx:tx>
          <cx:dataId val="1"/>
          <cx:layoutPr>
            <cx:visibility meanLine="0" meanMarker="1" nonoutliers="0" outliers="1"/>
            <cx:statistics quartileMethod="exclusive"/>
          </cx:layoutPr>
        </cx:series>
        <cx:series layoutId="boxWhisker" uniqueId="{DCEAEF82-790A-8442-8E37-105B1BCF624A}">
          <cx:tx>
            <cx:txData>
              <cx:f>Sheet1!$D$1</cx:f>
              <cx:v/>
            </cx:txData>
          </cx:tx>
          <cx:dataId val="2"/>
          <cx:layoutPr>
            <cx:visibility meanLine="0" meanMarker="1" nonoutliers="0" outliers="1"/>
            <cx:statistics quartileMethod="exclusive"/>
          </cx:layoutPr>
        </cx:series>
      </cx:plotAreaRegion>
      <cx:axis id="0">
        <cx:catScaling gapWidth="1"/>
        <cx:title>
          <cx:tx>
            <cx:txData>
              <cx:v>Axis Title</cx:v>
            </cx:txData>
          </cx:tx>
          <cx:txPr>
            <a:bodyPr spcFirstLastPara="1" vertOverflow="ellipsis" horzOverflow="overflow" wrap="square" lIns="0" tIns="0" rIns="0" bIns="0" anchor="ctr" anchorCtr="1"/>
            <a:lstStyle/>
            <a:p>
              <a:pPr algn="ctr" rtl="0">
                <a:defRPr sz="1000" b="0" i="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r>
                <a:rPr lang="en-US" sz="1000" b="0" i="0" u="none" strike="noStrike" baseline="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x:txPr>
        </cx:title>
        <cx:tickLabels/>
        <cx:spPr>
          <a:ln w="12700">
            <a:solidFill>
              <a:schemeClr val="tx2"/>
            </a:solidFill>
          </a:ln>
        </cx:spPr>
        <cx:txPr>
          <a:bodyPr spcFirstLastPara="1" vertOverflow="ellipsis" horzOverflow="overflow" wrap="square" lIns="0" tIns="0" rIns="0" bIns="0" anchor="ctr" anchorCtr="1"/>
          <a:lstStyle/>
          <a:p>
            <a:pPr algn="ctr" rtl="0">
              <a:defRPr sz="900">
                <a:ln>
                  <a:noFill/>
                </a:ln>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sz="900" b="0" i="0" u="none" strike="noStrike" baseline="0">
              <a:ln>
                <a:noFill/>
              </a:ln>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endParaRPr>
          </a:p>
        </cx:txPr>
      </cx:axis>
      <cx:axis id="1">
        <cx:valScaling/>
        <cx:title>
          <cx:tx>
            <cx:txData>
              <cx:v>Axis Title</cx:v>
            </cx:txData>
          </cx:tx>
          <cx:txPr>
            <a:bodyPr spcFirstLastPara="1" vertOverflow="ellipsis" horzOverflow="overflow" wrap="square" lIns="0" tIns="0" rIns="0" bIns="0" anchor="ctr" anchorCtr="1"/>
            <a:lstStyle/>
            <a:p>
              <a:pPr algn="ctr" rtl="0">
                <a:defRPr sz="1000" b="0" i="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r>
                <a:rPr lang="en-US" sz="1000" b="0" i="0" u="none" strike="noStrike" baseline="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Axis Title</a:t>
              </a:r>
            </a:p>
          </cx:txPr>
        </cx:title>
        <cx:majorGridlines>
          <cx:spPr>
            <a:ln>
              <a:solidFill>
                <a:schemeClr val="bg2"/>
              </a:solidFill>
            </a:ln>
          </cx:spPr>
        </cx:majorGridlines>
        <cx:tickLabels/>
        <cx:spPr>
          <a:ln>
            <a:noFill/>
          </a:ln>
        </cx:spPr>
        <cx:txPr>
          <a:bodyPr spcFirstLastPara="1" vertOverflow="ellipsis" horzOverflow="overflow" wrap="square" lIns="0" tIns="0" rIns="0" bIns="0" anchor="ctr" anchorCtr="1"/>
          <a:lstStyle/>
          <a:p>
            <a:pPr algn="ctr" rtl="0">
              <a:defRPr sz="900" b="0" i="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defRPr>
            </a:pPr>
            <a:endParaRPr lang="en-US" sz="900" b="0" i="0" u="none" strike="noStrike" baseline="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40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tx1"/>
    </cs:fontRef>
    <cs:spPr>
      <a:solidFill>
        <a:schemeClr val="phClr"/>
      </a:solidFill>
      <a:ln>
        <a:solidFill>
          <a:schemeClr val="phClr"/>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3A85B9C-F699-3649-8E40-65A5E833C5A2}" type="doc">
      <dgm:prSet loTypeId="urn:microsoft.com/office/officeart/2005/8/layout/pyramid1" loCatId="" qsTypeId="urn:microsoft.com/office/officeart/2005/8/quickstyle/simple1" qsCatId="simple" csTypeId="urn:microsoft.com/office/officeart/2005/8/colors/colorful5" csCatId="colorful" phldr="1"/>
      <dgm:spPr/>
    </dgm:pt>
    <dgm:pt modelId="{19641908-F652-A840-AE08-7E85DF1C8068}">
      <dgm:prSet phldrT="[Text]" custT="1"/>
      <dgm:spPr/>
      <dgm:t>
        <a:bodyPr bIns="182880" anchor="b" anchorCtr="0"/>
        <a:lstStyle/>
        <a:p>
          <a:r>
            <a:rPr lang="en-US" sz="1200" b="0" i="0" dirty="0">
              <a:latin typeface="Amazon Ember Mono" panose="020B0509020204020204" pitchFamily="49" charset="0"/>
              <a:ea typeface="Amazon Ember Mono" panose="020B0509020204020204" pitchFamily="49" charset="0"/>
              <a:cs typeface="Amazon Ember Mono" panose="020B0509020204020204" pitchFamily="49" charset="0"/>
            </a:rPr>
            <a:t>Label A</a:t>
          </a:r>
        </a:p>
      </dgm:t>
    </dgm:pt>
    <dgm:pt modelId="{23AF99FC-B6F5-9340-B8F9-6CE2137623F6}" type="parTrans" cxnId="{E9EA37D5-4B1E-224A-93A8-A4F39231B747}">
      <dgm:prSet/>
      <dgm:spPr/>
      <dgm:t>
        <a:bodyPr/>
        <a:lstStyle/>
        <a:p>
          <a:endParaRPr lang="en-US" sz="1600" b="0" i="0">
            <a:latin typeface="Amazon Ember Mono" panose="020B0509020204020204" pitchFamily="49" charset="0"/>
            <a:ea typeface="Amazon Ember Mono" panose="020B0509020204020204" pitchFamily="49" charset="0"/>
            <a:cs typeface="Amazon Ember Mono" panose="020B0509020204020204" pitchFamily="49" charset="0"/>
          </a:endParaRPr>
        </a:p>
      </dgm:t>
    </dgm:pt>
    <dgm:pt modelId="{D0BB20F2-1CDE-D04F-9206-6D5B6141E05B}" type="sibTrans" cxnId="{E9EA37D5-4B1E-224A-93A8-A4F39231B747}">
      <dgm:prSet/>
      <dgm:spPr/>
      <dgm:t>
        <a:bodyPr/>
        <a:lstStyle/>
        <a:p>
          <a:endParaRPr lang="en-US" sz="1600" b="0" i="0">
            <a:latin typeface="Amazon Ember Mono" panose="020B0509020204020204" pitchFamily="49" charset="0"/>
            <a:ea typeface="Amazon Ember Mono" panose="020B0509020204020204" pitchFamily="49" charset="0"/>
            <a:cs typeface="Amazon Ember Mono" panose="020B0509020204020204" pitchFamily="49" charset="0"/>
          </a:endParaRPr>
        </a:p>
      </dgm:t>
    </dgm:pt>
    <dgm:pt modelId="{EA08B505-C1A9-A947-86E1-E42B8AF9672D}">
      <dgm:prSet custT="1"/>
      <dgm:spPr/>
      <dgm:t>
        <a:bodyPr/>
        <a:lstStyle/>
        <a:p>
          <a:r>
            <a:rPr lang="en-US" sz="1200" b="0" i="0" dirty="0">
              <a:latin typeface="Amazon Ember Mono" panose="020B0509020204020204" pitchFamily="49" charset="0"/>
              <a:ea typeface="Amazon Ember Mono" panose="020B0509020204020204" pitchFamily="49" charset="0"/>
              <a:cs typeface="Amazon Ember Mono" panose="020B0509020204020204" pitchFamily="49" charset="0"/>
            </a:rPr>
            <a:t>Label B</a:t>
          </a:r>
        </a:p>
      </dgm:t>
    </dgm:pt>
    <dgm:pt modelId="{BB8BCA64-1D5D-6E4D-BC08-B58B4EB5DCF3}" type="parTrans" cxnId="{9AE70796-90A4-7E49-BC9C-74D2C3DA3336}">
      <dgm:prSet/>
      <dgm:spPr/>
      <dgm:t>
        <a:bodyPr/>
        <a:lstStyle/>
        <a:p>
          <a:endParaRPr lang="en-US"/>
        </a:p>
      </dgm:t>
    </dgm:pt>
    <dgm:pt modelId="{17830C0E-6C5D-3645-BA52-7E4DC82C8FC4}" type="sibTrans" cxnId="{9AE70796-90A4-7E49-BC9C-74D2C3DA3336}">
      <dgm:prSet/>
      <dgm:spPr/>
      <dgm:t>
        <a:bodyPr/>
        <a:lstStyle/>
        <a:p>
          <a:endParaRPr lang="en-US"/>
        </a:p>
      </dgm:t>
    </dgm:pt>
    <dgm:pt modelId="{5E797B50-F9B9-FA4E-BF3B-B10CA9F7A673}">
      <dgm:prSet custT="1"/>
      <dgm:spPr/>
      <dgm:t>
        <a:bodyPr/>
        <a:lstStyle/>
        <a:p>
          <a:r>
            <a:rPr lang="en-US" sz="1200" b="0" i="0" dirty="0">
              <a:latin typeface="Amazon Ember Mono" panose="020B0509020204020204" pitchFamily="49" charset="0"/>
              <a:ea typeface="Amazon Ember Mono" panose="020B0509020204020204" pitchFamily="49" charset="0"/>
              <a:cs typeface="Amazon Ember Mono" panose="020B0509020204020204" pitchFamily="49" charset="0"/>
            </a:rPr>
            <a:t>Label C</a:t>
          </a:r>
        </a:p>
      </dgm:t>
    </dgm:pt>
    <dgm:pt modelId="{286DD4CF-2D6F-F74B-97DF-A1FA02C5A12C}" type="parTrans" cxnId="{046DBBEA-C3CB-9B40-90AF-10DF44A2143D}">
      <dgm:prSet/>
      <dgm:spPr/>
      <dgm:t>
        <a:bodyPr/>
        <a:lstStyle/>
        <a:p>
          <a:endParaRPr lang="en-US"/>
        </a:p>
      </dgm:t>
    </dgm:pt>
    <dgm:pt modelId="{D53C2766-E3A1-0649-9B88-AE0763246BF1}" type="sibTrans" cxnId="{046DBBEA-C3CB-9B40-90AF-10DF44A2143D}">
      <dgm:prSet/>
      <dgm:spPr/>
      <dgm:t>
        <a:bodyPr/>
        <a:lstStyle/>
        <a:p>
          <a:endParaRPr lang="en-US"/>
        </a:p>
      </dgm:t>
    </dgm:pt>
    <dgm:pt modelId="{8911BF1A-EBA0-454D-BB16-588D1BF6378A}" type="pres">
      <dgm:prSet presAssocID="{F3A85B9C-F699-3649-8E40-65A5E833C5A2}" presName="Name0" presStyleCnt="0">
        <dgm:presLayoutVars>
          <dgm:dir/>
          <dgm:animLvl val="lvl"/>
          <dgm:resizeHandles val="exact"/>
        </dgm:presLayoutVars>
      </dgm:prSet>
      <dgm:spPr/>
    </dgm:pt>
    <dgm:pt modelId="{9C77049D-BE4E-C543-A80D-271E2465A4C8}" type="pres">
      <dgm:prSet presAssocID="{19641908-F652-A840-AE08-7E85DF1C8068}" presName="Name8" presStyleCnt="0"/>
      <dgm:spPr/>
    </dgm:pt>
    <dgm:pt modelId="{1FB7ECDE-C32C-5745-B856-0EA53AC85F64}" type="pres">
      <dgm:prSet presAssocID="{19641908-F652-A840-AE08-7E85DF1C8068}" presName="level" presStyleLbl="node1" presStyleIdx="0" presStyleCnt="3">
        <dgm:presLayoutVars>
          <dgm:chMax val="1"/>
          <dgm:bulletEnabled val="1"/>
        </dgm:presLayoutVars>
      </dgm:prSet>
      <dgm:spPr/>
    </dgm:pt>
    <dgm:pt modelId="{B21D4902-61AA-FF43-93FD-8D5A6AB928C7}" type="pres">
      <dgm:prSet presAssocID="{19641908-F652-A840-AE08-7E85DF1C8068}" presName="levelTx" presStyleLbl="revTx" presStyleIdx="0" presStyleCnt="0">
        <dgm:presLayoutVars>
          <dgm:chMax val="1"/>
          <dgm:bulletEnabled val="1"/>
        </dgm:presLayoutVars>
      </dgm:prSet>
      <dgm:spPr/>
    </dgm:pt>
    <dgm:pt modelId="{DDC77C59-5B6E-D849-906C-54818DFA3826}" type="pres">
      <dgm:prSet presAssocID="{EA08B505-C1A9-A947-86E1-E42B8AF9672D}" presName="Name8" presStyleCnt="0"/>
      <dgm:spPr/>
    </dgm:pt>
    <dgm:pt modelId="{287E4E50-F7AF-9C4A-B6D8-6FB16BC7FB6C}" type="pres">
      <dgm:prSet presAssocID="{EA08B505-C1A9-A947-86E1-E42B8AF9672D}" presName="level" presStyleLbl="node1" presStyleIdx="1" presStyleCnt="3">
        <dgm:presLayoutVars>
          <dgm:chMax val="1"/>
          <dgm:bulletEnabled val="1"/>
        </dgm:presLayoutVars>
      </dgm:prSet>
      <dgm:spPr/>
    </dgm:pt>
    <dgm:pt modelId="{6230ABF3-B4BC-774F-8E7F-2D6CC503097C}" type="pres">
      <dgm:prSet presAssocID="{EA08B505-C1A9-A947-86E1-E42B8AF9672D}" presName="levelTx" presStyleLbl="revTx" presStyleIdx="0" presStyleCnt="0">
        <dgm:presLayoutVars>
          <dgm:chMax val="1"/>
          <dgm:bulletEnabled val="1"/>
        </dgm:presLayoutVars>
      </dgm:prSet>
      <dgm:spPr/>
    </dgm:pt>
    <dgm:pt modelId="{C91CD15A-7B2B-F047-AC71-6CAE5585369B}" type="pres">
      <dgm:prSet presAssocID="{5E797B50-F9B9-FA4E-BF3B-B10CA9F7A673}" presName="Name8" presStyleCnt="0"/>
      <dgm:spPr/>
    </dgm:pt>
    <dgm:pt modelId="{2530B383-0725-0543-96E2-58D73F0F665E}" type="pres">
      <dgm:prSet presAssocID="{5E797B50-F9B9-FA4E-BF3B-B10CA9F7A673}" presName="level" presStyleLbl="node1" presStyleIdx="2" presStyleCnt="3">
        <dgm:presLayoutVars>
          <dgm:chMax val="1"/>
          <dgm:bulletEnabled val="1"/>
        </dgm:presLayoutVars>
      </dgm:prSet>
      <dgm:spPr/>
    </dgm:pt>
    <dgm:pt modelId="{246C8F3C-2BE9-7E43-9479-DB7302013DFF}" type="pres">
      <dgm:prSet presAssocID="{5E797B50-F9B9-FA4E-BF3B-B10CA9F7A673}" presName="levelTx" presStyleLbl="revTx" presStyleIdx="0" presStyleCnt="0">
        <dgm:presLayoutVars>
          <dgm:chMax val="1"/>
          <dgm:bulletEnabled val="1"/>
        </dgm:presLayoutVars>
      </dgm:prSet>
      <dgm:spPr/>
    </dgm:pt>
  </dgm:ptLst>
  <dgm:cxnLst>
    <dgm:cxn modelId="{D3834461-57E2-2D4E-8CF0-AB1163B7F95C}" type="presOf" srcId="{19641908-F652-A840-AE08-7E85DF1C8068}" destId="{1FB7ECDE-C32C-5745-B856-0EA53AC85F64}" srcOrd="0" destOrd="0" presId="urn:microsoft.com/office/officeart/2005/8/layout/pyramid1"/>
    <dgm:cxn modelId="{0FF6056C-CF02-AE48-B908-62895A6D2A41}" type="presOf" srcId="{F3A85B9C-F699-3649-8E40-65A5E833C5A2}" destId="{8911BF1A-EBA0-454D-BB16-588D1BF6378A}" srcOrd="0" destOrd="0" presId="urn:microsoft.com/office/officeart/2005/8/layout/pyramid1"/>
    <dgm:cxn modelId="{B351488C-CF4A-0B4D-A1DE-72D58DDA9E64}" type="presOf" srcId="{EA08B505-C1A9-A947-86E1-E42B8AF9672D}" destId="{287E4E50-F7AF-9C4A-B6D8-6FB16BC7FB6C}" srcOrd="0" destOrd="0" presId="urn:microsoft.com/office/officeart/2005/8/layout/pyramid1"/>
    <dgm:cxn modelId="{1567C694-E587-A147-A14D-E8522349867C}" type="presOf" srcId="{5E797B50-F9B9-FA4E-BF3B-B10CA9F7A673}" destId="{2530B383-0725-0543-96E2-58D73F0F665E}" srcOrd="0" destOrd="0" presId="urn:microsoft.com/office/officeart/2005/8/layout/pyramid1"/>
    <dgm:cxn modelId="{9AE70796-90A4-7E49-BC9C-74D2C3DA3336}" srcId="{F3A85B9C-F699-3649-8E40-65A5E833C5A2}" destId="{EA08B505-C1A9-A947-86E1-E42B8AF9672D}" srcOrd="1" destOrd="0" parTransId="{BB8BCA64-1D5D-6E4D-BC08-B58B4EB5DCF3}" sibTransId="{17830C0E-6C5D-3645-BA52-7E4DC82C8FC4}"/>
    <dgm:cxn modelId="{74B750BF-0AF8-C54D-BE77-9D7EE3E5B847}" type="presOf" srcId="{5E797B50-F9B9-FA4E-BF3B-B10CA9F7A673}" destId="{246C8F3C-2BE9-7E43-9479-DB7302013DFF}" srcOrd="1" destOrd="0" presId="urn:microsoft.com/office/officeart/2005/8/layout/pyramid1"/>
    <dgm:cxn modelId="{CA5D04C0-BD51-A544-A080-7BFFBE8913D6}" type="presOf" srcId="{19641908-F652-A840-AE08-7E85DF1C8068}" destId="{B21D4902-61AA-FF43-93FD-8D5A6AB928C7}" srcOrd="1" destOrd="0" presId="urn:microsoft.com/office/officeart/2005/8/layout/pyramid1"/>
    <dgm:cxn modelId="{81E319D3-65E5-904B-9EE8-33BDCD550B3C}" type="presOf" srcId="{EA08B505-C1A9-A947-86E1-E42B8AF9672D}" destId="{6230ABF3-B4BC-774F-8E7F-2D6CC503097C}" srcOrd="1" destOrd="0" presId="urn:microsoft.com/office/officeart/2005/8/layout/pyramid1"/>
    <dgm:cxn modelId="{E9EA37D5-4B1E-224A-93A8-A4F39231B747}" srcId="{F3A85B9C-F699-3649-8E40-65A5E833C5A2}" destId="{19641908-F652-A840-AE08-7E85DF1C8068}" srcOrd="0" destOrd="0" parTransId="{23AF99FC-B6F5-9340-B8F9-6CE2137623F6}" sibTransId="{D0BB20F2-1CDE-D04F-9206-6D5B6141E05B}"/>
    <dgm:cxn modelId="{046DBBEA-C3CB-9B40-90AF-10DF44A2143D}" srcId="{F3A85B9C-F699-3649-8E40-65A5E833C5A2}" destId="{5E797B50-F9B9-FA4E-BF3B-B10CA9F7A673}" srcOrd="2" destOrd="0" parTransId="{286DD4CF-2D6F-F74B-97DF-A1FA02C5A12C}" sibTransId="{D53C2766-E3A1-0649-9B88-AE0763246BF1}"/>
    <dgm:cxn modelId="{ADE99A45-B235-604D-9CBF-B1E7998BB851}" type="presParOf" srcId="{8911BF1A-EBA0-454D-BB16-588D1BF6378A}" destId="{9C77049D-BE4E-C543-A80D-271E2465A4C8}" srcOrd="0" destOrd="0" presId="urn:microsoft.com/office/officeart/2005/8/layout/pyramid1"/>
    <dgm:cxn modelId="{226BA33A-BD97-764A-99E8-43B08E9BF8C8}" type="presParOf" srcId="{9C77049D-BE4E-C543-A80D-271E2465A4C8}" destId="{1FB7ECDE-C32C-5745-B856-0EA53AC85F64}" srcOrd="0" destOrd="0" presId="urn:microsoft.com/office/officeart/2005/8/layout/pyramid1"/>
    <dgm:cxn modelId="{C507D732-EE7F-7746-A425-3342D65DB00C}" type="presParOf" srcId="{9C77049D-BE4E-C543-A80D-271E2465A4C8}" destId="{B21D4902-61AA-FF43-93FD-8D5A6AB928C7}" srcOrd="1" destOrd="0" presId="urn:microsoft.com/office/officeart/2005/8/layout/pyramid1"/>
    <dgm:cxn modelId="{419F4372-9332-C042-82C3-DBB3B07BB1DD}" type="presParOf" srcId="{8911BF1A-EBA0-454D-BB16-588D1BF6378A}" destId="{DDC77C59-5B6E-D849-906C-54818DFA3826}" srcOrd="1" destOrd="0" presId="urn:microsoft.com/office/officeart/2005/8/layout/pyramid1"/>
    <dgm:cxn modelId="{007106BE-6AA9-2E4E-862E-34F40E629592}" type="presParOf" srcId="{DDC77C59-5B6E-D849-906C-54818DFA3826}" destId="{287E4E50-F7AF-9C4A-B6D8-6FB16BC7FB6C}" srcOrd="0" destOrd="0" presId="urn:microsoft.com/office/officeart/2005/8/layout/pyramid1"/>
    <dgm:cxn modelId="{8682307D-78BA-824B-BE70-D94BC58E428A}" type="presParOf" srcId="{DDC77C59-5B6E-D849-906C-54818DFA3826}" destId="{6230ABF3-B4BC-774F-8E7F-2D6CC503097C}" srcOrd="1" destOrd="0" presId="urn:microsoft.com/office/officeart/2005/8/layout/pyramid1"/>
    <dgm:cxn modelId="{ADE3535A-1992-914A-85CD-56C86D254A20}" type="presParOf" srcId="{8911BF1A-EBA0-454D-BB16-588D1BF6378A}" destId="{C91CD15A-7B2B-F047-AC71-6CAE5585369B}" srcOrd="2" destOrd="0" presId="urn:microsoft.com/office/officeart/2005/8/layout/pyramid1"/>
    <dgm:cxn modelId="{16A49FC2-7C1F-EF43-8539-6F6486852A26}" type="presParOf" srcId="{C91CD15A-7B2B-F047-AC71-6CAE5585369B}" destId="{2530B383-0725-0543-96E2-58D73F0F665E}" srcOrd="0" destOrd="0" presId="urn:microsoft.com/office/officeart/2005/8/layout/pyramid1"/>
    <dgm:cxn modelId="{3B78630D-91A5-7A48-8A39-084756569647}" type="presParOf" srcId="{C91CD15A-7B2B-F047-AC71-6CAE5585369B}" destId="{246C8F3C-2BE9-7E43-9479-DB7302013DFF}"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B7ECDE-C32C-5745-B856-0EA53AC85F64}">
      <dsp:nvSpPr>
        <dsp:cNvPr id="0" name=""/>
        <dsp:cNvSpPr/>
      </dsp:nvSpPr>
      <dsp:spPr>
        <a:xfrm>
          <a:off x="1794244" y="0"/>
          <a:ext cx="1794244" cy="1477378"/>
        </a:xfrm>
        <a:prstGeom prst="trapezoid">
          <a:avLst>
            <a:gd name="adj" fmla="val 60724"/>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82880" numCol="1" spcCol="1270" anchor="b" anchorCtr="0">
          <a:noAutofit/>
        </a:bodyPr>
        <a:lstStyle/>
        <a:p>
          <a:pPr marL="0" lvl="0" indent="0" algn="ctr" defTabSz="533400">
            <a:lnSpc>
              <a:spcPct val="90000"/>
            </a:lnSpc>
            <a:spcBef>
              <a:spcPct val="0"/>
            </a:spcBef>
            <a:spcAft>
              <a:spcPct val="35000"/>
            </a:spcAft>
            <a:buNone/>
          </a:pPr>
          <a:r>
            <a:rPr lang="en-US" sz="1200" b="0" i="0" kern="1200" dirty="0">
              <a:latin typeface="Amazon Ember Mono" panose="020B0509020204020204" pitchFamily="49" charset="0"/>
              <a:ea typeface="Amazon Ember Mono" panose="020B0509020204020204" pitchFamily="49" charset="0"/>
              <a:cs typeface="Amazon Ember Mono" panose="020B0509020204020204" pitchFamily="49" charset="0"/>
            </a:rPr>
            <a:t>Label A</a:t>
          </a:r>
        </a:p>
      </dsp:txBody>
      <dsp:txXfrm>
        <a:off x="1794244" y="0"/>
        <a:ext cx="1794244" cy="1477378"/>
      </dsp:txXfrm>
    </dsp:sp>
    <dsp:sp modelId="{287E4E50-F7AF-9C4A-B6D8-6FB16BC7FB6C}">
      <dsp:nvSpPr>
        <dsp:cNvPr id="0" name=""/>
        <dsp:cNvSpPr/>
      </dsp:nvSpPr>
      <dsp:spPr>
        <a:xfrm>
          <a:off x="897122" y="1477378"/>
          <a:ext cx="3588488" cy="1477378"/>
        </a:xfrm>
        <a:prstGeom prst="trapezoid">
          <a:avLst>
            <a:gd name="adj" fmla="val 60724"/>
          </a:avLst>
        </a:prstGeom>
        <a:solidFill>
          <a:schemeClr val="accent5">
            <a:hueOff val="1026431"/>
            <a:satOff val="-1913"/>
            <a:lumOff val="-137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i="0" kern="1200" dirty="0">
              <a:latin typeface="Amazon Ember Mono" panose="020B0509020204020204" pitchFamily="49" charset="0"/>
              <a:ea typeface="Amazon Ember Mono" panose="020B0509020204020204" pitchFamily="49" charset="0"/>
              <a:cs typeface="Amazon Ember Mono" panose="020B0509020204020204" pitchFamily="49" charset="0"/>
            </a:rPr>
            <a:t>Label B</a:t>
          </a:r>
        </a:p>
      </dsp:txBody>
      <dsp:txXfrm>
        <a:off x="1525107" y="1477378"/>
        <a:ext cx="2332517" cy="1477378"/>
      </dsp:txXfrm>
    </dsp:sp>
    <dsp:sp modelId="{2530B383-0725-0543-96E2-58D73F0F665E}">
      <dsp:nvSpPr>
        <dsp:cNvPr id="0" name=""/>
        <dsp:cNvSpPr/>
      </dsp:nvSpPr>
      <dsp:spPr>
        <a:xfrm>
          <a:off x="0" y="2954756"/>
          <a:ext cx="5382732" cy="1477378"/>
        </a:xfrm>
        <a:prstGeom prst="trapezoid">
          <a:avLst>
            <a:gd name="adj" fmla="val 60724"/>
          </a:avLst>
        </a:prstGeom>
        <a:solidFill>
          <a:schemeClr val="accent5">
            <a:hueOff val="2052863"/>
            <a:satOff val="-3827"/>
            <a:lumOff val="-274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i="0" kern="1200" dirty="0">
              <a:latin typeface="Amazon Ember Mono" panose="020B0509020204020204" pitchFamily="49" charset="0"/>
              <a:ea typeface="Amazon Ember Mono" panose="020B0509020204020204" pitchFamily="49" charset="0"/>
              <a:cs typeface="Amazon Ember Mono" panose="020B0509020204020204" pitchFamily="49" charset="0"/>
            </a:rPr>
            <a:t>Label C</a:t>
          </a:r>
        </a:p>
      </dsp:txBody>
      <dsp:txXfrm>
        <a:off x="941978" y="2954756"/>
        <a:ext cx="3498776" cy="1477378"/>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D30B3F9-42E9-426B-B3D2-D6012D7491A2}"/>
              </a:ext>
            </a:extLst>
          </p:cNvPr>
          <p:cNvSpPr>
            <a:spLocks noGrp="1"/>
          </p:cNvSpPr>
          <p:nvPr>
            <p:ph type="sldNum" sz="quarter" idx="3"/>
          </p:nvPr>
        </p:nvSpPr>
        <p:spPr>
          <a:xfrm>
            <a:off x="1943100" y="8685213"/>
            <a:ext cx="2971800" cy="458787"/>
          </a:xfrm>
          <a:prstGeom prst="rect">
            <a:avLst/>
          </a:prstGeom>
        </p:spPr>
        <p:txBody>
          <a:bodyPr vert="horz" lIns="91440" tIns="45720" rIns="91440" bIns="45720" rtlCol="0" anchor="b"/>
          <a:lstStyle>
            <a:lvl1pPr algn="r">
              <a:defRPr sz="1200"/>
            </a:lvl1pPr>
          </a:lstStyle>
          <a:p>
            <a:pPr algn="ctr"/>
            <a:fld id="{C71F7584-9745-40DA-BD49-9A41A97B2D2E}" type="slidenum">
              <a:rPr lang="en-US" sz="1000" smtClean="0">
                <a:latin typeface="Amazon Ember Display" panose="020F0603020204020204" pitchFamily="34" charset="0"/>
              </a:rPr>
              <a:pPr algn="ctr"/>
              <a:t>‹#›</a:t>
            </a:fld>
            <a:endParaRPr lang="en-US" sz="1000" dirty="0">
              <a:latin typeface="Amazon Ember Display" panose="020F0603020204020204" pitchFamily="34" charset="0"/>
            </a:endParaRPr>
          </a:p>
        </p:txBody>
      </p:sp>
    </p:spTree>
    <p:extLst>
      <p:ext uri="{BB962C8B-B14F-4D97-AF65-F5344CB8AC3E}">
        <p14:creationId xmlns:p14="http://schemas.microsoft.com/office/powerpoint/2010/main" val="129253005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38150" y="457200"/>
            <a:ext cx="5981700" cy="3364706"/>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419100" y="4197679"/>
            <a:ext cx="6000750" cy="4328803"/>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p:cNvSpPr>
            <a:spLocks noGrp="1"/>
          </p:cNvSpPr>
          <p:nvPr>
            <p:ph type="sldNum" sz="quarter" idx="5"/>
          </p:nvPr>
        </p:nvSpPr>
        <p:spPr>
          <a:xfrm>
            <a:off x="1943100" y="8685213"/>
            <a:ext cx="2971800" cy="458787"/>
          </a:xfrm>
          <a:prstGeom prst="rect">
            <a:avLst/>
          </a:prstGeom>
        </p:spPr>
        <p:txBody>
          <a:bodyPr vert="horz" lIns="91440" tIns="45720" rIns="91440" bIns="45720" rtlCol="0" anchor="b"/>
          <a:lstStyle>
            <a:lvl1pPr algn="ctr">
              <a:defRPr sz="1000" b="0" i="0">
                <a:latin typeface="Amazon Ember Display" panose="020F0603020204020204" pitchFamily="34" charset="0"/>
              </a:defRPr>
            </a:lvl1pPr>
          </a:lstStyle>
          <a:p>
            <a:fld id="{A3D89E5F-BEEF-42A1-A57B-E5A736D51194}" type="slidenum">
              <a:rPr lang="en-US" smtClean="0"/>
              <a:pPr/>
              <a:t>‹#›</a:t>
            </a:fld>
            <a:endParaRPr lang="en-US" dirty="0"/>
          </a:p>
        </p:txBody>
      </p:sp>
    </p:spTree>
    <p:extLst>
      <p:ext uri="{BB962C8B-B14F-4D97-AF65-F5344CB8AC3E}">
        <p14:creationId xmlns:p14="http://schemas.microsoft.com/office/powerpoint/2010/main" val="2644871954"/>
      </p:ext>
    </p:extLst>
  </p:cSld>
  <p:clrMap bg1="lt1" tx1="dk1" bg2="lt2" tx2="dk2" accent1="accent1" accent2="accent2" accent3="accent3" accent4="accent4" accent5="accent5" accent6="accent6" hlink="hlink" folHlink="folHlink"/>
  <p:notesStyle>
    <a:lvl1pPr marL="0" algn="l" defTabSz="914400" rtl="0" eaLnBrk="1" latinLnBrk="0" hangingPunct="1">
      <a:spcAft>
        <a:spcPts val="300"/>
      </a:spcAft>
      <a:defRPr sz="1200" b="0" i="0" kern="1200">
        <a:solidFill>
          <a:schemeClr val="tx1"/>
        </a:solidFill>
        <a:latin typeface="Amazon Ember Display" panose="020F0603020204020204" pitchFamily="34" charset="0"/>
        <a:ea typeface="+mn-ea"/>
        <a:cs typeface="+mn-cs"/>
      </a:defRPr>
    </a:lvl1pPr>
    <a:lvl2pPr marL="225425" indent="-106363"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2pPr>
    <a:lvl3pPr marL="463550" indent="-119063"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3pPr>
    <a:lvl4pPr marL="747713" indent="-119063"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4pPr>
    <a:lvl5pPr marL="973138" indent="-117475" algn="l" defTabSz="914400" rtl="0" eaLnBrk="1" latinLnBrk="0" hangingPunct="1">
      <a:spcAft>
        <a:spcPts val="300"/>
      </a:spcAft>
      <a:buFont typeface="Arial" panose="020B0604020202020204" pitchFamily="34" charset="0"/>
      <a:buChar char="•"/>
      <a:defRPr sz="1200" b="0" i="0" kern="1200">
        <a:solidFill>
          <a:schemeClr val="tx1"/>
        </a:solidFill>
        <a:latin typeface="Amazon Ember Display" panose="020F06030202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pos="2160" userDrawn="1">
          <p15:clr>
            <a:srgbClr val="F26B43"/>
          </p15:clr>
        </p15:guide>
        <p15:guide id="2" orient="horz" pos="2880" userDrawn="1">
          <p15:clr>
            <a:srgbClr val="F26B43"/>
          </p15:clr>
        </p15:guide>
        <p15:guide id="3" pos="264" userDrawn="1">
          <p15:clr>
            <a:srgbClr val="F26B43"/>
          </p15:clr>
        </p15:guide>
        <p15:guide id="4" pos="4056" userDrawn="1">
          <p15:clr>
            <a:srgbClr val="F26B43"/>
          </p15:clr>
        </p15:guide>
        <p15:guide id="5" orient="horz" pos="288" userDrawn="1">
          <p15:clr>
            <a:srgbClr val="F26B43"/>
          </p15:clr>
        </p15:guide>
        <p15:guide id="6" orient="horz" pos="264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51435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B0DC58B-5992-482F-B691-240AC7B4D8C3}" type="slidenum">
              <a:rPr lang="en-US" altLang="en-US" smtClean="0"/>
              <a:pPr/>
              <a:t>2</a:t>
            </a:fld>
            <a:endParaRPr lang="en-US" altLang="en-US" dirty="0"/>
          </a:p>
        </p:txBody>
      </p:sp>
    </p:spTree>
    <p:extLst>
      <p:ext uri="{BB962C8B-B14F-4D97-AF65-F5344CB8AC3E}">
        <p14:creationId xmlns:p14="http://schemas.microsoft.com/office/powerpoint/2010/main" val="3749165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Slide Image Placeholder 1"/>
          <p:cNvSpPr>
            <a:spLocks noGrp="1" noRot="1" noChangeAspect="1" noChangeArrowheads="1" noTextEdit="1"/>
          </p:cNvSpPr>
          <p:nvPr>
            <p:ph type="sldImg"/>
          </p:nvPr>
        </p:nvSpPr>
        <p:spPr bwMode="auto">
          <a:xfrm>
            <a:off x="685800" y="51435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9874" name="Notes Placeholder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en-US" altLang="en-US" dirty="0"/>
          </a:p>
        </p:txBody>
      </p:sp>
      <p:sp>
        <p:nvSpPr>
          <p:cNvPr id="79878" name="Slide Number Placeholder 6"/>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100">
                <a:solidFill>
                  <a:schemeClr val="tx1"/>
                </a:solidFill>
                <a:latin typeface="Amazon Ember" panose="020B0603020204020204" pitchFamily="34" charset="0"/>
              </a:defRPr>
            </a:lvl1pPr>
            <a:lvl2pPr marL="742950" indent="-285750">
              <a:defRPr sz="2100">
                <a:solidFill>
                  <a:schemeClr val="tx1"/>
                </a:solidFill>
                <a:latin typeface="Amazon Ember" panose="020B0603020204020204" pitchFamily="34" charset="0"/>
              </a:defRPr>
            </a:lvl2pPr>
            <a:lvl3pPr marL="1143000" indent="-228600">
              <a:defRPr sz="2100">
                <a:solidFill>
                  <a:schemeClr val="tx1"/>
                </a:solidFill>
                <a:latin typeface="Amazon Ember" panose="020B0603020204020204" pitchFamily="34" charset="0"/>
              </a:defRPr>
            </a:lvl3pPr>
            <a:lvl4pPr marL="1600200" indent="-228600">
              <a:defRPr sz="2100">
                <a:solidFill>
                  <a:schemeClr val="tx1"/>
                </a:solidFill>
                <a:latin typeface="Amazon Ember" panose="020B0603020204020204" pitchFamily="34" charset="0"/>
              </a:defRPr>
            </a:lvl4pPr>
            <a:lvl5pPr marL="2057400" indent="-228600">
              <a:defRPr sz="2100">
                <a:solidFill>
                  <a:schemeClr val="tx1"/>
                </a:solidFill>
                <a:latin typeface="Amazon Ember" panose="020B0603020204020204" pitchFamily="34" charset="0"/>
              </a:defRPr>
            </a:lvl5pPr>
            <a:lvl6pPr marL="2514600" indent="-228600" defTabSz="1096963" fontAlgn="base">
              <a:spcBef>
                <a:spcPct val="0"/>
              </a:spcBef>
              <a:spcAft>
                <a:spcPct val="0"/>
              </a:spcAft>
              <a:defRPr sz="2100">
                <a:solidFill>
                  <a:schemeClr val="tx1"/>
                </a:solidFill>
                <a:latin typeface="Amazon Ember" panose="020B0603020204020204" pitchFamily="34" charset="0"/>
              </a:defRPr>
            </a:lvl6pPr>
            <a:lvl7pPr marL="2971800" indent="-228600" defTabSz="1096963" fontAlgn="base">
              <a:spcBef>
                <a:spcPct val="0"/>
              </a:spcBef>
              <a:spcAft>
                <a:spcPct val="0"/>
              </a:spcAft>
              <a:defRPr sz="2100">
                <a:solidFill>
                  <a:schemeClr val="tx1"/>
                </a:solidFill>
                <a:latin typeface="Amazon Ember" panose="020B0603020204020204" pitchFamily="34" charset="0"/>
              </a:defRPr>
            </a:lvl7pPr>
            <a:lvl8pPr marL="3429000" indent="-228600" defTabSz="1096963" fontAlgn="base">
              <a:spcBef>
                <a:spcPct val="0"/>
              </a:spcBef>
              <a:spcAft>
                <a:spcPct val="0"/>
              </a:spcAft>
              <a:defRPr sz="2100">
                <a:solidFill>
                  <a:schemeClr val="tx1"/>
                </a:solidFill>
                <a:latin typeface="Amazon Ember" panose="020B0603020204020204" pitchFamily="34" charset="0"/>
              </a:defRPr>
            </a:lvl8pPr>
            <a:lvl9pPr marL="3886200" indent="-228600" defTabSz="1096963" fontAlgn="base">
              <a:spcBef>
                <a:spcPct val="0"/>
              </a:spcBef>
              <a:spcAft>
                <a:spcPct val="0"/>
              </a:spcAft>
              <a:defRPr sz="2100">
                <a:solidFill>
                  <a:schemeClr val="tx1"/>
                </a:solidFill>
                <a:latin typeface="Amazon Ember" panose="020B0603020204020204" pitchFamily="34" charset="0"/>
              </a:defRPr>
            </a:lvl9pPr>
          </a:lstStyle>
          <a:p>
            <a:fld id="{108FAEF6-550E-4736-8289-9FA83201BFC9}" type="slidenum">
              <a:rPr lang="en-US" altLang="en-US" sz="1200">
                <a:latin typeface="Amazon Ember Display" panose="020F0603020204020204" pitchFamily="34" charset="0"/>
              </a:rPr>
              <a:pPr/>
              <a:t>5</a:t>
            </a:fld>
            <a:endParaRPr lang="en-US" altLang="en-US" sz="1200" dirty="0">
              <a:latin typeface="Amazon Ember Display" panose="020F0603020204020204" pitchFamily="34" charset="0"/>
            </a:endParaRPr>
          </a:p>
        </p:txBody>
      </p:sp>
    </p:spTree>
    <p:extLst>
      <p:ext uri="{BB962C8B-B14F-4D97-AF65-F5344CB8AC3E}">
        <p14:creationId xmlns:p14="http://schemas.microsoft.com/office/powerpoint/2010/main" val="7354201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51435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B0DC58B-5992-482F-B691-240AC7B4D8C3}" type="slidenum">
              <a:rPr lang="en-US" altLang="en-US" smtClean="0"/>
              <a:pPr/>
              <a:t>7</a:t>
            </a:fld>
            <a:endParaRPr lang="en-US" altLang="en-US" dirty="0"/>
          </a:p>
        </p:txBody>
      </p:sp>
    </p:spTree>
    <p:extLst>
      <p:ext uri="{BB962C8B-B14F-4D97-AF65-F5344CB8AC3E}">
        <p14:creationId xmlns:p14="http://schemas.microsoft.com/office/powerpoint/2010/main" val="29078769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F08F3-B710-178F-0F34-5FE764EF9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552FE9-C320-DE74-5738-785AFD9D2A6B}"/>
              </a:ext>
            </a:extLst>
          </p:cNvPr>
          <p:cNvSpPr>
            <a:spLocks noGrp="1" noRot="1" noChangeAspect="1"/>
          </p:cNvSpPr>
          <p:nvPr>
            <p:ph type="sldImg"/>
          </p:nvPr>
        </p:nvSpPr>
        <p:spPr>
          <a:xfrm>
            <a:off x="685800" y="514350"/>
            <a:ext cx="5486400" cy="3086100"/>
          </a:xfrm>
        </p:spPr>
      </p:sp>
      <p:sp>
        <p:nvSpPr>
          <p:cNvPr id="3" name="Notes Placeholder 2">
            <a:extLst>
              <a:ext uri="{FF2B5EF4-FFF2-40B4-BE49-F238E27FC236}">
                <a16:creationId xmlns:a16="http://schemas.microsoft.com/office/drawing/2014/main" id="{CE2CE463-DE1F-696C-FFF9-6A7F37AAFE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F39073-C032-0718-8EBA-DCE641678DED}"/>
              </a:ext>
            </a:extLst>
          </p:cNvPr>
          <p:cNvSpPr>
            <a:spLocks noGrp="1"/>
          </p:cNvSpPr>
          <p:nvPr>
            <p:ph type="sldNum" sz="quarter" idx="10"/>
          </p:nvPr>
        </p:nvSpPr>
        <p:spPr/>
        <p:txBody>
          <a:bodyPr/>
          <a:lstStyle/>
          <a:p>
            <a:fld id="{1B0DC58B-5992-482F-B691-240AC7B4D8C3}" type="slidenum">
              <a:rPr lang="en-US" altLang="en-US" smtClean="0"/>
              <a:pPr/>
              <a:t>8</a:t>
            </a:fld>
            <a:endParaRPr lang="en-US" altLang="en-US" dirty="0"/>
          </a:p>
        </p:txBody>
      </p:sp>
    </p:spTree>
    <p:extLst>
      <p:ext uri="{BB962C8B-B14F-4D97-AF65-F5344CB8AC3E}">
        <p14:creationId xmlns:p14="http://schemas.microsoft.com/office/powerpoint/2010/main" val="6647571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51435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AA1041-9B3C-439E-B0CD-6B58F9A3AC8B}" type="slidenum">
              <a:rPr lang="en-US" smtClean="0"/>
              <a:pPr/>
              <a:t>65</a:t>
            </a:fld>
            <a:endParaRPr lang="en-US" dirty="0"/>
          </a:p>
        </p:txBody>
      </p:sp>
    </p:spTree>
    <p:extLst>
      <p:ext uri="{BB962C8B-B14F-4D97-AF65-F5344CB8AC3E}">
        <p14:creationId xmlns:p14="http://schemas.microsoft.com/office/powerpoint/2010/main" val="42589322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51435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AA1041-9B3C-439E-B0CD-6B58F9A3AC8B}" type="slidenum">
              <a:rPr lang="en-US" smtClean="0"/>
              <a:pPr/>
              <a:t>66</a:t>
            </a:fld>
            <a:endParaRPr lang="en-US" dirty="0"/>
          </a:p>
        </p:txBody>
      </p:sp>
    </p:spTree>
    <p:extLst>
      <p:ext uri="{BB962C8B-B14F-4D97-AF65-F5344CB8AC3E}">
        <p14:creationId xmlns:p14="http://schemas.microsoft.com/office/powerpoint/2010/main" val="15154848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51435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AA1041-9B3C-439E-B0CD-6B58F9A3AC8B}" type="slidenum">
              <a:rPr lang="en-US" smtClean="0"/>
              <a:pPr/>
              <a:t>68</a:t>
            </a:fld>
            <a:endParaRPr lang="en-US" dirty="0"/>
          </a:p>
        </p:txBody>
      </p:sp>
    </p:spTree>
    <p:extLst>
      <p:ext uri="{BB962C8B-B14F-4D97-AF65-F5344CB8AC3E}">
        <p14:creationId xmlns:p14="http://schemas.microsoft.com/office/powerpoint/2010/main" val="1554511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3" name="Slide Image Placeholder 1"/>
          <p:cNvSpPr>
            <a:spLocks noGrp="1" noRot="1" noChangeAspect="1" noChangeArrowheads="1" noTextEdit="1"/>
          </p:cNvSpPr>
          <p:nvPr>
            <p:ph type="sldImg"/>
          </p:nvPr>
        </p:nvSpPr>
        <p:spPr bwMode="auto">
          <a:xfrm>
            <a:off x="685800" y="51435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5474" name="Notes Placeholder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en-US" altLang="en-US" dirty="0"/>
          </a:p>
        </p:txBody>
      </p:sp>
      <p:sp>
        <p:nvSpPr>
          <p:cNvPr id="105478" name="Slide Number Placeholder 6"/>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100">
                <a:solidFill>
                  <a:schemeClr val="tx1"/>
                </a:solidFill>
                <a:latin typeface="Amazon Ember" panose="020B0603020204020204" pitchFamily="34" charset="0"/>
              </a:defRPr>
            </a:lvl1pPr>
            <a:lvl2pPr marL="742950" indent="-285750">
              <a:defRPr sz="2100">
                <a:solidFill>
                  <a:schemeClr val="tx1"/>
                </a:solidFill>
                <a:latin typeface="Amazon Ember" panose="020B0603020204020204" pitchFamily="34" charset="0"/>
              </a:defRPr>
            </a:lvl2pPr>
            <a:lvl3pPr marL="1143000" indent="-228600">
              <a:defRPr sz="2100">
                <a:solidFill>
                  <a:schemeClr val="tx1"/>
                </a:solidFill>
                <a:latin typeface="Amazon Ember" panose="020B0603020204020204" pitchFamily="34" charset="0"/>
              </a:defRPr>
            </a:lvl3pPr>
            <a:lvl4pPr marL="1600200" indent="-228600">
              <a:defRPr sz="2100">
                <a:solidFill>
                  <a:schemeClr val="tx1"/>
                </a:solidFill>
                <a:latin typeface="Amazon Ember" panose="020B0603020204020204" pitchFamily="34" charset="0"/>
              </a:defRPr>
            </a:lvl4pPr>
            <a:lvl5pPr marL="2057400" indent="-228600">
              <a:defRPr sz="2100">
                <a:solidFill>
                  <a:schemeClr val="tx1"/>
                </a:solidFill>
                <a:latin typeface="Amazon Ember" panose="020B0603020204020204" pitchFamily="34" charset="0"/>
              </a:defRPr>
            </a:lvl5pPr>
            <a:lvl6pPr marL="2514600" indent="-228600" defTabSz="1096963" fontAlgn="base">
              <a:spcBef>
                <a:spcPct val="0"/>
              </a:spcBef>
              <a:spcAft>
                <a:spcPct val="0"/>
              </a:spcAft>
              <a:defRPr sz="2100">
                <a:solidFill>
                  <a:schemeClr val="tx1"/>
                </a:solidFill>
                <a:latin typeface="Amazon Ember" panose="020B0603020204020204" pitchFamily="34" charset="0"/>
              </a:defRPr>
            </a:lvl6pPr>
            <a:lvl7pPr marL="2971800" indent="-228600" defTabSz="1096963" fontAlgn="base">
              <a:spcBef>
                <a:spcPct val="0"/>
              </a:spcBef>
              <a:spcAft>
                <a:spcPct val="0"/>
              </a:spcAft>
              <a:defRPr sz="2100">
                <a:solidFill>
                  <a:schemeClr val="tx1"/>
                </a:solidFill>
                <a:latin typeface="Amazon Ember" panose="020B0603020204020204" pitchFamily="34" charset="0"/>
              </a:defRPr>
            </a:lvl7pPr>
            <a:lvl8pPr marL="3429000" indent="-228600" defTabSz="1096963" fontAlgn="base">
              <a:spcBef>
                <a:spcPct val="0"/>
              </a:spcBef>
              <a:spcAft>
                <a:spcPct val="0"/>
              </a:spcAft>
              <a:defRPr sz="2100">
                <a:solidFill>
                  <a:schemeClr val="tx1"/>
                </a:solidFill>
                <a:latin typeface="Amazon Ember" panose="020B0603020204020204" pitchFamily="34" charset="0"/>
              </a:defRPr>
            </a:lvl8pPr>
            <a:lvl9pPr marL="3886200" indent="-228600" defTabSz="1096963" fontAlgn="base">
              <a:spcBef>
                <a:spcPct val="0"/>
              </a:spcBef>
              <a:spcAft>
                <a:spcPct val="0"/>
              </a:spcAft>
              <a:defRPr sz="2100">
                <a:solidFill>
                  <a:schemeClr val="tx1"/>
                </a:solidFill>
                <a:latin typeface="Amazon Ember" panose="020B0603020204020204" pitchFamily="34" charset="0"/>
              </a:defRPr>
            </a:lvl9pPr>
          </a:lstStyle>
          <a:p>
            <a:fld id="{4EBC940A-7B5C-4E0B-AAC0-FC62AA52CD11}" type="slidenum">
              <a:rPr lang="en-US" altLang="en-US" sz="1200">
                <a:solidFill>
                  <a:srgbClr val="000000"/>
                </a:solidFill>
                <a:latin typeface="Amazon Ember Display" panose="020F0603020204020204" pitchFamily="34" charset="0"/>
              </a:rPr>
              <a:pPr/>
              <a:t>69</a:t>
            </a:fld>
            <a:endParaRPr lang="en-US" altLang="en-US" sz="1200" dirty="0">
              <a:solidFill>
                <a:srgbClr val="000000"/>
              </a:solidFill>
              <a:latin typeface="Amazon Ember Display" panose="020F0603020204020204" pitchFamily="34" charset="0"/>
            </a:endParaRPr>
          </a:p>
        </p:txBody>
      </p:sp>
    </p:spTree>
    <p:extLst>
      <p:ext uri="{BB962C8B-B14F-4D97-AF65-F5344CB8AC3E}">
        <p14:creationId xmlns:p14="http://schemas.microsoft.com/office/powerpoint/2010/main" val="23246628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Slide Image Placeholder 1"/>
          <p:cNvSpPr>
            <a:spLocks noGrp="1" noRot="1" noChangeAspect="1" noChangeArrowheads="1" noTextEdit="1"/>
          </p:cNvSpPr>
          <p:nvPr>
            <p:ph type="sldImg"/>
          </p:nvPr>
        </p:nvSpPr>
        <p:spPr bwMode="auto">
          <a:xfrm>
            <a:off x="685800" y="51435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9330" name="Notes Placeholder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en-US" altLang="en-US" dirty="0"/>
          </a:p>
        </p:txBody>
      </p:sp>
      <p:sp>
        <p:nvSpPr>
          <p:cNvPr id="99334" name="Slide Number Placeholder 6"/>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100">
                <a:solidFill>
                  <a:schemeClr val="tx1"/>
                </a:solidFill>
                <a:latin typeface="Amazon Ember" panose="020B0603020204020204" pitchFamily="34" charset="0"/>
              </a:defRPr>
            </a:lvl1pPr>
            <a:lvl2pPr marL="742950" indent="-285750">
              <a:defRPr sz="2100">
                <a:solidFill>
                  <a:schemeClr val="tx1"/>
                </a:solidFill>
                <a:latin typeface="Amazon Ember" panose="020B0603020204020204" pitchFamily="34" charset="0"/>
              </a:defRPr>
            </a:lvl2pPr>
            <a:lvl3pPr marL="1143000" indent="-228600">
              <a:defRPr sz="2100">
                <a:solidFill>
                  <a:schemeClr val="tx1"/>
                </a:solidFill>
                <a:latin typeface="Amazon Ember" panose="020B0603020204020204" pitchFamily="34" charset="0"/>
              </a:defRPr>
            </a:lvl3pPr>
            <a:lvl4pPr marL="1600200" indent="-228600">
              <a:defRPr sz="2100">
                <a:solidFill>
                  <a:schemeClr val="tx1"/>
                </a:solidFill>
                <a:latin typeface="Amazon Ember" panose="020B0603020204020204" pitchFamily="34" charset="0"/>
              </a:defRPr>
            </a:lvl4pPr>
            <a:lvl5pPr marL="2057400" indent="-228600">
              <a:defRPr sz="2100">
                <a:solidFill>
                  <a:schemeClr val="tx1"/>
                </a:solidFill>
                <a:latin typeface="Amazon Ember" panose="020B0603020204020204" pitchFamily="34" charset="0"/>
              </a:defRPr>
            </a:lvl5pPr>
            <a:lvl6pPr marL="2514600" indent="-228600" defTabSz="1096963" fontAlgn="base">
              <a:spcBef>
                <a:spcPct val="0"/>
              </a:spcBef>
              <a:spcAft>
                <a:spcPct val="0"/>
              </a:spcAft>
              <a:defRPr sz="2100">
                <a:solidFill>
                  <a:schemeClr val="tx1"/>
                </a:solidFill>
                <a:latin typeface="Amazon Ember" panose="020B0603020204020204" pitchFamily="34" charset="0"/>
              </a:defRPr>
            </a:lvl6pPr>
            <a:lvl7pPr marL="2971800" indent="-228600" defTabSz="1096963" fontAlgn="base">
              <a:spcBef>
                <a:spcPct val="0"/>
              </a:spcBef>
              <a:spcAft>
                <a:spcPct val="0"/>
              </a:spcAft>
              <a:defRPr sz="2100">
                <a:solidFill>
                  <a:schemeClr val="tx1"/>
                </a:solidFill>
                <a:latin typeface="Amazon Ember" panose="020B0603020204020204" pitchFamily="34" charset="0"/>
              </a:defRPr>
            </a:lvl7pPr>
            <a:lvl8pPr marL="3429000" indent="-228600" defTabSz="1096963" fontAlgn="base">
              <a:spcBef>
                <a:spcPct val="0"/>
              </a:spcBef>
              <a:spcAft>
                <a:spcPct val="0"/>
              </a:spcAft>
              <a:defRPr sz="2100">
                <a:solidFill>
                  <a:schemeClr val="tx1"/>
                </a:solidFill>
                <a:latin typeface="Amazon Ember" panose="020B0603020204020204" pitchFamily="34" charset="0"/>
              </a:defRPr>
            </a:lvl8pPr>
            <a:lvl9pPr marL="3886200" indent="-228600" defTabSz="1096963" fontAlgn="base">
              <a:spcBef>
                <a:spcPct val="0"/>
              </a:spcBef>
              <a:spcAft>
                <a:spcPct val="0"/>
              </a:spcAft>
              <a:defRPr sz="2100">
                <a:solidFill>
                  <a:schemeClr val="tx1"/>
                </a:solidFill>
                <a:latin typeface="Amazon Ember" panose="020B0603020204020204" pitchFamily="34" charset="0"/>
              </a:defRPr>
            </a:lvl9pPr>
          </a:lstStyle>
          <a:p>
            <a:fld id="{FC4C1AEB-C3F1-48CD-A361-EB57AD54D60D}" type="slidenum">
              <a:rPr lang="en-US" altLang="en-US" sz="1200">
                <a:solidFill>
                  <a:srgbClr val="000000"/>
                </a:solidFill>
                <a:latin typeface="Amazon Ember Display" panose="020F0603020204020204" pitchFamily="34" charset="0"/>
              </a:rPr>
              <a:pPr/>
              <a:t>73</a:t>
            </a:fld>
            <a:endParaRPr lang="en-US" altLang="en-US" sz="1200" dirty="0">
              <a:solidFill>
                <a:srgbClr val="000000"/>
              </a:solidFill>
              <a:latin typeface="Amazon Ember Display" panose="020F0603020204020204" pitchFamily="34" charset="0"/>
            </a:endParaRPr>
          </a:p>
        </p:txBody>
      </p:sp>
    </p:spTree>
    <p:extLst>
      <p:ext uri="{BB962C8B-B14F-4D97-AF65-F5344CB8AC3E}">
        <p14:creationId xmlns:p14="http://schemas.microsoft.com/office/powerpoint/2010/main" val="88113018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3.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5.sv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png"/><Relationship Id="rId1" Type="http://schemas.openxmlformats.org/officeDocument/2006/relationships/slideMaster" Target="../slideMasters/slideMaster1.xml"/><Relationship Id="rId4" Type="http://schemas.openxmlformats.org/officeDocument/2006/relationships/image" Target="../media/image23.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png"/><Relationship Id="rId1" Type="http://schemas.openxmlformats.org/officeDocument/2006/relationships/slideMaster" Target="../slideMasters/slideMaster1.xml"/><Relationship Id="rId4" Type="http://schemas.openxmlformats.org/officeDocument/2006/relationships/image" Target="../media/image23.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png"/><Relationship Id="rId1" Type="http://schemas.openxmlformats.org/officeDocument/2006/relationships/slideMaster" Target="../slideMasters/slideMaster1.xml"/><Relationship Id="rId4"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7.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8.png"/><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9.png"/><Relationship Id="rId1" Type="http://schemas.openxmlformats.org/officeDocument/2006/relationships/slideMaster" Target="../slideMasters/slideMaster2.xml"/><Relationship Id="rId4" Type="http://schemas.openxmlformats.org/officeDocument/2006/relationships/image" Target="../media/image43.svg"/></Relationships>
</file>

<file path=ppt/slideLayouts/_rels/slideLayout10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Master" Target="../slideMasters/slideMaster2.xml"/><Relationship Id="rId4" Type="http://schemas.openxmlformats.org/officeDocument/2006/relationships/image" Target="../media/image45.svg"/></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6.png"/><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7.png"/><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8.png"/><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0.png"/><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Master" Target="../slideMasters/slideMaster2.xml"/></Relationships>
</file>

<file path=ppt/slideLayouts/_rels/slideLayout17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3.png"/><Relationship Id="rId1" Type="http://schemas.openxmlformats.org/officeDocument/2006/relationships/slideMaster" Target="../slideMasters/slideMaster2.xml"/><Relationship Id="rId4" Type="http://schemas.openxmlformats.org/officeDocument/2006/relationships/image" Target="../media/image54.png"/></Relationships>
</file>

<file path=ppt/slideLayouts/_rels/slideLayout17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5.png"/><Relationship Id="rId1" Type="http://schemas.openxmlformats.org/officeDocument/2006/relationships/slideMaster" Target="../slideMasters/slideMaster2.xml"/><Relationship Id="rId4" Type="http://schemas.openxmlformats.org/officeDocument/2006/relationships/image" Target="../media/image56.png"/></Relationships>
</file>

<file path=ppt/slideLayouts/_rels/slideLayout17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7.png"/><Relationship Id="rId1" Type="http://schemas.openxmlformats.org/officeDocument/2006/relationships/slideMaster" Target="../slideMasters/slideMaster2.xml"/><Relationship Id="rId4" Type="http://schemas.openxmlformats.org/officeDocument/2006/relationships/image" Target="../media/image52.png"/></Relationships>
</file>

<file path=ppt/slideLayouts/_rels/slideLayout17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6.png"/><Relationship Id="rId1" Type="http://schemas.openxmlformats.org/officeDocument/2006/relationships/slideMaster" Target="../slideMasters/slideMaster2.xml"/></Relationships>
</file>

<file path=ppt/slideLayouts/_rels/slideLayout17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6.png"/><Relationship Id="rId1" Type="http://schemas.openxmlformats.org/officeDocument/2006/relationships/slideMaster" Target="../slideMasters/slideMaster2.xml"/></Relationships>
</file>

<file path=ppt/slideLayouts/_rels/slideLayout17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7.png"/><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7.png"/><Relationship Id="rId1" Type="http://schemas.openxmlformats.org/officeDocument/2006/relationships/slideMaster" Target="../slideMasters/slideMaster2.xml"/></Relationships>
</file>

<file path=ppt/slideLayouts/_rels/slideLayout17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8.png"/><Relationship Id="rId1" Type="http://schemas.openxmlformats.org/officeDocument/2006/relationships/slideMaster" Target="../slideMasters/slideMaster2.xml"/></Relationships>
</file>

<file path=ppt/slideLayouts/_rels/slideLayout17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8.png"/><Relationship Id="rId1" Type="http://schemas.openxmlformats.org/officeDocument/2006/relationships/slideMaster" Target="../slideMasters/slideMaster2.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2.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Master" Target="../slideMasters/slideMaster2.xml"/></Relationships>
</file>

<file path=ppt/slideLayouts/_rels/slideLayout18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Master" Target="../slideMasters/slideMaster2.xml"/></Relationships>
</file>

<file path=ppt/slideLayouts/_rels/slideLayout18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18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18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19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ide 1A">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2C1902C-75F7-534A-DA79-C070E1D034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11" name="TextBox 10">
            <a:extLst>
              <a:ext uri="{FF2B5EF4-FFF2-40B4-BE49-F238E27FC236}">
                <a16:creationId xmlns:a16="http://schemas.microsoft.com/office/drawing/2014/main" id="{F9CE4815-926B-43B6-82AB-971B1A89CEF6}"/>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7" name="Picture 6">
            <a:extLst>
              <a:ext uri="{FF2B5EF4-FFF2-40B4-BE49-F238E27FC236}">
                <a16:creationId xmlns:a16="http://schemas.microsoft.com/office/drawing/2014/main" id="{A3E43EBB-89F7-CE68-C5FA-E5E366904B24}"/>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Tree>
    <p:extLst>
      <p:ext uri="{BB962C8B-B14F-4D97-AF65-F5344CB8AC3E}">
        <p14:creationId xmlns:p14="http://schemas.microsoft.com/office/powerpoint/2010/main" val="351093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userDrawn="1">
          <p15:clr>
            <a:srgbClr val="FBAE40"/>
          </p15:clr>
        </p15:guide>
        <p15:guide id="3" orient="horz" pos="2736" userDrawn="1">
          <p15:clr>
            <a:srgbClr val="FBAE40"/>
          </p15:clr>
        </p15:guide>
        <p15:guide id="4" orient="horz" pos="1272" userDrawn="1">
          <p15:clr>
            <a:srgbClr val="FBAE40"/>
          </p15:clr>
        </p15:guide>
        <p15:guide id="5" orient="horz" pos="172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1B">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D603374-8180-8E01-BA18-DE11A6BC29AC}"/>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A8CD09BF-BE98-954E-8C83-FD00798ACA28}"/>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AAF119F6-59CF-C06E-9DEE-68747AC5B537}"/>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19378773-656B-3414-4689-741C92BE3E06}"/>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3C5437D4-D83E-F7AB-7C05-4D16F6D780CF}"/>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18671D03-03D2-3246-0292-3278FC46E9BD}"/>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F2065812-9ABB-8591-F3F0-CA1C02DB187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2" name="Title 1">
            <a:extLst>
              <a:ext uri="{FF2B5EF4-FFF2-40B4-BE49-F238E27FC236}">
                <a16:creationId xmlns:a16="http://schemas.microsoft.com/office/drawing/2014/main" id="{062C415C-2EF2-186A-04FA-1B6BE61C4101}"/>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Tree>
    <p:extLst>
      <p:ext uri="{BB962C8B-B14F-4D97-AF65-F5344CB8AC3E}">
        <p14:creationId xmlns:p14="http://schemas.microsoft.com/office/powerpoint/2010/main" val="36685176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userDrawn="1">
          <p15:clr>
            <a:srgbClr val="FBAE40"/>
          </p15:clr>
        </p15:guide>
        <p15:guide id="3" orient="horz" pos="2736" userDrawn="1">
          <p15:clr>
            <a:srgbClr val="FBAE40"/>
          </p15:clr>
        </p15:guide>
        <p15:guide id="4" orient="horz" pos="1272" userDrawn="1">
          <p15:clr>
            <a:srgbClr val="FBAE40"/>
          </p15:clr>
        </p15:guide>
        <p15:guide id="5" orient="horz" pos="17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1C">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265AB5E-77C0-1B4E-7AF6-71F73437182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53CAD519-9A88-CC6D-C64F-32781DE12863}"/>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AECD1BDB-3933-70D1-D0B1-585F679690F4}"/>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49BD2DDE-9CEA-E55B-45AC-E81DC0520AEE}"/>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6F4339BC-5512-257D-D251-96C726B3928B}"/>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2A8E9AEE-EE0A-4511-286D-B7E92DB33387}"/>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D69DB8BB-A96F-21D2-BD02-CDCB6C038249}"/>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2" name="Title 1">
            <a:extLst>
              <a:ext uri="{FF2B5EF4-FFF2-40B4-BE49-F238E27FC236}">
                <a16:creationId xmlns:a16="http://schemas.microsoft.com/office/drawing/2014/main" id="{4C69315F-6BED-09F1-C555-D62EBCC2C2CC}"/>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Tree>
    <p:extLst>
      <p:ext uri="{BB962C8B-B14F-4D97-AF65-F5344CB8AC3E}">
        <p14:creationId xmlns:p14="http://schemas.microsoft.com/office/powerpoint/2010/main" val="23752240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userDrawn="1">
          <p15:clr>
            <a:srgbClr val="FBAE40"/>
          </p15:clr>
        </p15:guide>
        <p15:guide id="3" orient="horz" pos="2736" userDrawn="1">
          <p15:clr>
            <a:srgbClr val="FBAE40"/>
          </p15:clr>
        </p15:guide>
        <p15:guide id="4" orient="horz" pos="1272" userDrawn="1">
          <p15:clr>
            <a:srgbClr val="FBAE40"/>
          </p15:clr>
        </p15:guide>
        <p15:guide id="5" orient="horz" pos="172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A">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13E1A9C0-25D4-6213-F6DE-1B604250E5D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60F04AFD-CEAF-D96A-9FBC-950044545866}"/>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0187CBED-F3F8-A0AE-DBEA-EEEA1D2E7660}"/>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21" name="Rounded Rectangle 20">
            <a:extLst>
              <a:ext uri="{FF2B5EF4-FFF2-40B4-BE49-F238E27FC236}">
                <a16:creationId xmlns:a16="http://schemas.microsoft.com/office/drawing/2014/main" id="{55857500-2C8E-9211-5B61-DC83BC3450CB}"/>
              </a:ext>
            </a:extLst>
          </p:cNvPr>
          <p:cNvSpPr/>
          <p:nvPr userDrawn="1"/>
        </p:nvSpPr>
        <p:spPr>
          <a:xfrm>
            <a:off x="609598" y="304800"/>
            <a:ext cx="2993681" cy="288951"/>
          </a:xfrm>
          <a:prstGeom prst="round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6" name="Text Placeholder 7">
            <a:extLst>
              <a:ext uri="{FF2B5EF4-FFF2-40B4-BE49-F238E27FC236}">
                <a16:creationId xmlns:a16="http://schemas.microsoft.com/office/drawing/2014/main" id="{17F887A3-28C2-6DE9-5807-21C410AB73B1}"/>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BBFEBE6D-8293-FD48-7C86-4989B458ECE3}"/>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0F412FE6-3787-9446-924A-F202645A1CFC}"/>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B6B38457-CE92-7B1F-6614-6136E9F8F98F}"/>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27228" y="5740417"/>
            <a:ext cx="783771" cy="469881"/>
          </a:xfrm>
          <a:prstGeom prst="rect">
            <a:avLst/>
          </a:prstGeom>
        </p:spPr>
      </p:pic>
      <p:sp>
        <p:nvSpPr>
          <p:cNvPr id="22" name="TextBox 21">
            <a:extLst>
              <a:ext uri="{FF2B5EF4-FFF2-40B4-BE49-F238E27FC236}">
                <a16:creationId xmlns:a16="http://schemas.microsoft.com/office/drawing/2014/main" id="{19ABE821-C29F-8323-0B26-4C07043DC762}"/>
              </a:ext>
            </a:extLst>
          </p:cNvPr>
          <p:cNvSpPr txBox="1"/>
          <p:nvPr userDrawn="1"/>
        </p:nvSpPr>
        <p:spPr>
          <a:xfrm>
            <a:off x="-135802" y="2471596"/>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sp>
        <p:nvSpPr>
          <p:cNvPr id="23" name="Title 1">
            <a:extLst>
              <a:ext uri="{FF2B5EF4-FFF2-40B4-BE49-F238E27FC236}">
                <a16:creationId xmlns:a16="http://schemas.microsoft.com/office/drawing/2014/main" id="{10165371-E8F4-C898-9295-C3E433A3EF22}"/>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Tree>
    <p:extLst>
      <p:ext uri="{BB962C8B-B14F-4D97-AF65-F5344CB8AC3E}">
        <p14:creationId xmlns:p14="http://schemas.microsoft.com/office/powerpoint/2010/main" val="337433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userDrawn="1">
          <p15:clr>
            <a:srgbClr val="FBAE40"/>
          </p15:clr>
        </p15:guide>
        <p15:guide id="3" orient="horz" pos="2736" userDrawn="1">
          <p15:clr>
            <a:srgbClr val="FBAE40"/>
          </p15:clr>
        </p15:guide>
        <p15:guide id="4" orient="horz" pos="1272" userDrawn="1">
          <p15:clr>
            <a:srgbClr val="FBAE40"/>
          </p15:clr>
        </p15:guide>
        <p15:guide id="5" orient="horz" pos="172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2B">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D2F7587B-9987-686E-FBA3-C703A035951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5" name="Text Placeholder 9">
            <a:extLst>
              <a:ext uri="{FF2B5EF4-FFF2-40B4-BE49-F238E27FC236}">
                <a16:creationId xmlns:a16="http://schemas.microsoft.com/office/drawing/2014/main" id="{E80812B7-8A92-F272-875E-0D757C691E8E}"/>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7" name="Text Placeholder 11">
            <a:extLst>
              <a:ext uri="{FF2B5EF4-FFF2-40B4-BE49-F238E27FC236}">
                <a16:creationId xmlns:a16="http://schemas.microsoft.com/office/drawing/2014/main" id="{9404D9CE-381D-295C-A64E-88C5D0C0A61D}"/>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ECF72D21-07F0-8A31-A886-8180F34B788F}"/>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20" name="Picture 19">
            <a:extLst>
              <a:ext uri="{FF2B5EF4-FFF2-40B4-BE49-F238E27FC236}">
                <a16:creationId xmlns:a16="http://schemas.microsoft.com/office/drawing/2014/main" id="{9AF3C931-F34B-7961-BC75-B4572B02FF79}"/>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27228" y="5740417"/>
            <a:ext cx="783771" cy="469881"/>
          </a:xfrm>
          <a:prstGeom prst="rect">
            <a:avLst/>
          </a:prstGeom>
        </p:spPr>
      </p:pic>
      <p:sp>
        <p:nvSpPr>
          <p:cNvPr id="24" name="Rounded Rectangle 23">
            <a:extLst>
              <a:ext uri="{FF2B5EF4-FFF2-40B4-BE49-F238E27FC236}">
                <a16:creationId xmlns:a16="http://schemas.microsoft.com/office/drawing/2014/main" id="{22F49425-7DA0-E6A1-AFFB-06CE3587D57C}"/>
              </a:ext>
            </a:extLst>
          </p:cNvPr>
          <p:cNvSpPr/>
          <p:nvPr userDrawn="1"/>
        </p:nvSpPr>
        <p:spPr>
          <a:xfrm>
            <a:off x="609598" y="304800"/>
            <a:ext cx="2993681" cy="28895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5" name="Text Placeholder 7">
            <a:extLst>
              <a:ext uri="{FF2B5EF4-FFF2-40B4-BE49-F238E27FC236}">
                <a16:creationId xmlns:a16="http://schemas.microsoft.com/office/drawing/2014/main" id="{C8E54E3F-3CBC-43DF-D0B7-3007697064A8}"/>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26" name="Subtitle 2">
            <a:extLst>
              <a:ext uri="{FF2B5EF4-FFF2-40B4-BE49-F238E27FC236}">
                <a16:creationId xmlns:a16="http://schemas.microsoft.com/office/drawing/2014/main" id="{7EDB5F6C-924F-E4E4-8B18-2197BA4C3F5E}"/>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2" name="Title 1">
            <a:extLst>
              <a:ext uri="{FF2B5EF4-FFF2-40B4-BE49-F238E27FC236}">
                <a16:creationId xmlns:a16="http://schemas.microsoft.com/office/drawing/2014/main" id="{26F28616-0D97-9CAF-203B-33E2A2B5C1D1}"/>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Tree>
    <p:extLst>
      <p:ext uri="{BB962C8B-B14F-4D97-AF65-F5344CB8AC3E}">
        <p14:creationId xmlns:p14="http://schemas.microsoft.com/office/powerpoint/2010/main" val="2198376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userDrawn="1">
          <p15:clr>
            <a:srgbClr val="FBAE40"/>
          </p15:clr>
        </p15:guide>
        <p15:guide id="3" orient="horz" pos="2736" userDrawn="1">
          <p15:clr>
            <a:srgbClr val="FBAE40"/>
          </p15:clr>
        </p15:guide>
        <p15:guide id="4" orient="horz" pos="1272" userDrawn="1">
          <p15:clr>
            <a:srgbClr val="FBAE40"/>
          </p15:clr>
        </p15:guide>
        <p15:guide id="5" orient="horz" pos="1728"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2B">
    <p:spTree>
      <p:nvGrpSpPr>
        <p:cNvPr id="1" name=""/>
        <p:cNvGrpSpPr/>
        <p:nvPr/>
      </p:nvGrpSpPr>
      <p:grpSpPr>
        <a:xfrm>
          <a:off x="0" y="0"/>
          <a:ext cx="0" cy="0"/>
          <a:chOff x="0" y="0"/>
          <a:chExt cx="0" cy="0"/>
        </a:xfrm>
      </p:grpSpPr>
      <p:sp>
        <p:nvSpPr>
          <p:cNvPr id="25" name="Text Placeholder 7">
            <a:extLst>
              <a:ext uri="{FF2B5EF4-FFF2-40B4-BE49-F238E27FC236}">
                <a16:creationId xmlns:a16="http://schemas.microsoft.com/office/drawing/2014/main" id="{C8E54E3F-3CBC-43DF-D0B7-3007697064A8}"/>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709020204020204" pitchFamily="49" charset="0"/>
                <a:cs typeface="Amazon Ember Mono" panose="020B0709020204020204" pitchFamily="49" charset="0"/>
              </a:defRPr>
            </a:lvl1pPr>
          </a:lstStyle>
          <a:p>
            <a:pPr lvl="0"/>
            <a:r>
              <a:rPr lang="en-US" dirty="0"/>
              <a:t>Enter session ID if required</a:t>
            </a:r>
          </a:p>
        </p:txBody>
      </p:sp>
      <p:pic>
        <p:nvPicPr>
          <p:cNvPr id="2" name="Picture 1">
            <a:extLst>
              <a:ext uri="{FF2B5EF4-FFF2-40B4-BE49-F238E27FC236}">
                <a16:creationId xmlns:a16="http://schemas.microsoft.com/office/drawing/2014/main" id="{BE5BDDB8-98EE-F01A-753C-07B65A32493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5" name="Text Placeholder 9">
            <a:extLst>
              <a:ext uri="{FF2B5EF4-FFF2-40B4-BE49-F238E27FC236}">
                <a16:creationId xmlns:a16="http://schemas.microsoft.com/office/drawing/2014/main" id="{E80812B7-8A92-F272-875E-0D757C691E8E}"/>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7" name="Text Placeholder 11">
            <a:extLst>
              <a:ext uri="{FF2B5EF4-FFF2-40B4-BE49-F238E27FC236}">
                <a16:creationId xmlns:a16="http://schemas.microsoft.com/office/drawing/2014/main" id="{9404D9CE-381D-295C-A64E-88C5D0C0A61D}"/>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ECF72D21-07F0-8A31-A886-8180F34B788F}"/>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20" name="Picture 19">
            <a:extLst>
              <a:ext uri="{FF2B5EF4-FFF2-40B4-BE49-F238E27FC236}">
                <a16:creationId xmlns:a16="http://schemas.microsoft.com/office/drawing/2014/main" id="{9AF3C931-F34B-7961-BC75-B4572B02FF79}"/>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27228" y="5740417"/>
            <a:ext cx="783771" cy="469881"/>
          </a:xfrm>
          <a:prstGeom prst="rect">
            <a:avLst/>
          </a:prstGeom>
        </p:spPr>
      </p:pic>
      <p:sp>
        <p:nvSpPr>
          <p:cNvPr id="24" name="Rounded Rectangle 23">
            <a:extLst>
              <a:ext uri="{FF2B5EF4-FFF2-40B4-BE49-F238E27FC236}">
                <a16:creationId xmlns:a16="http://schemas.microsoft.com/office/drawing/2014/main" id="{22F49425-7DA0-E6A1-AFFB-06CE3587D57C}"/>
              </a:ext>
            </a:extLst>
          </p:cNvPr>
          <p:cNvSpPr/>
          <p:nvPr userDrawn="1"/>
        </p:nvSpPr>
        <p:spPr>
          <a:xfrm>
            <a:off x="609598" y="304800"/>
            <a:ext cx="2993681" cy="288951"/>
          </a:xfrm>
          <a:prstGeom prst="round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6" name="Subtitle 2">
            <a:extLst>
              <a:ext uri="{FF2B5EF4-FFF2-40B4-BE49-F238E27FC236}">
                <a16:creationId xmlns:a16="http://schemas.microsoft.com/office/drawing/2014/main" id="{7EDB5F6C-924F-E4E4-8B18-2197BA4C3F5E}"/>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3" name="Text Placeholder 7">
            <a:extLst>
              <a:ext uri="{FF2B5EF4-FFF2-40B4-BE49-F238E27FC236}">
                <a16:creationId xmlns:a16="http://schemas.microsoft.com/office/drawing/2014/main" id="{111574D8-2193-6E96-F970-CA48F920463D}"/>
              </a:ext>
            </a:extLst>
          </p:cNvPr>
          <p:cNvSpPr>
            <a:spLocks noGrp="1"/>
          </p:cNvSpPr>
          <p:nvPr>
            <p:ph type="body" sz="quarter" idx="13"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4" name="Title 1">
            <a:extLst>
              <a:ext uri="{FF2B5EF4-FFF2-40B4-BE49-F238E27FC236}">
                <a16:creationId xmlns:a16="http://schemas.microsoft.com/office/drawing/2014/main" id="{CF67C28C-2194-7DE3-C4ED-8EF747692F60}"/>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Tree>
    <p:extLst>
      <p:ext uri="{BB962C8B-B14F-4D97-AF65-F5344CB8AC3E}">
        <p14:creationId xmlns:p14="http://schemas.microsoft.com/office/powerpoint/2010/main" val="929522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le Slide 1B">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86BE91D-E2C8-E92E-F84F-301C4851756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18671D03-03D2-3246-0292-3278FC46E9BD}"/>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F2065812-9ABB-8591-F3F0-CA1C02DB1873}"/>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609598" y="314619"/>
            <a:ext cx="1283702" cy="769597"/>
          </a:xfrm>
          <a:prstGeom prst="rect">
            <a:avLst/>
          </a:prstGeom>
        </p:spPr>
      </p:pic>
      <p:sp>
        <p:nvSpPr>
          <p:cNvPr id="10" name="Text Placeholder 7">
            <a:extLst>
              <a:ext uri="{FF2B5EF4-FFF2-40B4-BE49-F238E27FC236}">
                <a16:creationId xmlns:a16="http://schemas.microsoft.com/office/drawing/2014/main" id="{CA667889-09AD-2802-609E-5B422FC70CC5}"/>
              </a:ext>
            </a:extLst>
          </p:cNvPr>
          <p:cNvSpPr>
            <a:spLocks noGrp="1"/>
          </p:cNvSpPr>
          <p:nvPr>
            <p:ph type="body" sz="quarter" idx="10" hasCustomPrompt="1"/>
          </p:nvPr>
        </p:nvSpPr>
        <p:spPr>
          <a:xfrm>
            <a:off x="609598" y="3965866"/>
            <a:ext cx="3713020" cy="191515"/>
          </a:xfrm>
        </p:spPr>
        <p:txBody>
          <a:bodyPr wrap="square"/>
          <a:lstStyle>
            <a:lvl1pPr marL="0" indent="0">
              <a:spcAft>
                <a:spcPts val="0"/>
              </a:spcAft>
              <a:buNone/>
              <a:defRPr sz="13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EYEBROW TREATMENT</a:t>
            </a:r>
          </a:p>
        </p:txBody>
      </p:sp>
      <p:sp>
        <p:nvSpPr>
          <p:cNvPr id="11" name="Title 1">
            <a:extLst>
              <a:ext uri="{FF2B5EF4-FFF2-40B4-BE49-F238E27FC236}">
                <a16:creationId xmlns:a16="http://schemas.microsoft.com/office/drawing/2014/main" id="{6A177297-A5AF-7CEE-5816-E3D493824EEF}"/>
              </a:ext>
            </a:extLst>
          </p:cNvPr>
          <p:cNvSpPr>
            <a:spLocks noGrp="1"/>
          </p:cNvSpPr>
          <p:nvPr>
            <p:ph type="ctrTitle" hasCustomPrompt="1"/>
          </p:nvPr>
        </p:nvSpPr>
        <p:spPr>
          <a:xfrm>
            <a:off x="477246" y="4440902"/>
            <a:ext cx="6460999" cy="166539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br>
              <a:rPr lang="en-US" dirty="0"/>
            </a:br>
            <a:r>
              <a:rPr lang="en-US" dirty="0"/>
              <a:t>here</a:t>
            </a:r>
          </a:p>
        </p:txBody>
      </p:sp>
      <p:sp>
        <p:nvSpPr>
          <p:cNvPr id="12" name="Text Placeholder 11">
            <a:extLst>
              <a:ext uri="{FF2B5EF4-FFF2-40B4-BE49-F238E27FC236}">
                <a16:creationId xmlns:a16="http://schemas.microsoft.com/office/drawing/2014/main" id="{50363E65-101C-AC0F-9792-DAB94457D9B2}"/>
              </a:ext>
            </a:extLst>
          </p:cNvPr>
          <p:cNvSpPr>
            <a:spLocks noGrp="1"/>
          </p:cNvSpPr>
          <p:nvPr>
            <p:ph type="body" sz="quarter" idx="13" hasCustomPrompt="1"/>
          </p:nvPr>
        </p:nvSpPr>
        <p:spPr>
          <a:xfrm>
            <a:off x="9170126" y="5034988"/>
            <a:ext cx="2544628" cy="313932"/>
          </a:xfrm>
        </p:spPr>
        <p:txBody>
          <a:bodyPr wrap="square"/>
          <a:lstStyle>
            <a:lvl1pPr marL="0" indent="0" algn="ctr">
              <a:spcAft>
                <a:spcPts val="300"/>
              </a:spcAft>
              <a:buNone/>
              <a:defRPr sz="1600" b="0" i="0">
                <a:solidFill>
                  <a:schemeClr val="tx2"/>
                </a:solidFill>
                <a:latin typeface="Amazon Ember Display" panose="020F0603020204020204" pitchFamily="34" charset="0"/>
              </a:defRPr>
            </a:lvl1pPr>
          </a:lstStyle>
          <a:p>
            <a:pPr lvl="0"/>
            <a:r>
              <a:rPr lang="en-US" dirty="0"/>
              <a:t>In collaboration with</a:t>
            </a:r>
          </a:p>
        </p:txBody>
      </p:sp>
    </p:spTree>
    <p:extLst>
      <p:ext uri="{BB962C8B-B14F-4D97-AF65-F5344CB8AC3E}">
        <p14:creationId xmlns:p14="http://schemas.microsoft.com/office/powerpoint/2010/main" val="1968015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Title Slide 1B">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D603374-8180-8E01-BA18-DE11A6BC29AC}"/>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6" name="Text Placeholder 7">
            <a:extLst>
              <a:ext uri="{FF2B5EF4-FFF2-40B4-BE49-F238E27FC236}">
                <a16:creationId xmlns:a16="http://schemas.microsoft.com/office/drawing/2014/main" id="{19378773-656B-3414-4689-741C92BE3E06}"/>
              </a:ext>
            </a:extLst>
          </p:cNvPr>
          <p:cNvSpPr>
            <a:spLocks noGrp="1"/>
          </p:cNvSpPr>
          <p:nvPr>
            <p:ph type="body" sz="quarter" idx="10" hasCustomPrompt="1"/>
          </p:nvPr>
        </p:nvSpPr>
        <p:spPr>
          <a:xfrm>
            <a:off x="609597" y="3965866"/>
            <a:ext cx="3142271" cy="191515"/>
          </a:xfrm>
        </p:spPr>
        <p:txBody>
          <a:bodyPr wrap="square"/>
          <a:lstStyle>
            <a:lvl1pPr marL="0" indent="0">
              <a:spcAft>
                <a:spcPts val="0"/>
              </a:spcAft>
              <a:buNone/>
              <a:defRPr sz="13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EYEBROW TREATMENT</a:t>
            </a:r>
          </a:p>
        </p:txBody>
      </p:sp>
      <p:sp>
        <p:nvSpPr>
          <p:cNvPr id="8" name="TextBox 7">
            <a:extLst>
              <a:ext uri="{FF2B5EF4-FFF2-40B4-BE49-F238E27FC236}">
                <a16:creationId xmlns:a16="http://schemas.microsoft.com/office/drawing/2014/main" id="{18671D03-03D2-3246-0292-3278FC46E9BD}"/>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 name="Title 1">
            <a:extLst>
              <a:ext uri="{FF2B5EF4-FFF2-40B4-BE49-F238E27FC236}">
                <a16:creationId xmlns:a16="http://schemas.microsoft.com/office/drawing/2014/main" id="{062C415C-2EF2-186A-04FA-1B6BE61C4101}"/>
              </a:ext>
            </a:extLst>
          </p:cNvPr>
          <p:cNvSpPr>
            <a:spLocks noGrp="1"/>
          </p:cNvSpPr>
          <p:nvPr>
            <p:ph type="ctrTitle" hasCustomPrompt="1"/>
          </p:nvPr>
        </p:nvSpPr>
        <p:spPr>
          <a:xfrm>
            <a:off x="477246" y="4440902"/>
            <a:ext cx="6460999" cy="166539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br>
              <a:rPr lang="en-US" dirty="0"/>
            </a:br>
            <a:r>
              <a:rPr lang="en-US" dirty="0"/>
              <a:t>here</a:t>
            </a:r>
          </a:p>
        </p:txBody>
      </p:sp>
      <p:pic>
        <p:nvPicPr>
          <p:cNvPr id="10" name="Picture 9">
            <a:extLst>
              <a:ext uri="{FF2B5EF4-FFF2-40B4-BE49-F238E27FC236}">
                <a16:creationId xmlns:a16="http://schemas.microsoft.com/office/drawing/2014/main" id="{945DBD93-60E8-0B8F-03C1-2B446EC2F70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609598" y="314619"/>
            <a:ext cx="1283702" cy="769597"/>
          </a:xfrm>
          <a:prstGeom prst="rect">
            <a:avLst/>
          </a:prstGeom>
        </p:spPr>
      </p:pic>
      <p:sp>
        <p:nvSpPr>
          <p:cNvPr id="12" name="Text Placeholder 11">
            <a:extLst>
              <a:ext uri="{FF2B5EF4-FFF2-40B4-BE49-F238E27FC236}">
                <a16:creationId xmlns:a16="http://schemas.microsoft.com/office/drawing/2014/main" id="{B3897E40-56A2-91DD-CCE8-8E38608EBFA0}"/>
              </a:ext>
            </a:extLst>
          </p:cNvPr>
          <p:cNvSpPr>
            <a:spLocks noGrp="1"/>
          </p:cNvSpPr>
          <p:nvPr>
            <p:ph type="body" sz="quarter" idx="13" hasCustomPrompt="1"/>
          </p:nvPr>
        </p:nvSpPr>
        <p:spPr>
          <a:xfrm>
            <a:off x="9170126" y="5034988"/>
            <a:ext cx="2544628" cy="313932"/>
          </a:xfrm>
        </p:spPr>
        <p:txBody>
          <a:bodyPr wrap="square"/>
          <a:lstStyle>
            <a:lvl1pPr marL="0" indent="0" algn="ctr">
              <a:spcAft>
                <a:spcPts val="300"/>
              </a:spcAft>
              <a:buNone/>
              <a:defRPr sz="1600" b="0" i="0">
                <a:solidFill>
                  <a:schemeClr val="tx2"/>
                </a:solidFill>
                <a:latin typeface="Amazon Ember Display" panose="020F0603020204020204" pitchFamily="34" charset="0"/>
              </a:defRPr>
            </a:lvl1pPr>
          </a:lstStyle>
          <a:p>
            <a:pPr lvl="0"/>
            <a:r>
              <a:rPr lang="en-US" dirty="0"/>
              <a:t>In collaboration with</a:t>
            </a:r>
          </a:p>
        </p:txBody>
      </p:sp>
    </p:spTree>
    <p:extLst>
      <p:ext uri="{BB962C8B-B14F-4D97-AF65-F5344CB8AC3E}">
        <p14:creationId xmlns:p14="http://schemas.microsoft.com/office/powerpoint/2010/main" val="32770993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Slide 1B">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C35B44E-D009-7238-7D9A-79314B1D0C38}"/>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18671D03-03D2-3246-0292-3278FC46E9BD}"/>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13" name="Text Placeholder 7">
            <a:extLst>
              <a:ext uri="{FF2B5EF4-FFF2-40B4-BE49-F238E27FC236}">
                <a16:creationId xmlns:a16="http://schemas.microsoft.com/office/drawing/2014/main" id="{F7A14831-118F-D903-FBF8-08F6C0E1C51D}"/>
              </a:ext>
            </a:extLst>
          </p:cNvPr>
          <p:cNvSpPr>
            <a:spLocks noGrp="1"/>
          </p:cNvSpPr>
          <p:nvPr>
            <p:ph type="body" sz="quarter" idx="10" hasCustomPrompt="1"/>
          </p:nvPr>
        </p:nvSpPr>
        <p:spPr>
          <a:xfrm>
            <a:off x="609598" y="3965866"/>
            <a:ext cx="3170550" cy="191515"/>
          </a:xfrm>
        </p:spPr>
        <p:txBody>
          <a:bodyPr wrap="square"/>
          <a:lstStyle>
            <a:lvl1pPr marL="0" indent="0">
              <a:spcAft>
                <a:spcPts val="0"/>
              </a:spcAft>
              <a:buNone/>
              <a:defRPr sz="13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EYEBROW TREATMENT</a:t>
            </a:r>
          </a:p>
        </p:txBody>
      </p:sp>
      <p:sp>
        <p:nvSpPr>
          <p:cNvPr id="14" name="Title 1">
            <a:extLst>
              <a:ext uri="{FF2B5EF4-FFF2-40B4-BE49-F238E27FC236}">
                <a16:creationId xmlns:a16="http://schemas.microsoft.com/office/drawing/2014/main" id="{D5667255-5717-15E3-15D5-EE54F25E2498}"/>
              </a:ext>
            </a:extLst>
          </p:cNvPr>
          <p:cNvSpPr>
            <a:spLocks noGrp="1"/>
          </p:cNvSpPr>
          <p:nvPr>
            <p:ph type="ctrTitle" hasCustomPrompt="1"/>
          </p:nvPr>
        </p:nvSpPr>
        <p:spPr>
          <a:xfrm>
            <a:off x="477246" y="4440902"/>
            <a:ext cx="6460999" cy="166539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br>
              <a:rPr lang="en-US" dirty="0"/>
            </a:br>
            <a:r>
              <a:rPr lang="en-US" dirty="0"/>
              <a:t>here</a:t>
            </a:r>
          </a:p>
        </p:txBody>
      </p:sp>
      <p:pic>
        <p:nvPicPr>
          <p:cNvPr id="17" name="Picture 16">
            <a:extLst>
              <a:ext uri="{FF2B5EF4-FFF2-40B4-BE49-F238E27FC236}">
                <a16:creationId xmlns:a16="http://schemas.microsoft.com/office/drawing/2014/main" id="{0AA3514D-62F7-F4CA-514C-09D1E5C317B5}"/>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609598" y="314619"/>
            <a:ext cx="1283702" cy="769597"/>
          </a:xfrm>
          <a:prstGeom prst="rect">
            <a:avLst/>
          </a:prstGeom>
        </p:spPr>
      </p:pic>
      <p:sp>
        <p:nvSpPr>
          <p:cNvPr id="22" name="Text Placeholder 11">
            <a:extLst>
              <a:ext uri="{FF2B5EF4-FFF2-40B4-BE49-F238E27FC236}">
                <a16:creationId xmlns:a16="http://schemas.microsoft.com/office/drawing/2014/main" id="{37019E3F-7419-4C95-D907-DC1BEA403647}"/>
              </a:ext>
            </a:extLst>
          </p:cNvPr>
          <p:cNvSpPr>
            <a:spLocks noGrp="1"/>
          </p:cNvSpPr>
          <p:nvPr>
            <p:ph type="body" sz="quarter" idx="13" hasCustomPrompt="1"/>
          </p:nvPr>
        </p:nvSpPr>
        <p:spPr>
          <a:xfrm>
            <a:off x="9170126" y="5034988"/>
            <a:ext cx="2544628" cy="313932"/>
          </a:xfrm>
        </p:spPr>
        <p:txBody>
          <a:bodyPr wrap="square"/>
          <a:lstStyle>
            <a:lvl1pPr marL="0" indent="0" algn="ctr">
              <a:spcAft>
                <a:spcPts val="300"/>
              </a:spcAft>
              <a:buNone/>
              <a:defRPr sz="1600" b="0" i="0">
                <a:solidFill>
                  <a:schemeClr val="tx2"/>
                </a:solidFill>
                <a:latin typeface="Amazon Ember Display" panose="020F0603020204020204" pitchFamily="34" charset="0"/>
              </a:defRPr>
            </a:lvl1pPr>
          </a:lstStyle>
          <a:p>
            <a:pPr lvl="0"/>
            <a:r>
              <a:rPr lang="en-US" dirty="0"/>
              <a:t>In collaboration with</a:t>
            </a:r>
          </a:p>
        </p:txBody>
      </p:sp>
    </p:spTree>
    <p:extLst>
      <p:ext uri="{BB962C8B-B14F-4D97-AF65-F5344CB8AC3E}">
        <p14:creationId xmlns:p14="http://schemas.microsoft.com/office/powerpoint/2010/main" val="3515829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7F1B3F-5EAF-BF4D-EAC3-027F3AE85E7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293209"/>
          </a:xfrm>
        </p:spPr>
        <p:txBody>
          <a:bodyPr/>
          <a:lstStyle>
            <a:lvl1pPr marL="0" indent="0">
              <a:spcAft>
                <a:spcPts val="3000"/>
              </a:spcAft>
              <a:buNone/>
              <a:defRPr sz="2400" b="0" i="0">
                <a:latin typeface="Amazon Ember Display" panose="020F0603020204020204" pitchFamily="34" charset="0"/>
              </a:defRPr>
            </a:lvl1pPr>
            <a:lvl2pPr marL="0" indent="0">
              <a:spcAft>
                <a:spcPts val="3000"/>
              </a:spcAft>
              <a:buNone/>
              <a:defRPr sz="2400" b="0" i="0">
                <a:latin typeface="Amazon Ember Display" panose="020F0603020204020204" pitchFamily="34" charset="0"/>
              </a:defRPr>
            </a:lvl2pPr>
            <a:lvl3pPr marL="0" indent="0">
              <a:spcAft>
                <a:spcPts val="3000"/>
              </a:spcAft>
              <a:buNone/>
              <a:defRPr sz="2400" b="0" i="0">
                <a:latin typeface="Amazon Ember Display" panose="020F0603020204020204" pitchFamily="34" charset="0"/>
              </a:defRPr>
            </a:lvl3pPr>
            <a:lvl4pPr marL="0" indent="0">
              <a:spcAft>
                <a:spcPts val="3000"/>
              </a:spcAft>
              <a:buNone/>
              <a:defRPr sz="2400" b="0" i="0">
                <a:latin typeface="Amazon Ember Display" panose="020F0603020204020204" pitchFamily="34" charset="0"/>
              </a:defRPr>
            </a:lvl4pPr>
            <a:lvl5pPr marL="0" indent="0">
              <a:spcAft>
                <a:spcPts val="3000"/>
              </a:spcAft>
              <a:buNone/>
              <a:defRPr sz="2400" b="0" i="0">
                <a:latin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70614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D9356ED-54C0-AD03-2028-FEFC88C137A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293209"/>
          </a:xfrm>
        </p:spPr>
        <p:txBody>
          <a:bodyPr/>
          <a:lstStyle>
            <a:lvl1pPr marL="0" indent="0">
              <a:spcAft>
                <a:spcPts val="3000"/>
              </a:spcAft>
              <a:buNone/>
              <a:defRPr sz="2400" b="0" i="0">
                <a:latin typeface="Amazon Ember Display" panose="020F0603020204020204" pitchFamily="34" charset="0"/>
              </a:defRPr>
            </a:lvl1pPr>
            <a:lvl2pPr marL="0" indent="0">
              <a:spcAft>
                <a:spcPts val="3000"/>
              </a:spcAft>
              <a:buNone/>
              <a:defRPr sz="2400" b="0" i="0">
                <a:latin typeface="Amazon Ember Display" panose="020F0603020204020204" pitchFamily="34" charset="0"/>
              </a:defRPr>
            </a:lvl2pPr>
            <a:lvl3pPr marL="0" indent="0">
              <a:spcAft>
                <a:spcPts val="3000"/>
              </a:spcAft>
              <a:buNone/>
              <a:defRPr sz="2400" b="0" i="0">
                <a:latin typeface="Amazon Ember Display" panose="020F0603020204020204" pitchFamily="34" charset="0"/>
              </a:defRPr>
            </a:lvl3pPr>
            <a:lvl4pPr marL="0" indent="0">
              <a:spcAft>
                <a:spcPts val="3000"/>
              </a:spcAft>
              <a:buNone/>
              <a:defRPr sz="2400" b="0" i="0">
                <a:latin typeface="Amazon Ember Display" panose="020F0603020204020204" pitchFamily="34" charset="0"/>
              </a:defRPr>
            </a:lvl4pPr>
            <a:lvl5pPr marL="0" indent="0">
              <a:spcAft>
                <a:spcPts val="3000"/>
              </a:spcAft>
              <a:buNone/>
              <a:defRPr sz="2400" b="0" i="0">
                <a:latin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E9F3380B-4C2C-4CFA-5735-2689C62E6B5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10707938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3">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B267722-074B-A21B-E711-8760B52945C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293209"/>
          </a:xfrm>
        </p:spPr>
        <p:txBody>
          <a:bodyPr/>
          <a:lstStyle>
            <a:lvl1pPr marL="0" indent="0">
              <a:spcAft>
                <a:spcPts val="3000"/>
              </a:spcAft>
              <a:buNone/>
              <a:defRPr sz="2400" b="0" i="0">
                <a:latin typeface="Amazon Ember Display" panose="020F0603020204020204" pitchFamily="34" charset="0"/>
              </a:defRPr>
            </a:lvl1pPr>
            <a:lvl2pPr marL="0" indent="0">
              <a:spcAft>
                <a:spcPts val="3000"/>
              </a:spcAft>
              <a:buNone/>
              <a:defRPr sz="2400" b="0" i="0">
                <a:latin typeface="Amazon Ember Display" panose="020F0603020204020204" pitchFamily="34" charset="0"/>
              </a:defRPr>
            </a:lvl2pPr>
            <a:lvl3pPr marL="0" indent="0">
              <a:spcAft>
                <a:spcPts val="3000"/>
              </a:spcAft>
              <a:buNone/>
              <a:defRPr sz="2400" b="0" i="0">
                <a:latin typeface="Amazon Ember Display" panose="020F0603020204020204" pitchFamily="34" charset="0"/>
              </a:defRPr>
            </a:lvl3pPr>
            <a:lvl4pPr marL="0" indent="0">
              <a:spcAft>
                <a:spcPts val="3000"/>
              </a:spcAft>
              <a:buNone/>
              <a:defRPr sz="2400" b="0" i="0">
                <a:latin typeface="Amazon Ember Display" panose="020F0603020204020204" pitchFamily="34" charset="0"/>
              </a:defRPr>
            </a:lvl4pPr>
            <a:lvl5pPr marL="0" indent="0">
              <a:spcAft>
                <a:spcPts val="3000"/>
              </a:spcAft>
              <a:buNone/>
              <a:defRPr sz="2400" b="0" i="0">
                <a:latin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ADD7451C-3F29-6F6D-F332-22252720A08E}"/>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1893051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genda Slide 4">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7F1B3F-5EAF-BF4D-EAC3-027F3AE85E7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9" name="Rectangle: Rounded Corners 13">
            <a:extLst>
              <a:ext uri="{FF2B5EF4-FFF2-40B4-BE49-F238E27FC236}">
                <a16:creationId xmlns:a16="http://schemas.microsoft.com/office/drawing/2014/main" id="{AE391E1B-A49D-3B43-4F1E-E92B03E351ED}"/>
              </a:ext>
            </a:extLst>
          </p:cNvPr>
          <p:cNvSpPr/>
          <p:nvPr userDrawn="1"/>
        </p:nvSpPr>
        <p:spPr>
          <a:xfrm>
            <a:off x="7358062" y="-1"/>
            <a:ext cx="4833938" cy="6857999"/>
          </a:xfrm>
          <a:prstGeom prst="roundRect">
            <a:avLst>
              <a:gd name="adj" fmla="val 0"/>
            </a:avLst>
          </a:prstGeom>
          <a:gradFill>
            <a:gsLst>
              <a:gs pos="0">
                <a:schemeClr val="accent1">
                  <a:lumMod val="20000"/>
                  <a:lumOff val="80000"/>
                </a:schemeClr>
              </a:gs>
              <a:gs pos="100000">
                <a:schemeClr val="accent1">
                  <a:lumMod val="20000"/>
                  <a:lumOff val="80000"/>
                  <a:alpha val="4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851BF4B3-22B7-9353-72C3-2C2F24EAC365}"/>
              </a:ext>
            </a:extLst>
          </p:cNvPr>
          <p:cNvCxnSpPr>
            <a:cxnSpLocks/>
          </p:cNvCxnSpPr>
          <p:nvPr userDrawn="1"/>
        </p:nvCxnSpPr>
        <p:spPr>
          <a:xfrm>
            <a:off x="8931690" y="3412924"/>
            <a:ext cx="1716845" cy="0"/>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pic>
        <p:nvPicPr>
          <p:cNvPr id="11" name="Picture 9">
            <a:extLst>
              <a:ext uri="{FF2B5EF4-FFF2-40B4-BE49-F238E27FC236}">
                <a16:creationId xmlns:a16="http://schemas.microsoft.com/office/drawing/2014/main" id="{8FDB5355-B444-421F-11E6-582B72844851}"/>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8783542" y="1733828"/>
            <a:ext cx="2013141" cy="1207885"/>
          </a:xfrm>
          <a:prstGeom prst="rect">
            <a:avLst/>
          </a:prstGeom>
        </p:spPr>
      </p:pic>
      <p:sp>
        <p:nvSpPr>
          <p:cNvPr id="12" name="Picture Placeholder 12">
            <a:extLst>
              <a:ext uri="{FF2B5EF4-FFF2-40B4-BE49-F238E27FC236}">
                <a16:creationId xmlns:a16="http://schemas.microsoft.com/office/drawing/2014/main" id="{00448299-E640-F5DD-1720-16EC9F48AA60}"/>
              </a:ext>
            </a:extLst>
          </p:cNvPr>
          <p:cNvSpPr>
            <a:spLocks noGrp="1"/>
          </p:cNvSpPr>
          <p:nvPr>
            <p:ph type="pic" sz="quarter" idx="15" hasCustomPrompt="1"/>
          </p:nvPr>
        </p:nvSpPr>
        <p:spPr>
          <a:xfrm>
            <a:off x="8761412" y="3851626"/>
            <a:ext cx="2057400" cy="2057400"/>
          </a:xfrm>
        </p:spPr>
        <p:txBody>
          <a:bodyPr/>
          <a:lstStyle>
            <a:lvl1pPr marL="0" indent="0">
              <a:buNone/>
              <a:defRPr sz="1500"/>
            </a:lvl1pPr>
          </a:lstStyle>
          <a:p>
            <a:r>
              <a:rPr lang="en-AU" dirty="0"/>
              <a:t>Click icon to add customer logo</a:t>
            </a:r>
          </a:p>
        </p:txBody>
      </p:sp>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525376" y="914401"/>
            <a:ext cx="6498422"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6414198" cy="3293209"/>
          </a:xfrm>
        </p:spPr>
        <p:txBody>
          <a:bodyPr/>
          <a:lstStyle>
            <a:lvl1pPr marL="0" indent="0">
              <a:spcAft>
                <a:spcPts val="3000"/>
              </a:spcAft>
              <a:buNone/>
              <a:defRPr sz="2400" b="0" i="0">
                <a:latin typeface="Amazon Ember Display" panose="020F0603020204020204" pitchFamily="34" charset="0"/>
              </a:defRPr>
            </a:lvl1pPr>
            <a:lvl2pPr marL="0" indent="0">
              <a:spcAft>
                <a:spcPts val="3000"/>
              </a:spcAft>
              <a:buNone/>
              <a:defRPr sz="2400" b="0" i="0">
                <a:latin typeface="Amazon Ember Display" panose="020F0603020204020204" pitchFamily="34" charset="0"/>
              </a:defRPr>
            </a:lvl2pPr>
            <a:lvl3pPr marL="0" indent="0">
              <a:spcAft>
                <a:spcPts val="3000"/>
              </a:spcAft>
              <a:buNone/>
              <a:defRPr sz="2400" b="0" i="0">
                <a:latin typeface="Amazon Ember Display" panose="020F0603020204020204" pitchFamily="34" charset="0"/>
              </a:defRPr>
            </a:lvl3pPr>
            <a:lvl4pPr marL="0" indent="0">
              <a:spcAft>
                <a:spcPts val="3000"/>
              </a:spcAft>
              <a:buNone/>
              <a:defRPr sz="2400" b="0" i="0">
                <a:latin typeface="Amazon Ember Display" panose="020F0603020204020204" pitchFamily="34" charset="0"/>
              </a:defRPr>
            </a:lvl4pPr>
            <a:lvl5pPr marL="0" indent="0">
              <a:spcAft>
                <a:spcPts val="3000"/>
              </a:spcAft>
              <a:buNone/>
              <a:defRPr sz="2400" b="0" i="0">
                <a:latin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150453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Agenda Slide 5">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7F1B3F-5EAF-BF4D-EAC3-027F3AE85E7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4" name="Rectangle 23">
            <a:extLst>
              <a:ext uri="{FF2B5EF4-FFF2-40B4-BE49-F238E27FC236}">
                <a16:creationId xmlns:a16="http://schemas.microsoft.com/office/drawing/2014/main" id="{523F36C4-BF0E-E0C3-FF51-5813D6922C4F}"/>
              </a:ext>
            </a:extLst>
          </p:cNvPr>
          <p:cNvSpPr/>
          <p:nvPr userDrawn="1"/>
        </p:nvSpPr>
        <p:spPr>
          <a:xfrm>
            <a:off x="6019800" y="0"/>
            <a:ext cx="61722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25" name="Text Placeholder 3">
            <a:extLst>
              <a:ext uri="{FF2B5EF4-FFF2-40B4-BE49-F238E27FC236}">
                <a16:creationId xmlns:a16="http://schemas.microsoft.com/office/drawing/2014/main" id="{1C9F2705-3E34-D81D-598E-50A0C863F15C}"/>
              </a:ext>
            </a:extLst>
          </p:cNvPr>
          <p:cNvSpPr>
            <a:spLocks noGrp="1"/>
          </p:cNvSpPr>
          <p:nvPr>
            <p:ph type="body" sz="half" idx="22" hasCustomPrompt="1"/>
          </p:nvPr>
        </p:nvSpPr>
        <p:spPr>
          <a:xfrm>
            <a:off x="6936743" y="531982"/>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4</a:t>
            </a:r>
          </a:p>
        </p:txBody>
      </p:sp>
      <p:sp>
        <p:nvSpPr>
          <p:cNvPr id="26" name="Text Placeholder 3">
            <a:extLst>
              <a:ext uri="{FF2B5EF4-FFF2-40B4-BE49-F238E27FC236}">
                <a16:creationId xmlns:a16="http://schemas.microsoft.com/office/drawing/2014/main" id="{283544F5-2D43-9F45-4D4C-C7E37B7AFBB0}"/>
              </a:ext>
            </a:extLst>
          </p:cNvPr>
          <p:cNvSpPr>
            <a:spLocks noGrp="1"/>
          </p:cNvSpPr>
          <p:nvPr>
            <p:ph type="body" sz="half" idx="23" hasCustomPrompt="1"/>
          </p:nvPr>
        </p:nvSpPr>
        <p:spPr>
          <a:xfrm>
            <a:off x="6446886" y="531981"/>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04</a:t>
            </a:r>
          </a:p>
        </p:txBody>
      </p:sp>
      <p:sp>
        <p:nvSpPr>
          <p:cNvPr id="27" name="Text Placeholder 3">
            <a:extLst>
              <a:ext uri="{FF2B5EF4-FFF2-40B4-BE49-F238E27FC236}">
                <a16:creationId xmlns:a16="http://schemas.microsoft.com/office/drawing/2014/main" id="{429DC28E-14A8-64C6-5311-01822FE1FDC6}"/>
              </a:ext>
            </a:extLst>
          </p:cNvPr>
          <p:cNvSpPr>
            <a:spLocks noGrp="1"/>
          </p:cNvSpPr>
          <p:nvPr>
            <p:ph type="body" sz="half" idx="24" hasCustomPrompt="1"/>
          </p:nvPr>
        </p:nvSpPr>
        <p:spPr>
          <a:xfrm>
            <a:off x="6936743" y="989182"/>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28" name="Text Placeholder 3">
            <a:extLst>
              <a:ext uri="{FF2B5EF4-FFF2-40B4-BE49-F238E27FC236}">
                <a16:creationId xmlns:a16="http://schemas.microsoft.com/office/drawing/2014/main" id="{677FE724-C2C4-7B2B-12D9-83C5137A47F5}"/>
              </a:ext>
            </a:extLst>
          </p:cNvPr>
          <p:cNvSpPr>
            <a:spLocks noGrp="1"/>
          </p:cNvSpPr>
          <p:nvPr>
            <p:ph type="body" sz="half" idx="25" hasCustomPrompt="1"/>
          </p:nvPr>
        </p:nvSpPr>
        <p:spPr>
          <a:xfrm>
            <a:off x="6936743" y="1708164"/>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5</a:t>
            </a:r>
          </a:p>
        </p:txBody>
      </p:sp>
      <p:sp>
        <p:nvSpPr>
          <p:cNvPr id="29" name="Text Placeholder 3">
            <a:extLst>
              <a:ext uri="{FF2B5EF4-FFF2-40B4-BE49-F238E27FC236}">
                <a16:creationId xmlns:a16="http://schemas.microsoft.com/office/drawing/2014/main" id="{2A962881-F30C-2A01-35C1-AF893519C261}"/>
              </a:ext>
            </a:extLst>
          </p:cNvPr>
          <p:cNvSpPr>
            <a:spLocks noGrp="1"/>
          </p:cNvSpPr>
          <p:nvPr>
            <p:ph type="body" sz="half" idx="26" hasCustomPrompt="1"/>
          </p:nvPr>
        </p:nvSpPr>
        <p:spPr>
          <a:xfrm>
            <a:off x="6446886" y="1708163"/>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05</a:t>
            </a:r>
          </a:p>
        </p:txBody>
      </p:sp>
      <p:sp>
        <p:nvSpPr>
          <p:cNvPr id="30" name="Text Placeholder 3">
            <a:extLst>
              <a:ext uri="{FF2B5EF4-FFF2-40B4-BE49-F238E27FC236}">
                <a16:creationId xmlns:a16="http://schemas.microsoft.com/office/drawing/2014/main" id="{01E49F56-FA7C-F676-414E-32C7ECE8C551}"/>
              </a:ext>
            </a:extLst>
          </p:cNvPr>
          <p:cNvSpPr>
            <a:spLocks noGrp="1"/>
          </p:cNvSpPr>
          <p:nvPr>
            <p:ph type="body" sz="half" idx="27" hasCustomPrompt="1"/>
          </p:nvPr>
        </p:nvSpPr>
        <p:spPr>
          <a:xfrm>
            <a:off x="6936743" y="2165364"/>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31" name="Text Placeholder 3">
            <a:extLst>
              <a:ext uri="{FF2B5EF4-FFF2-40B4-BE49-F238E27FC236}">
                <a16:creationId xmlns:a16="http://schemas.microsoft.com/office/drawing/2014/main" id="{E1300DB1-CA16-5D37-116F-4F5F1E9529EB}"/>
              </a:ext>
            </a:extLst>
          </p:cNvPr>
          <p:cNvSpPr>
            <a:spLocks noGrp="1"/>
          </p:cNvSpPr>
          <p:nvPr>
            <p:ph type="body" sz="half" idx="28" hasCustomPrompt="1"/>
          </p:nvPr>
        </p:nvSpPr>
        <p:spPr>
          <a:xfrm>
            <a:off x="6936743" y="2884346"/>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6</a:t>
            </a:r>
          </a:p>
        </p:txBody>
      </p:sp>
      <p:sp>
        <p:nvSpPr>
          <p:cNvPr id="32" name="Text Placeholder 3">
            <a:extLst>
              <a:ext uri="{FF2B5EF4-FFF2-40B4-BE49-F238E27FC236}">
                <a16:creationId xmlns:a16="http://schemas.microsoft.com/office/drawing/2014/main" id="{1172A21D-DC7D-DDD6-39A1-D7DBFEF9C45D}"/>
              </a:ext>
            </a:extLst>
          </p:cNvPr>
          <p:cNvSpPr>
            <a:spLocks noGrp="1"/>
          </p:cNvSpPr>
          <p:nvPr>
            <p:ph type="body" sz="half" idx="29" hasCustomPrompt="1"/>
          </p:nvPr>
        </p:nvSpPr>
        <p:spPr>
          <a:xfrm>
            <a:off x="6446886" y="2884345"/>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06</a:t>
            </a:r>
          </a:p>
        </p:txBody>
      </p:sp>
      <p:sp>
        <p:nvSpPr>
          <p:cNvPr id="33" name="Text Placeholder 3">
            <a:extLst>
              <a:ext uri="{FF2B5EF4-FFF2-40B4-BE49-F238E27FC236}">
                <a16:creationId xmlns:a16="http://schemas.microsoft.com/office/drawing/2014/main" id="{A94DED7A-670F-2DB0-D5F6-F8848FF28187}"/>
              </a:ext>
            </a:extLst>
          </p:cNvPr>
          <p:cNvSpPr>
            <a:spLocks noGrp="1"/>
          </p:cNvSpPr>
          <p:nvPr>
            <p:ph type="body" sz="half" idx="30" hasCustomPrompt="1"/>
          </p:nvPr>
        </p:nvSpPr>
        <p:spPr>
          <a:xfrm>
            <a:off x="6936743" y="3341546"/>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34" name="Text Placeholder 3">
            <a:extLst>
              <a:ext uri="{FF2B5EF4-FFF2-40B4-BE49-F238E27FC236}">
                <a16:creationId xmlns:a16="http://schemas.microsoft.com/office/drawing/2014/main" id="{7F76A38D-196F-9D34-7ECE-9F6F27661D0E}"/>
              </a:ext>
            </a:extLst>
          </p:cNvPr>
          <p:cNvSpPr>
            <a:spLocks noGrp="1"/>
          </p:cNvSpPr>
          <p:nvPr>
            <p:ph type="body" sz="half" idx="31" hasCustomPrompt="1"/>
          </p:nvPr>
        </p:nvSpPr>
        <p:spPr>
          <a:xfrm>
            <a:off x="6936743" y="4060528"/>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7</a:t>
            </a:r>
          </a:p>
        </p:txBody>
      </p:sp>
      <p:sp>
        <p:nvSpPr>
          <p:cNvPr id="35" name="Text Placeholder 3">
            <a:extLst>
              <a:ext uri="{FF2B5EF4-FFF2-40B4-BE49-F238E27FC236}">
                <a16:creationId xmlns:a16="http://schemas.microsoft.com/office/drawing/2014/main" id="{5129EDB6-9F80-95AA-D9F6-BEF408FDEC01}"/>
              </a:ext>
            </a:extLst>
          </p:cNvPr>
          <p:cNvSpPr>
            <a:spLocks noGrp="1"/>
          </p:cNvSpPr>
          <p:nvPr>
            <p:ph type="body" sz="half" idx="32" hasCustomPrompt="1"/>
          </p:nvPr>
        </p:nvSpPr>
        <p:spPr>
          <a:xfrm>
            <a:off x="6446886" y="4060527"/>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07</a:t>
            </a:r>
          </a:p>
        </p:txBody>
      </p:sp>
      <p:sp>
        <p:nvSpPr>
          <p:cNvPr id="36" name="Text Placeholder 3">
            <a:extLst>
              <a:ext uri="{FF2B5EF4-FFF2-40B4-BE49-F238E27FC236}">
                <a16:creationId xmlns:a16="http://schemas.microsoft.com/office/drawing/2014/main" id="{FEEBE7CF-7A58-D94E-E900-C6D62A6F57B0}"/>
              </a:ext>
            </a:extLst>
          </p:cNvPr>
          <p:cNvSpPr>
            <a:spLocks noGrp="1"/>
          </p:cNvSpPr>
          <p:nvPr>
            <p:ph type="body" sz="half" idx="33" hasCustomPrompt="1"/>
          </p:nvPr>
        </p:nvSpPr>
        <p:spPr>
          <a:xfrm>
            <a:off x="6936743" y="4517728"/>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37" name="Text Placeholder 3">
            <a:extLst>
              <a:ext uri="{FF2B5EF4-FFF2-40B4-BE49-F238E27FC236}">
                <a16:creationId xmlns:a16="http://schemas.microsoft.com/office/drawing/2014/main" id="{7551D5BE-0CFB-B592-925A-8849B394C208}"/>
              </a:ext>
            </a:extLst>
          </p:cNvPr>
          <p:cNvSpPr>
            <a:spLocks noGrp="1"/>
          </p:cNvSpPr>
          <p:nvPr>
            <p:ph type="body" sz="half" idx="34" hasCustomPrompt="1"/>
          </p:nvPr>
        </p:nvSpPr>
        <p:spPr>
          <a:xfrm>
            <a:off x="6936743" y="5236710"/>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8</a:t>
            </a:r>
          </a:p>
        </p:txBody>
      </p:sp>
      <p:sp>
        <p:nvSpPr>
          <p:cNvPr id="38" name="Text Placeholder 3">
            <a:extLst>
              <a:ext uri="{FF2B5EF4-FFF2-40B4-BE49-F238E27FC236}">
                <a16:creationId xmlns:a16="http://schemas.microsoft.com/office/drawing/2014/main" id="{A918DF4D-8BA2-518A-C155-1EF58B84FB37}"/>
              </a:ext>
            </a:extLst>
          </p:cNvPr>
          <p:cNvSpPr>
            <a:spLocks noGrp="1"/>
          </p:cNvSpPr>
          <p:nvPr>
            <p:ph type="body" sz="half" idx="35" hasCustomPrompt="1"/>
          </p:nvPr>
        </p:nvSpPr>
        <p:spPr>
          <a:xfrm>
            <a:off x="6446886" y="5236709"/>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08</a:t>
            </a:r>
          </a:p>
        </p:txBody>
      </p:sp>
      <p:sp>
        <p:nvSpPr>
          <p:cNvPr id="39" name="Text Placeholder 3">
            <a:extLst>
              <a:ext uri="{FF2B5EF4-FFF2-40B4-BE49-F238E27FC236}">
                <a16:creationId xmlns:a16="http://schemas.microsoft.com/office/drawing/2014/main" id="{17569504-88A6-56D1-B79C-F64C4D33C285}"/>
              </a:ext>
            </a:extLst>
          </p:cNvPr>
          <p:cNvSpPr>
            <a:spLocks noGrp="1"/>
          </p:cNvSpPr>
          <p:nvPr>
            <p:ph type="body" sz="half" idx="36" hasCustomPrompt="1"/>
          </p:nvPr>
        </p:nvSpPr>
        <p:spPr>
          <a:xfrm>
            <a:off x="6936743" y="5693910"/>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2006325" y="914401"/>
            <a:ext cx="3320698" cy="1179663"/>
          </a:xfrm>
          <a:prstGeom prst="rect">
            <a:avLst/>
          </a:prstGeom>
        </p:spPr>
        <p:txBody>
          <a:bodyPr anchor="t"/>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Today’s </a:t>
            </a:r>
            <a:br>
              <a:rPr lang="en-US" dirty="0"/>
            </a:br>
            <a:r>
              <a:rPr lang="en-US" dirty="0"/>
              <a:t>Agenda</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grpSp>
        <p:nvGrpSpPr>
          <p:cNvPr id="6" name="Group 5">
            <a:extLst>
              <a:ext uri="{FF2B5EF4-FFF2-40B4-BE49-F238E27FC236}">
                <a16:creationId xmlns:a16="http://schemas.microsoft.com/office/drawing/2014/main" id="{D787B1CE-68AF-587E-0E2A-439F396633B6}"/>
              </a:ext>
            </a:extLst>
          </p:cNvPr>
          <p:cNvGrpSpPr/>
          <p:nvPr userDrawn="1"/>
        </p:nvGrpSpPr>
        <p:grpSpPr>
          <a:xfrm>
            <a:off x="623248" y="891945"/>
            <a:ext cx="1159496" cy="1159496"/>
            <a:chOff x="4156804" y="327221"/>
            <a:chExt cx="1905000" cy="1905000"/>
          </a:xfrm>
        </p:grpSpPr>
        <p:sp>
          <p:nvSpPr>
            <p:cNvPr id="13" name="Oval 12">
              <a:extLst>
                <a:ext uri="{FF2B5EF4-FFF2-40B4-BE49-F238E27FC236}">
                  <a16:creationId xmlns:a16="http://schemas.microsoft.com/office/drawing/2014/main" id="{59F7A8BF-8259-9DBD-1971-56B0AB3BFCBD}"/>
                </a:ext>
              </a:extLst>
            </p:cNvPr>
            <p:cNvSpPr/>
            <p:nvPr userDrawn="1"/>
          </p:nvSpPr>
          <p:spPr>
            <a:xfrm>
              <a:off x="4178576" y="348993"/>
              <a:ext cx="1861457" cy="1861457"/>
            </a:xfrm>
            <a:prstGeom prst="ellipse">
              <a:avLst/>
            </a:prstGeom>
            <a:noFill/>
            <a:ln w="28575">
              <a:solidFill>
                <a:srgbClr val="232F3E"/>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accent1"/>
                </a:solidFill>
              </a:endParaRPr>
            </a:p>
          </p:txBody>
        </p:sp>
        <p:pic>
          <p:nvPicPr>
            <p:cNvPr id="14" name="Graphic 13">
              <a:extLst>
                <a:ext uri="{FF2B5EF4-FFF2-40B4-BE49-F238E27FC236}">
                  <a16:creationId xmlns:a16="http://schemas.microsoft.com/office/drawing/2014/main" id="{2C825AEC-956D-7D29-A720-F21D14B541D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56804" y="327221"/>
              <a:ext cx="1905000" cy="1905000"/>
            </a:xfrm>
            <a:prstGeom prst="rect">
              <a:avLst/>
            </a:prstGeom>
          </p:spPr>
        </p:pic>
      </p:grpSp>
      <p:sp>
        <p:nvSpPr>
          <p:cNvPr id="15" name="Text Placeholder 3">
            <a:extLst>
              <a:ext uri="{FF2B5EF4-FFF2-40B4-BE49-F238E27FC236}">
                <a16:creationId xmlns:a16="http://schemas.microsoft.com/office/drawing/2014/main" id="{08ADA7E1-3F01-D40C-6D6D-0D78C3466C2A}"/>
              </a:ext>
            </a:extLst>
          </p:cNvPr>
          <p:cNvSpPr>
            <a:spLocks noGrp="1"/>
          </p:cNvSpPr>
          <p:nvPr>
            <p:ph type="body" sz="half" idx="2" hasCustomPrompt="1"/>
          </p:nvPr>
        </p:nvSpPr>
        <p:spPr>
          <a:xfrm>
            <a:off x="1096214" y="2467986"/>
            <a:ext cx="4535604"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1</a:t>
            </a:r>
          </a:p>
        </p:txBody>
      </p:sp>
      <p:sp>
        <p:nvSpPr>
          <p:cNvPr id="16" name="Text Placeholder 3">
            <a:extLst>
              <a:ext uri="{FF2B5EF4-FFF2-40B4-BE49-F238E27FC236}">
                <a16:creationId xmlns:a16="http://schemas.microsoft.com/office/drawing/2014/main" id="{B00CB537-9054-12E2-99EB-721FBD848D90}"/>
              </a:ext>
            </a:extLst>
          </p:cNvPr>
          <p:cNvSpPr>
            <a:spLocks noGrp="1"/>
          </p:cNvSpPr>
          <p:nvPr>
            <p:ph type="body" sz="half" idx="14" hasCustomPrompt="1"/>
          </p:nvPr>
        </p:nvSpPr>
        <p:spPr>
          <a:xfrm>
            <a:off x="606356" y="2467985"/>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01</a:t>
            </a:r>
          </a:p>
        </p:txBody>
      </p:sp>
      <p:sp>
        <p:nvSpPr>
          <p:cNvPr id="17" name="Text Placeholder 3">
            <a:extLst>
              <a:ext uri="{FF2B5EF4-FFF2-40B4-BE49-F238E27FC236}">
                <a16:creationId xmlns:a16="http://schemas.microsoft.com/office/drawing/2014/main" id="{08035D08-388B-FBEF-B879-DCD50343817B}"/>
              </a:ext>
            </a:extLst>
          </p:cNvPr>
          <p:cNvSpPr>
            <a:spLocks noGrp="1"/>
          </p:cNvSpPr>
          <p:nvPr>
            <p:ph type="body" sz="half" idx="15" hasCustomPrompt="1"/>
          </p:nvPr>
        </p:nvSpPr>
        <p:spPr>
          <a:xfrm>
            <a:off x="1096214" y="2925186"/>
            <a:ext cx="4535604"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18" name="Text Placeholder 3">
            <a:extLst>
              <a:ext uri="{FF2B5EF4-FFF2-40B4-BE49-F238E27FC236}">
                <a16:creationId xmlns:a16="http://schemas.microsoft.com/office/drawing/2014/main" id="{73DBA953-BD1B-DD1E-FFFA-348CF6645734}"/>
              </a:ext>
            </a:extLst>
          </p:cNvPr>
          <p:cNvSpPr>
            <a:spLocks noGrp="1"/>
          </p:cNvSpPr>
          <p:nvPr>
            <p:ph type="body" sz="half" idx="16" hasCustomPrompt="1"/>
          </p:nvPr>
        </p:nvSpPr>
        <p:spPr>
          <a:xfrm>
            <a:off x="1096214" y="3640740"/>
            <a:ext cx="4535604"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2</a:t>
            </a:r>
          </a:p>
        </p:txBody>
      </p:sp>
      <p:sp>
        <p:nvSpPr>
          <p:cNvPr id="19" name="Text Placeholder 3">
            <a:extLst>
              <a:ext uri="{FF2B5EF4-FFF2-40B4-BE49-F238E27FC236}">
                <a16:creationId xmlns:a16="http://schemas.microsoft.com/office/drawing/2014/main" id="{3B2E63DF-DF4A-0CDD-3154-615BB9108444}"/>
              </a:ext>
            </a:extLst>
          </p:cNvPr>
          <p:cNvSpPr>
            <a:spLocks noGrp="1"/>
          </p:cNvSpPr>
          <p:nvPr>
            <p:ph type="body" sz="half" idx="17" hasCustomPrompt="1"/>
          </p:nvPr>
        </p:nvSpPr>
        <p:spPr>
          <a:xfrm>
            <a:off x="606356" y="3640739"/>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02</a:t>
            </a:r>
          </a:p>
        </p:txBody>
      </p:sp>
      <p:sp>
        <p:nvSpPr>
          <p:cNvPr id="20" name="Text Placeholder 3">
            <a:extLst>
              <a:ext uri="{FF2B5EF4-FFF2-40B4-BE49-F238E27FC236}">
                <a16:creationId xmlns:a16="http://schemas.microsoft.com/office/drawing/2014/main" id="{50B86AF6-2BDF-ADBC-1352-887ABFF0D34D}"/>
              </a:ext>
            </a:extLst>
          </p:cNvPr>
          <p:cNvSpPr>
            <a:spLocks noGrp="1"/>
          </p:cNvSpPr>
          <p:nvPr>
            <p:ph type="body" sz="half" idx="18" hasCustomPrompt="1"/>
          </p:nvPr>
        </p:nvSpPr>
        <p:spPr>
          <a:xfrm>
            <a:off x="1096214" y="4097940"/>
            <a:ext cx="4535604"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21" name="Text Placeholder 3">
            <a:extLst>
              <a:ext uri="{FF2B5EF4-FFF2-40B4-BE49-F238E27FC236}">
                <a16:creationId xmlns:a16="http://schemas.microsoft.com/office/drawing/2014/main" id="{DC81135F-A909-D093-BEB9-A4524602D426}"/>
              </a:ext>
            </a:extLst>
          </p:cNvPr>
          <p:cNvSpPr>
            <a:spLocks noGrp="1"/>
          </p:cNvSpPr>
          <p:nvPr>
            <p:ph type="body" sz="half" idx="19" hasCustomPrompt="1"/>
          </p:nvPr>
        </p:nvSpPr>
        <p:spPr>
          <a:xfrm>
            <a:off x="1096214" y="4813494"/>
            <a:ext cx="4535604"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3</a:t>
            </a:r>
          </a:p>
        </p:txBody>
      </p:sp>
      <p:sp>
        <p:nvSpPr>
          <p:cNvPr id="22" name="Text Placeholder 3">
            <a:extLst>
              <a:ext uri="{FF2B5EF4-FFF2-40B4-BE49-F238E27FC236}">
                <a16:creationId xmlns:a16="http://schemas.microsoft.com/office/drawing/2014/main" id="{B6F97B3D-DA0C-6A2C-3CA7-0FFAF44339B2}"/>
              </a:ext>
            </a:extLst>
          </p:cNvPr>
          <p:cNvSpPr>
            <a:spLocks noGrp="1"/>
          </p:cNvSpPr>
          <p:nvPr>
            <p:ph type="body" sz="half" idx="20" hasCustomPrompt="1"/>
          </p:nvPr>
        </p:nvSpPr>
        <p:spPr>
          <a:xfrm>
            <a:off x="606356" y="4813493"/>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03</a:t>
            </a:r>
          </a:p>
        </p:txBody>
      </p:sp>
      <p:sp>
        <p:nvSpPr>
          <p:cNvPr id="23" name="Text Placeholder 3">
            <a:extLst>
              <a:ext uri="{FF2B5EF4-FFF2-40B4-BE49-F238E27FC236}">
                <a16:creationId xmlns:a16="http://schemas.microsoft.com/office/drawing/2014/main" id="{2A71D032-2F58-5E2C-F80B-0FB72F023464}"/>
              </a:ext>
            </a:extLst>
          </p:cNvPr>
          <p:cNvSpPr>
            <a:spLocks noGrp="1"/>
          </p:cNvSpPr>
          <p:nvPr>
            <p:ph type="body" sz="half" idx="21" hasCustomPrompt="1"/>
          </p:nvPr>
        </p:nvSpPr>
        <p:spPr>
          <a:xfrm>
            <a:off x="1096214" y="5270694"/>
            <a:ext cx="4535604"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Tree>
    <p:extLst>
      <p:ext uri="{BB962C8B-B14F-4D97-AF65-F5344CB8AC3E}">
        <p14:creationId xmlns:p14="http://schemas.microsoft.com/office/powerpoint/2010/main" val="3266009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Agenda Slide 6">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D9356ED-54C0-AD03-2028-FEFC88C137A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E9F3380B-4C2C-4CFA-5735-2689C62E6B5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8" name="Picture Placeholder 7">
            <a:extLst>
              <a:ext uri="{FF2B5EF4-FFF2-40B4-BE49-F238E27FC236}">
                <a16:creationId xmlns:a16="http://schemas.microsoft.com/office/drawing/2014/main" id="{95BE4362-3DF8-D18B-CAE3-886FD80D223E}"/>
              </a:ext>
            </a:extLst>
          </p:cNvPr>
          <p:cNvSpPr>
            <a:spLocks noGrp="1"/>
          </p:cNvSpPr>
          <p:nvPr>
            <p:ph type="pic" sz="quarter" idx="14"/>
          </p:nvPr>
        </p:nvSpPr>
        <p:spPr>
          <a:xfrm>
            <a:off x="8203474" y="1713547"/>
            <a:ext cx="3988526" cy="4480703"/>
          </a:xfrm>
          <a:prstGeom prst="rect">
            <a:avLst/>
          </a:prstGeom>
        </p:spPr>
        <p:txBody>
          <a:bodyPr anchor="ctr"/>
          <a:lstStyle>
            <a:lvl1pPr>
              <a:defRPr sz="1600"/>
            </a:lvl1pPr>
          </a:lstStyle>
          <a:p>
            <a:r>
              <a:rPr lang="en-US" sz="1600" dirty="0"/>
              <a:t>Click icon to add picture</a:t>
            </a:r>
            <a:endParaRPr lang="en-US" dirty="0"/>
          </a:p>
        </p:txBody>
      </p:sp>
    </p:spTree>
    <p:extLst>
      <p:ext uri="{BB962C8B-B14F-4D97-AF65-F5344CB8AC3E}">
        <p14:creationId xmlns:p14="http://schemas.microsoft.com/office/powerpoint/2010/main" val="35822982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a:t>
            </a:r>
          </a:p>
        </p:txBody>
      </p:sp>
      <p:sp>
        <p:nvSpPr>
          <p:cNvPr id="3" name="Date Placeholder 2">
            <a:extLst>
              <a:ext uri="{FF2B5EF4-FFF2-40B4-BE49-F238E27FC236}">
                <a16:creationId xmlns:a16="http://schemas.microsoft.com/office/drawing/2014/main" id="{08A22A18-A983-4477-9CE2-E889A78034A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00D62F-E191-C046-B6EA-E79BE99AA24A}" type="datetime1">
              <a:rPr lang="en-US" smtClean="0"/>
              <a:pPr/>
              <a:t>12/9/25</a:t>
            </a:fld>
            <a:endParaRPr lang="en-US" dirty="0"/>
          </a:p>
        </p:txBody>
      </p:sp>
      <p:sp>
        <p:nvSpPr>
          <p:cNvPr id="4" name="Footer Placeholder 3">
            <a:extLst>
              <a:ext uri="{FF2B5EF4-FFF2-40B4-BE49-F238E27FC236}">
                <a16:creationId xmlns:a16="http://schemas.microsoft.com/office/drawing/2014/main" id="{416B6389-19E6-4677-81FB-25CCEB0E3D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425795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Gradient 1">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32C0AD3-8E0A-E268-62C3-C4FC5A4FB67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12/9/25</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756"/>
          </a:xfrm>
          <a:prstGeom prst="rect">
            <a:avLst/>
          </a:prstGeom>
        </p:spPr>
      </p:pic>
      <p:pic>
        <p:nvPicPr>
          <p:cNvPr id="16" name="Picture 15">
            <a:extLst>
              <a:ext uri="{FF2B5EF4-FFF2-40B4-BE49-F238E27FC236}">
                <a16:creationId xmlns:a16="http://schemas.microsoft.com/office/drawing/2014/main" id="{74FB8723-8ACA-4EE1-B41C-61357DA12BFF}"/>
              </a:ext>
            </a:extLst>
          </p:cNvPr>
          <p:cNvPicPr>
            <a:picLocks noChangeAspect="1"/>
          </p:cNvPicPr>
          <p:nvPr userDrawn="1"/>
        </p:nvPicPr>
        <p:blipFill>
          <a:blip r:embed="rId4"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3" name="TextBox 2">
            <a:extLst>
              <a:ext uri="{FF2B5EF4-FFF2-40B4-BE49-F238E27FC236}">
                <a16:creationId xmlns:a16="http://schemas.microsoft.com/office/drawing/2014/main" id="{4428B6B8-8E5D-CCC5-1806-0A8018C1A944}"/>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401688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Gradient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80C3FBB-5E23-AF69-9744-2F6B8EFD3C0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12/9/25</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756"/>
          </a:xfrm>
          <a:prstGeom prst="rect">
            <a:avLst/>
          </a:prstGeom>
        </p:spPr>
      </p:pic>
      <p:pic>
        <p:nvPicPr>
          <p:cNvPr id="16" name="Picture 15">
            <a:extLst>
              <a:ext uri="{FF2B5EF4-FFF2-40B4-BE49-F238E27FC236}">
                <a16:creationId xmlns:a16="http://schemas.microsoft.com/office/drawing/2014/main" id="{74FB8723-8ACA-4EE1-B41C-61357DA12BFF}"/>
              </a:ext>
            </a:extLst>
          </p:cNvPr>
          <p:cNvPicPr>
            <a:picLocks noChangeAspect="1"/>
          </p:cNvPicPr>
          <p:nvPr userDrawn="1"/>
        </p:nvPicPr>
        <p:blipFill>
          <a:blip r:embed="rId4"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3" name="TextBox 2">
            <a:extLst>
              <a:ext uri="{FF2B5EF4-FFF2-40B4-BE49-F238E27FC236}">
                <a16:creationId xmlns:a16="http://schemas.microsoft.com/office/drawing/2014/main" id="{F9F4A711-3A53-0556-7C8C-BBE097FED1A5}"/>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165444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Gradient 3">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9A2D94-1136-E0D2-3E6B-F8762074B8E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12/9/25</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756"/>
          </a:xfrm>
          <a:prstGeom prst="rect">
            <a:avLst/>
          </a:prstGeom>
        </p:spPr>
      </p:pic>
      <p:pic>
        <p:nvPicPr>
          <p:cNvPr id="16" name="Picture 15">
            <a:extLst>
              <a:ext uri="{FF2B5EF4-FFF2-40B4-BE49-F238E27FC236}">
                <a16:creationId xmlns:a16="http://schemas.microsoft.com/office/drawing/2014/main" id="{74FB8723-8ACA-4EE1-B41C-61357DA12BFF}"/>
              </a:ext>
            </a:extLst>
          </p:cNvPr>
          <p:cNvPicPr>
            <a:picLocks noChangeAspect="1"/>
          </p:cNvPicPr>
          <p:nvPr userDrawn="1"/>
        </p:nvPicPr>
        <p:blipFill>
          <a:blip r:embed="rId4"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3" name="TextBox 2">
            <a:extLst>
              <a:ext uri="{FF2B5EF4-FFF2-40B4-BE49-F238E27FC236}">
                <a16:creationId xmlns:a16="http://schemas.microsoft.com/office/drawing/2014/main" id="{1D5991EA-CAC1-E0F6-9D55-149B6A0AE199}"/>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226023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539262" y="914401"/>
            <a:ext cx="10972800" cy="535531"/>
          </a:xfrm>
          <a:prstGeom prst="rect">
            <a:avLst/>
          </a:prstGeom>
        </p:spPr>
        <p:txBody>
          <a:bodyPr>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subtitle layout</a:t>
            </a:r>
          </a:p>
        </p:txBody>
      </p:sp>
      <p:sp>
        <p:nvSpPr>
          <p:cNvPr id="4" name="Text Placeholder 3">
            <a:extLst>
              <a:ext uri="{FF2B5EF4-FFF2-40B4-BE49-F238E27FC236}">
                <a16:creationId xmlns:a16="http://schemas.microsoft.com/office/drawing/2014/main" id="{466213DF-CEC6-4F46-9CD4-5ED4A416AF59}"/>
              </a:ext>
            </a:extLst>
          </p:cNvPr>
          <p:cNvSpPr>
            <a:spLocks noGrp="1"/>
          </p:cNvSpPr>
          <p:nvPr>
            <p:ph type="body" sz="quarter" idx="10" hasCustomPrompt="1"/>
          </p:nvPr>
        </p:nvSpPr>
        <p:spPr>
          <a:xfrm>
            <a:off x="609600" y="1455968"/>
            <a:ext cx="10972800" cy="341632"/>
          </a:xfrm>
        </p:spPr>
        <p:txBody>
          <a:bodyPr/>
          <a:lstStyle>
            <a:lvl1pPr marL="0" indent="0">
              <a:buNone/>
              <a:defRPr sz="1800" b="0" i="0" cap="none" spc="0" baseline="0">
                <a:latin typeface="Amazon Ember Display" panose="020F0603020204020204" pitchFamily="34" charset="0"/>
              </a:defRPr>
            </a:lvl1pPr>
          </a:lstStyle>
          <a:p>
            <a:pPr lvl="0"/>
            <a:r>
              <a:rPr lang="en-US" dirty="0"/>
              <a:t>Enter subtitle</a:t>
            </a:r>
          </a:p>
        </p:txBody>
      </p:sp>
      <p:sp>
        <p:nvSpPr>
          <p:cNvPr id="3" name="Date Placeholder 2">
            <a:extLst>
              <a:ext uri="{FF2B5EF4-FFF2-40B4-BE49-F238E27FC236}">
                <a16:creationId xmlns:a16="http://schemas.microsoft.com/office/drawing/2014/main" id="{A312CB8C-58A4-4758-8C91-E8641A9F6DCF}"/>
              </a:ext>
            </a:extLst>
          </p:cNvPr>
          <p:cNvSpPr>
            <a:spLocks noGrp="1"/>
          </p:cNvSpPr>
          <p:nvPr>
            <p:ph type="dt" sz="half" idx="11"/>
          </p:nvPr>
        </p:nvSpPr>
        <p:spPr/>
        <p:txBody>
          <a:bodyPr/>
          <a:lstStyle>
            <a:lvl1pPr>
              <a:defRPr b="0" i="0">
                <a:latin typeface="Amazon Ember Display" panose="020F0603020204020204" pitchFamily="34" charset="0"/>
              </a:defRPr>
            </a:lvl1pPr>
          </a:lstStyle>
          <a:p>
            <a:fld id="{31D3B374-854B-EF47-9B56-0018B9F83111}" type="datetime1">
              <a:rPr lang="en-US" smtClean="0"/>
              <a:pPr/>
              <a:t>12/9/25</a:t>
            </a:fld>
            <a:endParaRPr lang="en-US" dirty="0"/>
          </a:p>
        </p:txBody>
      </p:sp>
      <p:sp>
        <p:nvSpPr>
          <p:cNvPr id="5" name="Footer Placeholder 4">
            <a:extLst>
              <a:ext uri="{FF2B5EF4-FFF2-40B4-BE49-F238E27FC236}">
                <a16:creationId xmlns:a16="http://schemas.microsoft.com/office/drawing/2014/main" id="{50444248-408B-4052-8B56-17F469F98EA1}"/>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88178479-5E5D-4B94-9958-5C40D64BED65}"/>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024204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userDrawn="1">
          <p15:clr>
            <a:srgbClr val="9FCC3B"/>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86B726-34C0-4C1C-A252-97930DC77EE4}"/>
              </a:ext>
            </a:extLst>
          </p:cNvPr>
          <p:cNvSpPr>
            <a:spLocks noGrp="1"/>
          </p:cNvSpPr>
          <p:nvPr>
            <p:ph type="dt" sz="half" idx="10"/>
          </p:nvPr>
        </p:nvSpPr>
        <p:spPr/>
        <p:txBody>
          <a:bodyPr/>
          <a:lstStyle>
            <a:lvl1pPr>
              <a:defRPr b="0" i="0">
                <a:latin typeface="Amazon Ember Display" panose="020F0603020204020204" pitchFamily="34" charset="0"/>
              </a:defRPr>
            </a:lvl1pPr>
          </a:lstStyle>
          <a:p>
            <a:fld id="{238B2222-37A4-5449-B1D9-9B13ADA59E84}" type="datetime1">
              <a:rPr lang="en-US" smtClean="0"/>
              <a:pPr/>
              <a:t>12/9/25</a:t>
            </a:fld>
            <a:endParaRPr lang="en-US" dirty="0"/>
          </a:p>
        </p:txBody>
      </p:sp>
      <p:sp>
        <p:nvSpPr>
          <p:cNvPr id="3" name="Footer Placeholder 2">
            <a:extLst>
              <a:ext uri="{FF2B5EF4-FFF2-40B4-BE49-F238E27FC236}">
                <a16:creationId xmlns:a16="http://schemas.microsoft.com/office/drawing/2014/main" id="{883103B0-BAC9-4248-BF05-F8F64F81D313}"/>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4" name="Slide Number Placeholder 3">
            <a:extLst>
              <a:ext uri="{FF2B5EF4-FFF2-40B4-BE49-F238E27FC236}">
                <a16:creationId xmlns:a16="http://schemas.microsoft.com/office/drawing/2014/main" id="{36BB167B-71A0-4735-93B6-5A034F89FE2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49339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2511457"/>
          </a:xfrm>
        </p:spPr>
        <p:txBody>
          <a:bodyPr/>
          <a:lstStyle>
            <a:lvl1pPr marL="0" indent="0">
              <a:spcAft>
                <a:spcPts val="1800"/>
              </a:spcAft>
              <a:buNone/>
              <a:defRPr b="0" i="0">
                <a:latin typeface="Amazon Ember Display" panose="020F0603020204020204" pitchFamily="34" charset="0"/>
              </a:defRPr>
            </a:lvl1pPr>
            <a:lvl2pPr marL="285750" indent="0">
              <a:spcAft>
                <a:spcPts val="1800"/>
              </a:spcAft>
              <a:buNone/>
              <a:defRPr b="0" i="0">
                <a:latin typeface="Amazon Ember Display" panose="020F0603020204020204" pitchFamily="34" charset="0"/>
              </a:defRPr>
            </a:lvl2pPr>
            <a:lvl3pPr marL="628650" indent="0">
              <a:spcAft>
                <a:spcPts val="1800"/>
              </a:spcAft>
              <a:buNone/>
              <a:defRPr b="0" i="0">
                <a:latin typeface="Amazon Ember Display" panose="020F0603020204020204" pitchFamily="34" charset="0"/>
              </a:defRPr>
            </a:lvl3pPr>
            <a:lvl4pPr marL="914400" indent="0">
              <a:spcAft>
                <a:spcPts val="1800"/>
              </a:spcAft>
              <a:buNone/>
              <a:defRPr b="0" i="0">
                <a:latin typeface="Amazon Ember Display" panose="020F0603020204020204" pitchFamily="34" charset="0"/>
              </a:defRPr>
            </a:lvl4pPr>
            <a:lvl5pPr marL="1143000" indent="0">
              <a:spcAft>
                <a:spcPts val="1800"/>
              </a:spcAft>
              <a:buNone/>
              <a:defRPr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lvl1pPr>
              <a:defRPr b="0" i="0">
                <a:latin typeface="Amazon Ember Display" panose="020F0603020204020204" pitchFamily="34" charset="0"/>
              </a:defRPr>
            </a:lvl1pPr>
          </a:lstStyle>
          <a:p>
            <a:fld id="{B9026E32-37D5-A446-8A01-9B6BBEB5E690}" type="datetime1">
              <a:rPr lang="en-US" smtClean="0"/>
              <a:pPr/>
              <a:t>12/9/25</a:t>
            </a:fld>
            <a:endParaRPr lang="en-US" dirty="0"/>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597322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2203680"/>
          </a:xfrm>
        </p:spPr>
        <p:txBody>
          <a:bodyPr/>
          <a:lstStyle>
            <a:lvl1pPr>
              <a:defRPr b="0" i="0">
                <a:latin typeface="Amazon Ember Display" panose="020F0603020204020204" pitchFamily="34" charset="0"/>
              </a:defRPr>
            </a:lvl1pPr>
            <a:lvl2pPr>
              <a:defRPr b="0" i="0">
                <a:latin typeface="Amazon Ember Display" panose="020F0603020204020204" pitchFamily="34" charset="0"/>
              </a:defRPr>
            </a:lvl2pPr>
            <a:lvl3pPr>
              <a:defRPr b="0" i="0">
                <a:latin typeface="Amazon Ember Display" panose="020F0603020204020204" pitchFamily="34" charset="0"/>
              </a:defRPr>
            </a:lvl3pPr>
            <a:lvl4pPr>
              <a:defRPr b="0" i="0">
                <a:latin typeface="Amazon Ember Display" panose="020F0603020204020204" pitchFamily="34" charset="0"/>
              </a:defRPr>
            </a:lvl4pPr>
            <a:lvl5pPr>
              <a:defRPr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 </a:t>
            </a:r>
          </a:p>
        </p:txBody>
      </p:sp>
      <p:sp>
        <p:nvSpPr>
          <p:cNvPr id="4" name="Date Placeholder 3">
            <a:extLst>
              <a:ext uri="{FF2B5EF4-FFF2-40B4-BE49-F238E27FC236}">
                <a16:creationId xmlns:a16="http://schemas.microsoft.com/office/drawing/2014/main" id="{5428ABEB-87DF-4979-B8D5-38D09C158222}"/>
              </a:ext>
            </a:extLst>
          </p:cNvPr>
          <p:cNvSpPr>
            <a:spLocks noGrp="1"/>
          </p:cNvSpPr>
          <p:nvPr>
            <p:ph type="dt" sz="half" idx="10"/>
          </p:nvPr>
        </p:nvSpPr>
        <p:spPr/>
        <p:txBody>
          <a:bodyPr/>
          <a:lstStyle>
            <a:lvl1pPr>
              <a:defRPr b="0" i="0">
                <a:latin typeface="Amazon Ember Display" panose="020F0603020204020204" pitchFamily="34" charset="0"/>
              </a:defRPr>
            </a:lvl1pPr>
          </a:lstStyle>
          <a:p>
            <a:fld id="{F68F78D1-9721-044C-B65C-A6FC97994CEC}" type="datetime1">
              <a:rPr lang="en-US" smtClean="0"/>
              <a:pPr/>
              <a:t>12/9/25</a:t>
            </a:fld>
            <a:endParaRPr lang="en-US" dirty="0"/>
          </a:p>
        </p:txBody>
      </p:sp>
      <p:sp>
        <p:nvSpPr>
          <p:cNvPr id="5" name="Footer Placeholder 4">
            <a:extLst>
              <a:ext uri="{FF2B5EF4-FFF2-40B4-BE49-F238E27FC236}">
                <a16:creationId xmlns:a16="http://schemas.microsoft.com/office/drawing/2014/main" id="{B67DE3A9-1F3C-45F4-9F53-543C4B62D7F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8827DE2B-5658-4ECD-9AB5-497E1D05E00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174197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subtitle,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33600"/>
            <a:ext cx="10972800" cy="2511457"/>
          </a:xfrm>
        </p:spPr>
        <p:txBody>
          <a:bodyPr/>
          <a:lstStyle>
            <a:lvl1pPr marL="0" indent="0">
              <a:spcAft>
                <a:spcPts val="1800"/>
              </a:spcAft>
              <a:buNone/>
              <a:defRPr b="0" i="0">
                <a:latin typeface="Amazon Ember Display" panose="020F0603020204020204" pitchFamily="34" charset="0"/>
              </a:defRPr>
            </a:lvl1pPr>
            <a:lvl2pPr marL="285750" indent="0">
              <a:spcAft>
                <a:spcPts val="1800"/>
              </a:spcAft>
              <a:buNone/>
              <a:defRPr b="0" i="0">
                <a:latin typeface="Amazon Ember Display" panose="020F0603020204020204" pitchFamily="34" charset="0"/>
              </a:defRPr>
            </a:lvl2pPr>
            <a:lvl3pPr marL="628650" indent="0">
              <a:spcAft>
                <a:spcPts val="1800"/>
              </a:spcAft>
              <a:buNone/>
              <a:defRPr b="0" i="0">
                <a:latin typeface="Amazon Ember Display" panose="020F0603020204020204" pitchFamily="34" charset="0"/>
              </a:defRPr>
            </a:lvl3pPr>
            <a:lvl4pPr marL="914400" indent="0">
              <a:spcAft>
                <a:spcPts val="1800"/>
              </a:spcAft>
              <a:buNone/>
              <a:defRPr b="0" i="0">
                <a:latin typeface="Amazon Ember Display" panose="020F0603020204020204" pitchFamily="34" charset="0"/>
              </a:defRPr>
            </a:lvl4pPr>
            <a:lvl5pPr marL="1143000" indent="0">
              <a:spcAft>
                <a:spcPts val="1800"/>
              </a:spcAft>
              <a:buNone/>
              <a:defRPr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942CBB3C-A513-466E-B53F-E5E5781263EA}"/>
              </a:ext>
            </a:extLst>
          </p:cNvPr>
          <p:cNvSpPr>
            <a:spLocks noGrp="1"/>
          </p:cNvSpPr>
          <p:nvPr>
            <p:ph type="body" sz="quarter" idx="10" hasCustomPrompt="1"/>
          </p:nvPr>
        </p:nvSpPr>
        <p:spPr>
          <a:xfrm>
            <a:off x="609600"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4" name="Date Placeholder 3">
            <a:extLst>
              <a:ext uri="{FF2B5EF4-FFF2-40B4-BE49-F238E27FC236}">
                <a16:creationId xmlns:a16="http://schemas.microsoft.com/office/drawing/2014/main" id="{876D2500-AAFD-4464-92DE-45442731C6FD}"/>
              </a:ext>
            </a:extLst>
          </p:cNvPr>
          <p:cNvSpPr>
            <a:spLocks noGrp="1"/>
          </p:cNvSpPr>
          <p:nvPr>
            <p:ph type="dt" sz="half" idx="11"/>
          </p:nvPr>
        </p:nvSpPr>
        <p:spPr/>
        <p:txBody>
          <a:bodyPr/>
          <a:lstStyle>
            <a:lvl1pPr>
              <a:defRPr b="0" i="0">
                <a:latin typeface="Amazon Ember Display" panose="020F0603020204020204" pitchFamily="34" charset="0"/>
              </a:defRPr>
            </a:lvl1pPr>
          </a:lstStyle>
          <a:p>
            <a:fld id="{C4422CFE-CB70-E144-AF43-F0FCE393742F}" type="datetime1">
              <a:rPr lang="en-US" smtClean="0"/>
              <a:pPr/>
              <a:t>12/9/25</a:t>
            </a:fld>
            <a:endParaRPr lang="en-US" dirty="0"/>
          </a:p>
        </p:txBody>
      </p:sp>
      <p:sp>
        <p:nvSpPr>
          <p:cNvPr id="6" name="Footer Placeholder 5">
            <a:extLst>
              <a:ext uri="{FF2B5EF4-FFF2-40B4-BE49-F238E27FC236}">
                <a16:creationId xmlns:a16="http://schemas.microsoft.com/office/drawing/2014/main" id="{77A7C935-E20D-482F-89A5-4255E88216F0}"/>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E19C1A1-91E5-46D2-97FB-94E48C63B96F}"/>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41649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userDrawn="1">
          <p15:clr>
            <a:srgbClr val="9FCC3B"/>
          </p15:clr>
        </p15:guide>
        <p15:guide id="2" orient="horz" pos="1128" userDrawn="1">
          <p15:clr>
            <a:srgbClr val="9FCC3B"/>
          </p15:clr>
        </p15:guide>
        <p15:guide id="3" orient="horz" pos="1344"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and Bulleted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subtitle,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981200"/>
            <a:ext cx="10972800" cy="2203680"/>
          </a:xfrm>
        </p:spPr>
        <p:txBody>
          <a:bodyPr/>
          <a:lstStyle>
            <a:lvl1pPr marL="457200" indent="-457200">
              <a:buFont typeface="Arial" panose="020B0604020202020204" pitchFamily="34" charset="0"/>
              <a:buChar char="•"/>
              <a:defRPr b="0" i="0">
                <a:latin typeface="Amazon Ember Display" panose="020F0603020204020204" pitchFamily="34" charset="0"/>
              </a:defRPr>
            </a:lvl1pPr>
            <a:lvl2pPr marL="628650" indent="-342900">
              <a:buFont typeface="Arial" panose="020B0604020202020204" pitchFamily="34" charset="0"/>
              <a:buChar char="•"/>
              <a:defRPr b="0" i="0">
                <a:latin typeface="Amazon Ember Display" panose="020F0603020204020204" pitchFamily="34" charset="0"/>
              </a:defRPr>
            </a:lvl2pPr>
            <a:lvl3pPr marL="971550" indent="-342900">
              <a:buFont typeface="Arial" panose="020B0604020202020204" pitchFamily="34" charset="0"/>
              <a:buChar char="•"/>
              <a:defRPr b="0" i="0">
                <a:latin typeface="Amazon Ember Display" panose="020F0603020204020204" pitchFamily="34" charset="0"/>
              </a:defRPr>
            </a:lvl3pPr>
            <a:lvl4pPr marL="1144588" indent="-285750">
              <a:buFont typeface="Arial" panose="020B0604020202020204" pitchFamily="34" charset="0"/>
              <a:buChar char="•"/>
              <a:defRPr b="0" i="0">
                <a:latin typeface="Amazon Ember Display" panose="020F0603020204020204" pitchFamily="34" charset="0"/>
              </a:defRPr>
            </a:lvl4pPr>
            <a:lvl5pPr marL="1316038" indent="-285750">
              <a:buFont typeface="Arial" panose="020B0604020202020204" pitchFamily="34" charset="0"/>
              <a:buChar char="•"/>
              <a:defRPr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C73DDF9C-7004-4F4E-8707-3F8553760CAE}"/>
              </a:ext>
            </a:extLst>
          </p:cNvPr>
          <p:cNvSpPr>
            <a:spLocks noGrp="1"/>
          </p:cNvSpPr>
          <p:nvPr>
            <p:ph type="body" sz="quarter" idx="10" hasCustomPrompt="1"/>
          </p:nvPr>
        </p:nvSpPr>
        <p:spPr>
          <a:xfrm>
            <a:off x="609600" y="1457034"/>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5" name="Date Placeholder 4">
            <a:extLst>
              <a:ext uri="{FF2B5EF4-FFF2-40B4-BE49-F238E27FC236}">
                <a16:creationId xmlns:a16="http://schemas.microsoft.com/office/drawing/2014/main" id="{91E9B8C3-36CA-4A97-B3FF-2FCDD97E1A02}"/>
              </a:ext>
            </a:extLst>
          </p:cNvPr>
          <p:cNvSpPr>
            <a:spLocks noGrp="1"/>
          </p:cNvSpPr>
          <p:nvPr>
            <p:ph type="dt" sz="half" idx="11"/>
          </p:nvPr>
        </p:nvSpPr>
        <p:spPr/>
        <p:txBody>
          <a:bodyPr/>
          <a:lstStyle>
            <a:lvl1pPr>
              <a:defRPr b="0" i="0">
                <a:latin typeface="Amazon Ember Display" panose="020F0603020204020204" pitchFamily="34" charset="0"/>
              </a:defRPr>
            </a:lvl1pPr>
          </a:lstStyle>
          <a:p>
            <a:fld id="{F4FC2D43-256D-6645-BCF9-A844B8D70195}" type="datetime1">
              <a:rPr lang="en-US" smtClean="0"/>
              <a:pPr/>
              <a:t>12/9/25</a:t>
            </a:fld>
            <a:endParaRPr lang="en-US" dirty="0"/>
          </a:p>
        </p:txBody>
      </p:sp>
      <p:sp>
        <p:nvSpPr>
          <p:cNvPr id="6" name="Footer Placeholder 5">
            <a:extLst>
              <a:ext uri="{FF2B5EF4-FFF2-40B4-BE49-F238E27FC236}">
                <a16:creationId xmlns:a16="http://schemas.microsoft.com/office/drawing/2014/main" id="{9AEEE534-0361-47D3-8F92-2D7522A226D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34270F7-2BCA-4119-8F34-BD17AB29E14B}"/>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09417368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userDrawn="1">
          <p15:clr>
            <a:srgbClr val="9FCC3B"/>
          </p15:clr>
        </p15:guide>
        <p15:guide id="2" orient="horz" pos="1128" userDrawn="1">
          <p15:clr>
            <a:srgbClr val="9FCC3B"/>
          </p15:clr>
        </p15:guide>
        <p15:guide id="3" orient="horz" pos="124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D5368F4-2030-03F3-1497-C6D85632C88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412694"/>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12/9/25</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5F1FFFB4-FF6D-9545-8FF8-67BC87137E26}"/>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8" name="Picture 7">
            <a:extLst>
              <a:ext uri="{FF2B5EF4-FFF2-40B4-BE49-F238E27FC236}">
                <a16:creationId xmlns:a16="http://schemas.microsoft.com/office/drawing/2014/main" id="{0B6EB6BB-732B-826B-70F6-0884CC3AB26A}"/>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Tree>
    <p:extLst>
      <p:ext uri="{BB962C8B-B14F-4D97-AF65-F5344CB8AC3E}">
        <p14:creationId xmlns:p14="http://schemas.microsoft.com/office/powerpoint/2010/main" val="4172912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Content, and Imag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A572058-8A2F-63B1-24B9-FF2FF1B0200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412694"/>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12/9/25</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9" name="TextBox 8">
            <a:extLst>
              <a:ext uri="{FF2B5EF4-FFF2-40B4-BE49-F238E27FC236}">
                <a16:creationId xmlns:a16="http://schemas.microsoft.com/office/drawing/2014/main" id="{BF3EF575-8224-DA14-5D32-515D4952C561}"/>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0" name="Picture 9">
            <a:extLst>
              <a:ext uri="{FF2B5EF4-FFF2-40B4-BE49-F238E27FC236}">
                <a16:creationId xmlns:a16="http://schemas.microsoft.com/office/drawing/2014/main" id="{73D20E4C-9187-3688-70E3-A4C82F7586D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Tree>
    <p:extLst>
      <p:ext uri="{BB962C8B-B14F-4D97-AF65-F5344CB8AC3E}">
        <p14:creationId xmlns:p14="http://schemas.microsoft.com/office/powerpoint/2010/main" val="3825580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568B873-04D3-AF11-8C29-6653AFF1063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499"/>
            <a:ext cx="5248276"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B8530C4-DC55-4C62-84CC-692229E78516}"/>
              </a:ext>
            </a:extLst>
          </p:cNvPr>
          <p:cNvSpPr>
            <a:spLocks noGrp="1"/>
          </p:cNvSpPr>
          <p:nvPr>
            <p:ph type="dt" sz="half" idx="10"/>
          </p:nvPr>
        </p:nvSpPr>
        <p:spPr/>
        <p:txBody>
          <a:bodyPr/>
          <a:lstStyle>
            <a:lvl1pPr>
              <a:defRPr b="0" i="0">
                <a:latin typeface="Amazon Ember Display" panose="020F0603020204020204" pitchFamily="34" charset="0"/>
              </a:defRPr>
            </a:lvl1pPr>
          </a:lstStyle>
          <a:p>
            <a:fld id="{C6CBC29B-2875-A847-90DD-93F5B9D216F5}" type="datetime1">
              <a:rPr lang="en-US" smtClean="0"/>
              <a:pPr/>
              <a:t>12/9/25</a:t>
            </a:fld>
            <a:endParaRPr lang="en-US" dirty="0"/>
          </a:p>
        </p:txBody>
      </p:sp>
      <p:sp>
        <p:nvSpPr>
          <p:cNvPr id="6" name="Footer Placeholder 5">
            <a:extLst>
              <a:ext uri="{FF2B5EF4-FFF2-40B4-BE49-F238E27FC236}">
                <a16:creationId xmlns:a16="http://schemas.microsoft.com/office/drawing/2014/main" id="{A64B8C68-5C05-4F96-9FF2-B531F83A539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344813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Title, Content, and Image w/ Gradien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5ECDC68-5692-510F-04A5-2CCE468D5053}"/>
              </a:ext>
            </a:extLst>
          </p:cNvPr>
          <p:cNvSpPr/>
          <p:nvPr userDrawn="1"/>
        </p:nvSpPr>
        <p:spPr>
          <a:xfrm>
            <a:off x="5873262" y="0"/>
            <a:ext cx="6318738" cy="6858000"/>
          </a:xfrm>
          <a:prstGeom prst="rect">
            <a:avLst/>
          </a:prstGeom>
          <a:gradFill>
            <a:gsLst>
              <a:gs pos="0">
                <a:schemeClr val="bg1"/>
              </a:gs>
              <a:gs pos="100000">
                <a:schemeClr val="accent1">
                  <a:lumMod val="40000"/>
                  <a:lumOff val="6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412694"/>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12/9/25</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9" name="TextBox 8">
            <a:extLst>
              <a:ext uri="{FF2B5EF4-FFF2-40B4-BE49-F238E27FC236}">
                <a16:creationId xmlns:a16="http://schemas.microsoft.com/office/drawing/2014/main" id="{BF3EF575-8224-DA14-5D32-515D4952C561}"/>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2025, Amazon Web Services, Inc. or its affiliates. All rights reserved. Amazon Confidential and Trademark.</a:t>
            </a:r>
          </a:p>
        </p:txBody>
      </p:sp>
      <p:pic>
        <p:nvPicPr>
          <p:cNvPr id="10" name="Picture 9">
            <a:extLst>
              <a:ext uri="{FF2B5EF4-FFF2-40B4-BE49-F238E27FC236}">
                <a16:creationId xmlns:a16="http://schemas.microsoft.com/office/drawing/2014/main" id="{73D20E4C-9187-3688-70E3-A4C82F7586D2}"/>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5" name="Picture Placeholder 6">
            <a:extLst>
              <a:ext uri="{FF2B5EF4-FFF2-40B4-BE49-F238E27FC236}">
                <a16:creationId xmlns:a16="http://schemas.microsoft.com/office/drawing/2014/main" id="{0201ECBF-36F8-8826-0CC9-E4FAF7B49C53}"/>
              </a:ext>
            </a:extLst>
          </p:cNvPr>
          <p:cNvSpPr>
            <a:spLocks noGrp="1"/>
          </p:cNvSpPr>
          <p:nvPr>
            <p:ph type="pic" sz="quarter" idx="14" hasCustomPrompt="1"/>
          </p:nvPr>
        </p:nvSpPr>
        <p:spPr>
          <a:xfrm>
            <a:off x="6686566" y="342900"/>
            <a:ext cx="5162534" cy="5867400"/>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Tree>
    <p:extLst>
      <p:ext uri="{BB962C8B-B14F-4D97-AF65-F5344CB8AC3E}">
        <p14:creationId xmlns:p14="http://schemas.microsoft.com/office/powerpoint/2010/main" val="3305957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499"/>
            <a:ext cx="5248276"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B8530C4-DC55-4C62-84CC-692229E78516}"/>
              </a:ext>
            </a:extLst>
          </p:cNvPr>
          <p:cNvSpPr>
            <a:spLocks noGrp="1"/>
          </p:cNvSpPr>
          <p:nvPr>
            <p:ph type="dt" sz="half" idx="10"/>
          </p:nvPr>
        </p:nvSpPr>
        <p:spPr/>
        <p:txBody>
          <a:bodyPr/>
          <a:lstStyle>
            <a:lvl1pPr>
              <a:defRPr b="0" i="0">
                <a:latin typeface="Amazon Ember Display" panose="020F0603020204020204" pitchFamily="34" charset="0"/>
              </a:defRPr>
            </a:lvl1pPr>
          </a:lstStyle>
          <a:p>
            <a:fld id="{C6CBC29B-2875-A847-90DD-93F5B9D216F5}" type="datetime1">
              <a:rPr lang="en-US" smtClean="0"/>
              <a:pPr/>
              <a:t>12/9/25</a:t>
            </a:fld>
            <a:endParaRPr lang="en-US" dirty="0"/>
          </a:p>
        </p:txBody>
      </p:sp>
      <p:sp>
        <p:nvSpPr>
          <p:cNvPr id="6" name="Footer Placeholder 5">
            <a:extLst>
              <a:ext uri="{FF2B5EF4-FFF2-40B4-BE49-F238E27FC236}">
                <a16:creationId xmlns:a16="http://schemas.microsoft.com/office/drawing/2014/main" id="{A64B8C68-5C05-4F96-9FF2-B531F83A539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096409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5248656"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5248656"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6334125" y="1743647"/>
            <a:ext cx="5248656"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6334125" y="2141554"/>
            <a:ext cx="5248656"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996D1DC3-FE4E-4BC2-8CA3-4ED12B138031}"/>
              </a:ext>
            </a:extLst>
          </p:cNvPr>
          <p:cNvSpPr>
            <a:spLocks noGrp="1"/>
          </p:cNvSpPr>
          <p:nvPr>
            <p:ph type="dt" sz="half" idx="10"/>
          </p:nvPr>
        </p:nvSpPr>
        <p:spPr/>
        <p:txBody>
          <a:bodyPr/>
          <a:lstStyle>
            <a:lvl1pPr>
              <a:defRPr b="0" i="0">
                <a:latin typeface="Amazon Ember Display" panose="020F0603020204020204" pitchFamily="34" charset="0"/>
              </a:defRPr>
            </a:lvl1pPr>
          </a:lstStyle>
          <a:p>
            <a:fld id="{D467C09E-9944-944E-A974-7D6AA4E02B83}" type="datetime1">
              <a:rPr lang="en-US" smtClean="0"/>
              <a:pPr/>
              <a:t>12/9/25</a:t>
            </a:fld>
            <a:endParaRPr lang="en-US" dirty="0"/>
          </a:p>
        </p:txBody>
      </p:sp>
      <p:sp>
        <p:nvSpPr>
          <p:cNvPr id="8" name="Footer Placeholder 7">
            <a:extLst>
              <a:ext uri="{FF2B5EF4-FFF2-40B4-BE49-F238E27FC236}">
                <a16:creationId xmlns:a16="http://schemas.microsoft.com/office/drawing/2014/main" id="{E24AE993-84F9-4B17-BB98-5AAAFAF3EAE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310409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type="twoTxTwoObj" preserve="1">
  <p:cSld name="1_Comparison w/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5248656"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5248656"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6334125" y="1743647"/>
            <a:ext cx="5248656"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6334125" y="2141554"/>
            <a:ext cx="5248656"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996D1DC3-FE4E-4BC2-8CA3-4ED12B138031}"/>
              </a:ext>
            </a:extLst>
          </p:cNvPr>
          <p:cNvSpPr>
            <a:spLocks noGrp="1"/>
          </p:cNvSpPr>
          <p:nvPr>
            <p:ph type="dt" sz="half" idx="10"/>
          </p:nvPr>
        </p:nvSpPr>
        <p:spPr/>
        <p:txBody>
          <a:bodyPr/>
          <a:lstStyle>
            <a:lvl1pPr>
              <a:defRPr b="0" i="0">
                <a:latin typeface="Amazon Ember Display" panose="020F0603020204020204" pitchFamily="34" charset="0"/>
              </a:defRPr>
            </a:lvl1pPr>
          </a:lstStyle>
          <a:p>
            <a:fld id="{D467C09E-9944-944E-A974-7D6AA4E02B83}" type="datetime1">
              <a:rPr lang="en-US" smtClean="0"/>
              <a:pPr/>
              <a:t>12/9/25</a:t>
            </a:fld>
            <a:endParaRPr lang="en-US" dirty="0"/>
          </a:p>
        </p:txBody>
      </p:sp>
      <p:sp>
        <p:nvSpPr>
          <p:cNvPr id="8" name="Footer Placeholder 7">
            <a:extLst>
              <a:ext uri="{FF2B5EF4-FFF2-40B4-BE49-F238E27FC236}">
                <a16:creationId xmlns:a16="http://schemas.microsoft.com/office/drawing/2014/main" id="{E24AE993-84F9-4B17-BB98-5AAAFAF3EAE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cxnSp>
        <p:nvCxnSpPr>
          <p:cNvPr id="10" name="Straight Connector 9">
            <a:extLst>
              <a:ext uri="{FF2B5EF4-FFF2-40B4-BE49-F238E27FC236}">
                <a16:creationId xmlns:a16="http://schemas.microsoft.com/office/drawing/2014/main" id="{B0AE22ED-2969-44D6-A5BF-413F0EAED083}"/>
              </a:ext>
            </a:extLst>
          </p:cNvPr>
          <p:cNvCxnSpPr/>
          <p:nvPr userDrawn="1"/>
        </p:nvCxnSpPr>
        <p:spPr>
          <a:xfrm>
            <a:off x="6098598" y="1805231"/>
            <a:ext cx="0" cy="4338498"/>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7917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3285F99-D5A6-480F-A674-A76B9194560B}"/>
              </a:ext>
            </a:extLst>
          </p:cNvPr>
          <p:cNvSpPr>
            <a:spLocks noGrp="1"/>
          </p:cNvSpPr>
          <p:nvPr>
            <p:ph type="dt" sz="half" idx="10"/>
          </p:nvPr>
        </p:nvSpPr>
        <p:spPr/>
        <p:txBody>
          <a:bodyPr/>
          <a:lstStyle>
            <a:lvl1pPr>
              <a:defRPr b="0" i="0">
                <a:latin typeface="Amazon Ember Display" panose="020F0603020204020204" pitchFamily="34" charset="0"/>
              </a:defRPr>
            </a:lvl1pPr>
          </a:lstStyle>
          <a:p>
            <a:fld id="{9C031CC3-E800-D94E-ACE2-59E99B1146F6}" type="datetime1">
              <a:rPr lang="en-US" smtClean="0"/>
              <a:pPr/>
              <a:t>12/9/25</a:t>
            </a:fld>
            <a:endParaRPr lang="en-US" dirty="0"/>
          </a:p>
        </p:txBody>
      </p:sp>
      <p:sp>
        <p:nvSpPr>
          <p:cNvPr id="6" name="Footer Placeholder 5">
            <a:extLst>
              <a:ext uri="{FF2B5EF4-FFF2-40B4-BE49-F238E27FC236}">
                <a16:creationId xmlns:a16="http://schemas.microsoft.com/office/drawing/2014/main" id="{A46AC62E-3DD2-43DB-9AAA-009DDB88F8DD}"/>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617623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subtitle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0"/>
            <a:ext cx="5248274"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598"/>
            <a:ext cx="5248276"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B7882DCB-3FBB-4107-96D9-358054987DA9}"/>
              </a:ext>
            </a:extLst>
          </p:cNvPr>
          <p:cNvSpPr>
            <a:spLocks noGrp="1"/>
          </p:cNvSpPr>
          <p:nvPr>
            <p:ph type="dt" sz="half" idx="11"/>
          </p:nvPr>
        </p:nvSpPr>
        <p:spPr/>
        <p:txBody>
          <a:bodyPr/>
          <a:lstStyle>
            <a:lvl1pPr>
              <a:defRPr b="0" i="0">
                <a:latin typeface="Amazon Ember Display" panose="020F0603020204020204" pitchFamily="34" charset="0"/>
              </a:defRPr>
            </a:lvl1pPr>
          </a:lstStyle>
          <a:p>
            <a:fld id="{344B5C68-7AAF-714C-BA5C-79EE2A2BF521}" type="datetime1">
              <a:rPr lang="en-US" smtClean="0"/>
              <a:pPr/>
              <a:t>12/9/25</a:t>
            </a:fld>
            <a:endParaRPr lang="en-US" dirty="0"/>
          </a:p>
        </p:txBody>
      </p:sp>
      <p:sp>
        <p:nvSpPr>
          <p:cNvPr id="7" name="Footer Placeholder 6">
            <a:extLst>
              <a:ext uri="{FF2B5EF4-FFF2-40B4-BE49-F238E27FC236}">
                <a16:creationId xmlns:a16="http://schemas.microsoft.com/office/drawing/2014/main" id="{DE50B923-C7E4-4160-8DCE-6199F6C430EF}"/>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985490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1"/>
            <a:ext cx="5248274"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600"/>
            <a:ext cx="5248276"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921148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Two Content, Subtitle, and Bullets images">
    <p:spTree>
      <p:nvGrpSpPr>
        <p:cNvPr id="1" name=""/>
        <p:cNvGrpSpPr/>
        <p:nvPr/>
      </p:nvGrpSpPr>
      <p:grpSpPr>
        <a:xfrm>
          <a:off x="0" y="0"/>
          <a:ext cx="0" cy="0"/>
          <a:chOff x="0" y="0"/>
          <a:chExt cx="0" cy="0"/>
        </a:xfrm>
      </p:grpSpPr>
      <p:sp>
        <p:nvSpPr>
          <p:cNvPr id="9" name="Picture Placeholder 6">
            <a:extLst>
              <a:ext uri="{FF2B5EF4-FFF2-40B4-BE49-F238E27FC236}">
                <a16:creationId xmlns:a16="http://schemas.microsoft.com/office/drawing/2014/main" id="{2A8076F7-D427-34D1-99C0-68EFF424C28D}"/>
              </a:ext>
            </a:extLst>
          </p:cNvPr>
          <p:cNvSpPr>
            <a:spLocks noGrp="1"/>
          </p:cNvSpPr>
          <p:nvPr>
            <p:ph type="pic" sz="quarter" idx="14" hasCustomPrompt="1"/>
          </p:nvPr>
        </p:nvSpPr>
        <p:spPr>
          <a:xfrm>
            <a:off x="609599" y="2118876"/>
            <a:ext cx="5303520" cy="250091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10" name="Picture Placeholder 6">
            <a:extLst>
              <a:ext uri="{FF2B5EF4-FFF2-40B4-BE49-F238E27FC236}">
                <a16:creationId xmlns:a16="http://schemas.microsoft.com/office/drawing/2014/main" id="{57D72663-D094-A43A-F950-11115B2059AC}"/>
              </a:ext>
            </a:extLst>
          </p:cNvPr>
          <p:cNvSpPr>
            <a:spLocks noGrp="1"/>
          </p:cNvSpPr>
          <p:nvPr>
            <p:ph type="pic" sz="quarter" idx="15" hasCustomPrompt="1"/>
          </p:nvPr>
        </p:nvSpPr>
        <p:spPr>
          <a:xfrm>
            <a:off x="6291295" y="2118876"/>
            <a:ext cx="5303520" cy="2500918"/>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image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4839415"/>
            <a:ext cx="5248274" cy="1064907"/>
          </a:xfrm>
        </p:spPr>
        <p:txBody>
          <a:bodyPr/>
          <a:lstStyle>
            <a:lvl1pPr marL="342900" indent="-342900">
              <a:buFont typeface="Arial" panose="020B0604020202020204" pitchFamily="34" charset="0"/>
              <a:buChar char="•"/>
              <a:defRPr sz="1600" b="0" i="0">
                <a:latin typeface="Amazon Ember Display" panose="020F0603020204020204" pitchFamily="34" charset="0"/>
              </a:defRPr>
            </a:lvl1pPr>
            <a:lvl2pPr marL="628650" indent="-342900">
              <a:buFont typeface="Arial" panose="020B0604020202020204" pitchFamily="34" charset="0"/>
              <a:buChar char="•"/>
              <a:defRPr sz="1600" b="0" i="0">
                <a:latin typeface="Amazon Ember Display" panose="020F0603020204020204" pitchFamily="34" charset="0"/>
              </a:defRPr>
            </a:lvl2pPr>
            <a:lvl3pPr marL="914400" indent="-285750">
              <a:buFont typeface="Arial" panose="020B0604020202020204" pitchFamily="34" charset="0"/>
              <a:buChar char="•"/>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4839414"/>
            <a:ext cx="5248276" cy="1064907"/>
          </a:xfrm>
        </p:spPr>
        <p:txBody>
          <a:bodyPr/>
          <a:lstStyle>
            <a:lvl1pPr marL="342900" indent="-342900">
              <a:buFont typeface="Arial" panose="020B0604020202020204" pitchFamily="34" charset="0"/>
              <a:buChar char="•"/>
              <a:defRPr sz="1600" b="0" i="0">
                <a:latin typeface="Amazon Ember Display" panose="020F0603020204020204" pitchFamily="34" charset="0"/>
              </a:defRPr>
            </a:lvl1pPr>
            <a:lvl2pPr marL="628650" indent="-342900">
              <a:buFont typeface="Arial" panose="020B0604020202020204" pitchFamily="34" charset="0"/>
              <a:buChar char="•"/>
              <a:defRPr sz="1600" b="0" i="0">
                <a:latin typeface="Amazon Ember Display" panose="020F0603020204020204" pitchFamily="34" charset="0"/>
              </a:defRPr>
            </a:lvl2pPr>
            <a:lvl3pPr marL="914400" indent="-285750">
              <a:buFont typeface="Arial" panose="020B0604020202020204" pitchFamily="34" charset="0"/>
              <a:buChar char="•"/>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7406024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Two Content, Subtitle, and Bullets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images</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Content Placeholder 3">
            <a:extLst>
              <a:ext uri="{FF2B5EF4-FFF2-40B4-BE49-F238E27FC236}">
                <a16:creationId xmlns:a16="http://schemas.microsoft.com/office/drawing/2014/main" id="{A6D1E8C2-048F-4D45-212C-61D550CD324C}"/>
              </a:ext>
            </a:extLst>
          </p:cNvPr>
          <p:cNvSpPr>
            <a:spLocks noGrp="1"/>
          </p:cNvSpPr>
          <p:nvPr>
            <p:ph sz="half" idx="2" hasCustomPrompt="1"/>
          </p:nvPr>
        </p:nvSpPr>
        <p:spPr>
          <a:xfrm>
            <a:off x="4682836" y="2103266"/>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2" name="Picture Placeholder 6">
            <a:extLst>
              <a:ext uri="{FF2B5EF4-FFF2-40B4-BE49-F238E27FC236}">
                <a16:creationId xmlns:a16="http://schemas.microsoft.com/office/drawing/2014/main" id="{3BBB67C2-0DFD-D762-6EE5-B22BE2770672}"/>
              </a:ext>
            </a:extLst>
          </p:cNvPr>
          <p:cNvSpPr>
            <a:spLocks noGrp="1"/>
          </p:cNvSpPr>
          <p:nvPr>
            <p:ph type="pic" sz="quarter" idx="14" hasCustomPrompt="1"/>
          </p:nvPr>
        </p:nvSpPr>
        <p:spPr>
          <a:xfrm>
            <a:off x="609599" y="2118876"/>
            <a:ext cx="3643746" cy="181126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cxnSp>
        <p:nvCxnSpPr>
          <p:cNvPr id="13" name="Straight Connector 12">
            <a:extLst>
              <a:ext uri="{FF2B5EF4-FFF2-40B4-BE49-F238E27FC236}">
                <a16:creationId xmlns:a16="http://schemas.microsoft.com/office/drawing/2014/main" id="{2630A51E-62A0-8627-D0C7-1AB0F2A0ECC0}"/>
              </a:ext>
            </a:extLst>
          </p:cNvPr>
          <p:cNvCxnSpPr/>
          <p:nvPr userDrawn="1"/>
        </p:nvCxnSpPr>
        <p:spPr>
          <a:xfrm>
            <a:off x="4461164" y="2103266"/>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
        <p:nvSpPr>
          <p:cNvPr id="14" name="Content Placeholder 3">
            <a:extLst>
              <a:ext uri="{FF2B5EF4-FFF2-40B4-BE49-F238E27FC236}">
                <a16:creationId xmlns:a16="http://schemas.microsoft.com/office/drawing/2014/main" id="{94655B86-6B6B-4332-9FE0-9DDCD6E26137}"/>
              </a:ext>
            </a:extLst>
          </p:cNvPr>
          <p:cNvSpPr>
            <a:spLocks noGrp="1"/>
          </p:cNvSpPr>
          <p:nvPr>
            <p:ph sz="half" idx="15" hasCustomPrompt="1"/>
          </p:nvPr>
        </p:nvSpPr>
        <p:spPr>
          <a:xfrm>
            <a:off x="4682836" y="4209157"/>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5" name="Picture Placeholder 6">
            <a:extLst>
              <a:ext uri="{FF2B5EF4-FFF2-40B4-BE49-F238E27FC236}">
                <a16:creationId xmlns:a16="http://schemas.microsoft.com/office/drawing/2014/main" id="{032ECB24-2769-30C2-8042-B5D6AE996822}"/>
              </a:ext>
            </a:extLst>
          </p:cNvPr>
          <p:cNvSpPr>
            <a:spLocks noGrp="1"/>
          </p:cNvSpPr>
          <p:nvPr>
            <p:ph type="pic" sz="quarter" idx="16" hasCustomPrompt="1"/>
          </p:nvPr>
        </p:nvSpPr>
        <p:spPr>
          <a:xfrm>
            <a:off x="609599" y="4224767"/>
            <a:ext cx="3643746" cy="181126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cxnSp>
        <p:nvCxnSpPr>
          <p:cNvPr id="16" name="Straight Connector 15">
            <a:extLst>
              <a:ext uri="{FF2B5EF4-FFF2-40B4-BE49-F238E27FC236}">
                <a16:creationId xmlns:a16="http://schemas.microsoft.com/office/drawing/2014/main" id="{476A019F-B935-D08B-38E4-94E67A0F6D93}"/>
              </a:ext>
            </a:extLst>
          </p:cNvPr>
          <p:cNvCxnSpPr/>
          <p:nvPr userDrawn="1"/>
        </p:nvCxnSpPr>
        <p:spPr>
          <a:xfrm>
            <a:off x="4461164" y="4209157"/>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1149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_Two Content, Subtitle, and Bullets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image</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Content Placeholder 3">
            <a:extLst>
              <a:ext uri="{FF2B5EF4-FFF2-40B4-BE49-F238E27FC236}">
                <a16:creationId xmlns:a16="http://schemas.microsoft.com/office/drawing/2014/main" id="{A6D1E8C2-048F-4D45-212C-61D550CD324C}"/>
              </a:ext>
            </a:extLst>
          </p:cNvPr>
          <p:cNvSpPr>
            <a:spLocks noGrp="1"/>
          </p:cNvSpPr>
          <p:nvPr>
            <p:ph sz="half" idx="2" hasCustomPrompt="1"/>
          </p:nvPr>
        </p:nvSpPr>
        <p:spPr>
          <a:xfrm>
            <a:off x="4682836" y="2103266"/>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2" name="Picture Placeholder 6">
            <a:extLst>
              <a:ext uri="{FF2B5EF4-FFF2-40B4-BE49-F238E27FC236}">
                <a16:creationId xmlns:a16="http://schemas.microsoft.com/office/drawing/2014/main" id="{3BBB67C2-0DFD-D762-6EE5-B22BE2770672}"/>
              </a:ext>
            </a:extLst>
          </p:cNvPr>
          <p:cNvSpPr>
            <a:spLocks noGrp="1"/>
          </p:cNvSpPr>
          <p:nvPr>
            <p:ph type="pic" sz="quarter" idx="14" hasCustomPrompt="1"/>
          </p:nvPr>
        </p:nvSpPr>
        <p:spPr>
          <a:xfrm>
            <a:off x="609599" y="2118876"/>
            <a:ext cx="3643746" cy="391715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cxnSp>
        <p:nvCxnSpPr>
          <p:cNvPr id="13" name="Straight Connector 12">
            <a:extLst>
              <a:ext uri="{FF2B5EF4-FFF2-40B4-BE49-F238E27FC236}">
                <a16:creationId xmlns:a16="http://schemas.microsoft.com/office/drawing/2014/main" id="{2630A51E-62A0-8627-D0C7-1AB0F2A0ECC0}"/>
              </a:ext>
            </a:extLst>
          </p:cNvPr>
          <p:cNvCxnSpPr/>
          <p:nvPr userDrawn="1"/>
        </p:nvCxnSpPr>
        <p:spPr>
          <a:xfrm>
            <a:off x="4461164" y="2103266"/>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
        <p:nvSpPr>
          <p:cNvPr id="14" name="Content Placeholder 3">
            <a:extLst>
              <a:ext uri="{FF2B5EF4-FFF2-40B4-BE49-F238E27FC236}">
                <a16:creationId xmlns:a16="http://schemas.microsoft.com/office/drawing/2014/main" id="{94655B86-6B6B-4332-9FE0-9DDCD6E26137}"/>
              </a:ext>
            </a:extLst>
          </p:cNvPr>
          <p:cNvSpPr>
            <a:spLocks noGrp="1"/>
          </p:cNvSpPr>
          <p:nvPr>
            <p:ph sz="half" idx="15" hasCustomPrompt="1"/>
          </p:nvPr>
        </p:nvSpPr>
        <p:spPr>
          <a:xfrm>
            <a:off x="4682836" y="4209157"/>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cxnSp>
        <p:nvCxnSpPr>
          <p:cNvPr id="16" name="Straight Connector 15">
            <a:extLst>
              <a:ext uri="{FF2B5EF4-FFF2-40B4-BE49-F238E27FC236}">
                <a16:creationId xmlns:a16="http://schemas.microsoft.com/office/drawing/2014/main" id="{476A019F-B935-D08B-38E4-94E67A0F6D93}"/>
              </a:ext>
            </a:extLst>
          </p:cNvPr>
          <p:cNvCxnSpPr/>
          <p:nvPr userDrawn="1"/>
        </p:nvCxnSpPr>
        <p:spPr>
          <a:xfrm>
            <a:off x="4461164" y="4209157"/>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7335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_Two Content, Subtitle, and Bullets diagonal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1" y="914401"/>
            <a:ext cx="11481753"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diagonal images</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Content Placeholder 3">
            <a:extLst>
              <a:ext uri="{FF2B5EF4-FFF2-40B4-BE49-F238E27FC236}">
                <a16:creationId xmlns:a16="http://schemas.microsoft.com/office/drawing/2014/main" id="{A6D1E8C2-048F-4D45-212C-61D550CD324C}"/>
              </a:ext>
            </a:extLst>
          </p:cNvPr>
          <p:cNvSpPr>
            <a:spLocks noGrp="1"/>
          </p:cNvSpPr>
          <p:nvPr>
            <p:ph sz="half" idx="2" hasCustomPrompt="1"/>
          </p:nvPr>
        </p:nvSpPr>
        <p:spPr>
          <a:xfrm>
            <a:off x="619125" y="2103266"/>
            <a:ext cx="6205421" cy="4186234"/>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3" name="Picture Placeholder 9">
            <a:extLst>
              <a:ext uri="{FF2B5EF4-FFF2-40B4-BE49-F238E27FC236}">
                <a16:creationId xmlns:a16="http://schemas.microsoft.com/office/drawing/2014/main" id="{5EE447B0-FFD1-D2E7-64B7-900BAAF130AA}"/>
              </a:ext>
            </a:extLst>
          </p:cNvPr>
          <p:cNvSpPr>
            <a:spLocks noGrp="1"/>
          </p:cNvSpPr>
          <p:nvPr>
            <p:ph type="pic" sz="quarter" idx="14"/>
          </p:nvPr>
        </p:nvSpPr>
        <p:spPr>
          <a:xfrm>
            <a:off x="7086915" y="2133601"/>
            <a:ext cx="2337085" cy="4114800"/>
          </a:xfrm>
          <a:custGeom>
            <a:avLst/>
            <a:gdLst>
              <a:gd name="connsiteX0" fmla="*/ 615142 w 3075709"/>
              <a:gd name="connsiteY0" fmla="*/ 0 h 5514109"/>
              <a:gd name="connsiteX1" fmla="*/ 3075709 w 3075709"/>
              <a:gd name="connsiteY1" fmla="*/ 0 h 5514109"/>
              <a:gd name="connsiteX2" fmla="*/ 2460567 w 3075709"/>
              <a:gd name="connsiteY2" fmla="*/ 5514109 h 5514109"/>
              <a:gd name="connsiteX3" fmla="*/ 0 w 3075709"/>
              <a:gd name="connsiteY3" fmla="*/ 5514109 h 5514109"/>
            </a:gdLst>
            <a:ahLst/>
            <a:cxnLst>
              <a:cxn ang="0">
                <a:pos x="connsiteX0" y="connsiteY0"/>
              </a:cxn>
              <a:cxn ang="0">
                <a:pos x="connsiteX1" y="connsiteY1"/>
              </a:cxn>
              <a:cxn ang="0">
                <a:pos x="connsiteX2" y="connsiteY2"/>
              </a:cxn>
              <a:cxn ang="0">
                <a:pos x="connsiteX3" y="connsiteY3"/>
              </a:cxn>
            </a:cxnLst>
            <a:rect l="l" t="t" r="r" b="b"/>
            <a:pathLst>
              <a:path w="3075709" h="5514109">
                <a:moveTo>
                  <a:pt x="615142" y="0"/>
                </a:moveTo>
                <a:lnTo>
                  <a:pt x="3075709" y="0"/>
                </a:lnTo>
                <a:lnTo>
                  <a:pt x="2460567" y="5514109"/>
                </a:lnTo>
                <a:lnTo>
                  <a:pt x="0" y="5514109"/>
                </a:lnTo>
                <a:close/>
              </a:path>
            </a:pathLst>
          </a:custGeom>
        </p:spPr>
        <p:txBody>
          <a:bodyPr rtlCol="0">
            <a:noAutofit/>
          </a:bodyPr>
          <a:lstStyle>
            <a:lvl1pPr algn="r">
              <a:buNone/>
              <a:defRPr sz="1800"/>
            </a:lvl1pPr>
          </a:lstStyle>
          <a:p>
            <a:pPr lvl="0"/>
            <a:r>
              <a:rPr lang="en-US" noProof="0" dirty="0"/>
              <a:t>Click icon to add picture</a:t>
            </a:r>
          </a:p>
        </p:txBody>
      </p:sp>
      <p:sp>
        <p:nvSpPr>
          <p:cNvPr id="4" name="Picture Placeholder 12">
            <a:extLst>
              <a:ext uri="{FF2B5EF4-FFF2-40B4-BE49-F238E27FC236}">
                <a16:creationId xmlns:a16="http://schemas.microsoft.com/office/drawing/2014/main" id="{BA332808-0752-9612-A23C-DCB959D6B3A5}"/>
              </a:ext>
            </a:extLst>
          </p:cNvPr>
          <p:cNvSpPr>
            <a:spLocks noGrp="1"/>
          </p:cNvSpPr>
          <p:nvPr>
            <p:ph type="pic" sz="quarter" idx="15"/>
          </p:nvPr>
        </p:nvSpPr>
        <p:spPr>
          <a:xfrm>
            <a:off x="9245315" y="2133601"/>
            <a:ext cx="2337085" cy="4114800"/>
          </a:xfrm>
          <a:custGeom>
            <a:avLst/>
            <a:gdLst>
              <a:gd name="connsiteX0" fmla="*/ 615142 w 3075709"/>
              <a:gd name="connsiteY0" fmla="*/ 0 h 5514109"/>
              <a:gd name="connsiteX1" fmla="*/ 3075709 w 3075709"/>
              <a:gd name="connsiteY1" fmla="*/ 0 h 5514109"/>
              <a:gd name="connsiteX2" fmla="*/ 2460567 w 3075709"/>
              <a:gd name="connsiteY2" fmla="*/ 5514109 h 5514109"/>
              <a:gd name="connsiteX3" fmla="*/ 0 w 3075709"/>
              <a:gd name="connsiteY3" fmla="*/ 5514109 h 5514109"/>
            </a:gdLst>
            <a:ahLst/>
            <a:cxnLst>
              <a:cxn ang="0">
                <a:pos x="connsiteX0" y="connsiteY0"/>
              </a:cxn>
              <a:cxn ang="0">
                <a:pos x="connsiteX1" y="connsiteY1"/>
              </a:cxn>
              <a:cxn ang="0">
                <a:pos x="connsiteX2" y="connsiteY2"/>
              </a:cxn>
              <a:cxn ang="0">
                <a:pos x="connsiteX3" y="connsiteY3"/>
              </a:cxn>
            </a:cxnLst>
            <a:rect l="l" t="t" r="r" b="b"/>
            <a:pathLst>
              <a:path w="3075709" h="5514109">
                <a:moveTo>
                  <a:pt x="615142" y="0"/>
                </a:moveTo>
                <a:lnTo>
                  <a:pt x="3075709" y="0"/>
                </a:lnTo>
                <a:lnTo>
                  <a:pt x="2460567" y="5514109"/>
                </a:lnTo>
                <a:lnTo>
                  <a:pt x="0" y="5514109"/>
                </a:lnTo>
                <a:close/>
              </a:path>
            </a:pathLst>
          </a:custGeom>
        </p:spPr>
        <p:txBody>
          <a:bodyPr rtlCol="0">
            <a:noAutofit/>
          </a:bodyPr>
          <a:lstStyle>
            <a:lvl1pPr algn="r">
              <a:buNone/>
              <a:defRPr sz="1800"/>
            </a:lvl1pPr>
          </a:lstStyle>
          <a:p>
            <a:pPr lvl="0"/>
            <a:r>
              <a:rPr lang="en-US" noProof="0" dirty="0"/>
              <a:t>Click icon to add picture</a:t>
            </a:r>
          </a:p>
        </p:txBody>
      </p:sp>
    </p:spTree>
    <p:extLst>
      <p:ext uri="{BB962C8B-B14F-4D97-AF65-F5344CB8AC3E}">
        <p14:creationId xmlns:p14="http://schemas.microsoft.com/office/powerpoint/2010/main" val="1248281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_Two Content, Subtitle, and Bullets diagonal imag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1" y="914401"/>
            <a:ext cx="11481753"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diagonal images</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9" name="Content Placeholder 2">
            <a:extLst>
              <a:ext uri="{FF2B5EF4-FFF2-40B4-BE49-F238E27FC236}">
                <a16:creationId xmlns:a16="http://schemas.microsoft.com/office/drawing/2014/main" id="{AA1D65AD-DBC0-374F-299B-14082E7CB3B9}"/>
              </a:ext>
            </a:extLst>
          </p:cNvPr>
          <p:cNvSpPr>
            <a:spLocks noGrp="1"/>
          </p:cNvSpPr>
          <p:nvPr>
            <p:ph sz="half" idx="1" hasCustomPrompt="1"/>
          </p:nvPr>
        </p:nvSpPr>
        <p:spPr>
          <a:xfrm>
            <a:off x="6414655" y="2133601"/>
            <a:ext cx="5167744" cy="4021279"/>
          </a:xfrm>
        </p:spPr>
        <p:txBody>
          <a:bodyPr/>
          <a:lstStyle>
            <a:lvl1pPr>
              <a:defRPr sz="2400"/>
            </a:lvl1pPr>
            <a:lvl2pPr>
              <a:defRPr sz="2000"/>
            </a:lvl2pPr>
            <a:lvl3pPr>
              <a:defRPr sz="1800"/>
            </a:lvl3pPr>
            <a:lvl4pPr>
              <a:defRPr sz="1600"/>
            </a:lvl4pPr>
            <a:lvl5pPr>
              <a:defRPr sz="1600"/>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12">
            <a:extLst>
              <a:ext uri="{FF2B5EF4-FFF2-40B4-BE49-F238E27FC236}">
                <a16:creationId xmlns:a16="http://schemas.microsoft.com/office/drawing/2014/main" id="{4D272019-CCCD-2B7B-44AF-18FC7E26530F}"/>
              </a:ext>
            </a:extLst>
          </p:cNvPr>
          <p:cNvSpPr>
            <a:spLocks noGrp="1"/>
          </p:cNvSpPr>
          <p:nvPr>
            <p:ph type="pic" sz="quarter" idx="14"/>
          </p:nvPr>
        </p:nvSpPr>
        <p:spPr>
          <a:xfrm>
            <a:off x="594682" y="2146662"/>
            <a:ext cx="5577840" cy="1920240"/>
          </a:xfrm>
          <a:custGeom>
            <a:avLst/>
            <a:gdLst>
              <a:gd name="connsiteX0" fmla="*/ 6858000 w 6858000"/>
              <a:gd name="connsiteY0" fmla="*/ 0 h 2369128"/>
              <a:gd name="connsiteX1" fmla="*/ 6276109 w 6858000"/>
              <a:gd name="connsiteY1" fmla="*/ 2313709 h 2369128"/>
              <a:gd name="connsiteX2" fmla="*/ 0 w 6858000"/>
              <a:gd name="connsiteY2" fmla="*/ 2369128 h 2369128"/>
              <a:gd name="connsiteX3" fmla="*/ 678872 w 6858000"/>
              <a:gd name="connsiteY3" fmla="*/ 69273 h 2369128"/>
              <a:gd name="connsiteX0" fmla="*/ 6858000 w 6858000"/>
              <a:gd name="connsiteY0" fmla="*/ 0 h 2369128"/>
              <a:gd name="connsiteX1" fmla="*/ 6139834 w 6858000"/>
              <a:gd name="connsiteY1" fmla="*/ 2362659 h 2369128"/>
              <a:gd name="connsiteX2" fmla="*/ 0 w 6858000"/>
              <a:gd name="connsiteY2" fmla="*/ 2369128 h 2369128"/>
              <a:gd name="connsiteX3" fmla="*/ 678872 w 6858000"/>
              <a:gd name="connsiteY3" fmla="*/ 69273 h 2369128"/>
              <a:gd name="connsiteX4" fmla="*/ 6858000 w 6858000"/>
              <a:gd name="connsiteY4" fmla="*/ 0 h 2369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8000" h="2369128">
                <a:moveTo>
                  <a:pt x="6858000" y="0"/>
                </a:moveTo>
                <a:lnTo>
                  <a:pt x="6139834" y="2362659"/>
                </a:lnTo>
                <a:lnTo>
                  <a:pt x="0" y="2369128"/>
                </a:lnTo>
                <a:lnTo>
                  <a:pt x="678872" y="69273"/>
                </a:lnTo>
                <a:lnTo>
                  <a:pt x="6858000" y="0"/>
                </a:lnTo>
                <a:close/>
              </a:path>
            </a:pathLst>
          </a:custGeom>
        </p:spPr>
        <p:txBody>
          <a:bodyPr rtlCol="0">
            <a:noAutofit/>
          </a:bodyPr>
          <a:lstStyle>
            <a:lvl1pPr algn="ctr">
              <a:buNone/>
              <a:defRPr sz="1800"/>
            </a:lvl1pPr>
          </a:lstStyle>
          <a:p>
            <a:pPr lvl="0"/>
            <a:r>
              <a:rPr lang="en-US" noProof="0" dirty="0"/>
              <a:t>Click icon to add picture</a:t>
            </a:r>
          </a:p>
        </p:txBody>
      </p:sp>
      <p:sp>
        <p:nvSpPr>
          <p:cNvPr id="12" name="Picture Placeholder 12">
            <a:extLst>
              <a:ext uri="{FF2B5EF4-FFF2-40B4-BE49-F238E27FC236}">
                <a16:creationId xmlns:a16="http://schemas.microsoft.com/office/drawing/2014/main" id="{DD66ED59-D4E7-86E1-76EA-2E51257EEF47}"/>
              </a:ext>
            </a:extLst>
          </p:cNvPr>
          <p:cNvSpPr>
            <a:spLocks noGrp="1"/>
          </p:cNvSpPr>
          <p:nvPr>
            <p:ph type="pic" sz="quarter" idx="15"/>
          </p:nvPr>
        </p:nvSpPr>
        <p:spPr>
          <a:xfrm>
            <a:off x="594682" y="4234640"/>
            <a:ext cx="5577840" cy="1920240"/>
          </a:xfrm>
          <a:custGeom>
            <a:avLst/>
            <a:gdLst>
              <a:gd name="connsiteX0" fmla="*/ 6858000 w 6858000"/>
              <a:gd name="connsiteY0" fmla="*/ 0 h 2369128"/>
              <a:gd name="connsiteX1" fmla="*/ 6276109 w 6858000"/>
              <a:gd name="connsiteY1" fmla="*/ 2313709 h 2369128"/>
              <a:gd name="connsiteX2" fmla="*/ 0 w 6858000"/>
              <a:gd name="connsiteY2" fmla="*/ 2369128 h 2369128"/>
              <a:gd name="connsiteX3" fmla="*/ 678872 w 6858000"/>
              <a:gd name="connsiteY3" fmla="*/ 69273 h 2369128"/>
              <a:gd name="connsiteX0" fmla="*/ 6858000 w 6858000"/>
              <a:gd name="connsiteY0" fmla="*/ 0 h 2369128"/>
              <a:gd name="connsiteX1" fmla="*/ 6139834 w 6858000"/>
              <a:gd name="connsiteY1" fmla="*/ 2362659 h 2369128"/>
              <a:gd name="connsiteX2" fmla="*/ 0 w 6858000"/>
              <a:gd name="connsiteY2" fmla="*/ 2369128 h 2369128"/>
              <a:gd name="connsiteX3" fmla="*/ 678872 w 6858000"/>
              <a:gd name="connsiteY3" fmla="*/ 69273 h 2369128"/>
              <a:gd name="connsiteX4" fmla="*/ 6858000 w 6858000"/>
              <a:gd name="connsiteY4" fmla="*/ 0 h 2369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8000" h="2369128">
                <a:moveTo>
                  <a:pt x="6858000" y="0"/>
                </a:moveTo>
                <a:lnTo>
                  <a:pt x="6139834" y="2362659"/>
                </a:lnTo>
                <a:lnTo>
                  <a:pt x="0" y="2369128"/>
                </a:lnTo>
                <a:lnTo>
                  <a:pt x="678872" y="69273"/>
                </a:lnTo>
                <a:lnTo>
                  <a:pt x="6858000" y="0"/>
                </a:lnTo>
                <a:close/>
              </a:path>
            </a:pathLst>
          </a:custGeom>
        </p:spPr>
        <p:txBody>
          <a:bodyPr rtlCol="0">
            <a:noAutofit/>
          </a:bodyPr>
          <a:lstStyle>
            <a:lvl1pPr algn="ctr">
              <a:buNone/>
              <a:defRPr sz="1800"/>
            </a:lvl1pPr>
          </a:lstStyle>
          <a:p>
            <a:pPr lvl="0"/>
            <a:r>
              <a:rPr lang="en-US" noProof="0" dirty="0"/>
              <a:t>Click icon to add picture</a:t>
            </a:r>
          </a:p>
        </p:txBody>
      </p:sp>
    </p:spTree>
    <p:extLst>
      <p:ext uri="{BB962C8B-B14F-4D97-AF65-F5344CB8AC3E}">
        <p14:creationId xmlns:p14="http://schemas.microsoft.com/office/powerpoint/2010/main" val="1447787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704503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Three-column, subtitle, bullets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subtitle, bullets layout</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 Placeholder 4">
            <a:extLst>
              <a:ext uri="{FF2B5EF4-FFF2-40B4-BE49-F238E27FC236}">
                <a16:creationId xmlns:a16="http://schemas.microsoft.com/office/drawing/2014/main" id="{DD583FB2-55AE-54BE-E2DD-306F3137D3F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13" name="Content Placeholder 2">
            <a:extLst>
              <a:ext uri="{FF2B5EF4-FFF2-40B4-BE49-F238E27FC236}">
                <a16:creationId xmlns:a16="http://schemas.microsoft.com/office/drawing/2014/main" id="{F3F2B262-18FA-0174-661A-7EA8C828B6D0}"/>
              </a:ext>
            </a:extLst>
          </p:cNvPr>
          <p:cNvSpPr>
            <a:spLocks noGrp="1"/>
          </p:cNvSpPr>
          <p:nvPr>
            <p:ph sz="half" idx="1" hasCustomPrompt="1"/>
          </p:nvPr>
        </p:nvSpPr>
        <p:spPr>
          <a:xfrm>
            <a:off x="609599" y="2133600"/>
            <a:ext cx="10972799" cy="1379034"/>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4" name="Content Placeholder 2">
            <a:extLst>
              <a:ext uri="{FF2B5EF4-FFF2-40B4-BE49-F238E27FC236}">
                <a16:creationId xmlns:a16="http://schemas.microsoft.com/office/drawing/2014/main" id="{27536368-2F9D-EFF5-6B76-13265E104753}"/>
              </a:ext>
            </a:extLst>
          </p:cNvPr>
          <p:cNvSpPr>
            <a:spLocks noGrp="1"/>
          </p:cNvSpPr>
          <p:nvPr>
            <p:ph sz="half" idx="17" hasCustomPrompt="1"/>
          </p:nvPr>
        </p:nvSpPr>
        <p:spPr>
          <a:xfrm>
            <a:off x="609600" y="3713017"/>
            <a:ext cx="5334000" cy="2227406"/>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5" name="Content Placeholder 2">
            <a:extLst>
              <a:ext uri="{FF2B5EF4-FFF2-40B4-BE49-F238E27FC236}">
                <a16:creationId xmlns:a16="http://schemas.microsoft.com/office/drawing/2014/main" id="{E7FAEAD2-7C22-1EE3-38EF-BDE40F9D9832}"/>
              </a:ext>
            </a:extLst>
          </p:cNvPr>
          <p:cNvSpPr>
            <a:spLocks noGrp="1"/>
          </p:cNvSpPr>
          <p:nvPr>
            <p:ph sz="half" idx="18" hasCustomPrompt="1"/>
          </p:nvPr>
        </p:nvSpPr>
        <p:spPr>
          <a:xfrm>
            <a:off x="6248398" y="3713017"/>
            <a:ext cx="5334000" cy="2227406"/>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Tree>
    <p:extLst>
      <p:ext uri="{BB962C8B-B14F-4D97-AF65-F5344CB8AC3E}">
        <p14:creationId xmlns:p14="http://schemas.microsoft.com/office/powerpoint/2010/main" val="2095198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_Two Content, Subtitle, and Bullets images">
    <p:spTree>
      <p:nvGrpSpPr>
        <p:cNvPr id="1" name=""/>
        <p:cNvGrpSpPr/>
        <p:nvPr/>
      </p:nvGrpSpPr>
      <p:grpSpPr>
        <a:xfrm>
          <a:off x="0" y="0"/>
          <a:ext cx="0" cy="0"/>
          <a:chOff x="0" y="0"/>
          <a:chExt cx="0" cy="0"/>
        </a:xfrm>
      </p:grpSpPr>
      <p:sp>
        <p:nvSpPr>
          <p:cNvPr id="9" name="Picture Placeholder 6">
            <a:extLst>
              <a:ext uri="{FF2B5EF4-FFF2-40B4-BE49-F238E27FC236}">
                <a16:creationId xmlns:a16="http://schemas.microsoft.com/office/drawing/2014/main" id="{2A8076F7-D427-34D1-99C0-68EFF424C28D}"/>
              </a:ext>
            </a:extLst>
          </p:cNvPr>
          <p:cNvSpPr>
            <a:spLocks noGrp="1"/>
          </p:cNvSpPr>
          <p:nvPr>
            <p:ph type="pic" sz="quarter" idx="14" hasCustomPrompt="1"/>
          </p:nvPr>
        </p:nvSpPr>
        <p:spPr>
          <a:xfrm>
            <a:off x="609599" y="2118876"/>
            <a:ext cx="3474720" cy="2505456"/>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10" name="Picture Placeholder 6">
            <a:extLst>
              <a:ext uri="{FF2B5EF4-FFF2-40B4-BE49-F238E27FC236}">
                <a16:creationId xmlns:a16="http://schemas.microsoft.com/office/drawing/2014/main" id="{57D72663-D094-A43A-F950-11115B2059AC}"/>
              </a:ext>
            </a:extLst>
          </p:cNvPr>
          <p:cNvSpPr>
            <a:spLocks noGrp="1"/>
          </p:cNvSpPr>
          <p:nvPr>
            <p:ph type="pic" sz="quarter" idx="15" hasCustomPrompt="1"/>
          </p:nvPr>
        </p:nvSpPr>
        <p:spPr>
          <a:xfrm>
            <a:off x="4358640" y="2118876"/>
            <a:ext cx="3474720" cy="2505456"/>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subtitle, bullets layout, image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4839415"/>
            <a:ext cx="3474720" cy="1064907"/>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401470" y="4839414"/>
            <a:ext cx="3474720" cy="1064907"/>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Picture Placeholder 6">
            <a:extLst>
              <a:ext uri="{FF2B5EF4-FFF2-40B4-BE49-F238E27FC236}">
                <a16:creationId xmlns:a16="http://schemas.microsoft.com/office/drawing/2014/main" id="{E4E4E984-0CF8-D81B-EEFD-F7BAE9C3798A}"/>
              </a:ext>
            </a:extLst>
          </p:cNvPr>
          <p:cNvSpPr>
            <a:spLocks noGrp="1"/>
          </p:cNvSpPr>
          <p:nvPr>
            <p:ph type="pic" sz="quarter" idx="16" hasCustomPrompt="1"/>
          </p:nvPr>
        </p:nvSpPr>
        <p:spPr>
          <a:xfrm>
            <a:off x="8105449" y="2118876"/>
            <a:ext cx="3474720" cy="2505456"/>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12" name="Content Placeholder 3">
            <a:extLst>
              <a:ext uri="{FF2B5EF4-FFF2-40B4-BE49-F238E27FC236}">
                <a16:creationId xmlns:a16="http://schemas.microsoft.com/office/drawing/2014/main" id="{7B583509-C158-3207-D578-13FA09D91998}"/>
              </a:ext>
            </a:extLst>
          </p:cNvPr>
          <p:cNvSpPr>
            <a:spLocks noGrp="1"/>
          </p:cNvSpPr>
          <p:nvPr>
            <p:ph sz="half" idx="17" hasCustomPrompt="1"/>
          </p:nvPr>
        </p:nvSpPr>
        <p:spPr>
          <a:xfrm>
            <a:off x="8148279" y="4839414"/>
            <a:ext cx="3474720" cy="1064907"/>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Tree>
    <p:extLst>
      <p:ext uri="{BB962C8B-B14F-4D97-AF65-F5344CB8AC3E}">
        <p14:creationId xmlns:p14="http://schemas.microsoft.com/office/powerpoint/2010/main" val="884100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_Two Content, Subtitle, and Bullets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subtitle, callout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3836021"/>
            <a:ext cx="3474720" cy="2068302"/>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401470" y="3836020"/>
            <a:ext cx="3474720" cy="2068302"/>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Content Placeholder 3">
            <a:extLst>
              <a:ext uri="{FF2B5EF4-FFF2-40B4-BE49-F238E27FC236}">
                <a16:creationId xmlns:a16="http://schemas.microsoft.com/office/drawing/2014/main" id="{7B583509-C158-3207-D578-13FA09D91998}"/>
              </a:ext>
            </a:extLst>
          </p:cNvPr>
          <p:cNvSpPr>
            <a:spLocks noGrp="1"/>
          </p:cNvSpPr>
          <p:nvPr>
            <p:ph sz="half" idx="17" hasCustomPrompt="1"/>
          </p:nvPr>
        </p:nvSpPr>
        <p:spPr>
          <a:xfrm>
            <a:off x="8148279" y="3836020"/>
            <a:ext cx="3474720" cy="2068302"/>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56B44C63-F39D-D06A-5475-046629AF43EA}"/>
              </a:ext>
            </a:extLst>
          </p:cNvPr>
          <p:cNvSpPr>
            <a:spLocks noGrp="1"/>
          </p:cNvSpPr>
          <p:nvPr>
            <p:ph sz="half" idx="18" hasCustomPrompt="1"/>
          </p:nvPr>
        </p:nvSpPr>
        <p:spPr>
          <a:xfrm>
            <a:off x="609599" y="2133600"/>
            <a:ext cx="10972799" cy="1379034"/>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Tree>
    <p:extLst>
      <p:ext uri="{BB962C8B-B14F-4D97-AF65-F5344CB8AC3E}">
        <p14:creationId xmlns:p14="http://schemas.microsoft.com/office/powerpoint/2010/main" val="3563669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type="twoTxTwoObj" preserve="1">
  <p:cSld name="2_Three column with subheadings 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comparison</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cxnSp>
        <p:nvCxnSpPr>
          <p:cNvPr id="12" name="Straight Connector 11">
            <a:extLst>
              <a:ext uri="{FF2B5EF4-FFF2-40B4-BE49-F238E27FC236}">
                <a16:creationId xmlns:a16="http://schemas.microsoft.com/office/drawing/2014/main" id="{AEA38A03-7D41-1A55-93A7-1D72FD514552}"/>
              </a:ext>
            </a:extLst>
          </p:cNvPr>
          <p:cNvCxnSpPr/>
          <p:nvPr userDrawn="1"/>
        </p:nvCxnSpPr>
        <p:spPr>
          <a:xfrm>
            <a:off x="4217775" y="1736519"/>
            <a:ext cx="0" cy="4480560"/>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grpSp>
        <p:nvGrpSpPr>
          <p:cNvPr id="13" name="Right Facing Arrow 2" descr="red circle with white arrow used to indicate a relationship between items 2 and 3 out of 3 in a linear progression">
            <a:extLst>
              <a:ext uri="{FF2B5EF4-FFF2-40B4-BE49-F238E27FC236}">
                <a16:creationId xmlns:a16="http://schemas.microsoft.com/office/drawing/2014/main" id="{4A5E2DC0-C318-53A0-DEF7-960C744C0E7D}"/>
              </a:ext>
            </a:extLst>
          </p:cNvPr>
          <p:cNvGrpSpPr>
            <a:grpSpLocks noChangeAspect="1"/>
          </p:cNvGrpSpPr>
          <p:nvPr userDrawn="1"/>
        </p:nvGrpSpPr>
        <p:grpSpPr>
          <a:xfrm>
            <a:off x="4096676" y="3688634"/>
            <a:ext cx="274320" cy="274320"/>
            <a:chOff x="5834062" y="3167062"/>
            <a:chExt cx="353293" cy="353293"/>
          </a:xfrm>
        </p:grpSpPr>
        <p:sp>
          <p:nvSpPr>
            <p:cNvPr id="14" name="Circle">
              <a:extLst>
                <a:ext uri="{FF2B5EF4-FFF2-40B4-BE49-F238E27FC236}">
                  <a16:creationId xmlns:a16="http://schemas.microsoft.com/office/drawing/2014/main" id="{3089F129-80C0-E190-3D00-7908E8CADC67}"/>
                </a:ext>
              </a:extLst>
            </p:cNvPr>
            <p:cNvSpPr/>
            <p:nvPr/>
          </p:nvSpPr>
          <p:spPr>
            <a:xfrm>
              <a:off x="5834062" y="3167062"/>
              <a:ext cx="353293" cy="353293"/>
            </a:xfrm>
            <a:custGeom>
              <a:avLst/>
              <a:gdLst>
                <a:gd name="connsiteX0" fmla="*/ 353293 w 353293"/>
                <a:gd name="connsiteY0" fmla="*/ 176647 h 353293"/>
                <a:gd name="connsiteX1" fmla="*/ 176647 w 353293"/>
                <a:gd name="connsiteY1" fmla="*/ 353293 h 353293"/>
                <a:gd name="connsiteX2" fmla="*/ 0 w 353293"/>
                <a:gd name="connsiteY2" fmla="*/ 176647 h 353293"/>
                <a:gd name="connsiteX3" fmla="*/ 176647 w 353293"/>
                <a:gd name="connsiteY3" fmla="*/ 0 h 353293"/>
                <a:gd name="connsiteX4" fmla="*/ 353293 w 353293"/>
                <a:gd name="connsiteY4" fmla="*/ 176647 h 3532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3293" h="353293">
                  <a:moveTo>
                    <a:pt x="353293" y="176647"/>
                  </a:moveTo>
                  <a:cubicBezTo>
                    <a:pt x="353293" y="274206"/>
                    <a:pt x="274206" y="353293"/>
                    <a:pt x="176647" y="353293"/>
                  </a:cubicBezTo>
                  <a:cubicBezTo>
                    <a:pt x="79087" y="353293"/>
                    <a:pt x="0" y="274206"/>
                    <a:pt x="0" y="176647"/>
                  </a:cubicBezTo>
                  <a:cubicBezTo>
                    <a:pt x="0" y="79087"/>
                    <a:pt x="79087" y="0"/>
                    <a:pt x="176647" y="0"/>
                  </a:cubicBezTo>
                  <a:cubicBezTo>
                    <a:pt x="274206" y="0"/>
                    <a:pt x="353293" y="79087"/>
                    <a:pt x="353293" y="176647"/>
                  </a:cubicBezTo>
                  <a:close/>
                </a:path>
              </a:pathLst>
            </a:custGeom>
            <a:solidFill>
              <a:schemeClr val="accent3"/>
            </a:solidFill>
            <a:ln w="6235" cap="flat">
              <a:noFill/>
              <a:prstDash val="solid"/>
              <a:miter/>
            </a:ln>
          </p:spPr>
          <p:txBody>
            <a:bodyPr rtlCol="0" anchor="ctr"/>
            <a:lstStyle/>
            <a:p>
              <a:endParaRPr lang="en-US" dirty="0"/>
            </a:p>
          </p:txBody>
        </p:sp>
        <p:sp>
          <p:nvSpPr>
            <p:cNvPr id="15" name="Arrow">
              <a:extLst>
                <a:ext uri="{FF2B5EF4-FFF2-40B4-BE49-F238E27FC236}">
                  <a16:creationId xmlns:a16="http://schemas.microsoft.com/office/drawing/2014/main" id="{D890A71E-0652-ABA3-D906-C951C946F6B4}"/>
                </a:ext>
              </a:extLst>
            </p:cNvPr>
            <p:cNvSpPr/>
            <p:nvPr/>
          </p:nvSpPr>
          <p:spPr>
            <a:xfrm>
              <a:off x="5902091" y="3252194"/>
              <a:ext cx="227828" cy="182964"/>
            </a:xfrm>
            <a:custGeom>
              <a:avLst/>
              <a:gdLst>
                <a:gd name="connsiteX0" fmla="*/ 136378 w 227828"/>
                <a:gd name="connsiteY0" fmla="*/ 0 h 182964"/>
                <a:gd name="connsiteX1" fmla="*/ 113787 w 227828"/>
                <a:gd name="connsiteY1" fmla="*/ 22591 h 182964"/>
                <a:gd name="connsiteX2" fmla="*/ 166755 w 227828"/>
                <a:gd name="connsiteY2" fmla="*/ 75560 h 182964"/>
                <a:gd name="connsiteX3" fmla="*/ 0 w 227828"/>
                <a:gd name="connsiteY3" fmla="*/ 75560 h 182964"/>
                <a:gd name="connsiteX4" fmla="*/ 0 w 227828"/>
                <a:gd name="connsiteY4" fmla="*/ 107469 h 182964"/>
                <a:gd name="connsiteX5" fmla="*/ 166755 w 227828"/>
                <a:gd name="connsiteY5" fmla="*/ 107469 h 182964"/>
                <a:gd name="connsiteX6" fmla="*/ 113787 w 227828"/>
                <a:gd name="connsiteY6" fmla="*/ 160437 h 182964"/>
                <a:gd name="connsiteX7" fmla="*/ 136378 w 227828"/>
                <a:gd name="connsiteY7" fmla="*/ 182965 h 182964"/>
                <a:gd name="connsiteX8" fmla="*/ 227828 w 227828"/>
                <a:gd name="connsiteY8" fmla="*/ 91514 h 182964"/>
                <a:gd name="connsiteX9" fmla="*/ 136378 w 227828"/>
                <a:gd name="connsiteY9" fmla="*/ 0 h 182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7828" h="182964">
                  <a:moveTo>
                    <a:pt x="136378" y="0"/>
                  </a:moveTo>
                  <a:lnTo>
                    <a:pt x="113787" y="22591"/>
                  </a:lnTo>
                  <a:lnTo>
                    <a:pt x="166755" y="75560"/>
                  </a:lnTo>
                  <a:lnTo>
                    <a:pt x="0" y="75560"/>
                  </a:lnTo>
                  <a:lnTo>
                    <a:pt x="0" y="107469"/>
                  </a:lnTo>
                  <a:lnTo>
                    <a:pt x="166755" y="107469"/>
                  </a:lnTo>
                  <a:lnTo>
                    <a:pt x="113787" y="160437"/>
                  </a:lnTo>
                  <a:lnTo>
                    <a:pt x="136378" y="182965"/>
                  </a:lnTo>
                  <a:lnTo>
                    <a:pt x="227828" y="91514"/>
                  </a:lnTo>
                  <a:lnTo>
                    <a:pt x="136378" y="0"/>
                  </a:lnTo>
                  <a:close/>
                </a:path>
              </a:pathLst>
            </a:custGeom>
            <a:solidFill>
              <a:srgbClr val="FFFFFF"/>
            </a:solidFill>
            <a:ln w="6235" cap="flat">
              <a:noFill/>
              <a:prstDash val="solid"/>
              <a:miter/>
            </a:ln>
          </p:spPr>
          <p:txBody>
            <a:bodyPr rtlCol="0" anchor="ctr"/>
            <a:lstStyle/>
            <a:p>
              <a:endParaRPr lang="en-US"/>
            </a:p>
          </p:txBody>
        </p:sp>
      </p:grpSp>
      <p:cxnSp>
        <p:nvCxnSpPr>
          <p:cNvPr id="16" name="Straight Connector 15">
            <a:extLst>
              <a:ext uri="{FF2B5EF4-FFF2-40B4-BE49-F238E27FC236}">
                <a16:creationId xmlns:a16="http://schemas.microsoft.com/office/drawing/2014/main" id="{3A1ADC3E-54B7-4C60-19DA-8C51B7D7CB6F}"/>
              </a:ext>
            </a:extLst>
          </p:cNvPr>
          <p:cNvCxnSpPr/>
          <p:nvPr userDrawn="1"/>
        </p:nvCxnSpPr>
        <p:spPr>
          <a:xfrm>
            <a:off x="7964277" y="1736519"/>
            <a:ext cx="0" cy="4480560"/>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grpSp>
        <p:nvGrpSpPr>
          <p:cNvPr id="17" name="Right Facing Arrow 2" descr="red circle with white arrow used to indicate a relationship between items 2 and 3 out of 3 in a linear progression">
            <a:extLst>
              <a:ext uri="{FF2B5EF4-FFF2-40B4-BE49-F238E27FC236}">
                <a16:creationId xmlns:a16="http://schemas.microsoft.com/office/drawing/2014/main" id="{4530AA19-1CB2-0259-AE83-1C974068B005}"/>
              </a:ext>
            </a:extLst>
          </p:cNvPr>
          <p:cNvGrpSpPr>
            <a:grpSpLocks noChangeAspect="1"/>
          </p:cNvGrpSpPr>
          <p:nvPr userDrawn="1"/>
        </p:nvGrpSpPr>
        <p:grpSpPr>
          <a:xfrm>
            <a:off x="7831455" y="3688634"/>
            <a:ext cx="274320" cy="274320"/>
            <a:chOff x="5834062" y="3167062"/>
            <a:chExt cx="353293" cy="353293"/>
          </a:xfrm>
        </p:grpSpPr>
        <p:sp>
          <p:nvSpPr>
            <p:cNvPr id="18" name="Circle">
              <a:extLst>
                <a:ext uri="{FF2B5EF4-FFF2-40B4-BE49-F238E27FC236}">
                  <a16:creationId xmlns:a16="http://schemas.microsoft.com/office/drawing/2014/main" id="{5427B9FC-E3C6-CE17-409D-4099EE122FFC}"/>
                </a:ext>
              </a:extLst>
            </p:cNvPr>
            <p:cNvSpPr/>
            <p:nvPr/>
          </p:nvSpPr>
          <p:spPr>
            <a:xfrm>
              <a:off x="5834062" y="3167062"/>
              <a:ext cx="353293" cy="353293"/>
            </a:xfrm>
            <a:custGeom>
              <a:avLst/>
              <a:gdLst>
                <a:gd name="connsiteX0" fmla="*/ 353293 w 353293"/>
                <a:gd name="connsiteY0" fmla="*/ 176647 h 353293"/>
                <a:gd name="connsiteX1" fmla="*/ 176647 w 353293"/>
                <a:gd name="connsiteY1" fmla="*/ 353293 h 353293"/>
                <a:gd name="connsiteX2" fmla="*/ 0 w 353293"/>
                <a:gd name="connsiteY2" fmla="*/ 176647 h 353293"/>
                <a:gd name="connsiteX3" fmla="*/ 176647 w 353293"/>
                <a:gd name="connsiteY3" fmla="*/ 0 h 353293"/>
                <a:gd name="connsiteX4" fmla="*/ 353293 w 353293"/>
                <a:gd name="connsiteY4" fmla="*/ 176647 h 3532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3293" h="353293">
                  <a:moveTo>
                    <a:pt x="353293" y="176647"/>
                  </a:moveTo>
                  <a:cubicBezTo>
                    <a:pt x="353293" y="274206"/>
                    <a:pt x="274206" y="353293"/>
                    <a:pt x="176647" y="353293"/>
                  </a:cubicBezTo>
                  <a:cubicBezTo>
                    <a:pt x="79087" y="353293"/>
                    <a:pt x="0" y="274206"/>
                    <a:pt x="0" y="176647"/>
                  </a:cubicBezTo>
                  <a:cubicBezTo>
                    <a:pt x="0" y="79087"/>
                    <a:pt x="79087" y="0"/>
                    <a:pt x="176647" y="0"/>
                  </a:cubicBezTo>
                  <a:cubicBezTo>
                    <a:pt x="274206" y="0"/>
                    <a:pt x="353293" y="79087"/>
                    <a:pt x="353293" y="176647"/>
                  </a:cubicBezTo>
                  <a:close/>
                </a:path>
              </a:pathLst>
            </a:custGeom>
            <a:solidFill>
              <a:schemeClr val="accent3"/>
            </a:solidFill>
            <a:ln w="6235" cap="flat">
              <a:noFill/>
              <a:prstDash val="solid"/>
              <a:miter/>
            </a:ln>
          </p:spPr>
          <p:txBody>
            <a:bodyPr rtlCol="0" anchor="ctr"/>
            <a:lstStyle/>
            <a:p>
              <a:endParaRPr lang="en-US" dirty="0"/>
            </a:p>
          </p:txBody>
        </p:sp>
        <p:sp>
          <p:nvSpPr>
            <p:cNvPr id="19" name="Arrow">
              <a:extLst>
                <a:ext uri="{FF2B5EF4-FFF2-40B4-BE49-F238E27FC236}">
                  <a16:creationId xmlns:a16="http://schemas.microsoft.com/office/drawing/2014/main" id="{D2BF01A9-8D93-C7BF-B6B2-6ED95C9A6234}"/>
                </a:ext>
              </a:extLst>
            </p:cNvPr>
            <p:cNvSpPr/>
            <p:nvPr/>
          </p:nvSpPr>
          <p:spPr>
            <a:xfrm>
              <a:off x="5902091" y="3252194"/>
              <a:ext cx="227828" cy="182964"/>
            </a:xfrm>
            <a:custGeom>
              <a:avLst/>
              <a:gdLst>
                <a:gd name="connsiteX0" fmla="*/ 136378 w 227828"/>
                <a:gd name="connsiteY0" fmla="*/ 0 h 182964"/>
                <a:gd name="connsiteX1" fmla="*/ 113787 w 227828"/>
                <a:gd name="connsiteY1" fmla="*/ 22591 h 182964"/>
                <a:gd name="connsiteX2" fmla="*/ 166755 w 227828"/>
                <a:gd name="connsiteY2" fmla="*/ 75560 h 182964"/>
                <a:gd name="connsiteX3" fmla="*/ 0 w 227828"/>
                <a:gd name="connsiteY3" fmla="*/ 75560 h 182964"/>
                <a:gd name="connsiteX4" fmla="*/ 0 w 227828"/>
                <a:gd name="connsiteY4" fmla="*/ 107469 h 182964"/>
                <a:gd name="connsiteX5" fmla="*/ 166755 w 227828"/>
                <a:gd name="connsiteY5" fmla="*/ 107469 h 182964"/>
                <a:gd name="connsiteX6" fmla="*/ 113787 w 227828"/>
                <a:gd name="connsiteY6" fmla="*/ 160437 h 182964"/>
                <a:gd name="connsiteX7" fmla="*/ 136378 w 227828"/>
                <a:gd name="connsiteY7" fmla="*/ 182965 h 182964"/>
                <a:gd name="connsiteX8" fmla="*/ 227828 w 227828"/>
                <a:gd name="connsiteY8" fmla="*/ 91514 h 182964"/>
                <a:gd name="connsiteX9" fmla="*/ 136378 w 227828"/>
                <a:gd name="connsiteY9" fmla="*/ 0 h 182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7828" h="182964">
                  <a:moveTo>
                    <a:pt x="136378" y="0"/>
                  </a:moveTo>
                  <a:lnTo>
                    <a:pt x="113787" y="22591"/>
                  </a:lnTo>
                  <a:lnTo>
                    <a:pt x="166755" y="75560"/>
                  </a:lnTo>
                  <a:lnTo>
                    <a:pt x="0" y="75560"/>
                  </a:lnTo>
                  <a:lnTo>
                    <a:pt x="0" y="107469"/>
                  </a:lnTo>
                  <a:lnTo>
                    <a:pt x="166755" y="107469"/>
                  </a:lnTo>
                  <a:lnTo>
                    <a:pt x="113787" y="160437"/>
                  </a:lnTo>
                  <a:lnTo>
                    <a:pt x="136378" y="182965"/>
                  </a:lnTo>
                  <a:lnTo>
                    <a:pt x="227828" y="91514"/>
                  </a:lnTo>
                  <a:lnTo>
                    <a:pt x="136378" y="0"/>
                  </a:lnTo>
                  <a:close/>
                </a:path>
              </a:pathLst>
            </a:custGeom>
            <a:solidFill>
              <a:srgbClr val="FFFFFF"/>
            </a:solidFill>
            <a:ln w="6235" cap="flat">
              <a:noFill/>
              <a:prstDash val="solid"/>
              <a:miter/>
            </a:ln>
          </p:spPr>
          <p:txBody>
            <a:bodyPr rtlCol="0" anchor="ctr"/>
            <a:lstStyle/>
            <a:p>
              <a:endParaRPr lang="en-US"/>
            </a:p>
          </p:txBody>
        </p:sp>
      </p:grpSp>
    </p:spTree>
    <p:extLst>
      <p:ext uri="{BB962C8B-B14F-4D97-AF65-F5344CB8AC3E}">
        <p14:creationId xmlns:p14="http://schemas.microsoft.com/office/powerpoint/2010/main" val="30813917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type="twoTxTwoObj" preserve="1">
  <p:cSld name="2_Three column with subheadings boxes">
    <p:spTree>
      <p:nvGrpSpPr>
        <p:cNvPr id="1" name=""/>
        <p:cNvGrpSpPr/>
        <p:nvPr/>
      </p:nvGrpSpPr>
      <p:grpSpPr>
        <a:xfrm>
          <a:off x="0" y="0"/>
          <a:ext cx="0" cy="0"/>
          <a:chOff x="0" y="0"/>
          <a:chExt cx="0" cy="0"/>
        </a:xfrm>
      </p:grpSpPr>
      <p:sp>
        <p:nvSpPr>
          <p:cNvPr id="12" name="Text Placeholder 3">
            <a:extLst>
              <a:ext uri="{FF2B5EF4-FFF2-40B4-BE49-F238E27FC236}">
                <a16:creationId xmlns:a16="http://schemas.microsoft.com/office/drawing/2014/main" id="{63986C6F-D895-7DB2-6B6E-CE8456A8AC09}"/>
              </a:ext>
            </a:extLst>
          </p:cNvPr>
          <p:cNvSpPr txBox="1">
            <a:spLocks/>
          </p:cNvSpPr>
          <p:nvPr userDrawn="1"/>
        </p:nvSpPr>
        <p:spPr>
          <a:xfrm>
            <a:off x="609596" y="2200610"/>
            <a:ext cx="3474720" cy="4008774"/>
          </a:xfrm>
          <a:prstGeom prst="rect">
            <a:avLst/>
          </a:prstGeom>
          <a:noFill/>
          <a:ln w="19050">
            <a:solidFill>
              <a:schemeClr val="accent1">
                <a:lumMod val="20000"/>
                <a:lumOff val="8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13" name="Text Placeholder 3">
            <a:extLst>
              <a:ext uri="{FF2B5EF4-FFF2-40B4-BE49-F238E27FC236}">
                <a16:creationId xmlns:a16="http://schemas.microsoft.com/office/drawing/2014/main" id="{53B8C034-C962-00B8-6026-B67B4E9562DE}"/>
              </a:ext>
            </a:extLst>
          </p:cNvPr>
          <p:cNvSpPr txBox="1">
            <a:spLocks/>
          </p:cNvSpPr>
          <p:nvPr userDrawn="1"/>
        </p:nvSpPr>
        <p:spPr>
          <a:xfrm>
            <a:off x="4351717" y="1737901"/>
            <a:ext cx="3474720" cy="459073"/>
          </a:xfrm>
          <a:prstGeom prst="rect">
            <a:avLst/>
          </a:prstGeom>
          <a:solidFill>
            <a:schemeClr val="accent1">
              <a:lumMod val="20000"/>
              <a:lumOff val="80000"/>
            </a:schemeClr>
          </a:solidFill>
          <a:ln w="19050">
            <a:solidFill>
              <a:schemeClr val="accent1">
                <a:lumMod val="20000"/>
                <a:lumOff val="8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14" name="Text Placeholder 3">
            <a:extLst>
              <a:ext uri="{FF2B5EF4-FFF2-40B4-BE49-F238E27FC236}">
                <a16:creationId xmlns:a16="http://schemas.microsoft.com/office/drawing/2014/main" id="{0DD74DAC-B184-8AF3-883C-CC38C1031C29}"/>
              </a:ext>
            </a:extLst>
          </p:cNvPr>
          <p:cNvSpPr txBox="1">
            <a:spLocks/>
          </p:cNvSpPr>
          <p:nvPr userDrawn="1"/>
        </p:nvSpPr>
        <p:spPr>
          <a:xfrm>
            <a:off x="4351717" y="2200610"/>
            <a:ext cx="3474720" cy="4008774"/>
          </a:xfrm>
          <a:prstGeom prst="rect">
            <a:avLst/>
          </a:prstGeom>
          <a:noFill/>
          <a:ln w="19050">
            <a:solidFill>
              <a:schemeClr val="accent1">
                <a:lumMod val="20000"/>
                <a:lumOff val="8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15" name="Text Placeholder 3">
            <a:extLst>
              <a:ext uri="{FF2B5EF4-FFF2-40B4-BE49-F238E27FC236}">
                <a16:creationId xmlns:a16="http://schemas.microsoft.com/office/drawing/2014/main" id="{ACBC9B83-0BCF-F32D-C476-45E1C66104F4}"/>
              </a:ext>
            </a:extLst>
          </p:cNvPr>
          <p:cNvSpPr txBox="1">
            <a:spLocks/>
          </p:cNvSpPr>
          <p:nvPr userDrawn="1"/>
        </p:nvSpPr>
        <p:spPr>
          <a:xfrm>
            <a:off x="609598" y="1737901"/>
            <a:ext cx="3474720" cy="459073"/>
          </a:xfrm>
          <a:prstGeom prst="rect">
            <a:avLst/>
          </a:prstGeom>
          <a:solidFill>
            <a:schemeClr val="accent1">
              <a:lumMod val="20000"/>
              <a:lumOff val="80000"/>
            </a:schemeClr>
          </a:solidFill>
          <a:ln w="19050">
            <a:solidFill>
              <a:schemeClr val="accent1">
                <a:lumMod val="20000"/>
                <a:lumOff val="8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16" name="Text Placeholder 3">
            <a:extLst>
              <a:ext uri="{FF2B5EF4-FFF2-40B4-BE49-F238E27FC236}">
                <a16:creationId xmlns:a16="http://schemas.microsoft.com/office/drawing/2014/main" id="{BAB91520-75BF-4C46-2E83-82C6D877E412}"/>
              </a:ext>
            </a:extLst>
          </p:cNvPr>
          <p:cNvSpPr txBox="1">
            <a:spLocks/>
          </p:cNvSpPr>
          <p:nvPr userDrawn="1"/>
        </p:nvSpPr>
        <p:spPr>
          <a:xfrm>
            <a:off x="8107680" y="1737901"/>
            <a:ext cx="3474720" cy="459073"/>
          </a:xfrm>
          <a:prstGeom prst="rect">
            <a:avLst/>
          </a:prstGeom>
          <a:solidFill>
            <a:schemeClr val="accent1">
              <a:lumMod val="20000"/>
              <a:lumOff val="80000"/>
            </a:schemeClr>
          </a:solidFill>
          <a:ln w="19050">
            <a:solidFill>
              <a:schemeClr val="accent1">
                <a:lumMod val="20000"/>
                <a:lumOff val="8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17" name="Text Placeholder 3">
            <a:extLst>
              <a:ext uri="{FF2B5EF4-FFF2-40B4-BE49-F238E27FC236}">
                <a16:creationId xmlns:a16="http://schemas.microsoft.com/office/drawing/2014/main" id="{F90F917A-0111-0914-59A1-7958A0819864}"/>
              </a:ext>
            </a:extLst>
          </p:cNvPr>
          <p:cNvSpPr txBox="1">
            <a:spLocks/>
          </p:cNvSpPr>
          <p:nvPr userDrawn="1"/>
        </p:nvSpPr>
        <p:spPr>
          <a:xfrm>
            <a:off x="8107680" y="2200610"/>
            <a:ext cx="3474720" cy="4008774"/>
          </a:xfrm>
          <a:prstGeom prst="rect">
            <a:avLst/>
          </a:prstGeom>
          <a:noFill/>
          <a:ln w="19050">
            <a:solidFill>
              <a:schemeClr val="accent1">
                <a:lumMod val="20000"/>
                <a:lumOff val="8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boxes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76305"/>
            <a:ext cx="3483864"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241061"/>
            <a:ext cx="3483864" cy="1360372"/>
          </a:xfrm>
        </p:spPr>
        <p:txBody>
          <a:bodyPr lIns="182880" tIns="91440" rIns="182880"/>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76305"/>
            <a:ext cx="3483864"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241061"/>
            <a:ext cx="3483864" cy="1360372"/>
          </a:xfrm>
        </p:spPr>
        <p:txBody>
          <a:bodyPr lIns="182880" tIns="91440" rIns="182880"/>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76305"/>
            <a:ext cx="3483864"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241061"/>
            <a:ext cx="3483864" cy="1360372"/>
          </a:xfrm>
        </p:spPr>
        <p:txBody>
          <a:bodyPr lIns="182880" tIns="91440" rIns="182880"/>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735045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3_Three column with subheadings boxes">
    <p:spTree>
      <p:nvGrpSpPr>
        <p:cNvPr id="1" name=""/>
        <p:cNvGrpSpPr/>
        <p:nvPr/>
      </p:nvGrpSpPr>
      <p:grpSpPr>
        <a:xfrm>
          <a:off x="0" y="0"/>
          <a:ext cx="0" cy="0"/>
          <a:chOff x="0" y="0"/>
          <a:chExt cx="0" cy="0"/>
        </a:xfrm>
      </p:grpSpPr>
      <p:sp>
        <p:nvSpPr>
          <p:cNvPr id="12" name="Text Placeholder 3">
            <a:extLst>
              <a:ext uri="{FF2B5EF4-FFF2-40B4-BE49-F238E27FC236}">
                <a16:creationId xmlns:a16="http://schemas.microsoft.com/office/drawing/2014/main" id="{63986C6F-D895-7DB2-6B6E-CE8456A8AC09}"/>
              </a:ext>
            </a:extLst>
          </p:cNvPr>
          <p:cNvSpPr txBox="1">
            <a:spLocks/>
          </p:cNvSpPr>
          <p:nvPr userDrawn="1"/>
        </p:nvSpPr>
        <p:spPr>
          <a:xfrm>
            <a:off x="609596" y="2200611"/>
            <a:ext cx="10972800" cy="890934"/>
          </a:xfrm>
          <a:prstGeom prst="rect">
            <a:avLst/>
          </a:prstGeom>
          <a:noFill/>
          <a:ln w="19050">
            <a:solidFill>
              <a:schemeClr val="accent1">
                <a:lumMod val="20000"/>
                <a:lumOff val="8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15" name="Text Placeholder 3">
            <a:extLst>
              <a:ext uri="{FF2B5EF4-FFF2-40B4-BE49-F238E27FC236}">
                <a16:creationId xmlns:a16="http://schemas.microsoft.com/office/drawing/2014/main" id="{ACBC9B83-0BCF-F32D-C476-45E1C66104F4}"/>
              </a:ext>
            </a:extLst>
          </p:cNvPr>
          <p:cNvSpPr txBox="1">
            <a:spLocks/>
          </p:cNvSpPr>
          <p:nvPr userDrawn="1"/>
        </p:nvSpPr>
        <p:spPr>
          <a:xfrm>
            <a:off x="609598" y="1737901"/>
            <a:ext cx="10972798" cy="459073"/>
          </a:xfrm>
          <a:prstGeom prst="rect">
            <a:avLst/>
          </a:prstGeom>
          <a:solidFill>
            <a:schemeClr val="accent1">
              <a:lumMod val="20000"/>
              <a:lumOff val="80000"/>
            </a:schemeClr>
          </a:solidFill>
          <a:ln w="19050">
            <a:solidFill>
              <a:schemeClr val="accent1">
                <a:lumMod val="20000"/>
                <a:lumOff val="8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horizontal boxes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1776305"/>
            <a:ext cx="10972797"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241062"/>
            <a:ext cx="10972798" cy="850482"/>
          </a:xfrm>
        </p:spPr>
        <p:txBody>
          <a:bodyPr lIns="182880" tIns="91440" rIns="182880" bIns="182880"/>
          <a:lstStyle>
            <a:lvl1pPr marL="0" indent="0">
              <a:buNone/>
              <a:defRPr sz="16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6" name="Text Placeholder 3">
            <a:extLst>
              <a:ext uri="{FF2B5EF4-FFF2-40B4-BE49-F238E27FC236}">
                <a16:creationId xmlns:a16="http://schemas.microsoft.com/office/drawing/2014/main" id="{455B2CA6-7C40-41B2-1A78-3DF68CA7A948}"/>
              </a:ext>
            </a:extLst>
          </p:cNvPr>
          <p:cNvSpPr txBox="1">
            <a:spLocks/>
          </p:cNvSpPr>
          <p:nvPr userDrawn="1"/>
        </p:nvSpPr>
        <p:spPr>
          <a:xfrm>
            <a:off x="609596" y="3746383"/>
            <a:ext cx="10972800" cy="890934"/>
          </a:xfrm>
          <a:prstGeom prst="rect">
            <a:avLst/>
          </a:prstGeom>
          <a:noFill/>
          <a:ln w="19050">
            <a:solidFill>
              <a:schemeClr val="accent1">
                <a:lumMod val="40000"/>
                <a:lumOff val="6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27" name="Text Placeholder 3">
            <a:extLst>
              <a:ext uri="{FF2B5EF4-FFF2-40B4-BE49-F238E27FC236}">
                <a16:creationId xmlns:a16="http://schemas.microsoft.com/office/drawing/2014/main" id="{C16348CE-3B82-FAAF-DF15-E3EA1576FDC7}"/>
              </a:ext>
            </a:extLst>
          </p:cNvPr>
          <p:cNvSpPr txBox="1">
            <a:spLocks/>
          </p:cNvSpPr>
          <p:nvPr userDrawn="1"/>
        </p:nvSpPr>
        <p:spPr>
          <a:xfrm>
            <a:off x="609598" y="3283673"/>
            <a:ext cx="10972798" cy="459073"/>
          </a:xfrm>
          <a:prstGeom prst="rect">
            <a:avLst/>
          </a:prstGeom>
          <a:solidFill>
            <a:schemeClr val="accent1">
              <a:lumMod val="40000"/>
              <a:lumOff val="60000"/>
            </a:schemeClr>
          </a:solidFill>
          <a:ln w="19050">
            <a:solidFill>
              <a:schemeClr val="accent1">
                <a:lumMod val="40000"/>
                <a:lumOff val="6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28" name="Text Placeholder 2">
            <a:extLst>
              <a:ext uri="{FF2B5EF4-FFF2-40B4-BE49-F238E27FC236}">
                <a16:creationId xmlns:a16="http://schemas.microsoft.com/office/drawing/2014/main" id="{F9970271-41B5-6DB0-7197-A1BA3AB1339B}"/>
              </a:ext>
            </a:extLst>
          </p:cNvPr>
          <p:cNvSpPr>
            <a:spLocks noGrp="1"/>
          </p:cNvSpPr>
          <p:nvPr>
            <p:ph type="body" idx="15" hasCustomPrompt="1"/>
          </p:nvPr>
        </p:nvSpPr>
        <p:spPr>
          <a:xfrm>
            <a:off x="609599" y="3322077"/>
            <a:ext cx="10972796"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29" name="Content Placeholder 3">
            <a:extLst>
              <a:ext uri="{FF2B5EF4-FFF2-40B4-BE49-F238E27FC236}">
                <a16:creationId xmlns:a16="http://schemas.microsoft.com/office/drawing/2014/main" id="{11C8EA06-D5A3-150A-CE8A-7EFE22C42DC7}"/>
              </a:ext>
            </a:extLst>
          </p:cNvPr>
          <p:cNvSpPr>
            <a:spLocks noGrp="1"/>
          </p:cNvSpPr>
          <p:nvPr>
            <p:ph sz="half" idx="16" hasCustomPrompt="1"/>
          </p:nvPr>
        </p:nvSpPr>
        <p:spPr>
          <a:xfrm>
            <a:off x="609598" y="3786834"/>
            <a:ext cx="10972797" cy="850482"/>
          </a:xfrm>
        </p:spPr>
        <p:txBody>
          <a:bodyPr lIns="182880" tIns="91440" rIns="182880" bIns="182880"/>
          <a:lstStyle>
            <a:lvl1pPr marL="0" indent="0">
              <a:buNone/>
              <a:defRPr sz="16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p:txBody>
      </p:sp>
      <p:sp>
        <p:nvSpPr>
          <p:cNvPr id="30" name="Text Placeholder 3">
            <a:extLst>
              <a:ext uri="{FF2B5EF4-FFF2-40B4-BE49-F238E27FC236}">
                <a16:creationId xmlns:a16="http://schemas.microsoft.com/office/drawing/2014/main" id="{F317913A-9E7B-34B2-F331-09D0477A8C80}"/>
              </a:ext>
            </a:extLst>
          </p:cNvPr>
          <p:cNvSpPr txBox="1">
            <a:spLocks/>
          </p:cNvSpPr>
          <p:nvPr userDrawn="1"/>
        </p:nvSpPr>
        <p:spPr>
          <a:xfrm>
            <a:off x="609596" y="5259496"/>
            <a:ext cx="10972800" cy="890934"/>
          </a:xfrm>
          <a:prstGeom prst="rect">
            <a:avLst/>
          </a:prstGeom>
          <a:noFill/>
          <a:ln w="19050">
            <a:solidFill>
              <a:schemeClr val="accent1">
                <a:lumMod val="60000"/>
                <a:lumOff val="4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31" name="Text Placeholder 3">
            <a:extLst>
              <a:ext uri="{FF2B5EF4-FFF2-40B4-BE49-F238E27FC236}">
                <a16:creationId xmlns:a16="http://schemas.microsoft.com/office/drawing/2014/main" id="{AA482FB4-862C-5966-9C28-48F116A89586}"/>
              </a:ext>
            </a:extLst>
          </p:cNvPr>
          <p:cNvSpPr txBox="1">
            <a:spLocks/>
          </p:cNvSpPr>
          <p:nvPr userDrawn="1"/>
        </p:nvSpPr>
        <p:spPr>
          <a:xfrm>
            <a:off x="609598" y="4796786"/>
            <a:ext cx="10972798" cy="459073"/>
          </a:xfrm>
          <a:prstGeom prst="rect">
            <a:avLst/>
          </a:prstGeom>
          <a:solidFill>
            <a:schemeClr val="accent1">
              <a:lumMod val="60000"/>
              <a:lumOff val="40000"/>
            </a:schemeClr>
          </a:solidFill>
          <a:ln w="19050">
            <a:solidFill>
              <a:schemeClr val="accent1">
                <a:lumMod val="60000"/>
                <a:lumOff val="4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32" name="Text Placeholder 2">
            <a:extLst>
              <a:ext uri="{FF2B5EF4-FFF2-40B4-BE49-F238E27FC236}">
                <a16:creationId xmlns:a16="http://schemas.microsoft.com/office/drawing/2014/main" id="{652327F8-BED9-C956-3A00-DF0A0EF8DAE6}"/>
              </a:ext>
            </a:extLst>
          </p:cNvPr>
          <p:cNvSpPr>
            <a:spLocks noGrp="1"/>
          </p:cNvSpPr>
          <p:nvPr>
            <p:ph type="body" idx="17" hasCustomPrompt="1"/>
          </p:nvPr>
        </p:nvSpPr>
        <p:spPr>
          <a:xfrm>
            <a:off x="609598" y="4835190"/>
            <a:ext cx="10972797"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3" name="Content Placeholder 3">
            <a:extLst>
              <a:ext uri="{FF2B5EF4-FFF2-40B4-BE49-F238E27FC236}">
                <a16:creationId xmlns:a16="http://schemas.microsoft.com/office/drawing/2014/main" id="{81C15908-1772-5EEB-55FD-72A0F1D41854}"/>
              </a:ext>
            </a:extLst>
          </p:cNvPr>
          <p:cNvSpPr>
            <a:spLocks noGrp="1"/>
          </p:cNvSpPr>
          <p:nvPr>
            <p:ph sz="half" idx="18" hasCustomPrompt="1"/>
          </p:nvPr>
        </p:nvSpPr>
        <p:spPr>
          <a:xfrm>
            <a:off x="609598" y="5299947"/>
            <a:ext cx="10972797" cy="850482"/>
          </a:xfrm>
        </p:spPr>
        <p:txBody>
          <a:bodyPr lIns="182880" tIns="91440" rIns="182880" bIns="182880"/>
          <a:lstStyle>
            <a:lvl1pPr marL="0" indent="0">
              <a:buNone/>
              <a:defRPr sz="16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p:txBody>
      </p:sp>
    </p:spTree>
    <p:extLst>
      <p:ext uri="{BB962C8B-B14F-4D97-AF65-F5344CB8AC3E}">
        <p14:creationId xmlns:p14="http://schemas.microsoft.com/office/powerpoint/2010/main" val="706827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and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328669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656030"/>
            <a:ext cx="3483864"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328669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3656030"/>
            <a:ext cx="3483864"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328669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3656030"/>
            <a:ext cx="3483864"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FFCFB8E8-C9F0-4143-9378-EA7F6C76665B}"/>
              </a:ext>
            </a:extLst>
          </p:cNvPr>
          <p:cNvSpPr>
            <a:spLocks noGrp="1"/>
          </p:cNvSpPr>
          <p:nvPr>
            <p:ph type="dt" sz="half" idx="12"/>
          </p:nvPr>
        </p:nvSpPr>
        <p:spPr/>
        <p:txBody>
          <a:bodyPr/>
          <a:lstStyle>
            <a:lvl1pPr>
              <a:defRPr b="0" i="0">
                <a:latin typeface="Amazon Ember Display" panose="020F0603020204020204" pitchFamily="34" charset="0"/>
              </a:defRPr>
            </a:lvl1pPr>
          </a:lstStyle>
          <a:p>
            <a:fld id="{F96E8718-D810-5D42-BBA7-DBDBA7B074E9}" type="datetime1">
              <a:rPr lang="en-US" smtClean="0"/>
              <a:pPr/>
              <a:t>12/9/25</a:t>
            </a:fld>
            <a:endParaRPr lang="en-US" dirty="0"/>
          </a:p>
        </p:txBody>
      </p:sp>
      <p:sp>
        <p:nvSpPr>
          <p:cNvPr id="10" name="Footer Placeholder 9">
            <a:extLst>
              <a:ext uri="{FF2B5EF4-FFF2-40B4-BE49-F238E27FC236}">
                <a16:creationId xmlns:a16="http://schemas.microsoft.com/office/drawing/2014/main" id="{D7D1B458-DF75-45ED-B8CC-69A72676AB03}"/>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3" name="Picture Placeholder 12">
            <a:extLst>
              <a:ext uri="{FF2B5EF4-FFF2-40B4-BE49-F238E27FC236}">
                <a16:creationId xmlns:a16="http://schemas.microsoft.com/office/drawing/2014/main" id="{E1FED918-02AD-4AE8-80A2-5FBE2CA7CD40}"/>
              </a:ext>
            </a:extLst>
          </p:cNvPr>
          <p:cNvSpPr>
            <a:spLocks noGrp="1"/>
          </p:cNvSpPr>
          <p:nvPr>
            <p:ph type="pic" sz="quarter" idx="15" hasCustomPrompt="1"/>
          </p:nvPr>
        </p:nvSpPr>
        <p:spPr>
          <a:xfrm>
            <a:off x="1500631" y="1553369"/>
            <a:ext cx="1701800" cy="1481931"/>
          </a:xfrm>
        </p:spPr>
        <p:txBody>
          <a:bodyPr>
            <a:noAutofit/>
          </a:bodyPr>
          <a:lstStyle>
            <a:lvl1pPr marL="0" indent="0">
              <a:buNone/>
              <a:defRPr sz="1800" b="0" i="0">
                <a:latin typeface="Amazon Ember Display" panose="020F0603020204020204" pitchFamily="34" charset="0"/>
              </a:defRPr>
            </a:lvl1pPr>
          </a:lstStyle>
          <a:p>
            <a:r>
              <a:rPr lang="en-US" dirty="0"/>
              <a:t>Click icon to add image</a:t>
            </a:r>
          </a:p>
        </p:txBody>
      </p:sp>
      <p:sp>
        <p:nvSpPr>
          <p:cNvPr id="14" name="Picture Placeholder 12">
            <a:extLst>
              <a:ext uri="{FF2B5EF4-FFF2-40B4-BE49-F238E27FC236}">
                <a16:creationId xmlns:a16="http://schemas.microsoft.com/office/drawing/2014/main" id="{6A07340D-F35E-44B1-83E7-553D9B9F4A1B}"/>
              </a:ext>
            </a:extLst>
          </p:cNvPr>
          <p:cNvSpPr>
            <a:spLocks noGrp="1"/>
          </p:cNvSpPr>
          <p:nvPr>
            <p:ph type="pic" sz="quarter" idx="16" hasCustomPrompt="1"/>
          </p:nvPr>
        </p:nvSpPr>
        <p:spPr>
          <a:xfrm>
            <a:off x="5245099" y="1553369"/>
            <a:ext cx="1701800" cy="1481931"/>
          </a:xfrm>
        </p:spPr>
        <p:txBody>
          <a:bodyPr>
            <a:noAutofit/>
          </a:bodyPr>
          <a:lstStyle>
            <a:lvl1pPr marL="0" indent="0">
              <a:buNone/>
              <a:defRPr sz="1800" b="0" i="0">
                <a:latin typeface="Amazon Ember Display" panose="020F0603020204020204" pitchFamily="34" charset="0"/>
              </a:defRPr>
            </a:lvl1pPr>
          </a:lstStyle>
          <a:p>
            <a:r>
              <a:rPr lang="en-US" dirty="0"/>
              <a:t>Click icon to add image</a:t>
            </a:r>
          </a:p>
        </p:txBody>
      </p:sp>
      <p:sp>
        <p:nvSpPr>
          <p:cNvPr id="15" name="Picture Placeholder 12">
            <a:extLst>
              <a:ext uri="{FF2B5EF4-FFF2-40B4-BE49-F238E27FC236}">
                <a16:creationId xmlns:a16="http://schemas.microsoft.com/office/drawing/2014/main" id="{0E39C743-124E-4ED1-8147-16B673DA194A}"/>
              </a:ext>
            </a:extLst>
          </p:cNvPr>
          <p:cNvSpPr>
            <a:spLocks noGrp="1"/>
          </p:cNvSpPr>
          <p:nvPr>
            <p:ph type="pic" sz="quarter" idx="17" hasCustomPrompt="1"/>
          </p:nvPr>
        </p:nvSpPr>
        <p:spPr>
          <a:xfrm>
            <a:off x="8989568" y="1553369"/>
            <a:ext cx="1701800" cy="1481931"/>
          </a:xfrm>
        </p:spPr>
        <p:txBody>
          <a:bodyPr>
            <a:noAutofit/>
          </a:bodyPr>
          <a:lstStyle>
            <a:lvl1pPr marL="0" indent="0">
              <a:buNone/>
              <a:defRPr sz="1800" b="0" i="0">
                <a:latin typeface="Amazon Ember Display" panose="020F0603020204020204" pitchFamily="34" charset="0"/>
              </a:defRPr>
            </a:lvl1pPr>
          </a:lstStyle>
          <a:p>
            <a:r>
              <a:rPr lang="en-US" dirty="0"/>
              <a:t>Click icon to add image</a:t>
            </a:r>
          </a:p>
        </p:txBody>
      </p:sp>
    </p:spTree>
    <p:extLst>
      <p:ext uri="{BB962C8B-B14F-4D97-AF65-F5344CB8AC3E}">
        <p14:creationId xmlns:p14="http://schemas.microsoft.com/office/powerpoint/2010/main" val="1546422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Three column with subheadings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1" y="917577"/>
            <a:ext cx="11478567"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and numbers</a:t>
            </a:r>
          </a:p>
        </p:txBody>
      </p:sp>
      <p:sp>
        <p:nvSpPr>
          <p:cNvPr id="9" name="Date Placeholder 8">
            <a:extLst>
              <a:ext uri="{FF2B5EF4-FFF2-40B4-BE49-F238E27FC236}">
                <a16:creationId xmlns:a16="http://schemas.microsoft.com/office/drawing/2014/main" id="{FFCFB8E8-C9F0-4143-9378-EA7F6C76665B}"/>
              </a:ext>
            </a:extLst>
          </p:cNvPr>
          <p:cNvSpPr>
            <a:spLocks noGrp="1"/>
          </p:cNvSpPr>
          <p:nvPr>
            <p:ph type="dt" sz="half" idx="12"/>
          </p:nvPr>
        </p:nvSpPr>
        <p:spPr/>
        <p:txBody>
          <a:bodyPr/>
          <a:lstStyle>
            <a:lvl1pPr>
              <a:defRPr b="0" i="0">
                <a:latin typeface="Amazon Ember Display" panose="020F0603020204020204" pitchFamily="34" charset="0"/>
              </a:defRPr>
            </a:lvl1pPr>
          </a:lstStyle>
          <a:p>
            <a:fld id="{F96E8718-D810-5D42-BBA7-DBDBA7B074E9}" type="datetime1">
              <a:rPr lang="en-US" smtClean="0"/>
              <a:pPr/>
              <a:t>12/9/25</a:t>
            </a:fld>
            <a:endParaRPr lang="en-US" dirty="0"/>
          </a:p>
        </p:txBody>
      </p:sp>
      <p:sp>
        <p:nvSpPr>
          <p:cNvPr id="10" name="Footer Placeholder 9">
            <a:extLst>
              <a:ext uri="{FF2B5EF4-FFF2-40B4-BE49-F238E27FC236}">
                <a16:creationId xmlns:a16="http://schemas.microsoft.com/office/drawing/2014/main" id="{D7D1B458-DF75-45ED-B8CC-69A72676AB03}"/>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 Placeholder 3">
            <a:extLst>
              <a:ext uri="{FF2B5EF4-FFF2-40B4-BE49-F238E27FC236}">
                <a16:creationId xmlns:a16="http://schemas.microsoft.com/office/drawing/2014/main" id="{CFBB534E-44FA-8733-4D31-48BF86062511}"/>
              </a:ext>
            </a:extLst>
          </p:cNvPr>
          <p:cNvSpPr>
            <a:spLocks noGrp="1"/>
          </p:cNvSpPr>
          <p:nvPr>
            <p:ph type="body" sz="half" idx="2" hasCustomPrompt="1"/>
          </p:nvPr>
        </p:nvSpPr>
        <p:spPr>
          <a:xfrm>
            <a:off x="609598" y="1714502"/>
            <a:ext cx="10902464" cy="79575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16" name="Content Placeholder 7">
            <a:extLst>
              <a:ext uri="{FF2B5EF4-FFF2-40B4-BE49-F238E27FC236}">
                <a16:creationId xmlns:a16="http://schemas.microsoft.com/office/drawing/2014/main" id="{D0360A89-F893-A5FF-3CF8-CA6157B84626}"/>
              </a:ext>
            </a:extLst>
          </p:cNvPr>
          <p:cNvSpPr>
            <a:spLocks noGrp="1"/>
          </p:cNvSpPr>
          <p:nvPr>
            <p:ph idx="15" hasCustomPrompt="1"/>
          </p:nvPr>
        </p:nvSpPr>
        <p:spPr>
          <a:xfrm>
            <a:off x="502231" y="2833437"/>
            <a:ext cx="3381551" cy="761042"/>
          </a:xfrm>
        </p:spPr>
        <p:txBody>
          <a:bodyPr tIns="0" bIns="0">
            <a:spAutoFit/>
          </a:bodyPr>
          <a:lstStyle>
            <a:lvl1pPr marL="0" indent="0" algn="ctr">
              <a:buFontTx/>
              <a:buNone/>
              <a:defRPr sz="600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a:lnSpc>
                <a:spcPct val="80000"/>
              </a:lnSpc>
            </a:pPr>
            <a:r>
              <a:rPr lang="en-US" sz="6000" b="1" dirty="0"/>
              <a:t>Numbers</a:t>
            </a:r>
          </a:p>
        </p:txBody>
      </p:sp>
      <p:sp>
        <p:nvSpPr>
          <p:cNvPr id="17" name="Content Placeholder 7">
            <a:extLst>
              <a:ext uri="{FF2B5EF4-FFF2-40B4-BE49-F238E27FC236}">
                <a16:creationId xmlns:a16="http://schemas.microsoft.com/office/drawing/2014/main" id="{C75CCA04-D4F8-75AA-BEA7-B3C195E6C41E}"/>
              </a:ext>
            </a:extLst>
          </p:cNvPr>
          <p:cNvSpPr>
            <a:spLocks noGrp="1"/>
          </p:cNvSpPr>
          <p:nvPr>
            <p:ph idx="22" hasCustomPrompt="1"/>
          </p:nvPr>
        </p:nvSpPr>
        <p:spPr>
          <a:xfrm>
            <a:off x="4373880" y="2833437"/>
            <a:ext cx="3381551" cy="761042"/>
          </a:xfrm>
        </p:spPr>
        <p:txBody>
          <a:bodyPr tIns="0" bIns="0">
            <a:spAutoFit/>
          </a:bodyPr>
          <a:lstStyle>
            <a:lvl1pPr marL="0" indent="0" algn="ctr">
              <a:buFontTx/>
              <a:buNone/>
              <a:defRPr sz="600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a:lnSpc>
                <a:spcPct val="80000"/>
              </a:lnSpc>
            </a:pPr>
            <a:r>
              <a:rPr lang="en-US" sz="6000" b="1" dirty="0"/>
              <a:t>Numbers</a:t>
            </a:r>
          </a:p>
        </p:txBody>
      </p:sp>
      <p:sp>
        <p:nvSpPr>
          <p:cNvPr id="18" name="Content Placeholder 7">
            <a:extLst>
              <a:ext uri="{FF2B5EF4-FFF2-40B4-BE49-F238E27FC236}">
                <a16:creationId xmlns:a16="http://schemas.microsoft.com/office/drawing/2014/main" id="{CB30A998-7DFA-50D3-666B-D170A1B82AB5}"/>
              </a:ext>
            </a:extLst>
          </p:cNvPr>
          <p:cNvSpPr>
            <a:spLocks noGrp="1"/>
          </p:cNvSpPr>
          <p:nvPr>
            <p:ph idx="24" hasCustomPrompt="1"/>
          </p:nvPr>
        </p:nvSpPr>
        <p:spPr>
          <a:xfrm>
            <a:off x="8273238" y="2833437"/>
            <a:ext cx="3381551" cy="761042"/>
          </a:xfrm>
        </p:spPr>
        <p:txBody>
          <a:bodyPr tIns="0" bIns="0">
            <a:spAutoFit/>
          </a:bodyPr>
          <a:lstStyle>
            <a:lvl1pPr marL="0" indent="0" algn="ctr">
              <a:buFontTx/>
              <a:buNone/>
              <a:defRPr sz="600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a:lnSpc>
                <a:spcPct val="80000"/>
              </a:lnSpc>
            </a:pPr>
            <a:r>
              <a:rPr lang="en-US" sz="6000" b="1" dirty="0"/>
              <a:t>Numbers</a:t>
            </a:r>
          </a:p>
        </p:txBody>
      </p:sp>
      <p:sp>
        <p:nvSpPr>
          <p:cNvPr id="19" name="Content Placeholder 7">
            <a:extLst>
              <a:ext uri="{FF2B5EF4-FFF2-40B4-BE49-F238E27FC236}">
                <a16:creationId xmlns:a16="http://schemas.microsoft.com/office/drawing/2014/main" id="{3F1A9337-B65D-2FC8-573C-56DDF89C667C}"/>
              </a:ext>
            </a:extLst>
          </p:cNvPr>
          <p:cNvSpPr>
            <a:spLocks noGrp="1"/>
          </p:cNvSpPr>
          <p:nvPr>
            <p:ph idx="25" hasCustomPrompt="1"/>
          </p:nvPr>
        </p:nvSpPr>
        <p:spPr>
          <a:xfrm>
            <a:off x="8273238" y="3760760"/>
            <a:ext cx="3381551" cy="365760"/>
          </a:xfrm>
        </p:spPr>
        <p:txBody>
          <a:bodyPr tIns="0" bIns="0" anchor="ctr"/>
          <a:lstStyle>
            <a:lvl1pPr marL="0" indent="0" algn="ctr">
              <a:lnSpc>
                <a:spcPct val="90000"/>
              </a:lnSpc>
              <a:buFontTx/>
              <a:buNone/>
              <a:defRPr sz="1800"/>
            </a:lvl1pPr>
          </a:lstStyle>
          <a:p>
            <a:pPr>
              <a:lnSpc>
                <a:spcPct val="50000"/>
              </a:lnSpc>
              <a:spcAft>
                <a:spcPts val="0"/>
              </a:spcAft>
            </a:pPr>
            <a:r>
              <a:rPr lang="en-US" sz="1800" dirty="0"/>
              <a:t>Information</a:t>
            </a:r>
            <a:endParaRPr lang="en-US" sz="1800" spc="-80" dirty="0">
              <a:solidFill>
                <a:schemeClr val="accent4"/>
              </a:solidFill>
            </a:endParaRPr>
          </a:p>
        </p:txBody>
      </p:sp>
      <p:sp>
        <p:nvSpPr>
          <p:cNvPr id="20" name="Content Placeholder 7">
            <a:extLst>
              <a:ext uri="{FF2B5EF4-FFF2-40B4-BE49-F238E27FC236}">
                <a16:creationId xmlns:a16="http://schemas.microsoft.com/office/drawing/2014/main" id="{5AEC1D4B-5226-4B63-16B5-FD270C9F328C}"/>
              </a:ext>
            </a:extLst>
          </p:cNvPr>
          <p:cNvSpPr>
            <a:spLocks noGrp="1"/>
          </p:cNvSpPr>
          <p:nvPr>
            <p:ph idx="32" hasCustomPrompt="1"/>
          </p:nvPr>
        </p:nvSpPr>
        <p:spPr>
          <a:xfrm>
            <a:off x="4373602" y="3760760"/>
            <a:ext cx="3381551" cy="365760"/>
          </a:xfrm>
        </p:spPr>
        <p:txBody>
          <a:bodyPr tIns="0" bIns="0" anchor="ctr"/>
          <a:lstStyle>
            <a:lvl1pPr marL="0" indent="0" algn="ctr">
              <a:lnSpc>
                <a:spcPct val="90000"/>
              </a:lnSpc>
              <a:buFontTx/>
              <a:buNone/>
              <a:defRPr sz="1800"/>
            </a:lvl1pPr>
          </a:lstStyle>
          <a:p>
            <a:pPr>
              <a:lnSpc>
                <a:spcPct val="50000"/>
              </a:lnSpc>
              <a:spcAft>
                <a:spcPts val="0"/>
              </a:spcAft>
            </a:pPr>
            <a:r>
              <a:rPr lang="en-US" sz="1800" dirty="0"/>
              <a:t>Information</a:t>
            </a:r>
            <a:endParaRPr lang="en-US" sz="1800" spc="-80" dirty="0">
              <a:solidFill>
                <a:schemeClr val="accent4"/>
              </a:solidFill>
            </a:endParaRPr>
          </a:p>
        </p:txBody>
      </p:sp>
      <p:sp>
        <p:nvSpPr>
          <p:cNvPr id="21" name="Content Placeholder 7">
            <a:extLst>
              <a:ext uri="{FF2B5EF4-FFF2-40B4-BE49-F238E27FC236}">
                <a16:creationId xmlns:a16="http://schemas.microsoft.com/office/drawing/2014/main" id="{CD052572-1B82-C166-089E-A03659672B66}"/>
              </a:ext>
            </a:extLst>
          </p:cNvPr>
          <p:cNvSpPr>
            <a:spLocks noGrp="1"/>
          </p:cNvSpPr>
          <p:nvPr>
            <p:ph idx="33" hasCustomPrompt="1"/>
          </p:nvPr>
        </p:nvSpPr>
        <p:spPr>
          <a:xfrm>
            <a:off x="501676" y="3760760"/>
            <a:ext cx="3381551" cy="365760"/>
          </a:xfrm>
        </p:spPr>
        <p:txBody>
          <a:bodyPr tIns="0" bIns="0" anchor="ctr"/>
          <a:lstStyle>
            <a:lvl1pPr marL="0" indent="0" algn="ctr">
              <a:lnSpc>
                <a:spcPct val="90000"/>
              </a:lnSpc>
              <a:buFontTx/>
              <a:buNone/>
              <a:defRPr sz="1800"/>
            </a:lvl1pPr>
          </a:lstStyle>
          <a:p>
            <a:pPr>
              <a:lnSpc>
                <a:spcPct val="50000"/>
              </a:lnSpc>
              <a:spcAft>
                <a:spcPts val="0"/>
              </a:spcAft>
            </a:pPr>
            <a:r>
              <a:rPr lang="en-US" sz="1800" dirty="0"/>
              <a:t>Information</a:t>
            </a:r>
            <a:endParaRPr lang="en-US" sz="1800" spc="-80" dirty="0">
              <a:solidFill>
                <a:schemeClr val="accent4"/>
              </a:solidFill>
            </a:endParaRPr>
          </a:p>
        </p:txBody>
      </p:sp>
      <p:sp>
        <p:nvSpPr>
          <p:cNvPr id="22" name="Text Placeholder 3">
            <a:extLst>
              <a:ext uri="{FF2B5EF4-FFF2-40B4-BE49-F238E27FC236}">
                <a16:creationId xmlns:a16="http://schemas.microsoft.com/office/drawing/2014/main" id="{9BD9634D-82AC-B3ED-2340-F56FFA42E07F}"/>
              </a:ext>
            </a:extLst>
          </p:cNvPr>
          <p:cNvSpPr>
            <a:spLocks noGrp="1"/>
          </p:cNvSpPr>
          <p:nvPr>
            <p:ph type="body" sz="half" idx="34" hasCustomPrompt="1"/>
          </p:nvPr>
        </p:nvSpPr>
        <p:spPr>
          <a:xfrm>
            <a:off x="609598" y="4637815"/>
            <a:ext cx="10902464" cy="100099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cxnSp>
        <p:nvCxnSpPr>
          <p:cNvPr id="23" name="Straight Connector 22">
            <a:extLst>
              <a:ext uri="{FF2B5EF4-FFF2-40B4-BE49-F238E27FC236}">
                <a16:creationId xmlns:a16="http://schemas.microsoft.com/office/drawing/2014/main" id="{B3751F71-52F0-E5ED-5394-9F8C590AA493}"/>
              </a:ext>
            </a:extLst>
          </p:cNvPr>
          <p:cNvCxnSpPr/>
          <p:nvPr userDrawn="1"/>
        </p:nvCxnSpPr>
        <p:spPr>
          <a:xfrm>
            <a:off x="501676" y="4274311"/>
            <a:ext cx="3381551" cy="0"/>
          </a:xfrm>
          <a:prstGeom prst="line">
            <a:avLst/>
          </a:prstGeom>
          <a:ln w="19050" cap="rnd">
            <a:solidFill>
              <a:schemeClr val="accent1">
                <a:lumMod val="40000"/>
                <a:lumOff val="60000"/>
              </a:schemeClr>
            </a:solidFill>
            <a:roun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582BB37-D853-314B-A3E8-DDE9D729C77D}"/>
              </a:ext>
            </a:extLst>
          </p:cNvPr>
          <p:cNvCxnSpPr/>
          <p:nvPr userDrawn="1"/>
        </p:nvCxnSpPr>
        <p:spPr>
          <a:xfrm>
            <a:off x="4380949" y="4274311"/>
            <a:ext cx="3381551" cy="0"/>
          </a:xfrm>
          <a:prstGeom prst="line">
            <a:avLst/>
          </a:prstGeom>
          <a:ln w="19050" cap="rnd">
            <a:solidFill>
              <a:schemeClr val="accent1">
                <a:lumMod val="40000"/>
                <a:lumOff val="60000"/>
              </a:schemeClr>
            </a:solidFill>
            <a:roun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CD0A3D9-C007-6ACF-8F41-860C7A430EBA}"/>
              </a:ext>
            </a:extLst>
          </p:cNvPr>
          <p:cNvCxnSpPr/>
          <p:nvPr userDrawn="1"/>
        </p:nvCxnSpPr>
        <p:spPr>
          <a:xfrm>
            <a:off x="8274077" y="4274311"/>
            <a:ext cx="3381551" cy="0"/>
          </a:xfrm>
          <a:prstGeom prst="line">
            <a:avLst/>
          </a:prstGeom>
          <a:ln w="19050" cap="rnd">
            <a:solidFill>
              <a:schemeClr val="accent1">
                <a:lumMod val="40000"/>
                <a:lumOff val="60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92132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Four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1743647"/>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2141554"/>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1743647"/>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40" y="2141554"/>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1743647"/>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2141554"/>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7036656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Four column with subheadings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 w/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39"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4" name="Oval 13">
            <a:extLst>
              <a:ext uri="{FF2B5EF4-FFF2-40B4-BE49-F238E27FC236}">
                <a16:creationId xmlns:a16="http://schemas.microsoft.com/office/drawing/2014/main" id="{8383E838-7FB1-9F13-FF6B-DC42BDB34D03}"/>
              </a:ext>
            </a:extLst>
          </p:cNvPr>
          <p:cNvSpPr/>
          <p:nvPr userDrawn="1"/>
        </p:nvSpPr>
        <p:spPr>
          <a:xfrm>
            <a:off x="1313409"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5" name="Picture Placeholder 26">
            <a:extLst>
              <a:ext uri="{FF2B5EF4-FFF2-40B4-BE49-F238E27FC236}">
                <a16:creationId xmlns:a16="http://schemas.microsoft.com/office/drawing/2014/main" id="{36AA943C-5B4F-49D8-E1EA-36ABCACCC5C9}"/>
              </a:ext>
            </a:extLst>
          </p:cNvPr>
          <p:cNvSpPr>
            <a:spLocks noGrp="1"/>
          </p:cNvSpPr>
          <p:nvPr>
            <p:ph type="pic" sz="quarter" idx="17"/>
          </p:nvPr>
        </p:nvSpPr>
        <p:spPr>
          <a:xfrm>
            <a:off x="1331974" y="1728134"/>
            <a:ext cx="932688" cy="932688"/>
          </a:xfrm>
          <a:prstGeom prst="ellipse">
            <a:avLst/>
          </a:prstGeom>
        </p:spPr>
        <p:txBody>
          <a:bodyPr anchor="ctr"/>
          <a:lstStyle>
            <a:lvl1pPr marL="0" indent="0" algn="ctr">
              <a:buFontTx/>
              <a:buNone/>
              <a:defRPr sz="1000"/>
            </a:lvl1pPr>
          </a:lstStyle>
          <a:p>
            <a:endParaRPr lang="en-AU"/>
          </a:p>
        </p:txBody>
      </p:sp>
      <p:sp>
        <p:nvSpPr>
          <p:cNvPr id="16" name="Oval 15">
            <a:extLst>
              <a:ext uri="{FF2B5EF4-FFF2-40B4-BE49-F238E27FC236}">
                <a16:creationId xmlns:a16="http://schemas.microsoft.com/office/drawing/2014/main" id="{55D4FA9C-FFAF-D6AE-5303-345902BBB952}"/>
              </a:ext>
            </a:extLst>
          </p:cNvPr>
          <p:cNvSpPr/>
          <p:nvPr userDrawn="1"/>
        </p:nvSpPr>
        <p:spPr>
          <a:xfrm>
            <a:off x="4178530"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7" name="Picture Placeholder 26">
            <a:extLst>
              <a:ext uri="{FF2B5EF4-FFF2-40B4-BE49-F238E27FC236}">
                <a16:creationId xmlns:a16="http://schemas.microsoft.com/office/drawing/2014/main" id="{DFC645D4-08C7-4AE3-F57B-659D026CA41C}"/>
              </a:ext>
            </a:extLst>
          </p:cNvPr>
          <p:cNvSpPr>
            <a:spLocks noGrp="1"/>
          </p:cNvSpPr>
          <p:nvPr>
            <p:ph type="pic" sz="quarter" idx="18"/>
          </p:nvPr>
        </p:nvSpPr>
        <p:spPr>
          <a:xfrm>
            <a:off x="4197095" y="1728134"/>
            <a:ext cx="932688" cy="932688"/>
          </a:xfrm>
          <a:prstGeom prst="ellipse">
            <a:avLst/>
          </a:prstGeom>
        </p:spPr>
        <p:txBody>
          <a:bodyPr anchor="ctr"/>
          <a:lstStyle>
            <a:lvl1pPr marL="0" indent="0" algn="ctr">
              <a:buFontTx/>
              <a:buNone/>
              <a:defRPr sz="1000"/>
            </a:lvl1pPr>
          </a:lstStyle>
          <a:p>
            <a:endParaRPr lang="en-AU"/>
          </a:p>
        </p:txBody>
      </p:sp>
      <p:sp>
        <p:nvSpPr>
          <p:cNvPr id="18" name="Oval 17">
            <a:extLst>
              <a:ext uri="{FF2B5EF4-FFF2-40B4-BE49-F238E27FC236}">
                <a16:creationId xmlns:a16="http://schemas.microsoft.com/office/drawing/2014/main" id="{4A7A0C5E-3990-AED0-2795-F8391F987DBF}"/>
              </a:ext>
            </a:extLst>
          </p:cNvPr>
          <p:cNvSpPr/>
          <p:nvPr userDrawn="1"/>
        </p:nvSpPr>
        <p:spPr>
          <a:xfrm>
            <a:off x="7043650"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9" name="Picture Placeholder 26">
            <a:extLst>
              <a:ext uri="{FF2B5EF4-FFF2-40B4-BE49-F238E27FC236}">
                <a16:creationId xmlns:a16="http://schemas.microsoft.com/office/drawing/2014/main" id="{04F177A9-EBA3-2BA9-4AA4-C4FBBD66392B}"/>
              </a:ext>
            </a:extLst>
          </p:cNvPr>
          <p:cNvSpPr>
            <a:spLocks noGrp="1"/>
          </p:cNvSpPr>
          <p:nvPr>
            <p:ph type="pic" sz="quarter" idx="19"/>
          </p:nvPr>
        </p:nvSpPr>
        <p:spPr>
          <a:xfrm>
            <a:off x="7062215" y="1728134"/>
            <a:ext cx="932688" cy="932688"/>
          </a:xfrm>
          <a:prstGeom prst="ellipse">
            <a:avLst/>
          </a:prstGeom>
        </p:spPr>
        <p:txBody>
          <a:bodyPr anchor="ctr"/>
          <a:lstStyle>
            <a:lvl1pPr marL="0" indent="0" algn="ctr">
              <a:buFontTx/>
              <a:buNone/>
              <a:defRPr sz="1000"/>
            </a:lvl1pPr>
          </a:lstStyle>
          <a:p>
            <a:endParaRPr lang="en-AU"/>
          </a:p>
        </p:txBody>
      </p:sp>
      <p:sp>
        <p:nvSpPr>
          <p:cNvPr id="20" name="Oval 19">
            <a:extLst>
              <a:ext uri="{FF2B5EF4-FFF2-40B4-BE49-F238E27FC236}">
                <a16:creationId xmlns:a16="http://schemas.microsoft.com/office/drawing/2014/main" id="{4926F30C-7AD6-62E3-905C-565B2BA2B6F8}"/>
              </a:ext>
            </a:extLst>
          </p:cNvPr>
          <p:cNvSpPr/>
          <p:nvPr userDrawn="1"/>
        </p:nvSpPr>
        <p:spPr>
          <a:xfrm>
            <a:off x="9908771"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21" name="Picture Placeholder 26">
            <a:extLst>
              <a:ext uri="{FF2B5EF4-FFF2-40B4-BE49-F238E27FC236}">
                <a16:creationId xmlns:a16="http://schemas.microsoft.com/office/drawing/2014/main" id="{E88DA7AA-5367-2909-A739-D020FFFC3C34}"/>
              </a:ext>
            </a:extLst>
          </p:cNvPr>
          <p:cNvSpPr>
            <a:spLocks noGrp="1"/>
          </p:cNvSpPr>
          <p:nvPr>
            <p:ph type="pic" sz="quarter" idx="20"/>
          </p:nvPr>
        </p:nvSpPr>
        <p:spPr>
          <a:xfrm>
            <a:off x="9927336" y="1728134"/>
            <a:ext cx="932688" cy="932688"/>
          </a:xfrm>
          <a:prstGeom prst="ellipse">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738123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Four column with subheadings Imag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 w/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39"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5" name="Picture Placeholder 26">
            <a:extLst>
              <a:ext uri="{FF2B5EF4-FFF2-40B4-BE49-F238E27FC236}">
                <a16:creationId xmlns:a16="http://schemas.microsoft.com/office/drawing/2014/main" id="{36AA943C-5B4F-49D8-E1EA-36ABCACCC5C9}"/>
              </a:ext>
            </a:extLst>
          </p:cNvPr>
          <p:cNvSpPr>
            <a:spLocks noGrp="1"/>
          </p:cNvSpPr>
          <p:nvPr>
            <p:ph type="pic" sz="quarter" idx="17"/>
          </p:nvPr>
        </p:nvSpPr>
        <p:spPr>
          <a:xfrm>
            <a:off x="970786" y="1728134"/>
            <a:ext cx="1655064" cy="1655064"/>
          </a:xfrm>
          <a:prstGeom prst="ellipse">
            <a:avLst/>
          </a:prstGeom>
        </p:spPr>
        <p:txBody>
          <a:bodyPr anchor="ctr"/>
          <a:lstStyle>
            <a:lvl1pPr marL="0" indent="0" algn="ctr">
              <a:buFontTx/>
              <a:buNone/>
              <a:defRPr sz="1000"/>
            </a:lvl1pPr>
          </a:lstStyle>
          <a:p>
            <a:endParaRPr lang="en-AU"/>
          </a:p>
        </p:txBody>
      </p:sp>
      <p:sp>
        <p:nvSpPr>
          <p:cNvPr id="22" name="Picture Placeholder 26">
            <a:extLst>
              <a:ext uri="{FF2B5EF4-FFF2-40B4-BE49-F238E27FC236}">
                <a16:creationId xmlns:a16="http://schemas.microsoft.com/office/drawing/2014/main" id="{41B60AAF-5A8C-6720-0884-7FFD699E2060}"/>
              </a:ext>
            </a:extLst>
          </p:cNvPr>
          <p:cNvSpPr>
            <a:spLocks noGrp="1"/>
          </p:cNvSpPr>
          <p:nvPr>
            <p:ph type="pic" sz="quarter" idx="18"/>
          </p:nvPr>
        </p:nvSpPr>
        <p:spPr>
          <a:xfrm>
            <a:off x="3835907" y="1728134"/>
            <a:ext cx="1655064" cy="1655064"/>
          </a:xfrm>
          <a:prstGeom prst="ellipse">
            <a:avLst/>
          </a:prstGeom>
        </p:spPr>
        <p:txBody>
          <a:bodyPr anchor="ctr"/>
          <a:lstStyle>
            <a:lvl1pPr marL="0" indent="0" algn="ctr">
              <a:buFontTx/>
              <a:buNone/>
              <a:defRPr sz="1000"/>
            </a:lvl1pPr>
          </a:lstStyle>
          <a:p>
            <a:endParaRPr lang="en-AU"/>
          </a:p>
        </p:txBody>
      </p:sp>
      <p:sp>
        <p:nvSpPr>
          <p:cNvPr id="23" name="Picture Placeholder 26">
            <a:extLst>
              <a:ext uri="{FF2B5EF4-FFF2-40B4-BE49-F238E27FC236}">
                <a16:creationId xmlns:a16="http://schemas.microsoft.com/office/drawing/2014/main" id="{1F2E1016-E0D7-7C68-FF9D-2CECC5B1ECFF}"/>
              </a:ext>
            </a:extLst>
          </p:cNvPr>
          <p:cNvSpPr>
            <a:spLocks noGrp="1"/>
          </p:cNvSpPr>
          <p:nvPr>
            <p:ph type="pic" sz="quarter" idx="19"/>
          </p:nvPr>
        </p:nvSpPr>
        <p:spPr>
          <a:xfrm>
            <a:off x="6701027" y="1728134"/>
            <a:ext cx="1655064" cy="1655064"/>
          </a:xfrm>
          <a:prstGeom prst="ellipse">
            <a:avLst/>
          </a:prstGeom>
        </p:spPr>
        <p:txBody>
          <a:bodyPr anchor="ctr"/>
          <a:lstStyle>
            <a:lvl1pPr marL="0" indent="0" algn="ctr">
              <a:buFontTx/>
              <a:buNone/>
              <a:defRPr sz="1000"/>
            </a:lvl1pPr>
          </a:lstStyle>
          <a:p>
            <a:endParaRPr lang="en-AU"/>
          </a:p>
        </p:txBody>
      </p:sp>
      <p:sp>
        <p:nvSpPr>
          <p:cNvPr id="24" name="Picture Placeholder 26">
            <a:extLst>
              <a:ext uri="{FF2B5EF4-FFF2-40B4-BE49-F238E27FC236}">
                <a16:creationId xmlns:a16="http://schemas.microsoft.com/office/drawing/2014/main" id="{8171338B-A851-B962-AD67-52B406CCAABB}"/>
              </a:ext>
            </a:extLst>
          </p:cNvPr>
          <p:cNvSpPr>
            <a:spLocks noGrp="1"/>
          </p:cNvSpPr>
          <p:nvPr>
            <p:ph type="pic" sz="quarter" idx="20"/>
          </p:nvPr>
        </p:nvSpPr>
        <p:spPr>
          <a:xfrm>
            <a:off x="9566148" y="1728134"/>
            <a:ext cx="1655064" cy="1655064"/>
          </a:xfrm>
          <a:prstGeom prst="ellipse">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3237243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Four column with subheadings Images rectang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 w/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39"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5" name="Picture Placeholder 26">
            <a:extLst>
              <a:ext uri="{FF2B5EF4-FFF2-40B4-BE49-F238E27FC236}">
                <a16:creationId xmlns:a16="http://schemas.microsoft.com/office/drawing/2014/main" id="{36AA943C-5B4F-49D8-E1EA-36ABCACCC5C9}"/>
              </a:ext>
            </a:extLst>
          </p:cNvPr>
          <p:cNvSpPr>
            <a:spLocks noGrp="1"/>
          </p:cNvSpPr>
          <p:nvPr>
            <p:ph type="pic" sz="quarter" idx="17"/>
          </p:nvPr>
        </p:nvSpPr>
        <p:spPr>
          <a:xfrm>
            <a:off x="609598"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
        <p:nvSpPr>
          <p:cNvPr id="16" name="Picture Placeholder 26">
            <a:extLst>
              <a:ext uri="{FF2B5EF4-FFF2-40B4-BE49-F238E27FC236}">
                <a16:creationId xmlns:a16="http://schemas.microsoft.com/office/drawing/2014/main" id="{59A835F7-184C-0019-3DB9-13C463E6257A}"/>
              </a:ext>
            </a:extLst>
          </p:cNvPr>
          <p:cNvSpPr>
            <a:spLocks noGrp="1"/>
          </p:cNvSpPr>
          <p:nvPr>
            <p:ph type="pic" sz="quarter" idx="18"/>
          </p:nvPr>
        </p:nvSpPr>
        <p:spPr>
          <a:xfrm>
            <a:off x="3472541"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
        <p:nvSpPr>
          <p:cNvPr id="17" name="Picture Placeholder 26">
            <a:extLst>
              <a:ext uri="{FF2B5EF4-FFF2-40B4-BE49-F238E27FC236}">
                <a16:creationId xmlns:a16="http://schemas.microsoft.com/office/drawing/2014/main" id="{8BA4A4CC-9A9B-8C42-1C95-C4B0FA662AA5}"/>
              </a:ext>
            </a:extLst>
          </p:cNvPr>
          <p:cNvSpPr>
            <a:spLocks noGrp="1"/>
          </p:cNvSpPr>
          <p:nvPr>
            <p:ph type="pic" sz="quarter" idx="19"/>
          </p:nvPr>
        </p:nvSpPr>
        <p:spPr>
          <a:xfrm>
            <a:off x="6335484"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
        <p:nvSpPr>
          <p:cNvPr id="18" name="Picture Placeholder 26">
            <a:extLst>
              <a:ext uri="{FF2B5EF4-FFF2-40B4-BE49-F238E27FC236}">
                <a16:creationId xmlns:a16="http://schemas.microsoft.com/office/drawing/2014/main" id="{18BA5E73-4DE6-7CE9-7762-9D73EA77A254}"/>
              </a:ext>
            </a:extLst>
          </p:cNvPr>
          <p:cNvSpPr>
            <a:spLocks noGrp="1"/>
          </p:cNvSpPr>
          <p:nvPr>
            <p:ph type="pic" sz="quarter" idx="20"/>
          </p:nvPr>
        </p:nvSpPr>
        <p:spPr>
          <a:xfrm>
            <a:off x="9209313"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283904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Collage images,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Collage image, subtitle, callout</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6" name="Content Placeholder 2">
            <a:extLst>
              <a:ext uri="{FF2B5EF4-FFF2-40B4-BE49-F238E27FC236}">
                <a16:creationId xmlns:a16="http://schemas.microsoft.com/office/drawing/2014/main" id="{3B3BDFEB-D07E-E5C9-2D77-C7372B1DBB0C}"/>
              </a:ext>
            </a:extLst>
          </p:cNvPr>
          <p:cNvSpPr>
            <a:spLocks noGrp="1"/>
          </p:cNvSpPr>
          <p:nvPr>
            <p:ph sz="half" idx="1" hasCustomPrompt="1"/>
          </p:nvPr>
        </p:nvSpPr>
        <p:spPr>
          <a:xfrm>
            <a:off x="5263629" y="2133600"/>
            <a:ext cx="6318769" cy="4002794"/>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7" name="Picture Placeholder 11">
            <a:extLst>
              <a:ext uri="{FF2B5EF4-FFF2-40B4-BE49-F238E27FC236}">
                <a16:creationId xmlns:a16="http://schemas.microsoft.com/office/drawing/2014/main" id="{C1E1D1E7-4ED6-2E5C-C45D-C23C4486196A}"/>
              </a:ext>
            </a:extLst>
          </p:cNvPr>
          <p:cNvSpPr>
            <a:spLocks noGrp="1"/>
          </p:cNvSpPr>
          <p:nvPr>
            <p:ph type="pic" sz="quarter" idx="14" hasCustomPrompt="1"/>
          </p:nvPr>
        </p:nvSpPr>
        <p:spPr>
          <a:xfrm>
            <a:off x="600075" y="2139686"/>
            <a:ext cx="2130365" cy="2806387"/>
          </a:xfrm>
          <a:custGeom>
            <a:avLst/>
            <a:gdLst>
              <a:gd name="connsiteX0" fmla="*/ 0 w 2216728"/>
              <a:gd name="connsiteY0" fmla="*/ 0 h 3616037"/>
              <a:gd name="connsiteX1" fmla="*/ 2216728 w 2216728"/>
              <a:gd name="connsiteY1" fmla="*/ 0 h 3616037"/>
              <a:gd name="connsiteX2" fmla="*/ 2216728 w 2216728"/>
              <a:gd name="connsiteY2" fmla="*/ 3616037 h 3616037"/>
              <a:gd name="connsiteX3" fmla="*/ 0 w 2216728"/>
              <a:gd name="connsiteY3" fmla="*/ 3616037 h 3616037"/>
            </a:gdLst>
            <a:ahLst/>
            <a:cxnLst>
              <a:cxn ang="0">
                <a:pos x="connsiteX0" y="connsiteY0"/>
              </a:cxn>
              <a:cxn ang="0">
                <a:pos x="connsiteX1" y="connsiteY1"/>
              </a:cxn>
              <a:cxn ang="0">
                <a:pos x="connsiteX2" y="connsiteY2"/>
              </a:cxn>
              <a:cxn ang="0">
                <a:pos x="connsiteX3" y="connsiteY3"/>
              </a:cxn>
            </a:cxnLst>
            <a:rect l="l" t="t" r="r" b="b"/>
            <a:pathLst>
              <a:path w="2216728" h="3616037">
                <a:moveTo>
                  <a:pt x="0" y="0"/>
                </a:moveTo>
                <a:lnTo>
                  <a:pt x="2216728" y="0"/>
                </a:lnTo>
                <a:lnTo>
                  <a:pt x="2216728" y="3616037"/>
                </a:lnTo>
                <a:lnTo>
                  <a:pt x="0" y="361603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1</a:t>
            </a:r>
          </a:p>
        </p:txBody>
      </p:sp>
      <p:sp>
        <p:nvSpPr>
          <p:cNvPr id="18" name="Picture Placeholder 20">
            <a:extLst>
              <a:ext uri="{FF2B5EF4-FFF2-40B4-BE49-F238E27FC236}">
                <a16:creationId xmlns:a16="http://schemas.microsoft.com/office/drawing/2014/main" id="{4B16EBDA-EBE4-0927-33FA-98E85FEB6D87}"/>
              </a:ext>
            </a:extLst>
          </p:cNvPr>
          <p:cNvSpPr>
            <a:spLocks noGrp="1"/>
          </p:cNvSpPr>
          <p:nvPr>
            <p:ph type="pic" sz="quarter" idx="15" hasCustomPrompt="1"/>
          </p:nvPr>
        </p:nvSpPr>
        <p:spPr>
          <a:xfrm>
            <a:off x="600075" y="5106277"/>
            <a:ext cx="2130365" cy="1030118"/>
          </a:xfrm>
          <a:custGeom>
            <a:avLst/>
            <a:gdLst>
              <a:gd name="connsiteX0" fmla="*/ 0 w 2216728"/>
              <a:gd name="connsiteY0" fmla="*/ 0 h 1759527"/>
              <a:gd name="connsiteX1" fmla="*/ 2216728 w 2216728"/>
              <a:gd name="connsiteY1" fmla="*/ 0 h 1759527"/>
              <a:gd name="connsiteX2" fmla="*/ 2216728 w 2216728"/>
              <a:gd name="connsiteY2" fmla="*/ 1759527 h 1759527"/>
              <a:gd name="connsiteX3" fmla="*/ 0 w 2216728"/>
              <a:gd name="connsiteY3" fmla="*/ 1759527 h 1759527"/>
            </a:gdLst>
            <a:ahLst/>
            <a:cxnLst>
              <a:cxn ang="0">
                <a:pos x="connsiteX0" y="connsiteY0"/>
              </a:cxn>
              <a:cxn ang="0">
                <a:pos x="connsiteX1" y="connsiteY1"/>
              </a:cxn>
              <a:cxn ang="0">
                <a:pos x="connsiteX2" y="connsiteY2"/>
              </a:cxn>
              <a:cxn ang="0">
                <a:pos x="connsiteX3" y="connsiteY3"/>
              </a:cxn>
            </a:cxnLst>
            <a:rect l="l" t="t" r="r" b="b"/>
            <a:pathLst>
              <a:path w="2216728" h="1759527">
                <a:moveTo>
                  <a:pt x="0" y="0"/>
                </a:moveTo>
                <a:lnTo>
                  <a:pt x="2216728" y="0"/>
                </a:lnTo>
                <a:lnTo>
                  <a:pt x="2216728" y="1759527"/>
                </a:lnTo>
                <a:lnTo>
                  <a:pt x="0" y="175952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3</a:t>
            </a:r>
          </a:p>
        </p:txBody>
      </p:sp>
      <p:sp>
        <p:nvSpPr>
          <p:cNvPr id="19" name="Picture Placeholder 11">
            <a:extLst>
              <a:ext uri="{FF2B5EF4-FFF2-40B4-BE49-F238E27FC236}">
                <a16:creationId xmlns:a16="http://schemas.microsoft.com/office/drawing/2014/main" id="{EC3F3902-B26A-2897-AF99-6AE7D6DE16E8}"/>
              </a:ext>
            </a:extLst>
          </p:cNvPr>
          <p:cNvSpPr>
            <a:spLocks noGrp="1"/>
          </p:cNvSpPr>
          <p:nvPr>
            <p:ph type="pic" sz="quarter" idx="16" hasCustomPrompt="1"/>
          </p:nvPr>
        </p:nvSpPr>
        <p:spPr>
          <a:xfrm>
            <a:off x="2931852" y="3429000"/>
            <a:ext cx="2130365" cy="2707394"/>
          </a:xfrm>
          <a:custGeom>
            <a:avLst/>
            <a:gdLst>
              <a:gd name="connsiteX0" fmla="*/ 0 w 2216728"/>
              <a:gd name="connsiteY0" fmla="*/ 0 h 3616037"/>
              <a:gd name="connsiteX1" fmla="*/ 2216728 w 2216728"/>
              <a:gd name="connsiteY1" fmla="*/ 0 h 3616037"/>
              <a:gd name="connsiteX2" fmla="*/ 2216728 w 2216728"/>
              <a:gd name="connsiteY2" fmla="*/ 3616037 h 3616037"/>
              <a:gd name="connsiteX3" fmla="*/ 0 w 2216728"/>
              <a:gd name="connsiteY3" fmla="*/ 3616037 h 3616037"/>
            </a:gdLst>
            <a:ahLst/>
            <a:cxnLst>
              <a:cxn ang="0">
                <a:pos x="connsiteX0" y="connsiteY0"/>
              </a:cxn>
              <a:cxn ang="0">
                <a:pos x="connsiteX1" y="connsiteY1"/>
              </a:cxn>
              <a:cxn ang="0">
                <a:pos x="connsiteX2" y="connsiteY2"/>
              </a:cxn>
              <a:cxn ang="0">
                <a:pos x="connsiteX3" y="connsiteY3"/>
              </a:cxn>
            </a:cxnLst>
            <a:rect l="l" t="t" r="r" b="b"/>
            <a:pathLst>
              <a:path w="2216728" h="3616037">
                <a:moveTo>
                  <a:pt x="0" y="0"/>
                </a:moveTo>
                <a:lnTo>
                  <a:pt x="2216728" y="0"/>
                </a:lnTo>
                <a:lnTo>
                  <a:pt x="2216728" y="3616037"/>
                </a:lnTo>
                <a:lnTo>
                  <a:pt x="0" y="361603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4</a:t>
            </a:r>
          </a:p>
        </p:txBody>
      </p:sp>
      <p:sp>
        <p:nvSpPr>
          <p:cNvPr id="20" name="Picture Placeholder 20">
            <a:extLst>
              <a:ext uri="{FF2B5EF4-FFF2-40B4-BE49-F238E27FC236}">
                <a16:creationId xmlns:a16="http://schemas.microsoft.com/office/drawing/2014/main" id="{7D09497B-8D6A-3B8E-38A4-41EC3BC5AAA4}"/>
              </a:ext>
            </a:extLst>
          </p:cNvPr>
          <p:cNvSpPr>
            <a:spLocks noGrp="1"/>
          </p:cNvSpPr>
          <p:nvPr>
            <p:ph type="pic" sz="quarter" idx="17" hasCustomPrompt="1"/>
          </p:nvPr>
        </p:nvSpPr>
        <p:spPr>
          <a:xfrm>
            <a:off x="2931852" y="2133040"/>
            <a:ext cx="2130365" cy="1122778"/>
          </a:xfrm>
          <a:custGeom>
            <a:avLst/>
            <a:gdLst>
              <a:gd name="connsiteX0" fmla="*/ 0 w 2216728"/>
              <a:gd name="connsiteY0" fmla="*/ 0 h 1759527"/>
              <a:gd name="connsiteX1" fmla="*/ 2216728 w 2216728"/>
              <a:gd name="connsiteY1" fmla="*/ 0 h 1759527"/>
              <a:gd name="connsiteX2" fmla="*/ 2216728 w 2216728"/>
              <a:gd name="connsiteY2" fmla="*/ 1759527 h 1759527"/>
              <a:gd name="connsiteX3" fmla="*/ 0 w 2216728"/>
              <a:gd name="connsiteY3" fmla="*/ 1759527 h 1759527"/>
            </a:gdLst>
            <a:ahLst/>
            <a:cxnLst>
              <a:cxn ang="0">
                <a:pos x="connsiteX0" y="connsiteY0"/>
              </a:cxn>
              <a:cxn ang="0">
                <a:pos x="connsiteX1" y="connsiteY1"/>
              </a:cxn>
              <a:cxn ang="0">
                <a:pos x="connsiteX2" y="connsiteY2"/>
              </a:cxn>
              <a:cxn ang="0">
                <a:pos x="connsiteX3" y="connsiteY3"/>
              </a:cxn>
            </a:cxnLst>
            <a:rect l="l" t="t" r="r" b="b"/>
            <a:pathLst>
              <a:path w="2216728" h="1759527">
                <a:moveTo>
                  <a:pt x="0" y="0"/>
                </a:moveTo>
                <a:lnTo>
                  <a:pt x="2216728" y="0"/>
                </a:lnTo>
                <a:lnTo>
                  <a:pt x="2216728" y="1759527"/>
                </a:lnTo>
                <a:lnTo>
                  <a:pt x="0" y="175952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2</a:t>
            </a:r>
          </a:p>
        </p:txBody>
      </p:sp>
    </p:spTree>
    <p:extLst>
      <p:ext uri="{BB962C8B-B14F-4D97-AF65-F5344CB8AC3E}">
        <p14:creationId xmlns:p14="http://schemas.microsoft.com/office/powerpoint/2010/main" val="1182605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userDrawn="1">
          <p15:clr>
            <a:srgbClr val="9FCC3B"/>
          </p15:clr>
        </p15:guide>
        <p15:guide id="3" orient="horz" pos="1128" userDrawn="1">
          <p15:clr>
            <a:srgbClr val="9FCC3B"/>
          </p15:clr>
        </p15:guide>
        <p15:guide id="4" orient="horz" pos="1344"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Fiv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Five-column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30" name="Text Placeholder 2">
            <a:extLst>
              <a:ext uri="{FF2B5EF4-FFF2-40B4-BE49-F238E27FC236}">
                <a16:creationId xmlns:a16="http://schemas.microsoft.com/office/drawing/2014/main" id="{280DDDF0-04D3-4F6E-50DE-C6D81BFA5692}"/>
              </a:ext>
            </a:extLst>
          </p:cNvPr>
          <p:cNvSpPr>
            <a:spLocks noGrp="1"/>
          </p:cNvSpPr>
          <p:nvPr>
            <p:ph type="body" idx="17" hasCustomPrompt="1"/>
          </p:nvPr>
        </p:nvSpPr>
        <p:spPr>
          <a:xfrm>
            <a:off x="2808515"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1" name="Content Placeholder 3">
            <a:extLst>
              <a:ext uri="{FF2B5EF4-FFF2-40B4-BE49-F238E27FC236}">
                <a16:creationId xmlns:a16="http://schemas.microsoft.com/office/drawing/2014/main" id="{0612130A-933C-A5B8-0664-B9C46CA080EB}"/>
              </a:ext>
            </a:extLst>
          </p:cNvPr>
          <p:cNvSpPr>
            <a:spLocks noGrp="1"/>
          </p:cNvSpPr>
          <p:nvPr>
            <p:ph sz="half" idx="18" hasCustomPrompt="1"/>
          </p:nvPr>
        </p:nvSpPr>
        <p:spPr>
          <a:xfrm>
            <a:off x="2808514"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32" name="Text Placeholder 2">
            <a:extLst>
              <a:ext uri="{FF2B5EF4-FFF2-40B4-BE49-F238E27FC236}">
                <a16:creationId xmlns:a16="http://schemas.microsoft.com/office/drawing/2014/main" id="{5939B4DE-A352-8878-8E6E-1302DAF49298}"/>
              </a:ext>
            </a:extLst>
          </p:cNvPr>
          <p:cNvSpPr>
            <a:spLocks noGrp="1"/>
          </p:cNvSpPr>
          <p:nvPr>
            <p:ph type="body" idx="19" hasCustomPrompt="1"/>
          </p:nvPr>
        </p:nvSpPr>
        <p:spPr>
          <a:xfrm>
            <a:off x="5007432"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3" name="Content Placeholder 3">
            <a:extLst>
              <a:ext uri="{FF2B5EF4-FFF2-40B4-BE49-F238E27FC236}">
                <a16:creationId xmlns:a16="http://schemas.microsoft.com/office/drawing/2014/main" id="{943A10F6-BA07-93EC-3013-54723F1ADC27}"/>
              </a:ext>
            </a:extLst>
          </p:cNvPr>
          <p:cNvSpPr>
            <a:spLocks noGrp="1"/>
          </p:cNvSpPr>
          <p:nvPr>
            <p:ph sz="half" idx="20" hasCustomPrompt="1"/>
          </p:nvPr>
        </p:nvSpPr>
        <p:spPr>
          <a:xfrm>
            <a:off x="5007431"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34" name="Text Placeholder 2">
            <a:extLst>
              <a:ext uri="{FF2B5EF4-FFF2-40B4-BE49-F238E27FC236}">
                <a16:creationId xmlns:a16="http://schemas.microsoft.com/office/drawing/2014/main" id="{E8688E01-C977-F865-0E8F-F1E56BF2F472}"/>
              </a:ext>
            </a:extLst>
          </p:cNvPr>
          <p:cNvSpPr>
            <a:spLocks noGrp="1"/>
          </p:cNvSpPr>
          <p:nvPr>
            <p:ph type="body" idx="21" hasCustomPrompt="1"/>
          </p:nvPr>
        </p:nvSpPr>
        <p:spPr>
          <a:xfrm>
            <a:off x="7206350"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5" name="Content Placeholder 3">
            <a:extLst>
              <a:ext uri="{FF2B5EF4-FFF2-40B4-BE49-F238E27FC236}">
                <a16:creationId xmlns:a16="http://schemas.microsoft.com/office/drawing/2014/main" id="{C8D66E06-62C0-98B8-B791-CEAEF0843DF3}"/>
              </a:ext>
            </a:extLst>
          </p:cNvPr>
          <p:cNvSpPr>
            <a:spLocks noGrp="1"/>
          </p:cNvSpPr>
          <p:nvPr>
            <p:ph sz="half" idx="22" hasCustomPrompt="1"/>
          </p:nvPr>
        </p:nvSpPr>
        <p:spPr>
          <a:xfrm>
            <a:off x="7206349"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36" name="Text Placeholder 2">
            <a:extLst>
              <a:ext uri="{FF2B5EF4-FFF2-40B4-BE49-F238E27FC236}">
                <a16:creationId xmlns:a16="http://schemas.microsoft.com/office/drawing/2014/main" id="{046AB4B2-36B7-0E90-B289-6B632CED4A08}"/>
              </a:ext>
            </a:extLst>
          </p:cNvPr>
          <p:cNvSpPr>
            <a:spLocks noGrp="1"/>
          </p:cNvSpPr>
          <p:nvPr>
            <p:ph type="body" idx="23" hasCustomPrompt="1"/>
          </p:nvPr>
        </p:nvSpPr>
        <p:spPr>
          <a:xfrm>
            <a:off x="9416154"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7" name="Content Placeholder 3">
            <a:extLst>
              <a:ext uri="{FF2B5EF4-FFF2-40B4-BE49-F238E27FC236}">
                <a16:creationId xmlns:a16="http://schemas.microsoft.com/office/drawing/2014/main" id="{C05A6BC9-5D51-446C-7EE9-F12F0B64F54A}"/>
              </a:ext>
            </a:extLst>
          </p:cNvPr>
          <p:cNvSpPr>
            <a:spLocks noGrp="1"/>
          </p:cNvSpPr>
          <p:nvPr>
            <p:ph sz="half" idx="24" hasCustomPrompt="1"/>
          </p:nvPr>
        </p:nvSpPr>
        <p:spPr>
          <a:xfrm>
            <a:off x="9416153"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Tree>
    <p:extLst>
      <p:ext uri="{BB962C8B-B14F-4D97-AF65-F5344CB8AC3E}">
        <p14:creationId xmlns:p14="http://schemas.microsoft.com/office/powerpoint/2010/main" val="1987147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Six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Six-column layout with subheadings</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6" name="Text Placeholder 2">
            <a:extLst>
              <a:ext uri="{FF2B5EF4-FFF2-40B4-BE49-F238E27FC236}">
                <a16:creationId xmlns:a16="http://schemas.microsoft.com/office/drawing/2014/main" id="{ECDE9E54-83A2-C4DF-7259-EE3ABE2666BB}"/>
              </a:ext>
            </a:extLst>
          </p:cNvPr>
          <p:cNvSpPr>
            <a:spLocks noGrp="1"/>
          </p:cNvSpPr>
          <p:nvPr>
            <p:ph type="body" idx="25"/>
          </p:nvPr>
        </p:nvSpPr>
        <p:spPr>
          <a:xfrm>
            <a:off x="1739011" y="1720603"/>
            <a:ext cx="4007841" cy="313932"/>
          </a:xfrm>
        </p:spPr>
        <p:txBody>
          <a:bodyPr/>
          <a:lstStyle>
            <a:lvl1pPr marL="0" indent="0">
              <a:buNone/>
              <a:defRPr sz="1600">
                <a:solidFill>
                  <a:schemeClr val="accent1"/>
                </a:solidFill>
              </a:defRPr>
            </a:lvl1pPr>
          </a:lstStyle>
          <a:p>
            <a:endParaRPr lang="en-US" dirty="0"/>
          </a:p>
        </p:txBody>
      </p:sp>
      <p:sp>
        <p:nvSpPr>
          <p:cNvPr id="27" name="Content Placeholder 6">
            <a:extLst>
              <a:ext uri="{FF2B5EF4-FFF2-40B4-BE49-F238E27FC236}">
                <a16:creationId xmlns:a16="http://schemas.microsoft.com/office/drawing/2014/main" id="{D6C7EE2D-0F97-B4B8-CE51-9EDCFE062DA7}"/>
              </a:ext>
            </a:extLst>
          </p:cNvPr>
          <p:cNvSpPr>
            <a:spLocks noGrp="1"/>
          </p:cNvSpPr>
          <p:nvPr>
            <p:ph sz="half" idx="26"/>
          </p:nvPr>
        </p:nvSpPr>
        <p:spPr>
          <a:xfrm>
            <a:off x="1739010" y="2053193"/>
            <a:ext cx="4007840" cy="932688"/>
          </a:xfrm>
        </p:spPr>
        <p:txBody>
          <a:bodyPr/>
          <a:lstStyle>
            <a:lvl1pPr marL="0" indent="0">
              <a:buNone/>
              <a:defRPr sz="1400"/>
            </a:lvl1pPr>
          </a:lstStyle>
          <a:p>
            <a:endParaRPr lang="en-US" dirty="0"/>
          </a:p>
        </p:txBody>
      </p:sp>
      <p:sp>
        <p:nvSpPr>
          <p:cNvPr id="28" name="Picture Placeholder 26">
            <a:extLst>
              <a:ext uri="{FF2B5EF4-FFF2-40B4-BE49-F238E27FC236}">
                <a16:creationId xmlns:a16="http://schemas.microsoft.com/office/drawing/2014/main" id="{F5A4082C-EBFF-EF97-70D9-111FCCFD0434}"/>
              </a:ext>
            </a:extLst>
          </p:cNvPr>
          <p:cNvSpPr>
            <a:spLocks noGrp="1"/>
          </p:cNvSpPr>
          <p:nvPr>
            <p:ph type="pic" sz="quarter" idx="27"/>
          </p:nvPr>
        </p:nvSpPr>
        <p:spPr>
          <a:xfrm>
            <a:off x="621693" y="1725378"/>
            <a:ext cx="932688" cy="932688"/>
          </a:xfrm>
          <a:prstGeom prst="ellipse">
            <a:avLst/>
          </a:prstGeom>
        </p:spPr>
        <p:txBody>
          <a:bodyPr anchor="ctr"/>
          <a:lstStyle>
            <a:lvl1pPr marL="0" indent="0" algn="ctr">
              <a:buFontTx/>
              <a:buNone/>
              <a:defRPr sz="1000"/>
            </a:lvl1pPr>
          </a:lstStyle>
          <a:p>
            <a:endParaRPr lang="en-AU"/>
          </a:p>
        </p:txBody>
      </p:sp>
      <p:sp>
        <p:nvSpPr>
          <p:cNvPr id="29" name="Text Placeholder 2">
            <a:extLst>
              <a:ext uri="{FF2B5EF4-FFF2-40B4-BE49-F238E27FC236}">
                <a16:creationId xmlns:a16="http://schemas.microsoft.com/office/drawing/2014/main" id="{5941D221-9F58-75D7-9FF7-B88BB299018B}"/>
              </a:ext>
            </a:extLst>
          </p:cNvPr>
          <p:cNvSpPr>
            <a:spLocks noGrp="1"/>
          </p:cNvSpPr>
          <p:nvPr>
            <p:ph type="body" idx="28"/>
          </p:nvPr>
        </p:nvSpPr>
        <p:spPr>
          <a:xfrm>
            <a:off x="7383456" y="1720603"/>
            <a:ext cx="4007841" cy="313932"/>
          </a:xfrm>
        </p:spPr>
        <p:txBody>
          <a:bodyPr/>
          <a:lstStyle>
            <a:lvl1pPr marL="0" indent="0">
              <a:buNone/>
              <a:defRPr sz="1600">
                <a:solidFill>
                  <a:schemeClr val="accent1"/>
                </a:solidFill>
              </a:defRPr>
            </a:lvl1pPr>
          </a:lstStyle>
          <a:p>
            <a:endParaRPr lang="en-US" dirty="0"/>
          </a:p>
        </p:txBody>
      </p:sp>
      <p:sp>
        <p:nvSpPr>
          <p:cNvPr id="38" name="Content Placeholder 6">
            <a:extLst>
              <a:ext uri="{FF2B5EF4-FFF2-40B4-BE49-F238E27FC236}">
                <a16:creationId xmlns:a16="http://schemas.microsoft.com/office/drawing/2014/main" id="{1CC91EB8-9596-F082-D87F-81C26782C76F}"/>
              </a:ext>
            </a:extLst>
          </p:cNvPr>
          <p:cNvSpPr>
            <a:spLocks noGrp="1"/>
          </p:cNvSpPr>
          <p:nvPr>
            <p:ph sz="half" idx="29"/>
          </p:nvPr>
        </p:nvSpPr>
        <p:spPr>
          <a:xfrm>
            <a:off x="7383455" y="2053193"/>
            <a:ext cx="4007840" cy="932688"/>
          </a:xfrm>
        </p:spPr>
        <p:txBody>
          <a:bodyPr/>
          <a:lstStyle>
            <a:lvl1pPr marL="0" indent="0">
              <a:buNone/>
              <a:defRPr sz="1400"/>
            </a:lvl1pPr>
          </a:lstStyle>
          <a:p>
            <a:endParaRPr lang="en-US" dirty="0"/>
          </a:p>
        </p:txBody>
      </p:sp>
      <p:sp>
        <p:nvSpPr>
          <p:cNvPr id="39" name="Picture Placeholder 26">
            <a:extLst>
              <a:ext uri="{FF2B5EF4-FFF2-40B4-BE49-F238E27FC236}">
                <a16:creationId xmlns:a16="http://schemas.microsoft.com/office/drawing/2014/main" id="{E68F5DBE-EE62-7289-B719-D07B9D627D4B}"/>
              </a:ext>
            </a:extLst>
          </p:cNvPr>
          <p:cNvSpPr>
            <a:spLocks noGrp="1"/>
          </p:cNvSpPr>
          <p:nvPr>
            <p:ph type="pic" sz="quarter" idx="30"/>
          </p:nvPr>
        </p:nvSpPr>
        <p:spPr>
          <a:xfrm>
            <a:off x="6277427" y="1725378"/>
            <a:ext cx="932688" cy="932688"/>
          </a:xfrm>
          <a:prstGeom prst="ellipse">
            <a:avLst/>
          </a:prstGeom>
        </p:spPr>
        <p:txBody>
          <a:bodyPr anchor="ctr"/>
          <a:lstStyle>
            <a:lvl1pPr marL="0" indent="0" algn="ctr">
              <a:buFontTx/>
              <a:buNone/>
              <a:defRPr sz="1000"/>
            </a:lvl1pPr>
          </a:lstStyle>
          <a:p>
            <a:endParaRPr lang="en-AU"/>
          </a:p>
        </p:txBody>
      </p:sp>
      <p:sp>
        <p:nvSpPr>
          <p:cNvPr id="40" name="Text Placeholder 2">
            <a:extLst>
              <a:ext uri="{FF2B5EF4-FFF2-40B4-BE49-F238E27FC236}">
                <a16:creationId xmlns:a16="http://schemas.microsoft.com/office/drawing/2014/main" id="{9B995B59-37B1-7B94-83E5-09B116AF9AD2}"/>
              </a:ext>
            </a:extLst>
          </p:cNvPr>
          <p:cNvSpPr>
            <a:spLocks noGrp="1"/>
          </p:cNvSpPr>
          <p:nvPr>
            <p:ph type="body" idx="31"/>
          </p:nvPr>
        </p:nvSpPr>
        <p:spPr>
          <a:xfrm>
            <a:off x="1739011" y="3289759"/>
            <a:ext cx="4007841" cy="313932"/>
          </a:xfrm>
        </p:spPr>
        <p:txBody>
          <a:bodyPr/>
          <a:lstStyle>
            <a:lvl1pPr marL="0" indent="0">
              <a:buNone/>
              <a:defRPr sz="1600">
                <a:solidFill>
                  <a:schemeClr val="accent1"/>
                </a:solidFill>
              </a:defRPr>
            </a:lvl1pPr>
          </a:lstStyle>
          <a:p>
            <a:endParaRPr lang="en-US" dirty="0"/>
          </a:p>
        </p:txBody>
      </p:sp>
      <p:sp>
        <p:nvSpPr>
          <p:cNvPr id="41" name="Content Placeholder 6">
            <a:extLst>
              <a:ext uri="{FF2B5EF4-FFF2-40B4-BE49-F238E27FC236}">
                <a16:creationId xmlns:a16="http://schemas.microsoft.com/office/drawing/2014/main" id="{C6DF69DB-813A-74AE-54D6-B7C3E8CA49BA}"/>
              </a:ext>
            </a:extLst>
          </p:cNvPr>
          <p:cNvSpPr>
            <a:spLocks noGrp="1"/>
          </p:cNvSpPr>
          <p:nvPr>
            <p:ph sz="half" idx="32"/>
          </p:nvPr>
        </p:nvSpPr>
        <p:spPr>
          <a:xfrm>
            <a:off x="1739010" y="3622349"/>
            <a:ext cx="4007840" cy="932688"/>
          </a:xfrm>
        </p:spPr>
        <p:txBody>
          <a:bodyPr/>
          <a:lstStyle>
            <a:lvl1pPr marL="0" indent="0">
              <a:buNone/>
              <a:defRPr sz="1400"/>
            </a:lvl1pPr>
          </a:lstStyle>
          <a:p>
            <a:endParaRPr lang="en-US" dirty="0"/>
          </a:p>
        </p:txBody>
      </p:sp>
      <p:sp>
        <p:nvSpPr>
          <p:cNvPr id="42" name="Picture Placeholder 26">
            <a:extLst>
              <a:ext uri="{FF2B5EF4-FFF2-40B4-BE49-F238E27FC236}">
                <a16:creationId xmlns:a16="http://schemas.microsoft.com/office/drawing/2014/main" id="{4F2F0A52-071B-2183-532E-720E96FCAF8A}"/>
              </a:ext>
            </a:extLst>
          </p:cNvPr>
          <p:cNvSpPr>
            <a:spLocks noGrp="1"/>
          </p:cNvSpPr>
          <p:nvPr>
            <p:ph type="pic" sz="quarter" idx="33"/>
          </p:nvPr>
        </p:nvSpPr>
        <p:spPr>
          <a:xfrm>
            <a:off x="621693" y="3294534"/>
            <a:ext cx="932688" cy="932688"/>
          </a:xfrm>
          <a:prstGeom prst="ellipse">
            <a:avLst/>
          </a:prstGeom>
        </p:spPr>
        <p:txBody>
          <a:bodyPr anchor="ctr"/>
          <a:lstStyle>
            <a:lvl1pPr marL="0" indent="0" algn="ctr">
              <a:buFontTx/>
              <a:buNone/>
              <a:defRPr sz="1000"/>
            </a:lvl1pPr>
          </a:lstStyle>
          <a:p>
            <a:endParaRPr lang="en-AU"/>
          </a:p>
        </p:txBody>
      </p:sp>
      <p:sp>
        <p:nvSpPr>
          <p:cNvPr id="43" name="Text Placeholder 2">
            <a:extLst>
              <a:ext uri="{FF2B5EF4-FFF2-40B4-BE49-F238E27FC236}">
                <a16:creationId xmlns:a16="http://schemas.microsoft.com/office/drawing/2014/main" id="{4AA700E9-6F74-4F1A-F82F-5B2016D7BA75}"/>
              </a:ext>
            </a:extLst>
          </p:cNvPr>
          <p:cNvSpPr>
            <a:spLocks noGrp="1"/>
          </p:cNvSpPr>
          <p:nvPr>
            <p:ph type="body" idx="34"/>
          </p:nvPr>
        </p:nvSpPr>
        <p:spPr>
          <a:xfrm>
            <a:off x="7383456" y="3289759"/>
            <a:ext cx="4007841" cy="313932"/>
          </a:xfrm>
        </p:spPr>
        <p:txBody>
          <a:bodyPr/>
          <a:lstStyle>
            <a:lvl1pPr marL="0" indent="0">
              <a:buNone/>
              <a:defRPr sz="1600">
                <a:solidFill>
                  <a:schemeClr val="accent1"/>
                </a:solidFill>
              </a:defRPr>
            </a:lvl1pPr>
          </a:lstStyle>
          <a:p>
            <a:endParaRPr lang="en-US" dirty="0"/>
          </a:p>
        </p:txBody>
      </p:sp>
      <p:sp>
        <p:nvSpPr>
          <p:cNvPr id="44" name="Content Placeholder 6">
            <a:extLst>
              <a:ext uri="{FF2B5EF4-FFF2-40B4-BE49-F238E27FC236}">
                <a16:creationId xmlns:a16="http://schemas.microsoft.com/office/drawing/2014/main" id="{839FFECD-467B-7D50-6B1C-9365F81EF4E6}"/>
              </a:ext>
            </a:extLst>
          </p:cNvPr>
          <p:cNvSpPr>
            <a:spLocks noGrp="1"/>
          </p:cNvSpPr>
          <p:nvPr>
            <p:ph sz="half" idx="35"/>
          </p:nvPr>
        </p:nvSpPr>
        <p:spPr>
          <a:xfrm>
            <a:off x="7383455" y="3622349"/>
            <a:ext cx="4007840" cy="932688"/>
          </a:xfrm>
        </p:spPr>
        <p:txBody>
          <a:bodyPr/>
          <a:lstStyle>
            <a:lvl1pPr marL="0" indent="0">
              <a:buNone/>
              <a:defRPr sz="1400"/>
            </a:lvl1pPr>
          </a:lstStyle>
          <a:p>
            <a:endParaRPr lang="en-US" dirty="0"/>
          </a:p>
        </p:txBody>
      </p:sp>
      <p:sp>
        <p:nvSpPr>
          <p:cNvPr id="45" name="Picture Placeholder 26">
            <a:extLst>
              <a:ext uri="{FF2B5EF4-FFF2-40B4-BE49-F238E27FC236}">
                <a16:creationId xmlns:a16="http://schemas.microsoft.com/office/drawing/2014/main" id="{C78EC7BE-F644-3600-89C8-DFD120DD2D3A}"/>
              </a:ext>
            </a:extLst>
          </p:cNvPr>
          <p:cNvSpPr>
            <a:spLocks noGrp="1"/>
          </p:cNvSpPr>
          <p:nvPr>
            <p:ph type="pic" sz="quarter" idx="36"/>
          </p:nvPr>
        </p:nvSpPr>
        <p:spPr>
          <a:xfrm>
            <a:off x="6277427" y="3294534"/>
            <a:ext cx="932688" cy="932688"/>
          </a:xfrm>
          <a:prstGeom prst="ellipse">
            <a:avLst/>
          </a:prstGeom>
        </p:spPr>
        <p:txBody>
          <a:bodyPr anchor="ctr"/>
          <a:lstStyle>
            <a:lvl1pPr marL="0" indent="0" algn="ctr">
              <a:buFontTx/>
              <a:buNone/>
              <a:defRPr sz="1000"/>
            </a:lvl1pPr>
          </a:lstStyle>
          <a:p>
            <a:endParaRPr lang="en-AU"/>
          </a:p>
        </p:txBody>
      </p:sp>
      <p:sp>
        <p:nvSpPr>
          <p:cNvPr id="46" name="Text Placeholder 2">
            <a:extLst>
              <a:ext uri="{FF2B5EF4-FFF2-40B4-BE49-F238E27FC236}">
                <a16:creationId xmlns:a16="http://schemas.microsoft.com/office/drawing/2014/main" id="{82074D74-0A28-94B5-B5DC-2FB2B5BFC643}"/>
              </a:ext>
            </a:extLst>
          </p:cNvPr>
          <p:cNvSpPr>
            <a:spLocks noGrp="1"/>
          </p:cNvSpPr>
          <p:nvPr>
            <p:ph type="body" idx="37"/>
          </p:nvPr>
        </p:nvSpPr>
        <p:spPr>
          <a:xfrm>
            <a:off x="1739011" y="4847626"/>
            <a:ext cx="4007841" cy="313932"/>
          </a:xfrm>
        </p:spPr>
        <p:txBody>
          <a:bodyPr/>
          <a:lstStyle>
            <a:lvl1pPr marL="0" indent="0">
              <a:buNone/>
              <a:defRPr sz="1600">
                <a:solidFill>
                  <a:schemeClr val="accent1"/>
                </a:solidFill>
              </a:defRPr>
            </a:lvl1pPr>
          </a:lstStyle>
          <a:p>
            <a:endParaRPr lang="en-US" dirty="0"/>
          </a:p>
        </p:txBody>
      </p:sp>
      <p:sp>
        <p:nvSpPr>
          <p:cNvPr id="47" name="Content Placeholder 6">
            <a:extLst>
              <a:ext uri="{FF2B5EF4-FFF2-40B4-BE49-F238E27FC236}">
                <a16:creationId xmlns:a16="http://schemas.microsoft.com/office/drawing/2014/main" id="{1F68D0FE-C4BB-1F6A-7955-9A2C680D9604}"/>
              </a:ext>
            </a:extLst>
          </p:cNvPr>
          <p:cNvSpPr>
            <a:spLocks noGrp="1"/>
          </p:cNvSpPr>
          <p:nvPr>
            <p:ph sz="half" idx="38"/>
          </p:nvPr>
        </p:nvSpPr>
        <p:spPr>
          <a:xfrm>
            <a:off x="1739010" y="5180216"/>
            <a:ext cx="4007840" cy="932688"/>
          </a:xfrm>
        </p:spPr>
        <p:txBody>
          <a:bodyPr/>
          <a:lstStyle>
            <a:lvl1pPr marL="0" indent="0">
              <a:buNone/>
              <a:defRPr sz="1400"/>
            </a:lvl1pPr>
          </a:lstStyle>
          <a:p>
            <a:endParaRPr lang="en-US" dirty="0"/>
          </a:p>
        </p:txBody>
      </p:sp>
      <p:sp>
        <p:nvSpPr>
          <p:cNvPr id="48" name="Picture Placeholder 26">
            <a:extLst>
              <a:ext uri="{FF2B5EF4-FFF2-40B4-BE49-F238E27FC236}">
                <a16:creationId xmlns:a16="http://schemas.microsoft.com/office/drawing/2014/main" id="{5F1DED0B-831A-FBAF-290A-EB7D1C2175FA}"/>
              </a:ext>
            </a:extLst>
          </p:cNvPr>
          <p:cNvSpPr>
            <a:spLocks noGrp="1"/>
          </p:cNvSpPr>
          <p:nvPr>
            <p:ph type="pic" sz="quarter" idx="39"/>
          </p:nvPr>
        </p:nvSpPr>
        <p:spPr>
          <a:xfrm>
            <a:off x="621693" y="4852401"/>
            <a:ext cx="932688" cy="932688"/>
          </a:xfrm>
          <a:prstGeom prst="ellipse">
            <a:avLst/>
          </a:prstGeom>
        </p:spPr>
        <p:txBody>
          <a:bodyPr anchor="ctr"/>
          <a:lstStyle>
            <a:lvl1pPr marL="0" indent="0" algn="ctr">
              <a:buFontTx/>
              <a:buNone/>
              <a:defRPr sz="1000"/>
            </a:lvl1pPr>
          </a:lstStyle>
          <a:p>
            <a:endParaRPr lang="en-AU"/>
          </a:p>
        </p:txBody>
      </p:sp>
      <p:sp>
        <p:nvSpPr>
          <p:cNvPr id="49" name="Text Placeholder 2">
            <a:extLst>
              <a:ext uri="{FF2B5EF4-FFF2-40B4-BE49-F238E27FC236}">
                <a16:creationId xmlns:a16="http://schemas.microsoft.com/office/drawing/2014/main" id="{572E5C5F-8002-A795-06EA-56E15F2A030F}"/>
              </a:ext>
            </a:extLst>
          </p:cNvPr>
          <p:cNvSpPr>
            <a:spLocks noGrp="1"/>
          </p:cNvSpPr>
          <p:nvPr>
            <p:ph type="body" idx="40"/>
          </p:nvPr>
        </p:nvSpPr>
        <p:spPr>
          <a:xfrm>
            <a:off x="7383456" y="4847626"/>
            <a:ext cx="4007841" cy="313932"/>
          </a:xfrm>
        </p:spPr>
        <p:txBody>
          <a:bodyPr/>
          <a:lstStyle>
            <a:lvl1pPr marL="0" indent="0">
              <a:buNone/>
              <a:defRPr sz="1600">
                <a:solidFill>
                  <a:schemeClr val="accent1"/>
                </a:solidFill>
              </a:defRPr>
            </a:lvl1pPr>
          </a:lstStyle>
          <a:p>
            <a:endParaRPr lang="en-US" dirty="0"/>
          </a:p>
        </p:txBody>
      </p:sp>
      <p:sp>
        <p:nvSpPr>
          <p:cNvPr id="50" name="Content Placeholder 6">
            <a:extLst>
              <a:ext uri="{FF2B5EF4-FFF2-40B4-BE49-F238E27FC236}">
                <a16:creationId xmlns:a16="http://schemas.microsoft.com/office/drawing/2014/main" id="{F354C3D0-D384-9D69-19CC-3511201185C5}"/>
              </a:ext>
            </a:extLst>
          </p:cNvPr>
          <p:cNvSpPr>
            <a:spLocks noGrp="1"/>
          </p:cNvSpPr>
          <p:nvPr>
            <p:ph sz="half" idx="41"/>
          </p:nvPr>
        </p:nvSpPr>
        <p:spPr>
          <a:xfrm>
            <a:off x="7383455" y="5180216"/>
            <a:ext cx="4007840" cy="932688"/>
          </a:xfrm>
        </p:spPr>
        <p:txBody>
          <a:bodyPr/>
          <a:lstStyle>
            <a:lvl1pPr marL="0" indent="0">
              <a:buNone/>
              <a:defRPr sz="1400"/>
            </a:lvl1pPr>
          </a:lstStyle>
          <a:p>
            <a:endParaRPr lang="en-US" dirty="0"/>
          </a:p>
        </p:txBody>
      </p:sp>
      <p:sp>
        <p:nvSpPr>
          <p:cNvPr id="51" name="Picture Placeholder 26">
            <a:extLst>
              <a:ext uri="{FF2B5EF4-FFF2-40B4-BE49-F238E27FC236}">
                <a16:creationId xmlns:a16="http://schemas.microsoft.com/office/drawing/2014/main" id="{9A4BE4BA-A05C-C932-2D91-D6E09145AC37}"/>
              </a:ext>
            </a:extLst>
          </p:cNvPr>
          <p:cNvSpPr>
            <a:spLocks noGrp="1"/>
          </p:cNvSpPr>
          <p:nvPr>
            <p:ph type="pic" sz="quarter" idx="42"/>
          </p:nvPr>
        </p:nvSpPr>
        <p:spPr>
          <a:xfrm>
            <a:off x="6277427" y="4852401"/>
            <a:ext cx="932688" cy="932688"/>
          </a:xfrm>
          <a:prstGeom prst="ellipse">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196194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2" y="917577"/>
            <a:ext cx="10972800"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6210300" y="1714501"/>
            <a:ext cx="5372100" cy="4495798"/>
          </a:xfrm>
        </p:spPr>
        <p:txBody>
          <a:bodyPr>
            <a:noAutofit/>
          </a:bodyPr>
          <a:lstStyle>
            <a:lvl1pPr marL="0" indent="0">
              <a:buNone/>
              <a:defRPr sz="2400" b="0" i="0">
                <a:latin typeface="Amazon Ember Display" panose="020F0603020204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372101"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829620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1_Picture with Caption_Half P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5905081"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6819900" y="0"/>
            <a:ext cx="5372100" cy="6858000"/>
          </a:xfrm>
        </p:spPr>
        <p:txBody>
          <a:bodyPr>
            <a:noAutofit/>
          </a:bodyPr>
          <a:lstStyle>
            <a:lvl1pPr marL="0" indent="0">
              <a:buNone/>
              <a:defRPr sz="2400" b="0" i="0">
                <a:latin typeface="Amazon Ember Display" panose="020F0603020204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834744"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54340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icture with Caption_Blue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8C0A02C-F95D-27DD-B512-875D31487BBD}"/>
              </a:ext>
            </a:extLst>
          </p:cNvPr>
          <p:cNvSpPr/>
          <p:nvPr userDrawn="1"/>
        </p:nvSpPr>
        <p:spPr>
          <a:xfrm>
            <a:off x="6983646" y="0"/>
            <a:ext cx="5208354" cy="6858000"/>
          </a:xfrm>
          <a:prstGeom prst="rect">
            <a:avLst/>
          </a:prstGeom>
          <a:gradFill>
            <a:gsLst>
              <a:gs pos="0">
                <a:schemeClr val="accent1">
                  <a:lumMod val="20000"/>
                  <a:lumOff val="80000"/>
                </a:schemeClr>
              </a:gs>
              <a:gs pos="4100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9" name="Picture Placeholder 6">
            <a:extLst>
              <a:ext uri="{FF2B5EF4-FFF2-40B4-BE49-F238E27FC236}">
                <a16:creationId xmlns:a16="http://schemas.microsoft.com/office/drawing/2014/main" id="{8CC7F999-1969-E181-1F9A-5C10436B47AE}"/>
              </a:ext>
            </a:extLst>
          </p:cNvPr>
          <p:cNvSpPr>
            <a:spLocks noGrp="1"/>
          </p:cNvSpPr>
          <p:nvPr>
            <p:ph type="pic" sz="quarter" idx="13" hasCustomPrompt="1"/>
          </p:nvPr>
        </p:nvSpPr>
        <p:spPr>
          <a:xfrm>
            <a:off x="7348252" y="638557"/>
            <a:ext cx="4500850" cy="5580886"/>
          </a:xfrm>
          <a:prstGeom prst="roundRect">
            <a:avLst>
              <a:gd name="adj" fmla="val 3930"/>
            </a:avLst>
          </a:prstGeom>
          <a:effectLst/>
        </p:spPr>
        <p:txBody>
          <a:bodyPr anchor="ctr"/>
          <a:lstStyle>
            <a:lvl1pPr algn="ctr">
              <a:defRPr/>
            </a:lvl1pPr>
          </a:lstStyle>
          <a:p>
            <a:r>
              <a:rPr lang="en-US" dirty="0"/>
              <a:t>Click icon to add image</a:t>
            </a:r>
            <a:br>
              <a:rPr lang="en-US" dirty="0"/>
            </a:br>
            <a:br>
              <a:rPr lang="en-US" dirty="0"/>
            </a:br>
            <a:endParaRPr lang="en-US" dirty="0"/>
          </a:p>
          <a:p>
            <a:endParaRPr lang="en-US" dirty="0"/>
          </a:p>
        </p:txBody>
      </p:sp>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5905081"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834744"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742617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3_Picture with Caption_Blue Imag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BABCD7-C6E6-7F4A-B1CC-735FF5D170B7}"/>
              </a:ext>
            </a:extLst>
          </p:cNvPr>
          <p:cNvSpPr/>
          <p:nvPr userDrawn="1"/>
        </p:nvSpPr>
        <p:spPr>
          <a:xfrm>
            <a:off x="8929200" y="0"/>
            <a:ext cx="3262800" cy="6858000"/>
          </a:xfrm>
          <a:prstGeom prst="rect">
            <a:avLst/>
          </a:prstGeom>
          <a:gradFill>
            <a:gsLst>
              <a:gs pos="0">
                <a:schemeClr val="accent1">
                  <a:lumMod val="20000"/>
                  <a:lumOff val="80000"/>
                </a:schemeClr>
              </a:gs>
              <a:gs pos="4100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Picture Placeholder 6">
            <a:extLst>
              <a:ext uri="{FF2B5EF4-FFF2-40B4-BE49-F238E27FC236}">
                <a16:creationId xmlns:a16="http://schemas.microsoft.com/office/drawing/2014/main" id="{1A3623AF-DB4D-09EC-9FA7-C91CC8C76496}"/>
              </a:ext>
            </a:extLst>
          </p:cNvPr>
          <p:cNvSpPr>
            <a:spLocks noGrp="1"/>
          </p:cNvSpPr>
          <p:nvPr>
            <p:ph type="pic" sz="quarter" idx="20" hasCustomPrompt="1"/>
          </p:nvPr>
        </p:nvSpPr>
        <p:spPr>
          <a:xfrm>
            <a:off x="9232135" y="917577"/>
            <a:ext cx="2616966" cy="5292723"/>
          </a:xfrm>
          <a:prstGeom prst="roundRect">
            <a:avLst>
              <a:gd name="adj" fmla="val 3930"/>
            </a:avLst>
          </a:prstGeom>
          <a:effectLst/>
        </p:spPr>
        <p:txBody>
          <a:bodyPr anchor="ctr"/>
          <a:lstStyle>
            <a:lvl1pPr algn="ctr">
              <a:defRPr/>
            </a:lvl1pPr>
          </a:lstStyle>
          <a:p>
            <a:r>
              <a:rPr lang="en-US" dirty="0"/>
              <a:t>Click icon to add image</a:t>
            </a:r>
            <a:br>
              <a:rPr lang="en-US" dirty="0"/>
            </a:br>
            <a:br>
              <a:rPr lang="en-US" dirty="0"/>
            </a:br>
            <a:endParaRPr lang="en-US" dirty="0"/>
          </a:p>
          <a:p>
            <a:endParaRPr lang="en-US" dirty="0"/>
          </a:p>
        </p:txBody>
      </p:sp>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7908053"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7837716"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880349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icture with Caption_Circle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8C0A02C-F95D-27DD-B512-875D31487BBD}"/>
              </a:ext>
            </a:extLst>
          </p:cNvPr>
          <p:cNvSpPr/>
          <p:nvPr userDrawn="1"/>
        </p:nvSpPr>
        <p:spPr>
          <a:xfrm>
            <a:off x="8929200" y="0"/>
            <a:ext cx="3262800" cy="6858000"/>
          </a:xfrm>
          <a:prstGeom prst="rect">
            <a:avLst/>
          </a:prstGeom>
          <a:gradFill>
            <a:gsLst>
              <a:gs pos="0">
                <a:schemeClr val="accent1">
                  <a:lumMod val="20000"/>
                  <a:lumOff val="80000"/>
                </a:schemeClr>
              </a:gs>
              <a:gs pos="4100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5905081"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834744"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0" name="Picture Placeholder 19">
            <a:extLst>
              <a:ext uri="{FF2B5EF4-FFF2-40B4-BE49-F238E27FC236}">
                <a16:creationId xmlns:a16="http://schemas.microsoft.com/office/drawing/2014/main" id="{8DC420F1-2042-660D-ECC9-AD6908D15FE0}"/>
              </a:ext>
            </a:extLst>
          </p:cNvPr>
          <p:cNvSpPr>
            <a:spLocks noGrp="1" noChangeAspect="1"/>
          </p:cNvSpPr>
          <p:nvPr>
            <p:ph type="pic" sz="quarter" idx="15"/>
          </p:nvPr>
        </p:nvSpPr>
        <p:spPr>
          <a:xfrm>
            <a:off x="7078097" y="2020201"/>
            <a:ext cx="3702206" cy="3702206"/>
          </a:xfrm>
          <a:custGeom>
            <a:avLst/>
            <a:gdLst>
              <a:gd name="connsiteX0" fmla="*/ 1851103 w 3702206"/>
              <a:gd name="connsiteY0" fmla="*/ 0 h 3702206"/>
              <a:gd name="connsiteX1" fmla="*/ 3702206 w 3702206"/>
              <a:gd name="connsiteY1" fmla="*/ 1851103 h 3702206"/>
              <a:gd name="connsiteX2" fmla="*/ 1851103 w 3702206"/>
              <a:gd name="connsiteY2" fmla="*/ 3702206 h 3702206"/>
              <a:gd name="connsiteX3" fmla="*/ 0 w 3702206"/>
              <a:gd name="connsiteY3" fmla="*/ 1851103 h 3702206"/>
              <a:gd name="connsiteX4" fmla="*/ 1851103 w 3702206"/>
              <a:gd name="connsiteY4" fmla="*/ 0 h 37022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2206" h="3702206">
                <a:moveTo>
                  <a:pt x="1851103" y="0"/>
                </a:moveTo>
                <a:cubicBezTo>
                  <a:pt x="2873439" y="0"/>
                  <a:pt x="3702206" y="828767"/>
                  <a:pt x="3702206" y="1851103"/>
                </a:cubicBezTo>
                <a:cubicBezTo>
                  <a:pt x="3702206" y="2873439"/>
                  <a:pt x="2873439" y="3702206"/>
                  <a:pt x="1851103" y="3702206"/>
                </a:cubicBezTo>
                <a:cubicBezTo>
                  <a:pt x="828767" y="3702206"/>
                  <a:pt x="0" y="2873439"/>
                  <a:pt x="0" y="1851103"/>
                </a:cubicBezTo>
                <a:cubicBezTo>
                  <a:pt x="0" y="828767"/>
                  <a:pt x="828767" y="0"/>
                  <a:pt x="1851103" y="0"/>
                </a:cubicBezTo>
                <a:close/>
              </a:path>
            </a:pathLst>
          </a:custGeom>
          <a:noFill/>
        </p:spPr>
        <p:txBody>
          <a:bodyPr wrap="square">
            <a:noAutofit/>
          </a:bodyPr>
          <a:lstStyle>
            <a:lvl1pPr marL="0" indent="0" algn="ctr">
              <a:buNone/>
              <a:defRPr sz="1400"/>
            </a:lvl1pPr>
          </a:lstStyle>
          <a:p>
            <a:r>
              <a:rPr lang="en-ID" dirty="0"/>
              <a:t>Click icon to add picture</a:t>
            </a:r>
          </a:p>
        </p:txBody>
      </p:sp>
    </p:spTree>
    <p:extLst>
      <p:ext uri="{BB962C8B-B14F-4D97-AF65-F5344CB8AC3E}">
        <p14:creationId xmlns:p14="http://schemas.microsoft.com/office/powerpoint/2010/main" val="2927543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Title, content layout, and circle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layout, and circle icons</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5" name="Oval 4">
            <a:extLst>
              <a:ext uri="{FF2B5EF4-FFF2-40B4-BE49-F238E27FC236}">
                <a16:creationId xmlns:a16="http://schemas.microsoft.com/office/drawing/2014/main" id="{B2BB871C-BBF6-6303-129D-B07D219BDDFF}"/>
              </a:ext>
            </a:extLst>
          </p:cNvPr>
          <p:cNvSpPr/>
          <p:nvPr userDrawn="1"/>
        </p:nvSpPr>
        <p:spPr>
          <a:xfrm>
            <a:off x="1001218" y="1889652"/>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6" name="Oval 5">
            <a:extLst>
              <a:ext uri="{FF2B5EF4-FFF2-40B4-BE49-F238E27FC236}">
                <a16:creationId xmlns:a16="http://schemas.microsoft.com/office/drawing/2014/main" id="{6EA6D0F0-D175-B136-265C-A1CFA5790AF8}"/>
              </a:ext>
            </a:extLst>
          </p:cNvPr>
          <p:cNvSpPr/>
          <p:nvPr userDrawn="1"/>
        </p:nvSpPr>
        <p:spPr>
          <a:xfrm>
            <a:off x="3863913" y="1889652"/>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7" name="Oval 6">
            <a:extLst>
              <a:ext uri="{FF2B5EF4-FFF2-40B4-BE49-F238E27FC236}">
                <a16:creationId xmlns:a16="http://schemas.microsoft.com/office/drawing/2014/main" id="{9ABDA64C-4B5A-EF61-3735-F09C35E854D0}"/>
              </a:ext>
            </a:extLst>
          </p:cNvPr>
          <p:cNvSpPr/>
          <p:nvPr userDrawn="1"/>
        </p:nvSpPr>
        <p:spPr>
          <a:xfrm>
            <a:off x="6770010" y="1889652"/>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8" name="Oval 7">
            <a:extLst>
              <a:ext uri="{FF2B5EF4-FFF2-40B4-BE49-F238E27FC236}">
                <a16:creationId xmlns:a16="http://schemas.microsoft.com/office/drawing/2014/main" id="{F1793EE3-F308-3F8D-67E8-C794AAB83240}"/>
              </a:ext>
            </a:extLst>
          </p:cNvPr>
          <p:cNvSpPr/>
          <p:nvPr userDrawn="1"/>
        </p:nvSpPr>
        <p:spPr>
          <a:xfrm>
            <a:off x="9703821" y="1889652"/>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9" name="Oval 8">
            <a:extLst>
              <a:ext uri="{FF2B5EF4-FFF2-40B4-BE49-F238E27FC236}">
                <a16:creationId xmlns:a16="http://schemas.microsoft.com/office/drawing/2014/main" id="{66D28535-5BB2-E090-5201-91E3390A0932}"/>
              </a:ext>
            </a:extLst>
          </p:cNvPr>
          <p:cNvSpPr/>
          <p:nvPr userDrawn="1"/>
        </p:nvSpPr>
        <p:spPr>
          <a:xfrm>
            <a:off x="1001218" y="4177901"/>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0" name="Oval 9">
            <a:extLst>
              <a:ext uri="{FF2B5EF4-FFF2-40B4-BE49-F238E27FC236}">
                <a16:creationId xmlns:a16="http://schemas.microsoft.com/office/drawing/2014/main" id="{DE5FA2BB-4DCD-E6BF-DA45-5576AC2C71B8}"/>
              </a:ext>
            </a:extLst>
          </p:cNvPr>
          <p:cNvSpPr/>
          <p:nvPr userDrawn="1"/>
        </p:nvSpPr>
        <p:spPr>
          <a:xfrm>
            <a:off x="3863913" y="4177901"/>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4" name="Oval 13">
            <a:extLst>
              <a:ext uri="{FF2B5EF4-FFF2-40B4-BE49-F238E27FC236}">
                <a16:creationId xmlns:a16="http://schemas.microsoft.com/office/drawing/2014/main" id="{3511A601-0B8D-F1F0-E5E9-2A4F54BE2C72}"/>
              </a:ext>
            </a:extLst>
          </p:cNvPr>
          <p:cNvSpPr/>
          <p:nvPr userDrawn="1"/>
        </p:nvSpPr>
        <p:spPr>
          <a:xfrm>
            <a:off x="6770010" y="4177901"/>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5" name="Oval 14">
            <a:extLst>
              <a:ext uri="{FF2B5EF4-FFF2-40B4-BE49-F238E27FC236}">
                <a16:creationId xmlns:a16="http://schemas.microsoft.com/office/drawing/2014/main" id="{B27E04F9-C292-78DB-40BE-F422F4651C38}"/>
              </a:ext>
            </a:extLst>
          </p:cNvPr>
          <p:cNvSpPr/>
          <p:nvPr userDrawn="1"/>
        </p:nvSpPr>
        <p:spPr>
          <a:xfrm>
            <a:off x="9703821" y="4177901"/>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6" name="Text Placeholder 152">
            <a:extLst>
              <a:ext uri="{FF2B5EF4-FFF2-40B4-BE49-F238E27FC236}">
                <a16:creationId xmlns:a16="http://schemas.microsoft.com/office/drawing/2014/main" id="{584C6CE5-500C-DE89-ADD8-09E4FE6641D6}"/>
              </a:ext>
            </a:extLst>
          </p:cNvPr>
          <p:cNvSpPr>
            <a:spLocks noGrp="1"/>
          </p:cNvSpPr>
          <p:nvPr>
            <p:ph type="body" sz="quarter" idx="21" hasCustomPrompt="1"/>
          </p:nvPr>
        </p:nvSpPr>
        <p:spPr>
          <a:xfrm>
            <a:off x="558800"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7" name="Text Placeholder 152">
            <a:extLst>
              <a:ext uri="{FF2B5EF4-FFF2-40B4-BE49-F238E27FC236}">
                <a16:creationId xmlns:a16="http://schemas.microsoft.com/office/drawing/2014/main" id="{1443E155-2BF4-417E-D65C-5EC8A487385C}"/>
              </a:ext>
            </a:extLst>
          </p:cNvPr>
          <p:cNvSpPr>
            <a:spLocks noGrp="1"/>
          </p:cNvSpPr>
          <p:nvPr>
            <p:ph type="body" sz="quarter" idx="22" hasCustomPrompt="1"/>
          </p:nvPr>
        </p:nvSpPr>
        <p:spPr>
          <a:xfrm>
            <a:off x="558800"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8" name="Text Placeholder 152">
            <a:extLst>
              <a:ext uri="{FF2B5EF4-FFF2-40B4-BE49-F238E27FC236}">
                <a16:creationId xmlns:a16="http://schemas.microsoft.com/office/drawing/2014/main" id="{1A663487-AD8C-FEF6-E0EA-F776E0DB6C86}"/>
              </a:ext>
            </a:extLst>
          </p:cNvPr>
          <p:cNvSpPr>
            <a:spLocks noGrp="1"/>
          </p:cNvSpPr>
          <p:nvPr>
            <p:ph type="body" sz="quarter" idx="23" hasCustomPrompt="1"/>
          </p:nvPr>
        </p:nvSpPr>
        <p:spPr>
          <a:xfrm>
            <a:off x="3440543"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9" name="Text Placeholder 152">
            <a:extLst>
              <a:ext uri="{FF2B5EF4-FFF2-40B4-BE49-F238E27FC236}">
                <a16:creationId xmlns:a16="http://schemas.microsoft.com/office/drawing/2014/main" id="{8CFC9A55-1B75-9059-E03B-3E2EF11EA982}"/>
              </a:ext>
            </a:extLst>
          </p:cNvPr>
          <p:cNvSpPr>
            <a:spLocks noGrp="1"/>
          </p:cNvSpPr>
          <p:nvPr>
            <p:ph type="body" sz="quarter" idx="24" hasCustomPrompt="1"/>
          </p:nvPr>
        </p:nvSpPr>
        <p:spPr>
          <a:xfrm>
            <a:off x="3440543"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0" name="Text Placeholder 152">
            <a:extLst>
              <a:ext uri="{FF2B5EF4-FFF2-40B4-BE49-F238E27FC236}">
                <a16:creationId xmlns:a16="http://schemas.microsoft.com/office/drawing/2014/main" id="{40BD199A-3462-4F62-83F5-7C7082FF7B95}"/>
              </a:ext>
            </a:extLst>
          </p:cNvPr>
          <p:cNvSpPr>
            <a:spLocks noGrp="1"/>
          </p:cNvSpPr>
          <p:nvPr>
            <p:ph type="body" sz="quarter" idx="25" hasCustomPrompt="1"/>
          </p:nvPr>
        </p:nvSpPr>
        <p:spPr>
          <a:xfrm>
            <a:off x="6363850"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1" name="Text Placeholder 152">
            <a:extLst>
              <a:ext uri="{FF2B5EF4-FFF2-40B4-BE49-F238E27FC236}">
                <a16:creationId xmlns:a16="http://schemas.microsoft.com/office/drawing/2014/main" id="{5A2A7222-CC84-BFD0-7AE9-B5040D5E5ABD}"/>
              </a:ext>
            </a:extLst>
          </p:cNvPr>
          <p:cNvSpPr>
            <a:spLocks noGrp="1"/>
          </p:cNvSpPr>
          <p:nvPr>
            <p:ph type="body" sz="quarter" idx="26" hasCustomPrompt="1"/>
          </p:nvPr>
        </p:nvSpPr>
        <p:spPr>
          <a:xfrm>
            <a:off x="6363850"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2" name="Text Placeholder 152">
            <a:extLst>
              <a:ext uri="{FF2B5EF4-FFF2-40B4-BE49-F238E27FC236}">
                <a16:creationId xmlns:a16="http://schemas.microsoft.com/office/drawing/2014/main" id="{3E5B2D0F-B551-A896-1AD2-C949B674C1F1}"/>
              </a:ext>
            </a:extLst>
          </p:cNvPr>
          <p:cNvSpPr>
            <a:spLocks noGrp="1"/>
          </p:cNvSpPr>
          <p:nvPr>
            <p:ph type="body" sz="quarter" idx="27" hasCustomPrompt="1"/>
          </p:nvPr>
        </p:nvSpPr>
        <p:spPr>
          <a:xfrm>
            <a:off x="9287157"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3" name="Text Placeholder 152">
            <a:extLst>
              <a:ext uri="{FF2B5EF4-FFF2-40B4-BE49-F238E27FC236}">
                <a16:creationId xmlns:a16="http://schemas.microsoft.com/office/drawing/2014/main" id="{E4F575ED-7166-2656-10DC-418AF0F8D862}"/>
              </a:ext>
            </a:extLst>
          </p:cNvPr>
          <p:cNvSpPr>
            <a:spLocks noGrp="1"/>
          </p:cNvSpPr>
          <p:nvPr>
            <p:ph type="body" sz="quarter" idx="28" hasCustomPrompt="1"/>
          </p:nvPr>
        </p:nvSpPr>
        <p:spPr>
          <a:xfrm>
            <a:off x="9287157"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4" name="Picture Placeholder 162">
            <a:extLst>
              <a:ext uri="{FF2B5EF4-FFF2-40B4-BE49-F238E27FC236}">
                <a16:creationId xmlns:a16="http://schemas.microsoft.com/office/drawing/2014/main" id="{70FF1A12-49BD-D744-6CCF-C12EE45511F1}"/>
              </a:ext>
            </a:extLst>
          </p:cNvPr>
          <p:cNvSpPr>
            <a:spLocks noGrp="1" noChangeAspect="1"/>
          </p:cNvSpPr>
          <p:nvPr>
            <p:ph type="pic" sz="quarter" idx="29" hasCustomPrompt="1"/>
          </p:nvPr>
        </p:nvSpPr>
        <p:spPr>
          <a:xfrm>
            <a:off x="1001713"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5" name="Picture Placeholder 162">
            <a:extLst>
              <a:ext uri="{FF2B5EF4-FFF2-40B4-BE49-F238E27FC236}">
                <a16:creationId xmlns:a16="http://schemas.microsoft.com/office/drawing/2014/main" id="{0B34566A-075E-4302-6355-07070E55EFF9}"/>
              </a:ext>
            </a:extLst>
          </p:cNvPr>
          <p:cNvSpPr>
            <a:spLocks noGrp="1" noChangeAspect="1"/>
          </p:cNvSpPr>
          <p:nvPr>
            <p:ph type="pic" sz="quarter" idx="30" hasCustomPrompt="1"/>
          </p:nvPr>
        </p:nvSpPr>
        <p:spPr>
          <a:xfrm>
            <a:off x="3869604"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6" name="Picture Placeholder 162">
            <a:extLst>
              <a:ext uri="{FF2B5EF4-FFF2-40B4-BE49-F238E27FC236}">
                <a16:creationId xmlns:a16="http://schemas.microsoft.com/office/drawing/2014/main" id="{1DB3F21D-A933-93C3-ACEA-2129A0254B25}"/>
              </a:ext>
            </a:extLst>
          </p:cNvPr>
          <p:cNvSpPr>
            <a:spLocks noGrp="1" noChangeAspect="1"/>
          </p:cNvSpPr>
          <p:nvPr>
            <p:ph type="pic" sz="quarter" idx="31" hasCustomPrompt="1"/>
          </p:nvPr>
        </p:nvSpPr>
        <p:spPr>
          <a:xfrm>
            <a:off x="6792913"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7" name="Picture Placeholder 162">
            <a:extLst>
              <a:ext uri="{FF2B5EF4-FFF2-40B4-BE49-F238E27FC236}">
                <a16:creationId xmlns:a16="http://schemas.microsoft.com/office/drawing/2014/main" id="{4341FBE9-CA22-6573-588D-B7AE0420B487}"/>
              </a:ext>
            </a:extLst>
          </p:cNvPr>
          <p:cNvSpPr>
            <a:spLocks noGrp="1" noChangeAspect="1"/>
          </p:cNvSpPr>
          <p:nvPr>
            <p:ph type="pic" sz="quarter" idx="32" hasCustomPrompt="1"/>
          </p:nvPr>
        </p:nvSpPr>
        <p:spPr>
          <a:xfrm>
            <a:off x="9702367"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8" name="Picture Placeholder 162">
            <a:extLst>
              <a:ext uri="{FF2B5EF4-FFF2-40B4-BE49-F238E27FC236}">
                <a16:creationId xmlns:a16="http://schemas.microsoft.com/office/drawing/2014/main" id="{CEBB2959-4385-438D-6428-21153CE10DFF}"/>
              </a:ext>
            </a:extLst>
          </p:cNvPr>
          <p:cNvSpPr>
            <a:spLocks noGrp="1" noChangeAspect="1"/>
          </p:cNvSpPr>
          <p:nvPr>
            <p:ph type="pic" sz="quarter" idx="33" hasCustomPrompt="1"/>
          </p:nvPr>
        </p:nvSpPr>
        <p:spPr>
          <a:xfrm>
            <a:off x="1001713"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9" name="Picture Placeholder 162">
            <a:extLst>
              <a:ext uri="{FF2B5EF4-FFF2-40B4-BE49-F238E27FC236}">
                <a16:creationId xmlns:a16="http://schemas.microsoft.com/office/drawing/2014/main" id="{76ABE277-32B5-ED54-E23A-395799B5B55D}"/>
              </a:ext>
            </a:extLst>
          </p:cNvPr>
          <p:cNvSpPr>
            <a:spLocks noGrp="1" noChangeAspect="1"/>
          </p:cNvSpPr>
          <p:nvPr>
            <p:ph type="pic" sz="quarter" idx="34" hasCustomPrompt="1"/>
          </p:nvPr>
        </p:nvSpPr>
        <p:spPr>
          <a:xfrm>
            <a:off x="3869604"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38" name="Picture Placeholder 162">
            <a:extLst>
              <a:ext uri="{FF2B5EF4-FFF2-40B4-BE49-F238E27FC236}">
                <a16:creationId xmlns:a16="http://schemas.microsoft.com/office/drawing/2014/main" id="{77A1B445-2EC5-FD25-A1AA-7D1C06D55D6D}"/>
              </a:ext>
            </a:extLst>
          </p:cNvPr>
          <p:cNvSpPr>
            <a:spLocks noGrp="1" noChangeAspect="1"/>
          </p:cNvSpPr>
          <p:nvPr>
            <p:ph type="pic" sz="quarter" idx="35" hasCustomPrompt="1"/>
          </p:nvPr>
        </p:nvSpPr>
        <p:spPr>
          <a:xfrm>
            <a:off x="6792913"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39" name="Picture Placeholder 162">
            <a:extLst>
              <a:ext uri="{FF2B5EF4-FFF2-40B4-BE49-F238E27FC236}">
                <a16:creationId xmlns:a16="http://schemas.microsoft.com/office/drawing/2014/main" id="{1DB49533-9C5A-79EC-B6C0-6C41BE10D11D}"/>
              </a:ext>
            </a:extLst>
          </p:cNvPr>
          <p:cNvSpPr>
            <a:spLocks noGrp="1" noChangeAspect="1"/>
          </p:cNvSpPr>
          <p:nvPr>
            <p:ph type="pic" sz="quarter" idx="36" hasCustomPrompt="1"/>
          </p:nvPr>
        </p:nvSpPr>
        <p:spPr>
          <a:xfrm>
            <a:off x="9702367" y="4179548"/>
            <a:ext cx="1401762" cy="1399032"/>
          </a:xfrm>
        </p:spPr>
        <p:txBody>
          <a:bodyPr anchor="ctr"/>
          <a:lstStyle>
            <a:lvl1pPr marL="0" indent="0" algn="ctr">
              <a:buNone/>
              <a:defRPr sz="1800">
                <a:solidFill>
                  <a:schemeClr val="tx1"/>
                </a:solidFill>
              </a:defRPr>
            </a:lvl1pPr>
          </a:lstStyle>
          <a:p>
            <a:r>
              <a:rPr lang="en-AU" dirty="0"/>
              <a:t>Click icon to add icon</a:t>
            </a:r>
          </a:p>
        </p:txBody>
      </p:sp>
    </p:spTree>
    <p:extLst>
      <p:ext uri="{BB962C8B-B14F-4D97-AF65-F5344CB8AC3E}">
        <p14:creationId xmlns:p14="http://schemas.microsoft.com/office/powerpoint/2010/main" val="1705048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Title, content layout, and circle icons,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layout, circle icons, and image</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5" name="Oval 4">
            <a:extLst>
              <a:ext uri="{FF2B5EF4-FFF2-40B4-BE49-F238E27FC236}">
                <a16:creationId xmlns:a16="http://schemas.microsoft.com/office/drawing/2014/main" id="{B2BB871C-BBF6-6303-129D-B07D219BDDFF}"/>
              </a:ext>
            </a:extLst>
          </p:cNvPr>
          <p:cNvSpPr/>
          <p:nvPr userDrawn="1"/>
        </p:nvSpPr>
        <p:spPr>
          <a:xfrm>
            <a:off x="1001218" y="1889652"/>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6" name="Oval 5">
            <a:extLst>
              <a:ext uri="{FF2B5EF4-FFF2-40B4-BE49-F238E27FC236}">
                <a16:creationId xmlns:a16="http://schemas.microsoft.com/office/drawing/2014/main" id="{6EA6D0F0-D175-B136-265C-A1CFA5790AF8}"/>
              </a:ext>
            </a:extLst>
          </p:cNvPr>
          <p:cNvSpPr/>
          <p:nvPr userDrawn="1"/>
        </p:nvSpPr>
        <p:spPr>
          <a:xfrm>
            <a:off x="3863913" y="1889652"/>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9" name="Oval 8">
            <a:extLst>
              <a:ext uri="{FF2B5EF4-FFF2-40B4-BE49-F238E27FC236}">
                <a16:creationId xmlns:a16="http://schemas.microsoft.com/office/drawing/2014/main" id="{66D28535-5BB2-E090-5201-91E3390A0932}"/>
              </a:ext>
            </a:extLst>
          </p:cNvPr>
          <p:cNvSpPr/>
          <p:nvPr userDrawn="1"/>
        </p:nvSpPr>
        <p:spPr>
          <a:xfrm>
            <a:off x="1001218" y="4177901"/>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0" name="Oval 9">
            <a:extLst>
              <a:ext uri="{FF2B5EF4-FFF2-40B4-BE49-F238E27FC236}">
                <a16:creationId xmlns:a16="http://schemas.microsoft.com/office/drawing/2014/main" id="{DE5FA2BB-4DCD-E6BF-DA45-5576AC2C71B8}"/>
              </a:ext>
            </a:extLst>
          </p:cNvPr>
          <p:cNvSpPr/>
          <p:nvPr userDrawn="1"/>
        </p:nvSpPr>
        <p:spPr>
          <a:xfrm>
            <a:off x="3863913" y="4177901"/>
            <a:ext cx="1402188" cy="1402188"/>
          </a:xfrm>
          <a:prstGeom prst="ellipse">
            <a:avLst/>
          </a:prstGeom>
          <a:gradFill>
            <a:gsLst>
              <a:gs pos="0">
                <a:schemeClr val="accent1">
                  <a:lumMod val="20000"/>
                  <a:lumOff val="80000"/>
                </a:schemeClr>
              </a:gs>
              <a:gs pos="100000">
                <a:schemeClr val="accent1">
                  <a:lumMod val="40000"/>
                  <a:lumOff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6" name="Text Placeholder 152">
            <a:extLst>
              <a:ext uri="{FF2B5EF4-FFF2-40B4-BE49-F238E27FC236}">
                <a16:creationId xmlns:a16="http://schemas.microsoft.com/office/drawing/2014/main" id="{584C6CE5-500C-DE89-ADD8-09E4FE6641D6}"/>
              </a:ext>
            </a:extLst>
          </p:cNvPr>
          <p:cNvSpPr>
            <a:spLocks noGrp="1"/>
          </p:cNvSpPr>
          <p:nvPr>
            <p:ph type="body" sz="quarter" idx="21" hasCustomPrompt="1"/>
          </p:nvPr>
        </p:nvSpPr>
        <p:spPr>
          <a:xfrm>
            <a:off x="558800"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7" name="Text Placeholder 152">
            <a:extLst>
              <a:ext uri="{FF2B5EF4-FFF2-40B4-BE49-F238E27FC236}">
                <a16:creationId xmlns:a16="http://schemas.microsoft.com/office/drawing/2014/main" id="{1443E155-2BF4-417E-D65C-5EC8A487385C}"/>
              </a:ext>
            </a:extLst>
          </p:cNvPr>
          <p:cNvSpPr>
            <a:spLocks noGrp="1"/>
          </p:cNvSpPr>
          <p:nvPr>
            <p:ph type="body" sz="quarter" idx="22" hasCustomPrompt="1"/>
          </p:nvPr>
        </p:nvSpPr>
        <p:spPr>
          <a:xfrm>
            <a:off x="558800"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8" name="Text Placeholder 152">
            <a:extLst>
              <a:ext uri="{FF2B5EF4-FFF2-40B4-BE49-F238E27FC236}">
                <a16:creationId xmlns:a16="http://schemas.microsoft.com/office/drawing/2014/main" id="{1A663487-AD8C-FEF6-E0EA-F776E0DB6C86}"/>
              </a:ext>
            </a:extLst>
          </p:cNvPr>
          <p:cNvSpPr>
            <a:spLocks noGrp="1"/>
          </p:cNvSpPr>
          <p:nvPr>
            <p:ph type="body" sz="quarter" idx="23" hasCustomPrompt="1"/>
          </p:nvPr>
        </p:nvSpPr>
        <p:spPr>
          <a:xfrm>
            <a:off x="3440543"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9" name="Text Placeholder 152">
            <a:extLst>
              <a:ext uri="{FF2B5EF4-FFF2-40B4-BE49-F238E27FC236}">
                <a16:creationId xmlns:a16="http://schemas.microsoft.com/office/drawing/2014/main" id="{8CFC9A55-1B75-9059-E03B-3E2EF11EA982}"/>
              </a:ext>
            </a:extLst>
          </p:cNvPr>
          <p:cNvSpPr>
            <a:spLocks noGrp="1"/>
          </p:cNvSpPr>
          <p:nvPr>
            <p:ph type="body" sz="quarter" idx="24" hasCustomPrompt="1"/>
          </p:nvPr>
        </p:nvSpPr>
        <p:spPr>
          <a:xfrm>
            <a:off x="3440543"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4" name="Picture Placeholder 162">
            <a:extLst>
              <a:ext uri="{FF2B5EF4-FFF2-40B4-BE49-F238E27FC236}">
                <a16:creationId xmlns:a16="http://schemas.microsoft.com/office/drawing/2014/main" id="{70FF1A12-49BD-D744-6CCF-C12EE45511F1}"/>
              </a:ext>
            </a:extLst>
          </p:cNvPr>
          <p:cNvSpPr>
            <a:spLocks noGrp="1" noChangeAspect="1"/>
          </p:cNvSpPr>
          <p:nvPr>
            <p:ph type="pic" sz="quarter" idx="29" hasCustomPrompt="1"/>
          </p:nvPr>
        </p:nvSpPr>
        <p:spPr>
          <a:xfrm>
            <a:off x="1001713"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5" name="Picture Placeholder 162">
            <a:extLst>
              <a:ext uri="{FF2B5EF4-FFF2-40B4-BE49-F238E27FC236}">
                <a16:creationId xmlns:a16="http://schemas.microsoft.com/office/drawing/2014/main" id="{0B34566A-075E-4302-6355-07070E55EFF9}"/>
              </a:ext>
            </a:extLst>
          </p:cNvPr>
          <p:cNvSpPr>
            <a:spLocks noGrp="1" noChangeAspect="1"/>
          </p:cNvSpPr>
          <p:nvPr>
            <p:ph type="pic" sz="quarter" idx="30" hasCustomPrompt="1"/>
          </p:nvPr>
        </p:nvSpPr>
        <p:spPr>
          <a:xfrm>
            <a:off x="3869604"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8" name="Picture Placeholder 162">
            <a:extLst>
              <a:ext uri="{FF2B5EF4-FFF2-40B4-BE49-F238E27FC236}">
                <a16:creationId xmlns:a16="http://schemas.microsoft.com/office/drawing/2014/main" id="{CEBB2959-4385-438D-6428-21153CE10DFF}"/>
              </a:ext>
            </a:extLst>
          </p:cNvPr>
          <p:cNvSpPr>
            <a:spLocks noGrp="1" noChangeAspect="1"/>
          </p:cNvSpPr>
          <p:nvPr>
            <p:ph type="pic" sz="quarter" idx="33" hasCustomPrompt="1"/>
          </p:nvPr>
        </p:nvSpPr>
        <p:spPr>
          <a:xfrm>
            <a:off x="1001713"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9" name="Picture Placeholder 162">
            <a:extLst>
              <a:ext uri="{FF2B5EF4-FFF2-40B4-BE49-F238E27FC236}">
                <a16:creationId xmlns:a16="http://schemas.microsoft.com/office/drawing/2014/main" id="{76ABE277-32B5-ED54-E23A-395799B5B55D}"/>
              </a:ext>
            </a:extLst>
          </p:cNvPr>
          <p:cNvSpPr>
            <a:spLocks noGrp="1" noChangeAspect="1"/>
          </p:cNvSpPr>
          <p:nvPr>
            <p:ph type="pic" sz="quarter" idx="34" hasCustomPrompt="1"/>
          </p:nvPr>
        </p:nvSpPr>
        <p:spPr>
          <a:xfrm>
            <a:off x="3869604"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3" name="Content Placeholder 3">
            <a:extLst>
              <a:ext uri="{FF2B5EF4-FFF2-40B4-BE49-F238E27FC236}">
                <a16:creationId xmlns:a16="http://schemas.microsoft.com/office/drawing/2014/main" id="{91D42E0E-E654-CE10-74EC-A6809A96936A}"/>
              </a:ext>
            </a:extLst>
          </p:cNvPr>
          <p:cNvSpPr>
            <a:spLocks noGrp="1"/>
          </p:cNvSpPr>
          <p:nvPr>
            <p:ph sz="half" idx="2" hasCustomPrompt="1"/>
          </p:nvPr>
        </p:nvSpPr>
        <p:spPr>
          <a:xfrm>
            <a:off x="6334125" y="1714500"/>
            <a:ext cx="5248276" cy="4495800"/>
          </a:xfrm>
        </p:spPr>
        <p:txBody>
          <a:bodyPr/>
          <a:lstStyle>
            <a:lvl1pPr>
              <a:defRPr sz="2400"/>
            </a:lvl1pPr>
            <a:lvl2pPr>
              <a:defRPr sz="2000"/>
            </a:lvl2pPr>
            <a:lvl3pPr>
              <a:defRPr sz="1800"/>
            </a:lvl3pPr>
            <a:lvl4pPr>
              <a:defRPr sz="1600"/>
            </a:lvl4pPr>
            <a:lvl5pPr>
              <a:defRPr sz="1600"/>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4000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Full Screen Photo">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5DE8161-89FB-4C0E-91DC-BB077E8FD54C}"/>
              </a:ext>
            </a:extLst>
          </p:cNvPr>
          <p:cNvSpPr>
            <a:spLocks noGrp="1"/>
          </p:cNvSpPr>
          <p:nvPr>
            <p:ph type="pic" sz="quarter" idx="10"/>
          </p:nvPr>
        </p:nvSpPr>
        <p:spPr>
          <a:xfrm>
            <a:off x="0" y="1"/>
            <a:ext cx="12192000" cy="6857998"/>
          </a:xfrm>
          <a:solidFill>
            <a:schemeClr val="bg2"/>
          </a:solidFill>
        </p:spPr>
        <p:txBody>
          <a:bodyPr anchor="ctr">
            <a:noAutofit/>
          </a:bodyPr>
          <a:lstStyle>
            <a:lvl1pPr marL="0" indent="0" algn="ctr">
              <a:buNone/>
              <a:defRPr b="0" i="0">
                <a:latin typeface="Amazon Ember Display" panose="020F0603020204020204" pitchFamily="34" charset="0"/>
              </a:defRPr>
            </a:lvl1pPr>
          </a:lstStyle>
          <a:p>
            <a:r>
              <a:rPr lang="en-US" dirty="0"/>
              <a:t>Click icon to add picture</a:t>
            </a:r>
          </a:p>
        </p:txBody>
      </p:sp>
    </p:spTree>
    <p:extLst>
      <p:ext uri="{BB962C8B-B14F-4D97-AF65-F5344CB8AC3E}">
        <p14:creationId xmlns:p14="http://schemas.microsoft.com/office/powerpoint/2010/main" val="106976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ustomer logo wall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Customer logo wall layout</a:t>
            </a:r>
          </a:p>
        </p:txBody>
      </p:sp>
      <p:sp>
        <p:nvSpPr>
          <p:cNvPr id="3" name="Date Placeholder 2">
            <a:extLst>
              <a:ext uri="{FF2B5EF4-FFF2-40B4-BE49-F238E27FC236}">
                <a16:creationId xmlns:a16="http://schemas.microsoft.com/office/drawing/2014/main" id="{D4046C62-58BE-4875-9CF1-988E9FBC80B5}"/>
              </a:ext>
            </a:extLst>
          </p:cNvPr>
          <p:cNvSpPr>
            <a:spLocks noGrp="1"/>
          </p:cNvSpPr>
          <p:nvPr>
            <p:ph type="dt" sz="half" idx="10"/>
          </p:nvPr>
        </p:nvSpPr>
        <p:spPr/>
        <p:txBody>
          <a:bodyPr/>
          <a:lstStyle>
            <a:lvl1pPr>
              <a:defRPr b="0" i="0">
                <a:latin typeface="Amazon Ember Display" panose="020F0603020204020204" pitchFamily="34" charset="0"/>
              </a:defRPr>
            </a:lvl1pPr>
          </a:lstStyle>
          <a:p>
            <a:fld id="{C3A8789C-A0D1-A74F-A15D-501FE221905E}" type="datetime1">
              <a:rPr lang="en-US" smtClean="0"/>
              <a:pPr/>
              <a:t>12/9/25</a:t>
            </a:fld>
            <a:endParaRPr lang="en-US" dirty="0"/>
          </a:p>
        </p:txBody>
      </p:sp>
      <p:sp>
        <p:nvSpPr>
          <p:cNvPr id="4" name="Footer Placeholder 3">
            <a:extLst>
              <a:ext uri="{FF2B5EF4-FFF2-40B4-BE49-F238E27FC236}">
                <a16:creationId xmlns:a16="http://schemas.microsoft.com/office/drawing/2014/main" id="{C09F8648-DA5C-4249-B315-5FCC6764F2E8}"/>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790841" y="2194560"/>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9572359" y="2194560"/>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3718014" y="2194560"/>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6645187" y="2194560"/>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790841" y="4059936"/>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9572359" y="4059936"/>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3718014" y="4059936"/>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6645187" y="4059936"/>
            <a:ext cx="1828800" cy="1097280"/>
          </a:xfrm>
        </p:spPr>
        <p:txBody>
          <a:bodyPr>
            <a:noAutofit/>
          </a:bodyPr>
          <a:lstStyle>
            <a:lvl1pPr marL="0" indent="0">
              <a:buNone/>
              <a:defRPr sz="1100" b="0" i="0">
                <a:solidFill>
                  <a:schemeClr val="tx2"/>
                </a:solidFill>
                <a:latin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Tree>
    <p:extLst>
      <p:ext uri="{BB962C8B-B14F-4D97-AF65-F5344CB8AC3E}">
        <p14:creationId xmlns:p14="http://schemas.microsoft.com/office/powerpoint/2010/main" val="962856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3_Case Study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456862" y="1355036"/>
            <a:ext cx="6055200" cy="535531"/>
          </a:xfrm>
          <a:prstGeom prst="rect">
            <a:avLst/>
          </a:prstGeom>
        </p:spPr>
        <p:txBody>
          <a:bodyPr/>
          <a:lstStyle>
            <a:lvl1pPr>
              <a:defRPr b="0"/>
            </a:lvl1pPr>
          </a:lstStyle>
          <a:p>
            <a:r>
              <a:rPr lang="en-US" dirty="0"/>
              <a:t>Case Study</a:t>
            </a: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7" name="Picture Placeholder 6">
            <a:extLst>
              <a:ext uri="{FF2B5EF4-FFF2-40B4-BE49-F238E27FC236}">
                <a16:creationId xmlns:a16="http://schemas.microsoft.com/office/drawing/2014/main" id="{2097E380-42BC-798E-C23B-33F98A4A57DE}"/>
              </a:ext>
            </a:extLst>
          </p:cNvPr>
          <p:cNvSpPr>
            <a:spLocks noGrp="1"/>
          </p:cNvSpPr>
          <p:nvPr>
            <p:ph type="pic" sz="quarter" idx="13" hasCustomPrompt="1"/>
          </p:nvPr>
        </p:nvSpPr>
        <p:spPr>
          <a:xfrm>
            <a:off x="520701" y="342900"/>
            <a:ext cx="4572543" cy="5867400"/>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5456863" y="2502067"/>
            <a:ext cx="6204133" cy="1374374"/>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p:nvPr>
        </p:nvSpPr>
        <p:spPr>
          <a:xfrm>
            <a:off x="5456862" y="2074967"/>
            <a:ext cx="6204133"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5456863" y="4495729"/>
            <a:ext cx="2988289"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p:nvPr>
        </p:nvSpPr>
        <p:spPr>
          <a:xfrm>
            <a:off x="5456862" y="4068628"/>
            <a:ext cx="298828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2" name="Text Placeholder 12">
            <a:extLst>
              <a:ext uri="{FF2B5EF4-FFF2-40B4-BE49-F238E27FC236}">
                <a16:creationId xmlns:a16="http://schemas.microsoft.com/office/drawing/2014/main" id="{3A41421E-A766-DC5E-8EF9-8405BA3F32E4}"/>
              </a:ext>
            </a:extLst>
          </p:cNvPr>
          <p:cNvSpPr>
            <a:spLocks noGrp="1"/>
          </p:cNvSpPr>
          <p:nvPr>
            <p:ph type="body" sz="quarter" idx="25"/>
          </p:nvPr>
        </p:nvSpPr>
        <p:spPr>
          <a:xfrm>
            <a:off x="8672706" y="4495729"/>
            <a:ext cx="2988289"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a:p>
        </p:txBody>
      </p:sp>
      <p:sp>
        <p:nvSpPr>
          <p:cNvPr id="13" name="Text Placeholder 12">
            <a:extLst>
              <a:ext uri="{FF2B5EF4-FFF2-40B4-BE49-F238E27FC236}">
                <a16:creationId xmlns:a16="http://schemas.microsoft.com/office/drawing/2014/main" id="{6020A649-DDA4-757A-B190-A531088B62E0}"/>
              </a:ext>
            </a:extLst>
          </p:cNvPr>
          <p:cNvSpPr>
            <a:spLocks noGrp="1"/>
          </p:cNvSpPr>
          <p:nvPr>
            <p:ph type="body" sz="quarter" idx="26"/>
          </p:nvPr>
        </p:nvSpPr>
        <p:spPr>
          <a:xfrm>
            <a:off x="8672705" y="4068628"/>
            <a:ext cx="298828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4" name="Picture Placeholder 5">
            <a:extLst>
              <a:ext uri="{FF2B5EF4-FFF2-40B4-BE49-F238E27FC236}">
                <a16:creationId xmlns:a16="http://schemas.microsoft.com/office/drawing/2014/main" id="{B6088F55-730E-38B1-7DA1-6DE43FF4FC82}"/>
              </a:ext>
            </a:extLst>
          </p:cNvPr>
          <p:cNvSpPr>
            <a:spLocks noGrp="1"/>
          </p:cNvSpPr>
          <p:nvPr>
            <p:ph type="pic" sz="quarter" idx="29" hasCustomPrompt="1"/>
          </p:nvPr>
        </p:nvSpPr>
        <p:spPr>
          <a:xfrm>
            <a:off x="5456863" y="342900"/>
            <a:ext cx="2431886" cy="819949"/>
          </a:xfrm>
        </p:spPr>
        <p:txBody>
          <a:bodyPr/>
          <a:lstStyle>
            <a:lvl1pPr marL="0" indent="0">
              <a:buNone/>
              <a:defRPr sz="2000"/>
            </a:lvl1pPr>
          </a:lstStyle>
          <a:p>
            <a:r>
              <a:rPr lang="en-US" dirty="0"/>
              <a:t>Click icon to add company logo</a:t>
            </a:r>
          </a:p>
        </p:txBody>
      </p:sp>
    </p:spTree>
    <p:extLst>
      <p:ext uri="{BB962C8B-B14F-4D97-AF65-F5344CB8AC3E}">
        <p14:creationId xmlns:p14="http://schemas.microsoft.com/office/powerpoint/2010/main" val="11922747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3_Case Study 2">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117954"/>
            <a:ext cx="6824577" cy="1612764"/>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p:nvPr>
        </p:nvSpPr>
        <p:spPr>
          <a:xfrm>
            <a:off x="626089" y="1690854"/>
            <a:ext cx="6824577"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626089" y="4495729"/>
            <a:ext cx="3291840"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p:nvPr>
        </p:nvSpPr>
        <p:spPr>
          <a:xfrm>
            <a:off x="626088" y="4068628"/>
            <a:ext cx="3291840"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2" name="Text Placeholder 12">
            <a:extLst>
              <a:ext uri="{FF2B5EF4-FFF2-40B4-BE49-F238E27FC236}">
                <a16:creationId xmlns:a16="http://schemas.microsoft.com/office/drawing/2014/main" id="{3A41421E-A766-DC5E-8EF9-8405BA3F32E4}"/>
              </a:ext>
            </a:extLst>
          </p:cNvPr>
          <p:cNvSpPr>
            <a:spLocks noGrp="1"/>
          </p:cNvSpPr>
          <p:nvPr>
            <p:ph type="body" sz="quarter" idx="25"/>
          </p:nvPr>
        </p:nvSpPr>
        <p:spPr>
          <a:xfrm>
            <a:off x="4158827" y="4495729"/>
            <a:ext cx="3291840"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a:p>
        </p:txBody>
      </p:sp>
      <p:sp>
        <p:nvSpPr>
          <p:cNvPr id="13" name="Text Placeholder 12">
            <a:extLst>
              <a:ext uri="{FF2B5EF4-FFF2-40B4-BE49-F238E27FC236}">
                <a16:creationId xmlns:a16="http://schemas.microsoft.com/office/drawing/2014/main" id="{6020A649-DDA4-757A-B190-A531088B62E0}"/>
              </a:ext>
            </a:extLst>
          </p:cNvPr>
          <p:cNvSpPr>
            <a:spLocks noGrp="1"/>
          </p:cNvSpPr>
          <p:nvPr>
            <p:ph type="body" sz="quarter" idx="26"/>
          </p:nvPr>
        </p:nvSpPr>
        <p:spPr>
          <a:xfrm>
            <a:off x="4158826" y="4068628"/>
            <a:ext cx="3291840"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4" name="Picture Placeholder 5">
            <a:extLst>
              <a:ext uri="{FF2B5EF4-FFF2-40B4-BE49-F238E27FC236}">
                <a16:creationId xmlns:a16="http://schemas.microsoft.com/office/drawing/2014/main" id="{B6088F55-730E-38B1-7DA1-6DE43FF4FC82}"/>
              </a:ext>
            </a:extLst>
          </p:cNvPr>
          <p:cNvSpPr>
            <a:spLocks noGrp="1"/>
          </p:cNvSpPr>
          <p:nvPr>
            <p:ph type="pic" sz="quarter" idx="29" hasCustomPrompt="1"/>
          </p:nvPr>
        </p:nvSpPr>
        <p:spPr>
          <a:xfrm>
            <a:off x="8613885" y="5538949"/>
            <a:ext cx="2431886" cy="646331"/>
          </a:xfrm>
        </p:spPr>
        <p:txBody>
          <a:bodyPr/>
          <a:lstStyle>
            <a:lvl1pPr marL="0" indent="0" algn="ctr">
              <a:buNone/>
              <a:defRPr sz="2000"/>
            </a:lvl1pPr>
          </a:lstStyle>
          <a:p>
            <a:r>
              <a:rPr lang="en-US" dirty="0"/>
              <a:t>Click icon to add company logo</a:t>
            </a:r>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10972800" cy="535531"/>
          </a:xfrm>
          <a:prstGeom prst="rect">
            <a:avLst/>
          </a:prstGeom>
        </p:spPr>
        <p:txBody>
          <a:bodyPr/>
          <a:lstStyle>
            <a:lvl1pPr>
              <a:defRPr b="0"/>
            </a:lvl1pPr>
          </a:lstStyle>
          <a:p>
            <a:r>
              <a:rPr lang="en-US" dirty="0"/>
              <a:t>Case Study 2</a:t>
            </a:r>
          </a:p>
        </p:txBody>
      </p:sp>
      <p:sp>
        <p:nvSpPr>
          <p:cNvPr id="16" name="Picture Placeholder 12">
            <a:extLst>
              <a:ext uri="{FF2B5EF4-FFF2-40B4-BE49-F238E27FC236}">
                <a16:creationId xmlns:a16="http://schemas.microsoft.com/office/drawing/2014/main" id="{998BCA1B-3BBC-26D4-BCE5-C012115FB6A9}"/>
              </a:ext>
            </a:extLst>
          </p:cNvPr>
          <p:cNvSpPr>
            <a:spLocks noGrp="1"/>
          </p:cNvSpPr>
          <p:nvPr>
            <p:ph type="pic" sz="quarter" idx="33" hasCustomPrompt="1"/>
          </p:nvPr>
        </p:nvSpPr>
        <p:spPr>
          <a:xfrm>
            <a:off x="7987257" y="1679419"/>
            <a:ext cx="3685143" cy="3685143"/>
          </a:xfrm>
          <a:prstGeom prst="ellipse">
            <a:avLst/>
          </a:prstGeom>
        </p:spPr>
        <p:txBody>
          <a:bodyPr anchor="ctr">
            <a:noAutofit/>
          </a:bodyPr>
          <a:lstStyle>
            <a:lvl1pPr marL="0" indent="0" algn="ctr">
              <a:buNone/>
              <a:defRPr sz="1800"/>
            </a:lvl1pPr>
          </a:lstStyle>
          <a:p>
            <a:r>
              <a:rPr lang="en-US" dirty="0"/>
              <a:t>Click icon to add image</a:t>
            </a:r>
          </a:p>
          <a:p>
            <a:endParaRPr lang="en-US" dirty="0"/>
          </a:p>
          <a:p>
            <a:endParaRPr lang="en-US" dirty="0"/>
          </a:p>
        </p:txBody>
      </p:sp>
    </p:spTree>
    <p:extLst>
      <p:ext uri="{BB962C8B-B14F-4D97-AF65-F5344CB8AC3E}">
        <p14:creationId xmlns:p14="http://schemas.microsoft.com/office/powerpoint/2010/main" val="35745994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_Case Study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50CDD2-8616-1FB1-617F-2EB38F3EC6EF}"/>
              </a:ext>
            </a:extLst>
          </p:cNvPr>
          <p:cNvSpPr/>
          <p:nvPr userDrawn="1"/>
        </p:nvSpPr>
        <p:spPr>
          <a:xfrm>
            <a:off x="0" y="1589192"/>
            <a:ext cx="6186311" cy="4619698"/>
          </a:xfrm>
          <a:prstGeom prst="rect">
            <a:avLst/>
          </a:prstGeom>
          <a:solidFill>
            <a:schemeClr val="accent1">
              <a:lumMod val="20000"/>
              <a:lumOff val="80000"/>
              <a:alpha val="5746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117954"/>
            <a:ext cx="5232843" cy="393289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p:nvPr>
        </p:nvSpPr>
        <p:spPr>
          <a:xfrm>
            <a:off x="626089" y="1690854"/>
            <a:ext cx="5232843"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10972800" cy="535531"/>
          </a:xfrm>
          <a:prstGeom prst="rect">
            <a:avLst/>
          </a:prstGeom>
        </p:spPr>
        <p:txBody>
          <a:bodyPr/>
          <a:lstStyle>
            <a:lvl1pPr>
              <a:defRPr b="0"/>
            </a:lvl1pPr>
          </a:lstStyle>
          <a:p>
            <a:r>
              <a:rPr lang="en-US" dirty="0"/>
              <a:t>Case Study 3</a:t>
            </a:r>
          </a:p>
        </p:txBody>
      </p:sp>
      <p:sp>
        <p:nvSpPr>
          <p:cNvPr id="17" name="Picture Placeholder 15">
            <a:extLst>
              <a:ext uri="{FF2B5EF4-FFF2-40B4-BE49-F238E27FC236}">
                <a16:creationId xmlns:a16="http://schemas.microsoft.com/office/drawing/2014/main" id="{05E52E99-6C01-3E37-30FA-E6A2233C6BAC}"/>
              </a:ext>
            </a:extLst>
          </p:cNvPr>
          <p:cNvSpPr>
            <a:spLocks noGrp="1"/>
          </p:cNvSpPr>
          <p:nvPr>
            <p:ph type="pic" sz="quarter" idx="16" hasCustomPrompt="1"/>
          </p:nvPr>
        </p:nvSpPr>
        <p:spPr>
          <a:xfrm>
            <a:off x="10745747" y="1821055"/>
            <a:ext cx="881497" cy="811606"/>
          </a:xfrm>
          <a:prstGeom prst="rect">
            <a:avLst/>
          </a:prstGeom>
        </p:spPr>
        <p:txBody>
          <a:bodyPr/>
          <a:lstStyle>
            <a:lvl1pPr algn="ctr">
              <a:lnSpc>
                <a:spcPct val="90000"/>
              </a:lnSpc>
              <a:defRPr sz="1000"/>
            </a:lvl1pPr>
          </a:lstStyle>
          <a:p>
            <a:r>
              <a:rPr lang="en-US" dirty="0"/>
              <a:t>Click icon to add image</a:t>
            </a:r>
          </a:p>
        </p:txBody>
      </p:sp>
      <p:sp>
        <p:nvSpPr>
          <p:cNvPr id="18" name="Text Placeholder 24">
            <a:extLst>
              <a:ext uri="{FF2B5EF4-FFF2-40B4-BE49-F238E27FC236}">
                <a16:creationId xmlns:a16="http://schemas.microsoft.com/office/drawing/2014/main" id="{FC900C61-5415-EBE1-C04C-6D93F2751D36}"/>
              </a:ext>
            </a:extLst>
          </p:cNvPr>
          <p:cNvSpPr>
            <a:spLocks noGrp="1"/>
          </p:cNvSpPr>
          <p:nvPr>
            <p:ph type="body" sz="quarter" idx="17"/>
          </p:nvPr>
        </p:nvSpPr>
        <p:spPr>
          <a:xfrm>
            <a:off x="10745747" y="2643293"/>
            <a:ext cx="881497" cy="365125"/>
          </a:xfrm>
          <a:prstGeom prst="rect">
            <a:avLst/>
          </a:prstGeom>
        </p:spPr>
        <p:txBody>
          <a:bodyPr/>
          <a:lstStyle>
            <a:lvl1pPr marL="0" indent="0" algn="ctr">
              <a:lnSpc>
                <a:spcPct val="90000"/>
              </a:lnSpc>
              <a:spcAft>
                <a:spcPts val="0"/>
              </a:spcAft>
              <a:buNone/>
              <a:defRPr sz="1000"/>
            </a:lvl1pPr>
            <a:lvl2pPr>
              <a:defRPr sz="1000"/>
            </a:lvl2pPr>
            <a:lvl3pPr>
              <a:defRPr sz="1000"/>
            </a:lvl3pPr>
            <a:lvl4pPr>
              <a:defRPr sz="1000"/>
            </a:lvl4pPr>
            <a:lvl5pPr>
              <a:defRPr sz="1000"/>
            </a:lvl5pPr>
          </a:lstStyle>
          <a:p>
            <a:pPr lvl="0"/>
            <a:endParaRPr lang="en-US" dirty="0"/>
          </a:p>
        </p:txBody>
      </p:sp>
      <p:sp>
        <p:nvSpPr>
          <p:cNvPr id="19" name="Picture Placeholder 15">
            <a:extLst>
              <a:ext uri="{FF2B5EF4-FFF2-40B4-BE49-F238E27FC236}">
                <a16:creationId xmlns:a16="http://schemas.microsoft.com/office/drawing/2014/main" id="{432AE8D0-14B7-F697-5697-A392E7EDF029}"/>
              </a:ext>
            </a:extLst>
          </p:cNvPr>
          <p:cNvSpPr>
            <a:spLocks noGrp="1"/>
          </p:cNvSpPr>
          <p:nvPr>
            <p:ph type="pic" sz="quarter" idx="18" hasCustomPrompt="1"/>
          </p:nvPr>
        </p:nvSpPr>
        <p:spPr>
          <a:xfrm>
            <a:off x="10745747" y="3287406"/>
            <a:ext cx="881497" cy="811606"/>
          </a:xfrm>
          <a:prstGeom prst="rect">
            <a:avLst/>
          </a:prstGeom>
        </p:spPr>
        <p:txBody>
          <a:bodyPr/>
          <a:lstStyle>
            <a:lvl1pPr algn="ctr">
              <a:lnSpc>
                <a:spcPct val="90000"/>
              </a:lnSpc>
              <a:defRPr sz="1000"/>
            </a:lvl1pPr>
          </a:lstStyle>
          <a:p>
            <a:r>
              <a:rPr lang="en-US" dirty="0"/>
              <a:t>Click icon to add image</a:t>
            </a:r>
          </a:p>
        </p:txBody>
      </p:sp>
      <p:sp>
        <p:nvSpPr>
          <p:cNvPr id="20" name="Text Placeholder 24">
            <a:extLst>
              <a:ext uri="{FF2B5EF4-FFF2-40B4-BE49-F238E27FC236}">
                <a16:creationId xmlns:a16="http://schemas.microsoft.com/office/drawing/2014/main" id="{5359107A-09FF-83CA-5A80-83736EA086E2}"/>
              </a:ext>
            </a:extLst>
          </p:cNvPr>
          <p:cNvSpPr>
            <a:spLocks noGrp="1"/>
          </p:cNvSpPr>
          <p:nvPr>
            <p:ph type="body" sz="quarter" idx="19"/>
          </p:nvPr>
        </p:nvSpPr>
        <p:spPr>
          <a:xfrm>
            <a:off x="10745747" y="4109644"/>
            <a:ext cx="881497" cy="365125"/>
          </a:xfrm>
          <a:prstGeom prst="rect">
            <a:avLst/>
          </a:prstGeom>
        </p:spPr>
        <p:txBody>
          <a:bodyPr/>
          <a:lstStyle>
            <a:lvl1pPr marL="0" indent="0" algn="ctr">
              <a:lnSpc>
                <a:spcPct val="90000"/>
              </a:lnSpc>
              <a:spcAft>
                <a:spcPts val="0"/>
              </a:spcAft>
              <a:buNone/>
              <a:defRPr sz="1000"/>
            </a:lvl1pPr>
            <a:lvl2pPr>
              <a:defRPr sz="1000"/>
            </a:lvl2pPr>
            <a:lvl3pPr>
              <a:defRPr sz="1000"/>
            </a:lvl3pPr>
            <a:lvl4pPr>
              <a:defRPr sz="1000"/>
            </a:lvl4pPr>
            <a:lvl5pPr>
              <a:defRPr sz="1000"/>
            </a:lvl5pPr>
          </a:lstStyle>
          <a:p>
            <a:pPr lvl="0"/>
            <a:endParaRPr lang="en-US" dirty="0"/>
          </a:p>
        </p:txBody>
      </p:sp>
      <p:sp>
        <p:nvSpPr>
          <p:cNvPr id="21" name="Picture Placeholder 15">
            <a:extLst>
              <a:ext uri="{FF2B5EF4-FFF2-40B4-BE49-F238E27FC236}">
                <a16:creationId xmlns:a16="http://schemas.microsoft.com/office/drawing/2014/main" id="{42B9F47A-49B2-EC3A-7865-A91D6EFF5F03}"/>
              </a:ext>
            </a:extLst>
          </p:cNvPr>
          <p:cNvSpPr>
            <a:spLocks noGrp="1"/>
          </p:cNvSpPr>
          <p:nvPr>
            <p:ph type="pic" sz="quarter" idx="20" hasCustomPrompt="1"/>
          </p:nvPr>
        </p:nvSpPr>
        <p:spPr>
          <a:xfrm>
            <a:off x="10745747" y="4751417"/>
            <a:ext cx="881497" cy="811606"/>
          </a:xfrm>
          <a:prstGeom prst="rect">
            <a:avLst/>
          </a:prstGeom>
        </p:spPr>
        <p:txBody>
          <a:bodyPr/>
          <a:lstStyle>
            <a:lvl1pPr algn="ctr">
              <a:lnSpc>
                <a:spcPct val="90000"/>
              </a:lnSpc>
              <a:defRPr sz="1000"/>
            </a:lvl1pPr>
          </a:lstStyle>
          <a:p>
            <a:r>
              <a:rPr lang="en-US" dirty="0"/>
              <a:t>Click icon to add image</a:t>
            </a:r>
          </a:p>
        </p:txBody>
      </p:sp>
      <p:sp>
        <p:nvSpPr>
          <p:cNvPr id="22" name="Text Placeholder 24">
            <a:extLst>
              <a:ext uri="{FF2B5EF4-FFF2-40B4-BE49-F238E27FC236}">
                <a16:creationId xmlns:a16="http://schemas.microsoft.com/office/drawing/2014/main" id="{E1F56D4C-2253-9189-9361-CE546C9F527E}"/>
              </a:ext>
            </a:extLst>
          </p:cNvPr>
          <p:cNvSpPr>
            <a:spLocks noGrp="1"/>
          </p:cNvSpPr>
          <p:nvPr>
            <p:ph type="body" sz="quarter" idx="21"/>
          </p:nvPr>
        </p:nvSpPr>
        <p:spPr>
          <a:xfrm>
            <a:off x="10745747" y="5573655"/>
            <a:ext cx="881497" cy="365125"/>
          </a:xfrm>
          <a:prstGeom prst="rect">
            <a:avLst/>
          </a:prstGeom>
        </p:spPr>
        <p:txBody>
          <a:bodyPr/>
          <a:lstStyle>
            <a:lvl1pPr marL="0" indent="0" algn="ctr">
              <a:lnSpc>
                <a:spcPct val="90000"/>
              </a:lnSpc>
              <a:spcAft>
                <a:spcPts val="0"/>
              </a:spcAft>
              <a:buNone/>
              <a:defRPr sz="1000"/>
            </a:lvl1pPr>
            <a:lvl2pPr>
              <a:defRPr sz="1000"/>
            </a:lvl2pPr>
            <a:lvl3pPr>
              <a:defRPr sz="1000"/>
            </a:lvl3pPr>
            <a:lvl4pPr>
              <a:defRPr sz="1000"/>
            </a:lvl4pPr>
            <a:lvl5pPr>
              <a:defRPr sz="1000"/>
            </a:lvl5pPr>
          </a:lstStyle>
          <a:p>
            <a:pPr lvl="0"/>
            <a:endParaRPr lang="en-US" dirty="0"/>
          </a:p>
        </p:txBody>
      </p:sp>
      <p:sp>
        <p:nvSpPr>
          <p:cNvPr id="23" name="Text Placeholder 12">
            <a:extLst>
              <a:ext uri="{FF2B5EF4-FFF2-40B4-BE49-F238E27FC236}">
                <a16:creationId xmlns:a16="http://schemas.microsoft.com/office/drawing/2014/main" id="{FF547B8D-9FF3-288E-B531-9ACECE935495}"/>
              </a:ext>
            </a:extLst>
          </p:cNvPr>
          <p:cNvSpPr>
            <a:spLocks noGrp="1"/>
          </p:cNvSpPr>
          <p:nvPr>
            <p:ph type="body" sz="quarter" idx="23"/>
          </p:nvPr>
        </p:nvSpPr>
        <p:spPr>
          <a:xfrm>
            <a:off x="6423376" y="2117954"/>
            <a:ext cx="4131734" cy="393289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4" name="Text Placeholder 12">
            <a:extLst>
              <a:ext uri="{FF2B5EF4-FFF2-40B4-BE49-F238E27FC236}">
                <a16:creationId xmlns:a16="http://schemas.microsoft.com/office/drawing/2014/main" id="{0026890D-1941-D09A-2651-F5C972B2ADA3}"/>
              </a:ext>
            </a:extLst>
          </p:cNvPr>
          <p:cNvSpPr>
            <a:spLocks noGrp="1"/>
          </p:cNvSpPr>
          <p:nvPr>
            <p:ph type="body" sz="quarter" idx="24"/>
          </p:nvPr>
        </p:nvSpPr>
        <p:spPr>
          <a:xfrm>
            <a:off x="6423375" y="1690854"/>
            <a:ext cx="4131734"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Tree>
    <p:extLst>
      <p:ext uri="{BB962C8B-B14F-4D97-AF65-F5344CB8AC3E}">
        <p14:creationId xmlns:p14="http://schemas.microsoft.com/office/powerpoint/2010/main" val="471289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3_Case Study 4">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754737"/>
            <a:ext cx="4032504" cy="161276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hasCustomPrompt="1"/>
          </p:nvPr>
        </p:nvSpPr>
        <p:spPr>
          <a:xfrm>
            <a:off x="626089" y="2327637"/>
            <a:ext cx="4032504"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Outcome:</a:t>
            </a:r>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626089" y="4954596"/>
            <a:ext cx="4032504" cy="123068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p:nvPr>
        </p:nvSpPr>
        <p:spPr>
          <a:xfrm>
            <a:off x="626088" y="4527495"/>
            <a:ext cx="4032504"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4123050" cy="535531"/>
          </a:xfrm>
          <a:prstGeom prst="rect">
            <a:avLst/>
          </a:prstGeom>
        </p:spPr>
        <p:txBody>
          <a:bodyPr/>
          <a:lstStyle>
            <a:lvl1pPr>
              <a:defRPr b="0"/>
            </a:lvl1pPr>
          </a:lstStyle>
          <a:p>
            <a:r>
              <a:rPr lang="en-US" dirty="0"/>
              <a:t>Case Study 4</a:t>
            </a:r>
          </a:p>
        </p:txBody>
      </p:sp>
      <p:sp>
        <p:nvSpPr>
          <p:cNvPr id="2" name="Text Placeholder 12">
            <a:extLst>
              <a:ext uri="{FF2B5EF4-FFF2-40B4-BE49-F238E27FC236}">
                <a16:creationId xmlns:a16="http://schemas.microsoft.com/office/drawing/2014/main" id="{BBDE53EA-F186-A89A-5CCC-6FDCEA39C803}"/>
              </a:ext>
            </a:extLst>
          </p:cNvPr>
          <p:cNvSpPr>
            <a:spLocks noGrp="1"/>
          </p:cNvSpPr>
          <p:nvPr>
            <p:ph type="body" sz="quarter" idx="34" hasCustomPrompt="1"/>
          </p:nvPr>
        </p:nvSpPr>
        <p:spPr>
          <a:xfrm>
            <a:off x="626090" y="1581461"/>
            <a:ext cx="4036222"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Click to add service</a:t>
            </a:r>
          </a:p>
        </p:txBody>
      </p:sp>
      <p:cxnSp>
        <p:nvCxnSpPr>
          <p:cNvPr id="7" name="Straight Connector 6">
            <a:extLst>
              <a:ext uri="{FF2B5EF4-FFF2-40B4-BE49-F238E27FC236}">
                <a16:creationId xmlns:a16="http://schemas.microsoft.com/office/drawing/2014/main" id="{E45EF553-7308-7448-A79D-CE5BF137E57A}"/>
              </a:ext>
            </a:extLst>
          </p:cNvPr>
          <p:cNvCxnSpPr>
            <a:cxnSpLocks/>
          </p:cNvCxnSpPr>
          <p:nvPr userDrawn="1"/>
        </p:nvCxnSpPr>
        <p:spPr>
          <a:xfrm>
            <a:off x="626088" y="2111022"/>
            <a:ext cx="4023360" cy="0"/>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B56485A-B9AC-EEEF-282A-C9DA1EF4E90D}"/>
              </a:ext>
            </a:extLst>
          </p:cNvPr>
          <p:cNvCxnSpPr>
            <a:cxnSpLocks/>
          </p:cNvCxnSpPr>
          <p:nvPr userDrawn="1"/>
        </p:nvCxnSpPr>
        <p:spPr>
          <a:xfrm>
            <a:off x="4888648" y="1009008"/>
            <a:ext cx="0" cy="5202566"/>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sp>
        <p:nvSpPr>
          <p:cNvPr id="25" name="Text Placeholder 12">
            <a:extLst>
              <a:ext uri="{FF2B5EF4-FFF2-40B4-BE49-F238E27FC236}">
                <a16:creationId xmlns:a16="http://schemas.microsoft.com/office/drawing/2014/main" id="{479F3244-0D99-1260-9E84-C2091A8DD16D}"/>
              </a:ext>
            </a:extLst>
          </p:cNvPr>
          <p:cNvSpPr>
            <a:spLocks noGrp="1"/>
          </p:cNvSpPr>
          <p:nvPr>
            <p:ph type="body" sz="quarter" idx="35" hasCustomPrompt="1"/>
          </p:nvPr>
        </p:nvSpPr>
        <p:spPr>
          <a:xfrm>
            <a:off x="5132777" y="1581461"/>
            <a:ext cx="3088783"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Click to add text</a:t>
            </a:r>
          </a:p>
        </p:txBody>
      </p:sp>
      <p:sp>
        <p:nvSpPr>
          <p:cNvPr id="26" name="Text Placeholder 12">
            <a:extLst>
              <a:ext uri="{FF2B5EF4-FFF2-40B4-BE49-F238E27FC236}">
                <a16:creationId xmlns:a16="http://schemas.microsoft.com/office/drawing/2014/main" id="{AA759F4A-3396-4734-4BC0-716C8E577024}"/>
              </a:ext>
            </a:extLst>
          </p:cNvPr>
          <p:cNvSpPr>
            <a:spLocks noGrp="1"/>
          </p:cNvSpPr>
          <p:nvPr>
            <p:ph type="body" sz="quarter" idx="36"/>
          </p:nvPr>
        </p:nvSpPr>
        <p:spPr>
          <a:xfrm>
            <a:off x="5132778" y="1996366"/>
            <a:ext cx="3085938" cy="418891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7" name="Text Placeholder 12">
            <a:extLst>
              <a:ext uri="{FF2B5EF4-FFF2-40B4-BE49-F238E27FC236}">
                <a16:creationId xmlns:a16="http://schemas.microsoft.com/office/drawing/2014/main" id="{9E73D8EB-63D1-737E-250A-8AE35866D823}"/>
              </a:ext>
            </a:extLst>
          </p:cNvPr>
          <p:cNvSpPr>
            <a:spLocks noGrp="1"/>
          </p:cNvSpPr>
          <p:nvPr>
            <p:ph type="body" sz="quarter" idx="37"/>
          </p:nvPr>
        </p:nvSpPr>
        <p:spPr>
          <a:xfrm>
            <a:off x="8381201" y="4954596"/>
            <a:ext cx="3291199" cy="123068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8" name="Text Placeholder 12">
            <a:extLst>
              <a:ext uri="{FF2B5EF4-FFF2-40B4-BE49-F238E27FC236}">
                <a16:creationId xmlns:a16="http://schemas.microsoft.com/office/drawing/2014/main" id="{6BB39C13-58CA-1234-9174-D02EBB3BB892}"/>
              </a:ext>
            </a:extLst>
          </p:cNvPr>
          <p:cNvSpPr>
            <a:spLocks noGrp="1"/>
          </p:cNvSpPr>
          <p:nvPr>
            <p:ph type="body" sz="quarter" idx="38" hasCustomPrompt="1"/>
          </p:nvPr>
        </p:nvSpPr>
        <p:spPr>
          <a:xfrm>
            <a:off x="8381200" y="4527495"/>
            <a:ext cx="329119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Customer info:</a:t>
            </a:r>
          </a:p>
        </p:txBody>
      </p:sp>
      <p:sp>
        <p:nvSpPr>
          <p:cNvPr id="29" name="Picture Placeholder 5">
            <a:extLst>
              <a:ext uri="{FF2B5EF4-FFF2-40B4-BE49-F238E27FC236}">
                <a16:creationId xmlns:a16="http://schemas.microsoft.com/office/drawing/2014/main" id="{559834F9-5A77-7147-57FB-0323A1784355}"/>
              </a:ext>
            </a:extLst>
          </p:cNvPr>
          <p:cNvSpPr>
            <a:spLocks noGrp="1"/>
          </p:cNvSpPr>
          <p:nvPr>
            <p:ph type="pic" sz="quarter" idx="29" hasCustomPrompt="1"/>
          </p:nvPr>
        </p:nvSpPr>
        <p:spPr>
          <a:xfrm>
            <a:off x="9240513" y="672720"/>
            <a:ext cx="2431886" cy="819949"/>
          </a:xfrm>
        </p:spPr>
        <p:txBody>
          <a:bodyPr/>
          <a:lstStyle>
            <a:lvl1pPr marL="0" indent="0">
              <a:buNone/>
              <a:defRPr sz="2000"/>
            </a:lvl1pPr>
          </a:lstStyle>
          <a:p>
            <a:r>
              <a:rPr lang="en-US" dirty="0"/>
              <a:t>Click icon to add company logo</a:t>
            </a:r>
          </a:p>
        </p:txBody>
      </p:sp>
      <p:sp>
        <p:nvSpPr>
          <p:cNvPr id="30" name="Text Placeholder 12">
            <a:extLst>
              <a:ext uri="{FF2B5EF4-FFF2-40B4-BE49-F238E27FC236}">
                <a16:creationId xmlns:a16="http://schemas.microsoft.com/office/drawing/2014/main" id="{D18C1C92-4B74-E72A-F39E-AE94A2C9FFAD}"/>
              </a:ext>
            </a:extLst>
          </p:cNvPr>
          <p:cNvSpPr>
            <a:spLocks noGrp="1"/>
          </p:cNvSpPr>
          <p:nvPr>
            <p:ph type="body" sz="quarter" idx="39" hasCustomPrompt="1"/>
          </p:nvPr>
        </p:nvSpPr>
        <p:spPr>
          <a:xfrm>
            <a:off x="8382162" y="1581461"/>
            <a:ext cx="3290199" cy="2435368"/>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“Insert quote”</a:t>
            </a:r>
          </a:p>
        </p:txBody>
      </p:sp>
      <p:sp>
        <p:nvSpPr>
          <p:cNvPr id="31" name="Text Placeholder 12">
            <a:extLst>
              <a:ext uri="{FF2B5EF4-FFF2-40B4-BE49-F238E27FC236}">
                <a16:creationId xmlns:a16="http://schemas.microsoft.com/office/drawing/2014/main" id="{CE10E531-7EB3-0FA6-B200-50F98BC1514E}"/>
              </a:ext>
            </a:extLst>
          </p:cNvPr>
          <p:cNvSpPr>
            <a:spLocks noGrp="1"/>
          </p:cNvSpPr>
          <p:nvPr>
            <p:ph type="body" sz="quarter" idx="40" hasCustomPrompt="1"/>
          </p:nvPr>
        </p:nvSpPr>
        <p:spPr>
          <a:xfrm>
            <a:off x="8381201" y="4089181"/>
            <a:ext cx="3291199" cy="421985"/>
          </a:xfrm>
        </p:spPr>
        <p:txBody>
          <a:bodyPr tIns="0" anchor="t">
            <a:normAutofit/>
          </a:bodyPr>
          <a:lstStyle>
            <a:lvl1pPr marL="0" indent="0" algn="l">
              <a:lnSpc>
                <a:spcPct val="100000"/>
              </a:lnSpc>
              <a:buNone/>
              <a:defRPr lang="en-US" sz="12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r>
              <a:rPr lang="en-US" dirty="0"/>
              <a:t>Name</a:t>
            </a:r>
            <a:br>
              <a:rPr lang="en-US" dirty="0"/>
            </a:br>
            <a:r>
              <a:rPr lang="en-US" dirty="0"/>
              <a:t>Title, Company</a:t>
            </a:r>
          </a:p>
        </p:txBody>
      </p:sp>
    </p:spTree>
    <p:extLst>
      <p:ext uri="{BB962C8B-B14F-4D97-AF65-F5344CB8AC3E}">
        <p14:creationId xmlns:p14="http://schemas.microsoft.com/office/powerpoint/2010/main" val="2217323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_Case Study 5">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FF9F275-EEE5-D323-0EC8-FBFD66CCA362}"/>
              </a:ext>
            </a:extLst>
          </p:cNvPr>
          <p:cNvSpPr/>
          <p:nvPr userDrawn="1"/>
        </p:nvSpPr>
        <p:spPr>
          <a:xfrm>
            <a:off x="615074" y="4707146"/>
            <a:ext cx="1048470" cy="2994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8" name="Rectangle 17">
            <a:extLst>
              <a:ext uri="{FF2B5EF4-FFF2-40B4-BE49-F238E27FC236}">
                <a16:creationId xmlns:a16="http://schemas.microsoft.com/office/drawing/2014/main" id="{85131251-138A-EE53-91FF-AE2AD14D63CF}"/>
              </a:ext>
            </a:extLst>
          </p:cNvPr>
          <p:cNvSpPr/>
          <p:nvPr userDrawn="1"/>
        </p:nvSpPr>
        <p:spPr>
          <a:xfrm>
            <a:off x="615074" y="3131734"/>
            <a:ext cx="1224744" cy="29943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7" name="Rectangle 16">
            <a:extLst>
              <a:ext uri="{FF2B5EF4-FFF2-40B4-BE49-F238E27FC236}">
                <a16:creationId xmlns:a16="http://schemas.microsoft.com/office/drawing/2014/main" id="{2A692D6A-E0F7-3F33-BBBD-910BE5280E2E}"/>
              </a:ext>
            </a:extLst>
          </p:cNvPr>
          <p:cNvSpPr/>
          <p:nvPr userDrawn="1"/>
        </p:nvSpPr>
        <p:spPr>
          <a:xfrm>
            <a:off x="615073" y="1578356"/>
            <a:ext cx="1830671" cy="29943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789379" y="1968500"/>
            <a:ext cx="7364021" cy="914400"/>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4123050" cy="535531"/>
          </a:xfrm>
          <a:prstGeom prst="rect">
            <a:avLst/>
          </a:prstGeom>
        </p:spPr>
        <p:txBody>
          <a:bodyPr/>
          <a:lstStyle>
            <a:lvl1pPr>
              <a:defRPr b="0"/>
            </a:lvl1pPr>
          </a:lstStyle>
          <a:p>
            <a:r>
              <a:rPr lang="en-US" dirty="0"/>
              <a:t>Case Study 5</a:t>
            </a:r>
          </a:p>
        </p:txBody>
      </p:sp>
      <p:sp>
        <p:nvSpPr>
          <p:cNvPr id="2" name="Text Placeholder 12">
            <a:extLst>
              <a:ext uri="{FF2B5EF4-FFF2-40B4-BE49-F238E27FC236}">
                <a16:creationId xmlns:a16="http://schemas.microsoft.com/office/drawing/2014/main" id="{BBDE53EA-F186-A89A-5CCC-6FDCEA39C803}"/>
              </a:ext>
            </a:extLst>
          </p:cNvPr>
          <p:cNvSpPr>
            <a:spLocks noGrp="1"/>
          </p:cNvSpPr>
          <p:nvPr>
            <p:ph type="body" sz="quarter" idx="34" hasCustomPrompt="1"/>
          </p:nvPr>
        </p:nvSpPr>
        <p:spPr>
          <a:xfrm>
            <a:off x="626090" y="1581461"/>
            <a:ext cx="2028975" cy="296325"/>
          </a:xfrm>
        </p:spPr>
        <p:txBody>
          <a:bodyPr lIns="91440"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Business Need</a:t>
            </a:r>
          </a:p>
        </p:txBody>
      </p:sp>
      <p:sp>
        <p:nvSpPr>
          <p:cNvPr id="27" name="Text Placeholder 12">
            <a:extLst>
              <a:ext uri="{FF2B5EF4-FFF2-40B4-BE49-F238E27FC236}">
                <a16:creationId xmlns:a16="http://schemas.microsoft.com/office/drawing/2014/main" id="{9E73D8EB-63D1-737E-250A-8AE35866D823}"/>
              </a:ext>
            </a:extLst>
          </p:cNvPr>
          <p:cNvSpPr>
            <a:spLocks noGrp="1"/>
          </p:cNvSpPr>
          <p:nvPr>
            <p:ph type="body" sz="quarter" idx="37"/>
          </p:nvPr>
        </p:nvSpPr>
        <p:spPr>
          <a:xfrm>
            <a:off x="8381201" y="4954596"/>
            <a:ext cx="3291199" cy="123068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8" name="Text Placeholder 12">
            <a:extLst>
              <a:ext uri="{FF2B5EF4-FFF2-40B4-BE49-F238E27FC236}">
                <a16:creationId xmlns:a16="http://schemas.microsoft.com/office/drawing/2014/main" id="{6BB39C13-58CA-1234-9174-D02EBB3BB892}"/>
              </a:ext>
            </a:extLst>
          </p:cNvPr>
          <p:cNvSpPr>
            <a:spLocks noGrp="1"/>
          </p:cNvSpPr>
          <p:nvPr>
            <p:ph type="body" sz="quarter" idx="38" hasCustomPrompt="1"/>
          </p:nvPr>
        </p:nvSpPr>
        <p:spPr>
          <a:xfrm>
            <a:off x="8381200" y="4527495"/>
            <a:ext cx="329119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Customer info:</a:t>
            </a:r>
          </a:p>
        </p:txBody>
      </p:sp>
      <p:sp>
        <p:nvSpPr>
          <p:cNvPr id="29" name="Picture Placeholder 5">
            <a:extLst>
              <a:ext uri="{FF2B5EF4-FFF2-40B4-BE49-F238E27FC236}">
                <a16:creationId xmlns:a16="http://schemas.microsoft.com/office/drawing/2014/main" id="{559834F9-5A77-7147-57FB-0323A1784355}"/>
              </a:ext>
            </a:extLst>
          </p:cNvPr>
          <p:cNvSpPr>
            <a:spLocks noGrp="1"/>
          </p:cNvSpPr>
          <p:nvPr>
            <p:ph type="pic" sz="quarter" idx="29" hasCustomPrompt="1"/>
          </p:nvPr>
        </p:nvSpPr>
        <p:spPr>
          <a:xfrm>
            <a:off x="9240513" y="672720"/>
            <a:ext cx="2431886" cy="819949"/>
          </a:xfrm>
        </p:spPr>
        <p:txBody>
          <a:bodyPr/>
          <a:lstStyle>
            <a:lvl1pPr marL="0" indent="0">
              <a:buNone/>
              <a:defRPr sz="2000"/>
            </a:lvl1pPr>
          </a:lstStyle>
          <a:p>
            <a:r>
              <a:rPr lang="en-US" dirty="0"/>
              <a:t>Click icon to add company logo</a:t>
            </a:r>
          </a:p>
        </p:txBody>
      </p:sp>
      <p:sp>
        <p:nvSpPr>
          <p:cNvPr id="30" name="Text Placeholder 12">
            <a:extLst>
              <a:ext uri="{FF2B5EF4-FFF2-40B4-BE49-F238E27FC236}">
                <a16:creationId xmlns:a16="http://schemas.microsoft.com/office/drawing/2014/main" id="{D18C1C92-4B74-E72A-F39E-AE94A2C9FFAD}"/>
              </a:ext>
            </a:extLst>
          </p:cNvPr>
          <p:cNvSpPr>
            <a:spLocks noGrp="1"/>
          </p:cNvSpPr>
          <p:nvPr>
            <p:ph type="body" sz="quarter" idx="39" hasCustomPrompt="1"/>
          </p:nvPr>
        </p:nvSpPr>
        <p:spPr>
          <a:xfrm>
            <a:off x="8382162" y="1581461"/>
            <a:ext cx="3290199" cy="2435368"/>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“Insert quote”</a:t>
            </a:r>
          </a:p>
        </p:txBody>
      </p:sp>
      <p:sp>
        <p:nvSpPr>
          <p:cNvPr id="31" name="Text Placeholder 12">
            <a:extLst>
              <a:ext uri="{FF2B5EF4-FFF2-40B4-BE49-F238E27FC236}">
                <a16:creationId xmlns:a16="http://schemas.microsoft.com/office/drawing/2014/main" id="{CE10E531-7EB3-0FA6-B200-50F98BC1514E}"/>
              </a:ext>
            </a:extLst>
          </p:cNvPr>
          <p:cNvSpPr>
            <a:spLocks noGrp="1"/>
          </p:cNvSpPr>
          <p:nvPr>
            <p:ph type="body" sz="quarter" idx="40" hasCustomPrompt="1"/>
          </p:nvPr>
        </p:nvSpPr>
        <p:spPr>
          <a:xfrm>
            <a:off x="8381201" y="4089181"/>
            <a:ext cx="3291199" cy="421985"/>
          </a:xfrm>
        </p:spPr>
        <p:txBody>
          <a:bodyPr tIns="0" anchor="t">
            <a:normAutofit/>
          </a:bodyPr>
          <a:lstStyle>
            <a:lvl1pPr marL="0" indent="0" algn="l">
              <a:lnSpc>
                <a:spcPct val="100000"/>
              </a:lnSpc>
              <a:buNone/>
              <a:defRPr lang="en-US" sz="12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r>
              <a:rPr lang="en-US" dirty="0"/>
              <a:t>Name</a:t>
            </a:r>
            <a:br>
              <a:rPr lang="en-US" dirty="0"/>
            </a:br>
            <a:r>
              <a:rPr lang="en-US" dirty="0"/>
              <a:t>Title, Company</a:t>
            </a:r>
          </a:p>
        </p:txBody>
      </p:sp>
      <p:cxnSp>
        <p:nvCxnSpPr>
          <p:cNvPr id="3" name="Straight Connector 2">
            <a:extLst>
              <a:ext uri="{FF2B5EF4-FFF2-40B4-BE49-F238E27FC236}">
                <a16:creationId xmlns:a16="http://schemas.microsoft.com/office/drawing/2014/main" id="{05DC722D-AA1A-AAAE-B3DF-A3DEC6D8E100}"/>
              </a:ext>
            </a:extLst>
          </p:cNvPr>
          <p:cNvCxnSpPr>
            <a:cxnSpLocks/>
          </p:cNvCxnSpPr>
          <p:nvPr userDrawn="1"/>
        </p:nvCxnSpPr>
        <p:spPr>
          <a:xfrm>
            <a:off x="629528" y="1614452"/>
            <a:ext cx="0" cy="4606924"/>
          </a:xfrm>
          <a:prstGeom prst="line">
            <a:avLst/>
          </a:prstGeom>
          <a:ln w="19050" cap="rnd">
            <a:gradFill>
              <a:gsLst>
                <a:gs pos="0">
                  <a:schemeClr val="accent1">
                    <a:lumMod val="40000"/>
                    <a:lumOff val="60000"/>
                  </a:schemeClr>
                </a:gs>
                <a:gs pos="54000">
                  <a:schemeClr val="accent1"/>
                </a:gs>
                <a:gs pos="100000">
                  <a:schemeClr val="accent1">
                    <a:lumMod val="7500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Text Placeholder 12">
            <a:extLst>
              <a:ext uri="{FF2B5EF4-FFF2-40B4-BE49-F238E27FC236}">
                <a16:creationId xmlns:a16="http://schemas.microsoft.com/office/drawing/2014/main" id="{FB392F59-CB1E-A404-D28B-D35601317B24}"/>
              </a:ext>
            </a:extLst>
          </p:cNvPr>
          <p:cNvSpPr>
            <a:spLocks noGrp="1"/>
          </p:cNvSpPr>
          <p:nvPr>
            <p:ph type="body" sz="quarter" idx="41"/>
          </p:nvPr>
        </p:nvSpPr>
        <p:spPr>
          <a:xfrm>
            <a:off x="789379" y="3528341"/>
            <a:ext cx="7364021" cy="914400"/>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3" name="Text Placeholder 12">
            <a:extLst>
              <a:ext uri="{FF2B5EF4-FFF2-40B4-BE49-F238E27FC236}">
                <a16:creationId xmlns:a16="http://schemas.microsoft.com/office/drawing/2014/main" id="{F548AF4B-A4A8-DD76-72CF-8922E0D3EECD}"/>
              </a:ext>
            </a:extLst>
          </p:cNvPr>
          <p:cNvSpPr>
            <a:spLocks noGrp="1"/>
          </p:cNvSpPr>
          <p:nvPr>
            <p:ph type="body" sz="quarter" idx="42" hasCustomPrompt="1"/>
          </p:nvPr>
        </p:nvSpPr>
        <p:spPr>
          <a:xfrm>
            <a:off x="626090" y="3124973"/>
            <a:ext cx="2639592" cy="338554"/>
          </a:xfrm>
        </p:spPr>
        <p:txBody>
          <a:bodyPr lIns="91440"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Solution</a:t>
            </a:r>
          </a:p>
        </p:txBody>
      </p:sp>
      <p:sp>
        <p:nvSpPr>
          <p:cNvPr id="14" name="Text Placeholder 12">
            <a:extLst>
              <a:ext uri="{FF2B5EF4-FFF2-40B4-BE49-F238E27FC236}">
                <a16:creationId xmlns:a16="http://schemas.microsoft.com/office/drawing/2014/main" id="{9E689673-AD8E-EA8E-4B26-4B5101D494D6}"/>
              </a:ext>
            </a:extLst>
          </p:cNvPr>
          <p:cNvSpPr>
            <a:spLocks noGrp="1"/>
          </p:cNvSpPr>
          <p:nvPr>
            <p:ph type="body" sz="quarter" idx="43"/>
          </p:nvPr>
        </p:nvSpPr>
        <p:spPr>
          <a:xfrm>
            <a:off x="789379" y="5088101"/>
            <a:ext cx="7364021" cy="914400"/>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6" name="Text Placeholder 12">
            <a:extLst>
              <a:ext uri="{FF2B5EF4-FFF2-40B4-BE49-F238E27FC236}">
                <a16:creationId xmlns:a16="http://schemas.microsoft.com/office/drawing/2014/main" id="{8B7F696C-B079-428F-390C-B217A2D3109F}"/>
              </a:ext>
            </a:extLst>
          </p:cNvPr>
          <p:cNvSpPr>
            <a:spLocks noGrp="1"/>
          </p:cNvSpPr>
          <p:nvPr>
            <p:ph type="body" sz="quarter" idx="44" hasCustomPrompt="1"/>
          </p:nvPr>
        </p:nvSpPr>
        <p:spPr>
          <a:xfrm>
            <a:off x="626090" y="4684733"/>
            <a:ext cx="2639592" cy="338554"/>
          </a:xfrm>
        </p:spPr>
        <p:txBody>
          <a:bodyPr lIns="91440"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Impact</a:t>
            </a:r>
          </a:p>
        </p:txBody>
      </p:sp>
    </p:spTree>
    <p:extLst>
      <p:ext uri="{BB962C8B-B14F-4D97-AF65-F5344CB8AC3E}">
        <p14:creationId xmlns:p14="http://schemas.microsoft.com/office/powerpoint/2010/main" val="1659830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_AWS Roles">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254189"/>
            <a:ext cx="4032504" cy="2101174"/>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hasCustomPrompt="1"/>
          </p:nvPr>
        </p:nvSpPr>
        <p:spPr>
          <a:xfrm>
            <a:off x="626089" y="1827089"/>
            <a:ext cx="4032504" cy="338554"/>
          </a:xfrm>
        </p:spPr>
        <p:txBody>
          <a:bodyPr anchor="t"/>
          <a:lstStyle>
            <a:lvl1pPr marL="0" indent="0" algn="l">
              <a:lnSpc>
                <a:spcPct val="100000"/>
              </a:lnSpc>
              <a:buNone/>
              <a:defRPr lang="en-US" sz="1600" b="1" i="0" kern="1200" dirty="0">
                <a:solidFill>
                  <a:schemeClr val="accent1">
                    <a:lumMod val="75000"/>
                  </a:schemeClr>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Profile:</a:t>
            </a:r>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626089" y="4954596"/>
            <a:ext cx="4032504" cy="1230684"/>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hasCustomPrompt="1"/>
          </p:nvPr>
        </p:nvSpPr>
        <p:spPr>
          <a:xfrm>
            <a:off x="626088" y="4527495"/>
            <a:ext cx="4032504" cy="338554"/>
          </a:xfrm>
        </p:spPr>
        <p:txBody>
          <a:bodyPr anchor="b"/>
          <a:lstStyle>
            <a:lvl1pPr marL="0" indent="0" algn="l">
              <a:lnSpc>
                <a:spcPct val="100000"/>
              </a:lnSpc>
              <a:buNone/>
              <a:defRPr lang="en-US" sz="1600" b="1" i="0" kern="1200" dirty="0">
                <a:solidFill>
                  <a:schemeClr val="accent1">
                    <a:lumMod val="75000"/>
                  </a:schemeClr>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Key Competencies:</a:t>
            </a:r>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1473240" y="402216"/>
            <a:ext cx="3236322" cy="500487"/>
          </a:xfrm>
          <a:prstGeom prst="rect">
            <a:avLst/>
          </a:prstGeom>
        </p:spPr>
        <p:txBody>
          <a:bodyPr lIns="0"/>
          <a:lstStyle>
            <a:lvl1pPr>
              <a:defRPr b="0"/>
            </a:lvl1pPr>
          </a:lstStyle>
          <a:p>
            <a:r>
              <a:rPr lang="en-US" dirty="0"/>
              <a:t>Name</a:t>
            </a:r>
          </a:p>
        </p:txBody>
      </p:sp>
      <p:sp>
        <p:nvSpPr>
          <p:cNvPr id="2" name="Text Placeholder 12">
            <a:extLst>
              <a:ext uri="{FF2B5EF4-FFF2-40B4-BE49-F238E27FC236}">
                <a16:creationId xmlns:a16="http://schemas.microsoft.com/office/drawing/2014/main" id="{BBDE53EA-F186-A89A-5CCC-6FDCEA39C803}"/>
              </a:ext>
            </a:extLst>
          </p:cNvPr>
          <p:cNvSpPr>
            <a:spLocks noGrp="1"/>
          </p:cNvSpPr>
          <p:nvPr>
            <p:ph type="body" sz="quarter" idx="34" hasCustomPrompt="1"/>
          </p:nvPr>
        </p:nvSpPr>
        <p:spPr>
          <a:xfrm>
            <a:off x="1453267" y="947006"/>
            <a:ext cx="3256294" cy="351802"/>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Click to add service</a:t>
            </a:r>
          </a:p>
        </p:txBody>
      </p:sp>
      <p:cxnSp>
        <p:nvCxnSpPr>
          <p:cNvPr id="7" name="Straight Connector 6">
            <a:extLst>
              <a:ext uri="{FF2B5EF4-FFF2-40B4-BE49-F238E27FC236}">
                <a16:creationId xmlns:a16="http://schemas.microsoft.com/office/drawing/2014/main" id="{E45EF553-7308-7448-A79D-CE5BF137E57A}"/>
              </a:ext>
            </a:extLst>
          </p:cNvPr>
          <p:cNvCxnSpPr>
            <a:cxnSpLocks/>
          </p:cNvCxnSpPr>
          <p:nvPr userDrawn="1"/>
        </p:nvCxnSpPr>
        <p:spPr>
          <a:xfrm>
            <a:off x="626088" y="1566409"/>
            <a:ext cx="4023360" cy="0"/>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B56485A-B9AC-EEEF-282A-C9DA1EF4E90D}"/>
              </a:ext>
            </a:extLst>
          </p:cNvPr>
          <p:cNvCxnSpPr>
            <a:cxnSpLocks/>
          </p:cNvCxnSpPr>
          <p:nvPr userDrawn="1"/>
        </p:nvCxnSpPr>
        <p:spPr>
          <a:xfrm>
            <a:off x="4888648" y="454226"/>
            <a:ext cx="0" cy="5757348"/>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sp>
        <p:nvSpPr>
          <p:cNvPr id="25" name="Text Placeholder 12">
            <a:extLst>
              <a:ext uri="{FF2B5EF4-FFF2-40B4-BE49-F238E27FC236}">
                <a16:creationId xmlns:a16="http://schemas.microsoft.com/office/drawing/2014/main" id="{479F3244-0D99-1260-9E84-C2091A8DD16D}"/>
              </a:ext>
            </a:extLst>
          </p:cNvPr>
          <p:cNvSpPr>
            <a:spLocks noGrp="1"/>
          </p:cNvSpPr>
          <p:nvPr>
            <p:ph type="body" sz="quarter" idx="35" hasCustomPrompt="1"/>
          </p:nvPr>
        </p:nvSpPr>
        <p:spPr>
          <a:xfrm>
            <a:off x="5132777" y="947006"/>
            <a:ext cx="3088783" cy="338554"/>
          </a:xfrm>
        </p:spPr>
        <p:txBody>
          <a:bodyPr anchor="t"/>
          <a:lstStyle>
            <a:lvl1pPr marL="0" indent="0" algn="l">
              <a:lnSpc>
                <a:spcPct val="100000"/>
              </a:lnSpc>
              <a:buNone/>
              <a:defRPr lang="en-US" sz="1600" b="1" i="0" kern="1200" dirty="0">
                <a:solidFill>
                  <a:schemeClr val="accent1">
                    <a:lumMod val="75000"/>
                  </a:schemeClr>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Experience:</a:t>
            </a:r>
          </a:p>
        </p:txBody>
      </p:sp>
      <p:sp>
        <p:nvSpPr>
          <p:cNvPr id="26" name="Text Placeholder 12">
            <a:extLst>
              <a:ext uri="{FF2B5EF4-FFF2-40B4-BE49-F238E27FC236}">
                <a16:creationId xmlns:a16="http://schemas.microsoft.com/office/drawing/2014/main" id="{AA759F4A-3396-4734-4BC0-716C8E577024}"/>
              </a:ext>
            </a:extLst>
          </p:cNvPr>
          <p:cNvSpPr>
            <a:spLocks noGrp="1"/>
          </p:cNvSpPr>
          <p:nvPr>
            <p:ph type="body" sz="quarter" idx="36"/>
          </p:nvPr>
        </p:nvSpPr>
        <p:spPr>
          <a:xfrm>
            <a:off x="5132777" y="1361911"/>
            <a:ext cx="6539611" cy="270864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7" name="Text Placeholder 12">
            <a:extLst>
              <a:ext uri="{FF2B5EF4-FFF2-40B4-BE49-F238E27FC236}">
                <a16:creationId xmlns:a16="http://schemas.microsoft.com/office/drawing/2014/main" id="{9E73D8EB-63D1-737E-250A-8AE35866D823}"/>
              </a:ext>
            </a:extLst>
          </p:cNvPr>
          <p:cNvSpPr>
            <a:spLocks noGrp="1"/>
          </p:cNvSpPr>
          <p:nvPr>
            <p:ph type="body" sz="quarter" idx="37"/>
          </p:nvPr>
        </p:nvSpPr>
        <p:spPr>
          <a:xfrm>
            <a:off x="8381201" y="4724294"/>
            <a:ext cx="3291199" cy="1460985"/>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8" name="Text Placeholder 12">
            <a:extLst>
              <a:ext uri="{FF2B5EF4-FFF2-40B4-BE49-F238E27FC236}">
                <a16:creationId xmlns:a16="http://schemas.microsoft.com/office/drawing/2014/main" id="{6BB39C13-58CA-1234-9174-D02EBB3BB892}"/>
              </a:ext>
            </a:extLst>
          </p:cNvPr>
          <p:cNvSpPr>
            <a:spLocks noGrp="1"/>
          </p:cNvSpPr>
          <p:nvPr>
            <p:ph type="body" sz="quarter" idx="38" hasCustomPrompt="1"/>
          </p:nvPr>
        </p:nvSpPr>
        <p:spPr>
          <a:xfrm>
            <a:off x="8381200" y="4297194"/>
            <a:ext cx="3291199" cy="338554"/>
          </a:xfrm>
        </p:spPr>
        <p:txBody>
          <a:bodyPr anchor="b"/>
          <a:lstStyle>
            <a:lvl1pPr marL="0" indent="0" algn="l">
              <a:lnSpc>
                <a:spcPct val="100000"/>
              </a:lnSpc>
              <a:buNone/>
              <a:defRPr lang="en-US" sz="1600" b="1" i="0" kern="1200" dirty="0">
                <a:solidFill>
                  <a:schemeClr val="accent1">
                    <a:lumMod val="75000"/>
                  </a:schemeClr>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Certifications:</a:t>
            </a:r>
          </a:p>
        </p:txBody>
      </p:sp>
      <p:sp>
        <p:nvSpPr>
          <p:cNvPr id="3" name="Picture Placeholder 29">
            <a:extLst>
              <a:ext uri="{FF2B5EF4-FFF2-40B4-BE49-F238E27FC236}">
                <a16:creationId xmlns:a16="http://schemas.microsoft.com/office/drawing/2014/main" id="{3057B651-E0F1-13B2-E1A2-043C59C9E650}"/>
              </a:ext>
            </a:extLst>
          </p:cNvPr>
          <p:cNvSpPr>
            <a:spLocks noGrp="1" noChangeAspect="1"/>
          </p:cNvSpPr>
          <p:nvPr>
            <p:ph type="pic" sz="quarter" idx="48"/>
          </p:nvPr>
        </p:nvSpPr>
        <p:spPr>
          <a:xfrm>
            <a:off x="519601" y="454226"/>
            <a:ext cx="774553" cy="774553"/>
          </a:xfrm>
          <a:prstGeom prst="ellipse">
            <a:avLst/>
          </a:prstGeom>
          <a:solidFill>
            <a:schemeClr val="tx2">
              <a:lumMod val="10000"/>
              <a:lumOff val="90000"/>
            </a:schemeClr>
          </a:solidFill>
        </p:spPr>
        <p:txBody>
          <a:bodyPr anchor="ctr"/>
          <a:lstStyle>
            <a:lvl1pPr marL="0" indent="0">
              <a:buNone/>
              <a:defRPr sz="1200"/>
            </a:lvl1pPr>
          </a:lstStyle>
          <a:p>
            <a:endParaRPr lang="en-AU"/>
          </a:p>
        </p:txBody>
      </p:sp>
      <p:sp>
        <p:nvSpPr>
          <p:cNvPr id="13" name="Text Placeholder 12">
            <a:extLst>
              <a:ext uri="{FF2B5EF4-FFF2-40B4-BE49-F238E27FC236}">
                <a16:creationId xmlns:a16="http://schemas.microsoft.com/office/drawing/2014/main" id="{D9F14C1A-7473-BEA3-CBA9-6EE4DCC461A0}"/>
              </a:ext>
            </a:extLst>
          </p:cNvPr>
          <p:cNvSpPr>
            <a:spLocks noGrp="1"/>
          </p:cNvSpPr>
          <p:nvPr>
            <p:ph type="body" sz="quarter" idx="49"/>
          </p:nvPr>
        </p:nvSpPr>
        <p:spPr>
          <a:xfrm>
            <a:off x="5136557" y="4724294"/>
            <a:ext cx="3085004" cy="1460985"/>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4" name="Text Placeholder 12">
            <a:extLst>
              <a:ext uri="{FF2B5EF4-FFF2-40B4-BE49-F238E27FC236}">
                <a16:creationId xmlns:a16="http://schemas.microsoft.com/office/drawing/2014/main" id="{EC4E8F36-8F01-CC10-0F17-E851F8B0CB39}"/>
              </a:ext>
            </a:extLst>
          </p:cNvPr>
          <p:cNvSpPr>
            <a:spLocks noGrp="1"/>
          </p:cNvSpPr>
          <p:nvPr>
            <p:ph type="body" sz="quarter" idx="50" hasCustomPrompt="1"/>
          </p:nvPr>
        </p:nvSpPr>
        <p:spPr>
          <a:xfrm>
            <a:off x="5136556" y="4297194"/>
            <a:ext cx="3085004" cy="338554"/>
          </a:xfrm>
        </p:spPr>
        <p:txBody>
          <a:bodyPr anchor="b"/>
          <a:lstStyle>
            <a:lvl1pPr marL="0" indent="0" algn="l">
              <a:lnSpc>
                <a:spcPct val="100000"/>
              </a:lnSpc>
              <a:buNone/>
              <a:defRPr lang="en-US" sz="1600" b="1" i="0" kern="1200" dirty="0">
                <a:solidFill>
                  <a:schemeClr val="accent1">
                    <a:lumMod val="75000"/>
                  </a:schemeClr>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Education:</a:t>
            </a:r>
          </a:p>
        </p:txBody>
      </p:sp>
      <p:pic>
        <p:nvPicPr>
          <p:cNvPr id="16" name="Graphic 15">
            <a:extLst>
              <a:ext uri="{FF2B5EF4-FFF2-40B4-BE49-F238E27FC236}">
                <a16:creationId xmlns:a16="http://schemas.microsoft.com/office/drawing/2014/main" id="{B16E1F8E-7622-4CAB-CC45-D45CB320E69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60604" y="456627"/>
            <a:ext cx="991547" cy="594928"/>
          </a:xfrm>
          <a:prstGeom prst="rect">
            <a:avLst/>
          </a:prstGeom>
        </p:spPr>
      </p:pic>
    </p:spTree>
    <p:extLst>
      <p:ext uri="{BB962C8B-B14F-4D97-AF65-F5344CB8AC3E}">
        <p14:creationId xmlns:p14="http://schemas.microsoft.com/office/powerpoint/2010/main" val="1232409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C826B4EB-F6CC-4C37-3CA9-1BCB13DA1DF9}"/>
              </a:ext>
            </a:extLst>
          </p:cNvPr>
          <p:cNvSpPr/>
          <p:nvPr userDrawn="1"/>
        </p:nvSpPr>
        <p:spPr>
          <a:xfrm>
            <a:off x="512956" y="512957"/>
            <a:ext cx="11159444" cy="5697344"/>
          </a:xfrm>
          <a:prstGeom prst="roundRect">
            <a:avLst>
              <a:gd name="adj" fmla="val 1733"/>
            </a:avLst>
          </a:prstGeom>
          <a:solidFill>
            <a:srgbClr val="EBFFCC"/>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1540082" y="1975199"/>
            <a:ext cx="8067261" cy="1920526"/>
          </a:xfrm>
          <a:prstGeom prst="rect">
            <a:avLst/>
          </a:prstGeom>
        </p:spPr>
        <p:txBody>
          <a:bodyPr lIns="91440" rIns="0"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defRPr>
            </a:lvl1pPr>
          </a:lstStyle>
          <a:p>
            <a:pPr lvl="0"/>
            <a:r>
              <a:rPr lang="en-US" dirty="0"/>
              <a:t>Quoted person’s name</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8" name="Text Placeholder 10">
            <a:extLst>
              <a:ext uri="{FF2B5EF4-FFF2-40B4-BE49-F238E27FC236}">
                <a16:creationId xmlns:a16="http://schemas.microsoft.com/office/drawing/2014/main" id="{3442E0A2-8098-1B6F-94F7-A9E27EC775EE}"/>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defRPr>
            </a:lvl1pPr>
          </a:lstStyle>
          <a:p>
            <a:pPr lvl="0"/>
            <a:r>
              <a:rPr lang="en-US" dirty="0"/>
              <a:t>Quoted person’s affiliation</a:t>
            </a:r>
          </a:p>
        </p:txBody>
      </p:sp>
      <p:pic>
        <p:nvPicPr>
          <p:cNvPr id="12" name="Picture 11">
            <a:extLst>
              <a:ext uri="{FF2B5EF4-FFF2-40B4-BE49-F238E27FC236}">
                <a16:creationId xmlns:a16="http://schemas.microsoft.com/office/drawing/2014/main" id="{B061DE8E-6B1F-49ED-9610-31027D9B77DA}"/>
              </a:ext>
            </a:extLst>
          </p:cNvPr>
          <p:cNvPicPr>
            <a:picLocks noChangeAspect="1"/>
          </p:cNvPicPr>
          <p:nvPr userDrawn="1"/>
        </p:nvPicPr>
        <p:blipFill>
          <a:blip r:embed="rId2" cstate="hqprint">
            <a:extLst>
              <a:ext uri="{28A0092B-C50C-407E-A947-70E740481C1C}">
                <a14:useLocalDpi xmlns:a14="http://schemas.microsoft.com/office/drawing/2010/main"/>
              </a:ext>
            </a:extLst>
          </a:blip>
          <a:srcRect/>
          <a:stretch/>
        </p:blipFill>
        <p:spPr>
          <a:xfrm>
            <a:off x="1065928" y="1942480"/>
            <a:ext cx="398998" cy="338710"/>
          </a:xfrm>
          <a:prstGeom prst="rect">
            <a:avLst/>
          </a:prstGeom>
        </p:spPr>
      </p:pic>
    </p:spTree>
    <p:extLst>
      <p:ext uri="{BB962C8B-B14F-4D97-AF65-F5344CB8AC3E}">
        <p14:creationId xmlns:p14="http://schemas.microsoft.com/office/powerpoint/2010/main" val="2008738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userDrawn="1">
          <p15:clr>
            <a:srgbClr val="FBAE40"/>
          </p15:clr>
        </p15:guide>
        <p15:guide id="2" orient="horz" pos="25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Quote Gradient 1">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B6475A-312A-4920-A448-D3119241BF5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1540082" y="1975199"/>
            <a:ext cx="8067261" cy="1920526"/>
          </a:xfrm>
          <a:prstGeom prst="rect">
            <a:avLst/>
          </a:prstGeom>
        </p:spPr>
        <p:txBody>
          <a:bodyPr lIns="91440"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6A9F35CF-0293-AD03-12BE-0AD2771A7530}"/>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3" name="Picture 12">
            <a:extLst>
              <a:ext uri="{FF2B5EF4-FFF2-40B4-BE49-F238E27FC236}">
                <a16:creationId xmlns:a16="http://schemas.microsoft.com/office/drawing/2014/main" id="{15E86E16-D3C5-9BCB-7BE2-1CA4299DCF6A}"/>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pic>
        <p:nvPicPr>
          <p:cNvPr id="17" name="Picture 16">
            <a:extLst>
              <a:ext uri="{FF2B5EF4-FFF2-40B4-BE49-F238E27FC236}">
                <a16:creationId xmlns:a16="http://schemas.microsoft.com/office/drawing/2014/main" id="{B925287C-25B0-64C0-57CE-B3ACA784D0F0}"/>
              </a:ext>
            </a:extLst>
          </p:cNvPr>
          <p:cNvPicPr>
            <a:picLocks noChangeAspect="1"/>
          </p:cNvPicPr>
          <p:nvPr userDrawn="1"/>
        </p:nvPicPr>
        <p:blipFill>
          <a:blip r:embed="rId4" cstate="hqprint">
            <a:extLst>
              <a:ext uri="{28A0092B-C50C-407E-A947-70E740481C1C}">
                <a14:useLocalDpi xmlns:a14="http://schemas.microsoft.com/office/drawing/2010/main"/>
              </a:ext>
            </a:extLst>
          </a:blip>
          <a:srcRect/>
          <a:stretch/>
        </p:blipFill>
        <p:spPr>
          <a:xfrm>
            <a:off x="1065928" y="1942480"/>
            <a:ext cx="398998" cy="338710"/>
          </a:xfrm>
          <a:prstGeom prst="rect">
            <a:avLst/>
          </a:prstGeom>
        </p:spPr>
      </p:pic>
    </p:spTree>
    <p:extLst>
      <p:ext uri="{BB962C8B-B14F-4D97-AF65-F5344CB8AC3E}">
        <p14:creationId xmlns:p14="http://schemas.microsoft.com/office/powerpoint/2010/main" val="1960717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userDrawn="1">
          <p15:clr>
            <a:srgbClr val="FBAE40"/>
          </p15:clr>
        </p15:guide>
        <p15:guide id="2" orient="horz" pos="25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Quote Gradient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BC6D9BD-DEEA-4A7B-C871-4536799F034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1540082" y="1975199"/>
            <a:ext cx="8067261" cy="1920526"/>
          </a:xfrm>
          <a:prstGeom prst="rect">
            <a:avLst/>
          </a:prstGeom>
        </p:spPr>
        <p:txBody>
          <a:bodyPr lIns="91440"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59FA2AE2-2071-6FBA-C0DF-DC91D9C45E81}"/>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3" name="Picture 12">
            <a:extLst>
              <a:ext uri="{FF2B5EF4-FFF2-40B4-BE49-F238E27FC236}">
                <a16:creationId xmlns:a16="http://schemas.microsoft.com/office/drawing/2014/main" id="{40CE3C06-636B-539A-57AF-295DAA75FFA1}"/>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pic>
        <p:nvPicPr>
          <p:cNvPr id="16" name="Picture 15">
            <a:extLst>
              <a:ext uri="{FF2B5EF4-FFF2-40B4-BE49-F238E27FC236}">
                <a16:creationId xmlns:a16="http://schemas.microsoft.com/office/drawing/2014/main" id="{C6B17F81-88A9-5971-99D1-BBD6A8A8BDED}"/>
              </a:ext>
            </a:extLst>
          </p:cNvPr>
          <p:cNvPicPr>
            <a:picLocks noChangeAspect="1"/>
          </p:cNvPicPr>
          <p:nvPr userDrawn="1"/>
        </p:nvPicPr>
        <p:blipFill>
          <a:blip r:embed="rId4" cstate="hqprint">
            <a:extLst>
              <a:ext uri="{28A0092B-C50C-407E-A947-70E740481C1C}">
                <a14:useLocalDpi xmlns:a14="http://schemas.microsoft.com/office/drawing/2010/main"/>
              </a:ext>
            </a:extLst>
          </a:blip>
          <a:srcRect/>
          <a:stretch/>
        </p:blipFill>
        <p:spPr>
          <a:xfrm>
            <a:off x="1065928" y="1942480"/>
            <a:ext cx="398998" cy="338710"/>
          </a:xfrm>
          <a:prstGeom prst="rect">
            <a:avLst/>
          </a:prstGeom>
        </p:spPr>
      </p:pic>
    </p:spTree>
    <p:extLst>
      <p:ext uri="{BB962C8B-B14F-4D97-AF65-F5344CB8AC3E}">
        <p14:creationId xmlns:p14="http://schemas.microsoft.com/office/powerpoint/2010/main" val="25903806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userDrawn="1">
          <p15:clr>
            <a:srgbClr val="FBAE40"/>
          </p15:clr>
        </p15:guide>
        <p15:guide id="2" orient="horz" pos="2592"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Quote Gradient 3">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D91062C-933C-ED0F-B73C-DC245E7FAF1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2821" y="0"/>
            <a:ext cx="12192000" cy="6858000"/>
          </a:xfrm>
          <a:prstGeom prst="rect">
            <a:avLst/>
          </a:prstGeom>
        </p:spPr>
      </p:pic>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1540082" y="1975199"/>
            <a:ext cx="8067261" cy="1920526"/>
          </a:xfrm>
          <a:prstGeom prst="rect">
            <a:avLst/>
          </a:prstGeom>
        </p:spPr>
        <p:txBody>
          <a:bodyPr lIns="91440"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2F74E9CC-3075-EE68-DD01-BF810D0A2E59}"/>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3" name="Picture 12">
            <a:extLst>
              <a:ext uri="{FF2B5EF4-FFF2-40B4-BE49-F238E27FC236}">
                <a16:creationId xmlns:a16="http://schemas.microsoft.com/office/drawing/2014/main" id="{10573292-B887-5760-95C0-AEDAC62EB348}"/>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pic>
        <p:nvPicPr>
          <p:cNvPr id="16" name="Picture 15">
            <a:extLst>
              <a:ext uri="{FF2B5EF4-FFF2-40B4-BE49-F238E27FC236}">
                <a16:creationId xmlns:a16="http://schemas.microsoft.com/office/drawing/2014/main" id="{5B2E29BE-BB61-D337-4DBC-22CE338B0315}"/>
              </a:ext>
            </a:extLst>
          </p:cNvPr>
          <p:cNvPicPr>
            <a:picLocks noChangeAspect="1"/>
          </p:cNvPicPr>
          <p:nvPr userDrawn="1"/>
        </p:nvPicPr>
        <p:blipFill>
          <a:blip r:embed="rId4" cstate="hqprint">
            <a:extLst>
              <a:ext uri="{28A0092B-C50C-407E-A947-70E740481C1C}">
                <a14:useLocalDpi xmlns:a14="http://schemas.microsoft.com/office/drawing/2010/main"/>
              </a:ext>
            </a:extLst>
          </a:blip>
          <a:srcRect/>
          <a:stretch/>
        </p:blipFill>
        <p:spPr>
          <a:xfrm>
            <a:off x="1065928" y="1942480"/>
            <a:ext cx="398998" cy="338710"/>
          </a:xfrm>
          <a:prstGeom prst="rect">
            <a:avLst/>
          </a:prstGeom>
        </p:spPr>
      </p:pic>
    </p:spTree>
    <p:extLst>
      <p:ext uri="{BB962C8B-B14F-4D97-AF65-F5344CB8AC3E}">
        <p14:creationId xmlns:p14="http://schemas.microsoft.com/office/powerpoint/2010/main" val="85541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userDrawn="1">
          <p15:clr>
            <a:srgbClr val="FBAE40"/>
          </p15:clr>
        </p15:guide>
        <p15:guide id="2" orient="horz" pos="2592"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Section Header Option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D26354-B9D3-DA3A-9E84-842EA468AB3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1BD8B1BE-F62C-9842-9FF0-A53695D03916}"/>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57D7B46F-CBF3-F8B3-401A-040A31AF595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Tree>
    <p:extLst>
      <p:ext uri="{BB962C8B-B14F-4D97-AF65-F5344CB8AC3E}">
        <p14:creationId xmlns:p14="http://schemas.microsoft.com/office/powerpoint/2010/main" val="3153960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Section Header Option 2 with im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D26354-B9D3-DA3A-9E84-842EA468AB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6708288" cy="1421928"/>
          </a:xfrm>
          <a:prstGeom prst="rect">
            <a:avLst/>
          </a:prstGeom>
        </p:spPr>
        <p:txBody>
          <a:bodyPr anchor="ctr" anchorCtr="0"/>
          <a:lstStyle>
            <a:lvl1pPr>
              <a:defRPr sz="4800" b="0">
                <a:solidFill>
                  <a:schemeClr val="tx2"/>
                </a:solidFill>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p>
            <a:fld id="{504A1AE1-7907-F24D-8677-0B8F5F67234B}" type="datetime1">
              <a:rPr lang="en-US" smtClean="0"/>
              <a:t>12/9/25</a:t>
            </a:fld>
            <a:endParaRPr lang="en-US"/>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p>
            <a:endParaRPr lang="en-US"/>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2"/>
                </a:solidFill>
              </a:defRPr>
            </a:lvl1pPr>
          </a:lstStyle>
          <a:p>
            <a:fld id="{EB4B8DE2-A4E8-46E4-8BBF-D75455EFF32C}" type="slidenum">
              <a:rPr lang="en-US" smtClean="0"/>
              <a:pPr/>
              <a:t>‹#›</a:t>
            </a:fld>
            <a:endParaRPr lang="en-US"/>
          </a:p>
        </p:txBody>
      </p:sp>
      <p:sp>
        <p:nvSpPr>
          <p:cNvPr id="5" name="TextBox 4">
            <a:extLst>
              <a:ext uri="{FF2B5EF4-FFF2-40B4-BE49-F238E27FC236}">
                <a16:creationId xmlns:a16="http://schemas.microsoft.com/office/drawing/2014/main" id="{1BD8B1BE-F62C-9842-9FF0-A53695D03916}"/>
              </a:ext>
            </a:extLst>
          </p:cNvPr>
          <p:cNvSpPr txBox="1"/>
          <p:nvPr userDrawn="1"/>
        </p:nvSpPr>
        <p:spPr>
          <a:xfrm>
            <a:off x="1141084" y="6389813"/>
            <a:ext cx="3937296" cy="184666"/>
          </a:xfrm>
          <a:prstGeom prst="rect">
            <a:avLst/>
          </a:prstGeom>
          <a:noFill/>
        </p:spPr>
        <p:txBody>
          <a:bodyPr wrap="none" rtlCol="0">
            <a:spAutoFit/>
          </a:bodyPr>
          <a:lstStyle/>
          <a:p>
            <a:pPr algn="l"/>
            <a:r>
              <a:rPr lang="en-US" sz="600" dirty="0">
                <a:solidFill>
                  <a:schemeClr val="tx2"/>
                </a:solidFill>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57D7B46F-CBF3-F8B3-401A-040A31AF5953}"/>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4" name="Rectangle 3">
            <a:extLst>
              <a:ext uri="{FF2B5EF4-FFF2-40B4-BE49-F238E27FC236}">
                <a16:creationId xmlns:a16="http://schemas.microsoft.com/office/drawing/2014/main" id="{65B0CE4F-3555-BE18-E95C-E844F02C81E6}"/>
              </a:ext>
            </a:extLst>
          </p:cNvPr>
          <p:cNvSpPr/>
          <p:nvPr userDrawn="1"/>
        </p:nvSpPr>
        <p:spPr>
          <a:xfrm>
            <a:off x="7837601" y="883938"/>
            <a:ext cx="3834686" cy="53231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Picture Placeholder 13">
            <a:extLst>
              <a:ext uri="{FF2B5EF4-FFF2-40B4-BE49-F238E27FC236}">
                <a16:creationId xmlns:a16="http://schemas.microsoft.com/office/drawing/2014/main" id="{B0B61CF2-494D-D0C2-2126-A19491EC9C1F}"/>
              </a:ext>
            </a:extLst>
          </p:cNvPr>
          <p:cNvSpPr>
            <a:spLocks noGrp="1"/>
          </p:cNvSpPr>
          <p:nvPr>
            <p:ph type="pic" sz="quarter" idx="14"/>
          </p:nvPr>
        </p:nvSpPr>
        <p:spPr>
          <a:xfrm>
            <a:off x="8040444" y="1071491"/>
            <a:ext cx="3429000" cy="4948009"/>
          </a:xfrm>
          <a:prstGeom prst="rect">
            <a:avLst/>
          </a:prstGeom>
          <a:solidFill>
            <a:schemeClr val="bg1">
              <a:lumMod val="95000"/>
            </a:schemeClr>
          </a:solidFill>
        </p:spPr>
        <p:txBody>
          <a:bodyPr/>
          <a:lstStyle/>
          <a:p>
            <a:r>
              <a:rPr lang="en-US" dirty="0"/>
              <a:t>Click icon to add picture</a:t>
            </a:r>
          </a:p>
        </p:txBody>
      </p:sp>
    </p:spTree>
    <p:extLst>
      <p:ext uri="{BB962C8B-B14F-4D97-AF65-F5344CB8AC3E}">
        <p14:creationId xmlns:p14="http://schemas.microsoft.com/office/powerpoint/2010/main" val="727326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Section Header Option 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D43F54-D03F-0326-2168-E4B64C32573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68CECC62-1D56-92A3-418D-0EC34FDA9B78}"/>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3" name="Picture 12">
            <a:extLst>
              <a:ext uri="{FF2B5EF4-FFF2-40B4-BE49-F238E27FC236}">
                <a16:creationId xmlns:a16="http://schemas.microsoft.com/office/drawing/2014/main" id="{64951714-F565-6DF2-258E-6733254008D4}"/>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Tree>
    <p:extLst>
      <p:ext uri="{BB962C8B-B14F-4D97-AF65-F5344CB8AC3E}">
        <p14:creationId xmlns:p14="http://schemas.microsoft.com/office/powerpoint/2010/main" val="3980749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Section Header Option 1 with imag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D43F54-D03F-0326-2168-E4B64C325737}"/>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6085500" cy="1421928"/>
          </a:xfrm>
          <a:prstGeom prst="rect">
            <a:avLst/>
          </a:prstGeom>
        </p:spPr>
        <p:txBody>
          <a:bodyPr anchor="ctr" anchorCtr="0"/>
          <a:lstStyle>
            <a:lvl1pPr>
              <a:defRPr sz="4800" b="0">
                <a:solidFill>
                  <a:schemeClr val="tx2"/>
                </a:solidFill>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p>
            <a:fld id="{504A1AE1-7907-F24D-8677-0B8F5F67234B}" type="datetime1">
              <a:rPr lang="en-US" smtClean="0"/>
              <a:t>12/9/25</a:t>
            </a:fld>
            <a:endParaRPr lang="en-US"/>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p>
            <a:endParaRPr lang="en-US"/>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68CECC62-1D56-92A3-418D-0EC34FDA9B78}"/>
              </a:ext>
            </a:extLst>
          </p:cNvPr>
          <p:cNvSpPr txBox="1"/>
          <p:nvPr userDrawn="1"/>
        </p:nvSpPr>
        <p:spPr>
          <a:xfrm>
            <a:off x="1141084" y="6389813"/>
            <a:ext cx="3937296" cy="184666"/>
          </a:xfrm>
          <a:prstGeom prst="rect">
            <a:avLst/>
          </a:prstGeom>
          <a:noFill/>
        </p:spPr>
        <p:txBody>
          <a:bodyPr wrap="none" rtlCol="0">
            <a:spAutoFit/>
          </a:bodyPr>
          <a:lstStyle/>
          <a:p>
            <a:pPr algn="l"/>
            <a:r>
              <a:rPr lang="en-US" sz="600" dirty="0">
                <a:solidFill>
                  <a:schemeClr val="tx2"/>
                </a:solidFill>
              </a:rPr>
              <a:t>© 2026, Amazon Web Services, Inc. or its affiliates. All rights reserved. Amazon Confidential and Trademark.</a:t>
            </a:r>
          </a:p>
        </p:txBody>
      </p:sp>
      <p:pic>
        <p:nvPicPr>
          <p:cNvPr id="13" name="Picture 12">
            <a:extLst>
              <a:ext uri="{FF2B5EF4-FFF2-40B4-BE49-F238E27FC236}">
                <a16:creationId xmlns:a16="http://schemas.microsoft.com/office/drawing/2014/main" id="{64951714-F565-6DF2-258E-6733254008D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3" name="Picture Placeholder 5">
            <a:extLst>
              <a:ext uri="{FF2B5EF4-FFF2-40B4-BE49-F238E27FC236}">
                <a16:creationId xmlns:a16="http://schemas.microsoft.com/office/drawing/2014/main" id="{263B3FE4-4B2F-C292-A0A5-4EFA02E764E3}"/>
              </a:ext>
            </a:extLst>
          </p:cNvPr>
          <p:cNvSpPr>
            <a:spLocks noGrp="1"/>
          </p:cNvSpPr>
          <p:nvPr>
            <p:ph type="pic" sz="quarter" idx="16" hasCustomPrompt="1"/>
          </p:nvPr>
        </p:nvSpPr>
        <p:spPr>
          <a:xfrm>
            <a:off x="7214700" y="342900"/>
            <a:ext cx="4457700" cy="5867399"/>
          </a:xfrm>
          <a:prstGeom prst="roundRect">
            <a:avLst>
              <a:gd name="adj" fmla="val 2693"/>
            </a:avLst>
          </a:prstGeom>
          <a:solidFill>
            <a:schemeClr val="bg1"/>
          </a:solidFill>
        </p:spPr>
        <p:txBody>
          <a:bodyPr anchor="ctr"/>
          <a:lstStyle>
            <a:lvl1pPr marL="0" indent="0" algn="ctr">
              <a:buNone/>
              <a:defRPr/>
            </a:lvl1pPr>
          </a:lstStyle>
          <a:p>
            <a:r>
              <a:rPr lang="en-US" dirty="0"/>
              <a:t>Click icon to add image</a:t>
            </a:r>
            <a:br>
              <a:rPr lang="en-US" dirty="0"/>
            </a:br>
            <a:br>
              <a:rPr lang="en-US" dirty="0"/>
            </a:br>
            <a:endParaRPr lang="en-US" dirty="0"/>
          </a:p>
        </p:txBody>
      </p:sp>
    </p:spTree>
    <p:extLst>
      <p:ext uri="{BB962C8B-B14F-4D97-AF65-F5344CB8AC3E}">
        <p14:creationId xmlns:p14="http://schemas.microsoft.com/office/powerpoint/2010/main" val="358461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Section Header Option 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A11771A-14EB-27CD-4981-540766F89DC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6F6FE5FF-6177-0943-300C-32D19148D86C}"/>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385BE82B-F0D4-AF27-F993-CB2CA95285D0}"/>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Tree>
    <p:extLst>
      <p:ext uri="{BB962C8B-B14F-4D97-AF65-F5344CB8AC3E}">
        <p14:creationId xmlns:p14="http://schemas.microsoft.com/office/powerpoint/2010/main" val="259997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Section Header Option 3 with im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A11771A-14EB-27CD-4981-540766F89DC3}"/>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6694660" cy="1421928"/>
          </a:xfrm>
          <a:prstGeom prst="rect">
            <a:avLst/>
          </a:prstGeom>
        </p:spPr>
        <p:txBody>
          <a:bodyPr anchor="ctr" anchorCtr="0"/>
          <a:lstStyle>
            <a:lvl1pPr>
              <a:defRPr sz="4800" b="0">
                <a:solidFill>
                  <a:schemeClr val="tx2"/>
                </a:solidFill>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p>
            <a:fld id="{504A1AE1-7907-F24D-8677-0B8F5F67234B}" type="datetime1">
              <a:rPr lang="en-US" smtClean="0"/>
              <a:t>12/9/25</a:t>
            </a:fld>
            <a:endParaRPr lang="en-US"/>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p>
            <a:endParaRPr lang="en-US"/>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fld id="{EB4B8DE2-A4E8-46E4-8BBF-D75455EFF32C}" type="slidenum">
              <a:rPr lang="en-US" smtClean="0"/>
              <a:pPr/>
              <a:t>‹#›</a:t>
            </a:fld>
            <a:endParaRPr lang="en-US" dirty="0"/>
          </a:p>
        </p:txBody>
      </p:sp>
      <p:sp>
        <p:nvSpPr>
          <p:cNvPr id="5" name="TextBox 4">
            <a:extLst>
              <a:ext uri="{FF2B5EF4-FFF2-40B4-BE49-F238E27FC236}">
                <a16:creationId xmlns:a16="http://schemas.microsoft.com/office/drawing/2014/main" id="{6F6FE5FF-6177-0943-300C-32D19148D86C}"/>
              </a:ext>
            </a:extLst>
          </p:cNvPr>
          <p:cNvSpPr txBox="1"/>
          <p:nvPr userDrawn="1"/>
        </p:nvSpPr>
        <p:spPr>
          <a:xfrm>
            <a:off x="1141084" y="6389813"/>
            <a:ext cx="3937296" cy="184666"/>
          </a:xfrm>
          <a:prstGeom prst="rect">
            <a:avLst/>
          </a:prstGeom>
          <a:noFill/>
        </p:spPr>
        <p:txBody>
          <a:bodyPr wrap="none" rtlCol="0">
            <a:spAutoFit/>
          </a:bodyPr>
          <a:lstStyle/>
          <a:p>
            <a:pPr algn="l"/>
            <a:r>
              <a:rPr lang="en-US" sz="600" dirty="0">
                <a:solidFill>
                  <a:schemeClr val="tx2"/>
                </a:solidFill>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385BE82B-F0D4-AF27-F993-CB2CA95285D0}"/>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4" name="Rectangle 3">
            <a:extLst>
              <a:ext uri="{FF2B5EF4-FFF2-40B4-BE49-F238E27FC236}">
                <a16:creationId xmlns:a16="http://schemas.microsoft.com/office/drawing/2014/main" id="{5E5E511E-2837-EA59-3A26-26286FA94A75}"/>
              </a:ext>
            </a:extLst>
          </p:cNvPr>
          <p:cNvSpPr/>
          <p:nvPr userDrawn="1"/>
        </p:nvSpPr>
        <p:spPr>
          <a:xfrm>
            <a:off x="7830787" y="718684"/>
            <a:ext cx="3834686" cy="53231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Picture Placeholder 13">
            <a:extLst>
              <a:ext uri="{FF2B5EF4-FFF2-40B4-BE49-F238E27FC236}">
                <a16:creationId xmlns:a16="http://schemas.microsoft.com/office/drawing/2014/main" id="{80E35AA8-F619-2769-2C04-71F8336B47FC}"/>
              </a:ext>
            </a:extLst>
          </p:cNvPr>
          <p:cNvSpPr>
            <a:spLocks noGrp="1"/>
          </p:cNvSpPr>
          <p:nvPr>
            <p:ph type="pic" sz="quarter" idx="14"/>
          </p:nvPr>
        </p:nvSpPr>
        <p:spPr>
          <a:xfrm>
            <a:off x="8033630" y="906237"/>
            <a:ext cx="3429000" cy="4948009"/>
          </a:xfrm>
          <a:prstGeom prst="rect">
            <a:avLst/>
          </a:prstGeom>
          <a:solidFill>
            <a:schemeClr val="bg1"/>
          </a:solidFill>
        </p:spPr>
        <p:txBody>
          <a:bodyPr/>
          <a:lstStyle/>
          <a:p>
            <a:r>
              <a:rPr lang="en-US" dirty="0"/>
              <a:t>Click icon to add picture</a:t>
            </a:r>
          </a:p>
        </p:txBody>
      </p:sp>
    </p:spTree>
    <p:extLst>
      <p:ext uri="{BB962C8B-B14F-4D97-AF65-F5344CB8AC3E}">
        <p14:creationId xmlns:p14="http://schemas.microsoft.com/office/powerpoint/2010/main" val="3719585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type="obj" preserve="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Code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1646605"/>
          </a:xfrm>
        </p:spPr>
        <p:txBody>
          <a:bodyPr/>
          <a:lstStyle>
            <a:lvl1pPr marL="0" indent="0">
              <a:spcAft>
                <a:spcPts val="600"/>
              </a:spcAft>
              <a:buNone/>
              <a:defRPr sz="1800" b="0" i="0">
                <a:latin typeface="Amazon Ember Mono" panose="020B0509020204020204" pitchFamily="49" charset="0"/>
              </a:defRPr>
            </a:lvl1pPr>
            <a:lvl2pPr marL="228600" indent="0">
              <a:spcAft>
                <a:spcPts val="600"/>
              </a:spcAft>
              <a:buNone/>
              <a:defRPr sz="1800" b="0" i="0">
                <a:latin typeface="Amazon Ember Mono" panose="020B0509020204020204" pitchFamily="49" charset="0"/>
              </a:defRPr>
            </a:lvl2pPr>
            <a:lvl3pPr marL="457200" indent="0">
              <a:spcAft>
                <a:spcPts val="600"/>
              </a:spcAft>
              <a:buNone/>
              <a:defRPr sz="1800" b="0" i="0">
                <a:latin typeface="Amazon Ember Mono" panose="020B0509020204020204" pitchFamily="49" charset="0"/>
              </a:defRPr>
            </a:lvl3pPr>
            <a:lvl4pPr marL="685800" indent="0">
              <a:spcAft>
                <a:spcPts val="600"/>
              </a:spcAft>
              <a:buNone/>
              <a:defRPr sz="1800" b="0" i="0">
                <a:latin typeface="Amazon Ember Mono" panose="020B0509020204020204" pitchFamily="49" charset="0"/>
              </a:defRPr>
            </a:lvl4pPr>
            <a:lvl5pPr marL="914400" indent="0">
              <a:spcAft>
                <a:spcPts val="600"/>
              </a:spcAft>
              <a:buNone/>
              <a:defRPr sz="1800" b="0" i="0">
                <a:latin typeface="Amazon Ember Mono" panose="020B0509020204020204" pitchFamily="49" charset="0"/>
              </a:defRPr>
            </a:lvl5pPr>
          </a:lstStyle>
          <a:p>
            <a:pPr lvl="0"/>
            <a:r>
              <a:rPr lang="en-US" dirty="0"/>
              <a:t>Type or paste plain-text code here; or click icon to add image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A09EAB3-8007-4FDC-BADB-BADCE0CE1871}"/>
              </a:ext>
            </a:extLst>
          </p:cNvPr>
          <p:cNvSpPr>
            <a:spLocks noGrp="1"/>
          </p:cNvSpPr>
          <p:nvPr>
            <p:ph type="dt" sz="half" idx="10"/>
          </p:nvPr>
        </p:nvSpPr>
        <p:spPr/>
        <p:txBody>
          <a:bodyPr/>
          <a:lstStyle>
            <a:lvl1pPr>
              <a:defRPr b="0" i="0">
                <a:latin typeface="Amazon Ember Display" panose="020F0603020204020204" pitchFamily="34" charset="0"/>
              </a:defRPr>
            </a:lvl1pPr>
          </a:lstStyle>
          <a:p>
            <a:fld id="{14000039-AC38-8C4D-BBF6-A4179217D919}" type="datetime1">
              <a:rPr lang="en-US" smtClean="0"/>
              <a:pPr/>
              <a:t>12/9/25</a:t>
            </a:fld>
            <a:endParaRPr lang="en-US" dirty="0"/>
          </a:p>
        </p:txBody>
      </p:sp>
      <p:sp>
        <p:nvSpPr>
          <p:cNvPr id="5" name="Footer Placeholder 4">
            <a:extLst>
              <a:ext uri="{FF2B5EF4-FFF2-40B4-BE49-F238E27FC236}">
                <a16:creationId xmlns:a16="http://schemas.microsoft.com/office/drawing/2014/main" id="{A5375AEC-53B6-4043-9677-30AD83B02F4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63F51AD4-FDAE-4E07-B685-874180F1021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9132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code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1646605"/>
          </a:xfrm>
        </p:spPr>
        <p:txBody>
          <a:bodyPr/>
          <a:lstStyle>
            <a:lvl1pPr marL="0" indent="0">
              <a:spcAft>
                <a:spcPts val="600"/>
              </a:spcAft>
              <a:buNone/>
              <a:defRPr sz="1800" b="0" i="0">
                <a:latin typeface="Amazon Ember Mono" panose="020B0509020204020204" pitchFamily="49" charset="0"/>
              </a:defRPr>
            </a:lvl1pPr>
            <a:lvl2pPr marL="228600" indent="0">
              <a:spcAft>
                <a:spcPts val="600"/>
              </a:spcAft>
              <a:buNone/>
              <a:defRPr sz="1800" b="0" i="0">
                <a:latin typeface="Amazon Ember Mono" panose="020B0509020204020204" pitchFamily="49" charset="0"/>
              </a:defRPr>
            </a:lvl2pPr>
            <a:lvl3pPr marL="457200" indent="0">
              <a:spcAft>
                <a:spcPts val="600"/>
              </a:spcAft>
              <a:buNone/>
              <a:defRPr sz="1800" b="0" i="0">
                <a:latin typeface="Amazon Ember Mono" panose="020B0509020204020204" pitchFamily="49" charset="0"/>
              </a:defRPr>
            </a:lvl3pPr>
            <a:lvl4pPr marL="685800" indent="0">
              <a:spcAft>
                <a:spcPts val="600"/>
              </a:spcAft>
              <a:buNone/>
              <a:defRPr sz="1800" b="0" i="0">
                <a:latin typeface="Amazon Ember Mono" panose="020B0509020204020204" pitchFamily="49" charset="0"/>
              </a:defRPr>
            </a:lvl4pPr>
            <a:lvl5pPr marL="914400" indent="0">
              <a:spcAft>
                <a:spcPts val="600"/>
              </a:spcAft>
              <a:buNone/>
              <a:defRPr sz="1800" b="0" i="0">
                <a:latin typeface="Amazon Ember Mono" panose="020B0509020204020204" pitchFamily="49" charset="0"/>
              </a:defRPr>
            </a:lvl5pPr>
          </a:lstStyle>
          <a:p>
            <a:pPr lvl="0"/>
            <a:r>
              <a:rPr lang="en-US" dirty="0"/>
              <a:t>Enter code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1646605"/>
          </a:xfrm>
        </p:spPr>
        <p:txBody>
          <a:bodyPr/>
          <a:lstStyle>
            <a:lvl1pPr marL="0" indent="0">
              <a:spcAft>
                <a:spcPts val="600"/>
              </a:spcAft>
              <a:buNone/>
              <a:defRPr sz="1800" b="0" i="0">
                <a:latin typeface="Amazon Ember Mono" panose="020B0509020204020204" pitchFamily="49" charset="0"/>
              </a:defRPr>
            </a:lvl1pPr>
            <a:lvl2pPr marL="228600" indent="0">
              <a:spcAft>
                <a:spcPts val="600"/>
              </a:spcAft>
              <a:buNone/>
              <a:defRPr sz="1800" b="0" i="0">
                <a:latin typeface="Amazon Ember Mono" panose="020B0509020204020204" pitchFamily="49" charset="0"/>
              </a:defRPr>
            </a:lvl2pPr>
            <a:lvl3pPr marL="457200" indent="0">
              <a:spcAft>
                <a:spcPts val="600"/>
              </a:spcAft>
              <a:buNone/>
              <a:defRPr sz="1800" b="0" i="0">
                <a:latin typeface="Amazon Ember Mono" panose="020B0509020204020204" pitchFamily="49" charset="0"/>
              </a:defRPr>
            </a:lvl3pPr>
            <a:lvl4pPr marL="685800" indent="0">
              <a:spcAft>
                <a:spcPts val="600"/>
              </a:spcAft>
              <a:buNone/>
              <a:defRPr sz="1800" b="0" i="0">
                <a:latin typeface="Amazon Ember Mono" panose="020B0509020204020204" pitchFamily="49" charset="0"/>
              </a:defRPr>
            </a:lvl4pPr>
            <a:lvl5pPr marL="914400" indent="0">
              <a:spcAft>
                <a:spcPts val="600"/>
              </a:spcAft>
              <a:buNone/>
              <a:defRPr sz="1800" b="0" i="0">
                <a:latin typeface="Amazon Ember Mono" panose="020B0509020204020204" pitchFamily="49" charset="0"/>
              </a:defRPr>
            </a:lvl5pPr>
          </a:lstStyle>
          <a:p>
            <a:pPr lvl="0"/>
            <a:r>
              <a:rPr lang="en-US" dirty="0"/>
              <a:t>Enter code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D810155-AFE0-49FD-8E9F-C55D662327A4}"/>
              </a:ext>
            </a:extLst>
          </p:cNvPr>
          <p:cNvSpPr>
            <a:spLocks noGrp="1"/>
          </p:cNvSpPr>
          <p:nvPr>
            <p:ph type="dt" sz="half" idx="10"/>
          </p:nvPr>
        </p:nvSpPr>
        <p:spPr/>
        <p:txBody>
          <a:bodyPr/>
          <a:lstStyle>
            <a:lvl1pPr>
              <a:defRPr b="0" i="0">
                <a:latin typeface="Amazon Ember Display" panose="020F0603020204020204" pitchFamily="34" charset="0"/>
              </a:defRPr>
            </a:lvl1pPr>
          </a:lstStyle>
          <a:p>
            <a:fld id="{BA838F1F-E927-864D-8933-A87A9B46D340}" type="datetime1">
              <a:rPr lang="en-US" smtClean="0"/>
              <a:pPr/>
              <a:t>12/9/25</a:t>
            </a:fld>
            <a:endParaRPr lang="en-US" dirty="0"/>
          </a:p>
        </p:txBody>
      </p:sp>
      <p:sp>
        <p:nvSpPr>
          <p:cNvPr id="6" name="Footer Placeholder 5">
            <a:extLst>
              <a:ext uri="{FF2B5EF4-FFF2-40B4-BE49-F238E27FC236}">
                <a16:creationId xmlns:a16="http://schemas.microsoft.com/office/drawing/2014/main" id="{C99A757A-A572-48F6-B0E7-EBDAFBA598C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76BBE49C-423E-451A-A0D2-7D73F2531B98}"/>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785319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90820-803B-4C55-BA9E-AE3223753EEA}"/>
              </a:ext>
            </a:extLst>
          </p:cNvPr>
          <p:cNvSpPr>
            <a:spLocks noGrp="1"/>
          </p:cNvSpPr>
          <p:nvPr>
            <p:ph type="title" hasCustomPrompt="1"/>
          </p:nvPr>
        </p:nvSpPr>
        <p:spPr>
          <a:xfrm>
            <a:off x="653256" y="3226552"/>
            <a:ext cx="6823869" cy="750238"/>
          </a:xfrm>
          <a:prstGeom prst="rect">
            <a:avLst/>
          </a:prstGeom>
        </p:spPr>
        <p:txBody>
          <a:bodyPr/>
          <a:lstStyle>
            <a:lvl1pPr>
              <a:defRPr sz="2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subtitle</a:t>
            </a:r>
          </a:p>
        </p:txBody>
      </p:sp>
      <p:sp>
        <p:nvSpPr>
          <p:cNvPr id="3" name="Date Placeholder 2">
            <a:extLst>
              <a:ext uri="{FF2B5EF4-FFF2-40B4-BE49-F238E27FC236}">
                <a16:creationId xmlns:a16="http://schemas.microsoft.com/office/drawing/2014/main" id="{35841FE7-5B7D-4299-B262-F8E574B50BA0}"/>
              </a:ext>
            </a:extLst>
          </p:cNvPr>
          <p:cNvSpPr>
            <a:spLocks noGrp="1"/>
          </p:cNvSpPr>
          <p:nvPr>
            <p:ph type="dt" sz="half" idx="10"/>
          </p:nvPr>
        </p:nvSpPr>
        <p:spPr/>
        <p:txBody>
          <a:bodyPr/>
          <a:lstStyle>
            <a:lvl1pPr>
              <a:defRPr b="0" i="0">
                <a:latin typeface="Amazon Ember Display" panose="020F0603020204020204" pitchFamily="34" charset="0"/>
              </a:defRPr>
            </a:lvl1pPr>
          </a:lstStyle>
          <a:p>
            <a:fld id="{F5CD9E88-8D52-D44B-9301-05276D5B5248}" type="datetime1">
              <a:rPr lang="en-US" smtClean="0"/>
              <a:pPr/>
              <a:t>12/9/25</a:t>
            </a:fld>
            <a:endParaRPr lang="en-US" dirty="0"/>
          </a:p>
        </p:txBody>
      </p:sp>
      <p:sp>
        <p:nvSpPr>
          <p:cNvPr id="4" name="Footer Placeholder 3">
            <a:extLst>
              <a:ext uri="{FF2B5EF4-FFF2-40B4-BE49-F238E27FC236}">
                <a16:creationId xmlns:a16="http://schemas.microsoft.com/office/drawing/2014/main" id="{728617C0-A817-49E3-9857-07752AB40137}"/>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D2B99A66-7F1A-495E-B008-D2DB34B05B5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6" name="TextBox 5">
            <a:extLst>
              <a:ext uri="{FF2B5EF4-FFF2-40B4-BE49-F238E27FC236}">
                <a16:creationId xmlns:a16="http://schemas.microsoft.com/office/drawing/2014/main" id="{90F7951E-E6AB-4553-9142-A91D5BC58C21}"/>
              </a:ext>
            </a:extLst>
          </p:cNvPr>
          <p:cNvSpPr txBox="1"/>
          <p:nvPr userDrawn="1"/>
        </p:nvSpPr>
        <p:spPr>
          <a:xfrm>
            <a:off x="609599" y="2428875"/>
            <a:ext cx="6867525" cy="955666"/>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Q&amp;A</a:t>
            </a:r>
          </a:p>
        </p:txBody>
      </p:sp>
    </p:spTree>
    <p:extLst>
      <p:ext uri="{BB962C8B-B14F-4D97-AF65-F5344CB8AC3E}">
        <p14:creationId xmlns:p14="http://schemas.microsoft.com/office/powerpoint/2010/main" val="2766758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Video or Demo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73436"/>
            <a:ext cx="7823200" cy="1311128"/>
          </a:xfrm>
          <a:prstGeom prst="rect">
            <a:avLst/>
          </a:prstGeom>
        </p:spPr>
        <p:txBody>
          <a:bodyPr anchor="ctr"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Video or demo divider: Enter “Video” or “Demo” here</a:t>
            </a:r>
          </a:p>
        </p:txBody>
      </p:sp>
    </p:spTree>
    <p:extLst>
      <p:ext uri="{BB962C8B-B14F-4D97-AF65-F5344CB8AC3E}">
        <p14:creationId xmlns:p14="http://schemas.microsoft.com/office/powerpoint/2010/main" val="3287464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C300D94-E16B-4268-9D8D-053D71D5DCA2}"/>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4994672" y="2327672"/>
            <a:ext cx="2202656" cy="2202656"/>
          </a:xfrm>
          <a:prstGeom prst="rect">
            <a:avLst/>
          </a:prstGeom>
        </p:spPr>
      </p:pic>
      <p:sp>
        <p:nvSpPr>
          <p:cNvPr id="7" name="Media Placeholder 6">
            <a:extLst>
              <a:ext uri="{FF2B5EF4-FFF2-40B4-BE49-F238E27FC236}">
                <a16:creationId xmlns:a16="http://schemas.microsoft.com/office/drawing/2014/main" id="{6100FBD5-D226-4B79-8009-A3AA42458FC8}"/>
              </a:ext>
            </a:extLst>
          </p:cNvPr>
          <p:cNvSpPr>
            <a:spLocks noGrp="1"/>
          </p:cNvSpPr>
          <p:nvPr>
            <p:ph type="media" sz="quarter" idx="10"/>
          </p:nvPr>
        </p:nvSpPr>
        <p:spPr>
          <a:xfrm>
            <a:off x="0" y="0"/>
            <a:ext cx="12192000" cy="6858000"/>
          </a:xfrm>
          <a:solidFill>
            <a:schemeClr val="bg2"/>
          </a:solidFill>
        </p:spPr>
        <p:txBody>
          <a:bodyPr lIns="548640" anchor="ctr">
            <a:noAutofit/>
          </a:bodyPr>
          <a:lstStyle>
            <a:lvl1pPr marL="0" indent="0" algn="ctr">
              <a:buNone/>
              <a:defRPr b="0" i="0">
                <a:latin typeface="Amazon Ember Display" panose="020F0603020204020204" pitchFamily="34" charset="0"/>
              </a:defRPr>
            </a:lvl1pPr>
          </a:lstStyle>
          <a:p>
            <a:r>
              <a:rPr lang="en-US" dirty="0"/>
              <a:t>Click icon to add media</a:t>
            </a:r>
          </a:p>
        </p:txBody>
      </p:sp>
    </p:spTree>
    <p:extLst>
      <p:ext uri="{BB962C8B-B14F-4D97-AF65-F5344CB8AC3E}">
        <p14:creationId xmlns:p14="http://schemas.microsoft.com/office/powerpoint/2010/main" val="3527290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539262" y="914401"/>
            <a:ext cx="10972800" cy="646331"/>
          </a:xfrm>
          <a:prstGeom prst="rect">
            <a:avLst/>
          </a:prstGeom>
        </p:spPr>
        <p:txBody>
          <a:bodyPr anchor="t" anchorCtr="0">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Content with caption layout</a:t>
            </a:r>
          </a:p>
        </p:txBody>
      </p:sp>
      <p:sp>
        <p:nvSpPr>
          <p:cNvPr id="3" name="Content Placeholder 2">
            <a:extLst>
              <a:ext uri="{FF2B5EF4-FFF2-40B4-BE49-F238E27FC236}">
                <a16:creationId xmlns:a16="http://schemas.microsoft.com/office/drawing/2014/main" id="{54F6EECF-7227-4AD4-BC6B-F6715716A80F}"/>
              </a:ext>
            </a:extLst>
          </p:cNvPr>
          <p:cNvSpPr>
            <a:spLocks noGrp="1"/>
          </p:cNvSpPr>
          <p:nvPr>
            <p:ph idx="1" hasCustomPrompt="1"/>
          </p:nvPr>
        </p:nvSpPr>
        <p:spPr>
          <a:xfrm>
            <a:off x="6210300" y="1714501"/>
            <a:ext cx="5372100" cy="2591479"/>
          </a:xfrm>
        </p:spPr>
        <p:txBody>
          <a:bodyPr/>
          <a:lstStyle>
            <a:lvl1pPr marL="457200" indent="-457200">
              <a:buFont typeface="Arial" panose="020B0604020202020204" pitchFamily="34" charset="0"/>
              <a:buChar char="•"/>
              <a:defRPr sz="2800" b="0" i="0">
                <a:latin typeface="Amazon Ember Display" panose="020F0603020204020204" pitchFamily="34" charset="0"/>
              </a:defRPr>
            </a:lvl1pPr>
            <a:lvl2pPr marL="628650" indent="-342900">
              <a:buFont typeface="Arial" panose="020B0604020202020204" pitchFamily="34" charset="0"/>
              <a:buChar char="•"/>
              <a:defRPr sz="2400" b="0" i="0">
                <a:latin typeface="Amazon Ember Display" panose="020F0603020204020204" pitchFamily="34" charset="0"/>
              </a:defRPr>
            </a:lvl2pPr>
            <a:lvl3pPr marL="971550" indent="-342900">
              <a:buFont typeface="Arial" panose="020B0604020202020204" pitchFamily="34" charset="0"/>
              <a:buChar char="•"/>
              <a:defRPr sz="2000" b="0" i="0">
                <a:latin typeface="Amazon Ember Display" panose="020F0603020204020204" pitchFamily="34" charset="0"/>
              </a:defRPr>
            </a:lvl3pPr>
            <a:lvl4pPr marL="1144588" indent="-285750">
              <a:buFont typeface="Arial" panose="020B0604020202020204" pitchFamily="34" charset="0"/>
              <a:buChar char="•"/>
              <a:defRPr sz="1800" b="0" i="0">
                <a:latin typeface="Amazon Ember Display" panose="020F0603020204020204" pitchFamily="34" charset="0"/>
              </a:defRPr>
            </a:lvl4pPr>
            <a:lvl5pPr marL="1316038" indent="-285750">
              <a:buFont typeface="Arial" panose="020B0604020202020204" pitchFamily="34" charset="0"/>
              <a:buChar char="•"/>
              <a:defRPr sz="1800" b="0" i="0">
                <a:latin typeface="Amazon Ember Display" panose="020F0603020204020204" pitchFamily="34" charset="0"/>
              </a:defRPr>
            </a:lvl5pPr>
            <a:lvl6pPr>
              <a:defRPr sz="2000"/>
            </a:lvl6pPr>
            <a:lvl7pPr>
              <a:defRPr sz="2000"/>
            </a:lvl7pPr>
            <a:lvl8pPr>
              <a:defRPr sz="2000"/>
            </a:lvl8pPr>
            <a:lvl9pPr>
              <a:defRPr sz="2000"/>
            </a:lvl9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a:xfrm>
            <a:off x="609598" y="1725611"/>
            <a:ext cx="5372101"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Tree>
    <p:extLst>
      <p:ext uri="{BB962C8B-B14F-4D97-AF65-F5344CB8AC3E}">
        <p14:creationId xmlns:p14="http://schemas.microsoft.com/office/powerpoint/2010/main" val="3854058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Thank You Option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63FEA24-4BB1-51F6-D1A3-1CDE18E45E7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pic>
        <p:nvPicPr>
          <p:cNvPr id="5" name="Picture 4">
            <a:extLst>
              <a:ext uri="{FF2B5EF4-FFF2-40B4-BE49-F238E27FC236}">
                <a16:creationId xmlns:a16="http://schemas.microsoft.com/office/drawing/2014/main" id="{C0B9A91F-2413-643E-00B4-F93DC2255525}"/>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3" name="TextBox 2">
            <a:extLst>
              <a:ext uri="{FF2B5EF4-FFF2-40B4-BE49-F238E27FC236}">
                <a16:creationId xmlns:a16="http://schemas.microsoft.com/office/drawing/2014/main" id="{0902F78A-89C5-9A95-F0BE-08B93E2052E0}"/>
              </a:ext>
            </a:extLst>
          </p:cNvPr>
          <p:cNvSpPr txBox="1"/>
          <p:nvPr userDrawn="1"/>
        </p:nvSpPr>
        <p:spPr>
          <a:xfrm>
            <a:off x="527766" y="6025634"/>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5967112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Thank You Option 1 Alt">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63FEA24-4BB1-51F6-D1A3-1CDE18E45E7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4" name="Rectangle 3">
            <a:extLst>
              <a:ext uri="{FF2B5EF4-FFF2-40B4-BE49-F238E27FC236}">
                <a16:creationId xmlns:a16="http://schemas.microsoft.com/office/drawing/2014/main" id="{32D6CDD0-C19B-D110-57A4-A6C9601989D2}"/>
              </a:ext>
            </a:extLst>
          </p:cNvPr>
          <p:cNvSpPr/>
          <p:nvPr userDrawn="1"/>
        </p:nvSpPr>
        <p:spPr>
          <a:xfrm>
            <a:off x="0" y="0"/>
            <a:ext cx="12192000" cy="6858000"/>
          </a:xfrm>
          <a:prstGeom prst="rect">
            <a:avLst/>
          </a:prstGeom>
          <a:gradFill>
            <a:gsLst>
              <a:gs pos="29000">
                <a:schemeClr val="bg1"/>
              </a:gs>
              <a:gs pos="100000">
                <a:schemeClr val="bg1">
                  <a:alpha val="1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a:solidFill>
                  <a:schemeClr val="tx2"/>
                </a:solidFill>
              </a:defRPr>
            </a:lvl1pPr>
          </a:lstStyle>
          <a:p>
            <a:pPr lvl="0"/>
            <a:r>
              <a:rPr lang="en-US"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a:solidFill>
                  <a:schemeClr val="tx2"/>
                </a:solidFill>
              </a:defRPr>
            </a:lvl1pPr>
          </a:lstStyle>
          <a:p>
            <a:pPr lvl="0"/>
            <a:r>
              <a:rPr lang="en-US"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a:solidFill>
                  <a:schemeClr val="tx2"/>
                </a:solidFill>
              </a:defRPr>
            </a:lvl1pPr>
          </a:lstStyle>
          <a:p>
            <a:pPr lvl="0"/>
            <a:r>
              <a:rPr lang="en-US"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a:solidFill>
                  <a:schemeClr val="tx2"/>
                </a:solidFill>
              </a:defRPr>
            </a:lvl1pPr>
          </a:lstStyle>
          <a:p>
            <a:pPr lvl="0"/>
            <a:r>
              <a:rPr lang="en-US"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userDrawn="1"/>
        </p:nvSpPr>
        <p:spPr>
          <a:xfrm>
            <a:off x="609599" y="2461211"/>
            <a:ext cx="6867525" cy="923330"/>
          </a:xfrm>
          <a:prstGeom prst="rect">
            <a:avLst/>
          </a:prstGeom>
          <a:noFill/>
        </p:spPr>
        <p:txBody>
          <a:bodyPr wrap="square" lIns="0" rtlCol="0">
            <a:noAutofit/>
          </a:bodyPr>
          <a:lstStyle/>
          <a:p>
            <a:r>
              <a:rPr lang="en-US" sz="4800" dirty="0">
                <a:solidFill>
                  <a:schemeClr val="tx2"/>
                </a:solidFill>
                <a:latin typeface="+mn-lt"/>
              </a:rPr>
              <a:t>Thank you!</a:t>
            </a:r>
          </a:p>
        </p:txBody>
      </p:sp>
      <p:pic>
        <p:nvPicPr>
          <p:cNvPr id="5" name="Picture 4">
            <a:extLst>
              <a:ext uri="{FF2B5EF4-FFF2-40B4-BE49-F238E27FC236}">
                <a16:creationId xmlns:a16="http://schemas.microsoft.com/office/drawing/2014/main" id="{C0B9A91F-2413-643E-00B4-F93DC225552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3" name="TextBox 2">
            <a:extLst>
              <a:ext uri="{FF2B5EF4-FFF2-40B4-BE49-F238E27FC236}">
                <a16:creationId xmlns:a16="http://schemas.microsoft.com/office/drawing/2014/main" id="{0902F78A-89C5-9A95-F0BE-08B93E2052E0}"/>
              </a:ext>
            </a:extLst>
          </p:cNvPr>
          <p:cNvSpPr txBox="1"/>
          <p:nvPr userDrawn="1"/>
        </p:nvSpPr>
        <p:spPr>
          <a:xfrm>
            <a:off x="527766" y="6025634"/>
            <a:ext cx="3937296" cy="184666"/>
          </a:xfrm>
          <a:prstGeom prst="rect">
            <a:avLst/>
          </a:prstGeom>
          <a:noFill/>
        </p:spPr>
        <p:txBody>
          <a:bodyPr wrap="none" rtlCol="0">
            <a:spAutoFit/>
          </a:bodyPr>
          <a:lstStyle/>
          <a:p>
            <a:pPr algn="l"/>
            <a:r>
              <a:rPr lang="en-US" sz="600" dirty="0">
                <a:solidFill>
                  <a:schemeClr val="tx2"/>
                </a:solidFill>
              </a:rPr>
              <a:t>© 2026, Amazon Web Services, Inc. or its affiliates. All rights reserved. Amazon Confidential and Trademark.</a:t>
            </a:r>
          </a:p>
        </p:txBody>
      </p:sp>
      <p:sp>
        <p:nvSpPr>
          <p:cNvPr id="6" name="Picture Placeholder 5">
            <a:extLst>
              <a:ext uri="{FF2B5EF4-FFF2-40B4-BE49-F238E27FC236}">
                <a16:creationId xmlns:a16="http://schemas.microsoft.com/office/drawing/2014/main" id="{8339B805-768E-34CF-3629-170A746C535A}"/>
              </a:ext>
            </a:extLst>
          </p:cNvPr>
          <p:cNvSpPr>
            <a:spLocks noGrp="1"/>
          </p:cNvSpPr>
          <p:nvPr>
            <p:ph type="pic" sz="quarter" idx="14"/>
          </p:nvPr>
        </p:nvSpPr>
        <p:spPr>
          <a:xfrm>
            <a:off x="7008173" y="707923"/>
            <a:ext cx="4572543" cy="4609723"/>
          </a:xfrm>
          <a:prstGeom prst="roundRect">
            <a:avLst>
              <a:gd name="adj" fmla="val 4410"/>
            </a:avLst>
          </a:prstGeom>
          <a:solidFill>
            <a:schemeClr val="bg1"/>
          </a:solidFill>
        </p:spPr>
        <p:txBody>
          <a:bodyPr/>
          <a:lstStyle/>
          <a:p>
            <a:endParaRPr lang="en-US"/>
          </a:p>
        </p:txBody>
      </p:sp>
    </p:spTree>
    <p:extLst>
      <p:ext uri="{BB962C8B-B14F-4D97-AF65-F5344CB8AC3E}">
        <p14:creationId xmlns:p14="http://schemas.microsoft.com/office/powerpoint/2010/main" val="2801600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Thank You Option 2">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54CF3CEA-C5D6-3EE2-0ADF-9CA879927A5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Text Placeholder 7">
            <a:extLst>
              <a:ext uri="{FF2B5EF4-FFF2-40B4-BE49-F238E27FC236}">
                <a16:creationId xmlns:a16="http://schemas.microsoft.com/office/drawing/2014/main" id="{F4CEAE59-88AB-067D-8305-5D60E5C0CC94}"/>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7ED4E7E8-6939-47DD-F50C-1BE8D7C7AB1B}"/>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B0E08B7E-513C-0B0B-9DC0-33A10068E811}"/>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1EF1BFC-F8EA-31FF-2ECB-6FE640057D1C}"/>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7" name="Text Placeholder 7">
            <a:extLst>
              <a:ext uri="{FF2B5EF4-FFF2-40B4-BE49-F238E27FC236}">
                <a16:creationId xmlns:a16="http://schemas.microsoft.com/office/drawing/2014/main" id="{BCF5D785-7779-B4A7-1593-D9E4005D4186}"/>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9" name="Text Placeholder 9">
            <a:extLst>
              <a:ext uri="{FF2B5EF4-FFF2-40B4-BE49-F238E27FC236}">
                <a16:creationId xmlns:a16="http://schemas.microsoft.com/office/drawing/2014/main" id="{6C67EAE0-22D8-7774-6075-2E7C8D357946}"/>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8B073B14-3FCE-9EBE-8EF4-076D31F5D3A9}"/>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2B64E461-542C-9DF0-B91E-B36341643F32}"/>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pic>
        <p:nvPicPr>
          <p:cNvPr id="22" name="Picture 21">
            <a:extLst>
              <a:ext uri="{FF2B5EF4-FFF2-40B4-BE49-F238E27FC236}">
                <a16:creationId xmlns:a16="http://schemas.microsoft.com/office/drawing/2014/main" id="{0625BCAF-5C90-042B-0BAB-CD0E59CCA80B}"/>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2" name="TextBox 1">
            <a:extLst>
              <a:ext uri="{FF2B5EF4-FFF2-40B4-BE49-F238E27FC236}">
                <a16:creationId xmlns:a16="http://schemas.microsoft.com/office/drawing/2014/main" id="{DDEC7666-E95B-BA1B-9CE7-A188F672FA46}"/>
              </a:ext>
            </a:extLst>
          </p:cNvPr>
          <p:cNvSpPr txBox="1"/>
          <p:nvPr userDrawn="1"/>
        </p:nvSpPr>
        <p:spPr>
          <a:xfrm>
            <a:off x="527766" y="6025634"/>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377077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1_Thank You Option 2 Alt">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54CF3CEA-C5D6-3EE2-0ADF-9CA879927A5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797FDD40-5780-C1B2-9FD0-3DE491E0BD91}"/>
              </a:ext>
            </a:extLst>
          </p:cNvPr>
          <p:cNvSpPr/>
          <p:nvPr userDrawn="1"/>
        </p:nvSpPr>
        <p:spPr>
          <a:xfrm>
            <a:off x="0" y="0"/>
            <a:ext cx="12192000" cy="6858000"/>
          </a:xfrm>
          <a:prstGeom prst="rect">
            <a:avLst/>
          </a:prstGeom>
          <a:gradFill>
            <a:gsLst>
              <a:gs pos="21000">
                <a:schemeClr val="bg1"/>
              </a:gs>
              <a:gs pos="100000">
                <a:schemeClr val="bg1">
                  <a:alpha val="1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0" name="Picture Placeholder 5">
            <a:extLst>
              <a:ext uri="{FF2B5EF4-FFF2-40B4-BE49-F238E27FC236}">
                <a16:creationId xmlns:a16="http://schemas.microsoft.com/office/drawing/2014/main" id="{D8D3F968-CCA2-D468-E854-A9F4B33444B7}"/>
              </a:ext>
            </a:extLst>
          </p:cNvPr>
          <p:cNvSpPr>
            <a:spLocks noGrp="1"/>
          </p:cNvSpPr>
          <p:nvPr>
            <p:ph type="pic" sz="quarter" idx="16"/>
          </p:nvPr>
        </p:nvSpPr>
        <p:spPr>
          <a:xfrm>
            <a:off x="7008173" y="707923"/>
            <a:ext cx="4572543" cy="4609723"/>
          </a:xfrm>
          <a:prstGeom prst="roundRect">
            <a:avLst>
              <a:gd name="adj" fmla="val 4410"/>
            </a:avLst>
          </a:prstGeom>
          <a:solidFill>
            <a:schemeClr val="bg1"/>
          </a:solidFill>
        </p:spPr>
        <p:txBody>
          <a:bodyPr/>
          <a:lstStyle/>
          <a:p>
            <a:endParaRPr lang="en-US"/>
          </a:p>
        </p:txBody>
      </p:sp>
      <p:sp>
        <p:nvSpPr>
          <p:cNvPr id="3" name="Text Placeholder 7">
            <a:extLst>
              <a:ext uri="{FF2B5EF4-FFF2-40B4-BE49-F238E27FC236}">
                <a16:creationId xmlns:a16="http://schemas.microsoft.com/office/drawing/2014/main" id="{F4CEAE59-88AB-067D-8305-5D60E5C0CC94}"/>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a:solidFill>
                  <a:schemeClr val="tx2"/>
                </a:solidFill>
              </a:defRPr>
            </a:lvl1pPr>
          </a:lstStyle>
          <a:p>
            <a:pPr lvl="0"/>
            <a:r>
              <a:rPr lang="en-US" dirty="0"/>
              <a:t>Speaker name</a:t>
            </a:r>
          </a:p>
        </p:txBody>
      </p:sp>
      <p:sp>
        <p:nvSpPr>
          <p:cNvPr id="4" name="Text Placeholder 9">
            <a:extLst>
              <a:ext uri="{FF2B5EF4-FFF2-40B4-BE49-F238E27FC236}">
                <a16:creationId xmlns:a16="http://schemas.microsoft.com/office/drawing/2014/main" id="{7ED4E7E8-6939-47DD-F50C-1BE8D7C7AB1B}"/>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a:solidFill>
                  <a:schemeClr val="tx2"/>
                </a:solidFill>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B0E08B7E-513C-0B0B-9DC0-33A10068E811}"/>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a:solidFill>
                  <a:schemeClr val="tx2"/>
                </a:solidFill>
              </a:defRPr>
            </a:lvl1pPr>
          </a:lstStyle>
          <a:p>
            <a:pPr lvl="0"/>
            <a:r>
              <a:rPr lang="en-US" dirty="0"/>
              <a:t>Speaker name</a:t>
            </a:r>
          </a:p>
        </p:txBody>
      </p:sp>
      <p:sp>
        <p:nvSpPr>
          <p:cNvPr id="6" name="Text Placeholder 9">
            <a:extLst>
              <a:ext uri="{FF2B5EF4-FFF2-40B4-BE49-F238E27FC236}">
                <a16:creationId xmlns:a16="http://schemas.microsoft.com/office/drawing/2014/main" id="{21EF1BFC-F8EA-31FF-2ECB-6FE640057D1C}"/>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a:solidFill>
                  <a:schemeClr val="tx2"/>
                </a:solidFill>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8B073B14-3FCE-9EBE-8EF4-076D31F5D3A9}"/>
              </a:ext>
            </a:extLst>
          </p:cNvPr>
          <p:cNvSpPr txBox="1"/>
          <p:nvPr userDrawn="1"/>
        </p:nvSpPr>
        <p:spPr>
          <a:xfrm>
            <a:off x="609599" y="2461211"/>
            <a:ext cx="6867525" cy="923330"/>
          </a:xfrm>
          <a:prstGeom prst="rect">
            <a:avLst/>
          </a:prstGeom>
          <a:noFill/>
        </p:spPr>
        <p:txBody>
          <a:bodyPr wrap="square" lIns="0" rtlCol="0">
            <a:noAutofit/>
          </a:bodyPr>
          <a:lstStyle/>
          <a:p>
            <a:r>
              <a:rPr lang="en-US" sz="4800" dirty="0">
                <a:solidFill>
                  <a:schemeClr val="tx2"/>
                </a:solidFill>
                <a:latin typeface="+mn-lt"/>
              </a:rPr>
              <a:t>Thank you!</a:t>
            </a:r>
          </a:p>
        </p:txBody>
      </p:sp>
      <p:sp>
        <p:nvSpPr>
          <p:cNvPr id="21" name="TextBox 20">
            <a:extLst>
              <a:ext uri="{FF2B5EF4-FFF2-40B4-BE49-F238E27FC236}">
                <a16:creationId xmlns:a16="http://schemas.microsoft.com/office/drawing/2014/main" id="{2B64E461-542C-9DF0-B91E-B36341643F32}"/>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dirty="0" err="1"/>
          </a:p>
        </p:txBody>
      </p:sp>
      <p:pic>
        <p:nvPicPr>
          <p:cNvPr id="22" name="Picture 21">
            <a:extLst>
              <a:ext uri="{FF2B5EF4-FFF2-40B4-BE49-F238E27FC236}">
                <a16:creationId xmlns:a16="http://schemas.microsoft.com/office/drawing/2014/main" id="{0625BCAF-5C90-042B-0BAB-CD0E59CCA80B}"/>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2" name="TextBox 1">
            <a:extLst>
              <a:ext uri="{FF2B5EF4-FFF2-40B4-BE49-F238E27FC236}">
                <a16:creationId xmlns:a16="http://schemas.microsoft.com/office/drawing/2014/main" id="{DDEC7666-E95B-BA1B-9CE7-A188F672FA46}"/>
              </a:ext>
            </a:extLst>
          </p:cNvPr>
          <p:cNvSpPr txBox="1"/>
          <p:nvPr userDrawn="1"/>
        </p:nvSpPr>
        <p:spPr>
          <a:xfrm>
            <a:off x="527766" y="6025634"/>
            <a:ext cx="3937296" cy="184666"/>
          </a:xfrm>
          <a:prstGeom prst="rect">
            <a:avLst/>
          </a:prstGeom>
          <a:noFill/>
        </p:spPr>
        <p:txBody>
          <a:bodyPr wrap="none" rtlCol="0">
            <a:spAutoFit/>
          </a:bodyPr>
          <a:lstStyle/>
          <a:p>
            <a:pPr algn="l"/>
            <a:r>
              <a:rPr lang="en-US" sz="600" dirty="0">
                <a:solidFill>
                  <a:schemeClr val="tx2"/>
                </a:solidFill>
              </a:rPr>
              <a:t>© 2026, Amazon Web Services, Inc. or its affiliates. All rights reserved. Amazon Confidential and Trademark.</a:t>
            </a:r>
          </a:p>
        </p:txBody>
      </p:sp>
    </p:spTree>
    <p:extLst>
      <p:ext uri="{BB962C8B-B14F-4D97-AF65-F5344CB8AC3E}">
        <p14:creationId xmlns:p14="http://schemas.microsoft.com/office/powerpoint/2010/main" val="4222572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hank You Option 3">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00EE6D9C-875B-CBBD-B13E-569C0B9A8F7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Text Placeholder 7">
            <a:extLst>
              <a:ext uri="{FF2B5EF4-FFF2-40B4-BE49-F238E27FC236}">
                <a16:creationId xmlns:a16="http://schemas.microsoft.com/office/drawing/2014/main" id="{C3E01366-E822-32FE-65C0-B3B4125945BA}"/>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1E78FCF9-F25E-3767-EB4A-8D919FAD0C7D}"/>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4A1C9D7C-4935-7A74-21C6-B88B45377B89}"/>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0D6E1ED-92EF-4477-D94E-EDA210EF8854}"/>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7" name="Text Placeholder 7">
            <a:extLst>
              <a:ext uri="{FF2B5EF4-FFF2-40B4-BE49-F238E27FC236}">
                <a16:creationId xmlns:a16="http://schemas.microsoft.com/office/drawing/2014/main" id="{3F1AB78F-B9B6-3B94-6F03-015F0598F319}"/>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defRPr>
            </a:lvl1pPr>
          </a:lstStyle>
          <a:p>
            <a:pPr lvl="0"/>
            <a:r>
              <a:rPr lang="en-US" dirty="0"/>
              <a:t>Speaker name</a:t>
            </a:r>
          </a:p>
        </p:txBody>
      </p:sp>
      <p:sp>
        <p:nvSpPr>
          <p:cNvPr id="9" name="Text Placeholder 9">
            <a:extLst>
              <a:ext uri="{FF2B5EF4-FFF2-40B4-BE49-F238E27FC236}">
                <a16:creationId xmlns:a16="http://schemas.microsoft.com/office/drawing/2014/main" id="{7B0FD9D2-77A6-9253-CB15-84E1C403FB55}"/>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DAE79A02-C451-B664-9107-9D196F3382D7}"/>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1416FB4C-1D1E-4119-B730-03DD2E265086}"/>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pic>
        <p:nvPicPr>
          <p:cNvPr id="22" name="Picture 21">
            <a:extLst>
              <a:ext uri="{FF2B5EF4-FFF2-40B4-BE49-F238E27FC236}">
                <a16:creationId xmlns:a16="http://schemas.microsoft.com/office/drawing/2014/main" id="{30CC1F33-20B4-A2CC-CBF3-F33B6E957A35}"/>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2" name="TextBox 1">
            <a:extLst>
              <a:ext uri="{FF2B5EF4-FFF2-40B4-BE49-F238E27FC236}">
                <a16:creationId xmlns:a16="http://schemas.microsoft.com/office/drawing/2014/main" id="{492CA65A-606C-B6BF-5226-3CAA4640D586}"/>
              </a:ext>
            </a:extLst>
          </p:cNvPr>
          <p:cNvSpPr txBox="1"/>
          <p:nvPr userDrawn="1"/>
        </p:nvSpPr>
        <p:spPr>
          <a:xfrm>
            <a:off x="527766" y="6025634"/>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0777928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1_Thank You Option 3 Alt">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00EE6D9C-875B-CBBD-B13E-569C0B9A8F7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E84ABE2A-3BC9-6EFB-753A-8DC121AE2F06}"/>
              </a:ext>
            </a:extLst>
          </p:cNvPr>
          <p:cNvSpPr/>
          <p:nvPr userDrawn="1"/>
        </p:nvSpPr>
        <p:spPr>
          <a:xfrm>
            <a:off x="0" y="0"/>
            <a:ext cx="12192000" cy="6858000"/>
          </a:xfrm>
          <a:prstGeom prst="rect">
            <a:avLst/>
          </a:prstGeom>
          <a:gradFill>
            <a:gsLst>
              <a:gs pos="31000">
                <a:schemeClr val="bg1"/>
              </a:gs>
              <a:gs pos="100000">
                <a:schemeClr val="bg1">
                  <a:alpha val="1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3" name="Text Placeholder 7">
            <a:extLst>
              <a:ext uri="{FF2B5EF4-FFF2-40B4-BE49-F238E27FC236}">
                <a16:creationId xmlns:a16="http://schemas.microsoft.com/office/drawing/2014/main" id="{C3E01366-E822-32FE-65C0-B3B4125945BA}"/>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a:solidFill>
                  <a:schemeClr val="tx2"/>
                </a:solidFill>
              </a:defRPr>
            </a:lvl1pPr>
          </a:lstStyle>
          <a:p>
            <a:pPr lvl="0"/>
            <a:r>
              <a:rPr lang="en-US" dirty="0"/>
              <a:t>Speaker name</a:t>
            </a:r>
          </a:p>
        </p:txBody>
      </p:sp>
      <p:sp>
        <p:nvSpPr>
          <p:cNvPr id="4" name="Text Placeholder 9">
            <a:extLst>
              <a:ext uri="{FF2B5EF4-FFF2-40B4-BE49-F238E27FC236}">
                <a16:creationId xmlns:a16="http://schemas.microsoft.com/office/drawing/2014/main" id="{1E78FCF9-F25E-3767-EB4A-8D919FAD0C7D}"/>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a:solidFill>
                  <a:schemeClr val="tx2"/>
                </a:solidFill>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4A1C9D7C-4935-7A74-21C6-B88B45377B89}"/>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a:solidFill>
                  <a:schemeClr val="tx2"/>
                </a:solidFill>
              </a:defRPr>
            </a:lvl1pPr>
          </a:lstStyle>
          <a:p>
            <a:pPr lvl="0"/>
            <a:r>
              <a:rPr lang="en-US" dirty="0"/>
              <a:t>Speaker name</a:t>
            </a:r>
          </a:p>
        </p:txBody>
      </p:sp>
      <p:sp>
        <p:nvSpPr>
          <p:cNvPr id="6" name="Text Placeholder 9">
            <a:extLst>
              <a:ext uri="{FF2B5EF4-FFF2-40B4-BE49-F238E27FC236}">
                <a16:creationId xmlns:a16="http://schemas.microsoft.com/office/drawing/2014/main" id="{20D6E1ED-92EF-4477-D94E-EDA210EF8854}"/>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a:solidFill>
                  <a:schemeClr val="tx2"/>
                </a:solidFill>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DAE79A02-C451-B664-9107-9D196F3382D7}"/>
              </a:ext>
            </a:extLst>
          </p:cNvPr>
          <p:cNvSpPr txBox="1"/>
          <p:nvPr userDrawn="1"/>
        </p:nvSpPr>
        <p:spPr>
          <a:xfrm>
            <a:off x="609599" y="2461211"/>
            <a:ext cx="6867525" cy="923330"/>
          </a:xfrm>
          <a:prstGeom prst="rect">
            <a:avLst/>
          </a:prstGeom>
          <a:noFill/>
        </p:spPr>
        <p:txBody>
          <a:bodyPr wrap="square" lIns="0" rtlCol="0">
            <a:noAutofit/>
          </a:bodyPr>
          <a:lstStyle/>
          <a:p>
            <a:r>
              <a:rPr lang="en-US" sz="4800" dirty="0">
                <a:solidFill>
                  <a:schemeClr val="tx2"/>
                </a:solidFill>
                <a:latin typeface="+mn-lt"/>
              </a:rPr>
              <a:t>Thank you!</a:t>
            </a:r>
          </a:p>
        </p:txBody>
      </p:sp>
      <p:sp>
        <p:nvSpPr>
          <p:cNvPr id="21" name="TextBox 20">
            <a:extLst>
              <a:ext uri="{FF2B5EF4-FFF2-40B4-BE49-F238E27FC236}">
                <a16:creationId xmlns:a16="http://schemas.microsoft.com/office/drawing/2014/main" id="{1416FB4C-1D1E-4119-B730-03DD2E265086}"/>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dirty="0" err="1"/>
          </a:p>
        </p:txBody>
      </p:sp>
      <p:pic>
        <p:nvPicPr>
          <p:cNvPr id="22" name="Picture 21">
            <a:extLst>
              <a:ext uri="{FF2B5EF4-FFF2-40B4-BE49-F238E27FC236}">
                <a16:creationId xmlns:a16="http://schemas.microsoft.com/office/drawing/2014/main" id="{30CC1F33-20B4-A2CC-CBF3-F33B6E957A3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602686" y="5622947"/>
            <a:ext cx="979714" cy="587352"/>
          </a:xfrm>
          <a:prstGeom prst="rect">
            <a:avLst/>
          </a:prstGeom>
        </p:spPr>
      </p:pic>
      <p:sp>
        <p:nvSpPr>
          <p:cNvPr id="2" name="TextBox 1">
            <a:extLst>
              <a:ext uri="{FF2B5EF4-FFF2-40B4-BE49-F238E27FC236}">
                <a16:creationId xmlns:a16="http://schemas.microsoft.com/office/drawing/2014/main" id="{492CA65A-606C-B6BF-5226-3CAA4640D586}"/>
              </a:ext>
            </a:extLst>
          </p:cNvPr>
          <p:cNvSpPr txBox="1"/>
          <p:nvPr userDrawn="1"/>
        </p:nvSpPr>
        <p:spPr>
          <a:xfrm>
            <a:off x="527766" y="6025634"/>
            <a:ext cx="3937296" cy="184666"/>
          </a:xfrm>
          <a:prstGeom prst="rect">
            <a:avLst/>
          </a:prstGeom>
          <a:noFill/>
        </p:spPr>
        <p:txBody>
          <a:bodyPr wrap="none" rtlCol="0">
            <a:spAutoFit/>
          </a:bodyPr>
          <a:lstStyle/>
          <a:p>
            <a:pPr algn="l"/>
            <a:r>
              <a:rPr lang="en-US" sz="600" dirty="0">
                <a:solidFill>
                  <a:schemeClr val="tx2"/>
                </a:solidFill>
              </a:rPr>
              <a:t>© 2026, Amazon Web Services, Inc. or its affiliates. All rights reserved. Amazon Confidential and Trademark.</a:t>
            </a:r>
          </a:p>
        </p:txBody>
      </p:sp>
      <p:sp>
        <p:nvSpPr>
          <p:cNvPr id="8" name="Picture Placeholder 5">
            <a:extLst>
              <a:ext uri="{FF2B5EF4-FFF2-40B4-BE49-F238E27FC236}">
                <a16:creationId xmlns:a16="http://schemas.microsoft.com/office/drawing/2014/main" id="{6CFD440E-900A-07C1-D847-8F283708C349}"/>
              </a:ext>
            </a:extLst>
          </p:cNvPr>
          <p:cNvSpPr>
            <a:spLocks noGrp="1"/>
          </p:cNvSpPr>
          <p:nvPr>
            <p:ph type="pic" sz="quarter" idx="14"/>
          </p:nvPr>
        </p:nvSpPr>
        <p:spPr>
          <a:xfrm>
            <a:off x="7008173" y="707923"/>
            <a:ext cx="4572543" cy="4609723"/>
          </a:xfrm>
          <a:prstGeom prst="roundRect">
            <a:avLst>
              <a:gd name="adj" fmla="val 4410"/>
            </a:avLst>
          </a:prstGeom>
          <a:solidFill>
            <a:schemeClr val="bg1"/>
          </a:solidFill>
        </p:spPr>
        <p:txBody>
          <a:bodyPr/>
          <a:lstStyle/>
          <a:p>
            <a:endParaRPr lang="en-US"/>
          </a:p>
        </p:txBody>
      </p:sp>
    </p:spTree>
    <p:extLst>
      <p:ext uri="{BB962C8B-B14F-4D97-AF65-F5344CB8AC3E}">
        <p14:creationId xmlns:p14="http://schemas.microsoft.com/office/powerpoint/2010/main" val="742174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33D-5535-4C9A-8FE3-B37ABA63B4C7}"/>
              </a:ext>
            </a:extLst>
          </p:cNvPr>
          <p:cNvSpPr>
            <a:spLocks noGrp="1"/>
          </p:cNvSpPr>
          <p:nvPr>
            <p:ph type="title"/>
          </p:nvPr>
        </p:nvSpPr>
        <p:spPr>
          <a:xfrm>
            <a:off x="609600"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9E93D77A-024C-472F-B312-4E06A5BAE0BA}"/>
              </a:ext>
            </a:extLst>
          </p:cNvPr>
          <p:cNvSpPr>
            <a:spLocks noGrp="1"/>
          </p:cNvSpPr>
          <p:nvPr>
            <p:ph type="body" orient="vert" idx="1"/>
          </p:nvPr>
        </p:nvSpPr>
        <p:spPr>
          <a:xfrm>
            <a:off x="9076329" y="1718982"/>
            <a:ext cx="2506071" cy="4491317"/>
          </a:xfrm>
        </p:spPr>
        <p:txBody>
          <a:bodyPr vert="eaVert"/>
          <a:lstStyle>
            <a:lvl1pPr marL="457200" indent="-457200">
              <a:buFont typeface="Arial" panose="020B0604020202020204" pitchFamily="34" charset="0"/>
              <a:buChar char="•"/>
              <a:defRPr b="0" i="0">
                <a:latin typeface="Amazon Ember Display" panose="020F0603020204020204" pitchFamily="34" charset="0"/>
              </a:defRPr>
            </a:lvl1pPr>
            <a:lvl2pPr marL="628650" indent="-342900">
              <a:buFont typeface="Arial" panose="020B0604020202020204" pitchFamily="34" charset="0"/>
              <a:buChar char="•"/>
              <a:defRPr b="0" i="0">
                <a:latin typeface="Amazon Ember Display" panose="020F0603020204020204" pitchFamily="34" charset="0"/>
              </a:defRPr>
            </a:lvl2pPr>
            <a:lvl3pPr marL="971550" indent="-342900">
              <a:buFont typeface="Arial" panose="020B0604020202020204" pitchFamily="34" charset="0"/>
              <a:buChar char="•"/>
              <a:defRPr b="0" i="0">
                <a:latin typeface="Amazon Ember Display" panose="020F0603020204020204" pitchFamily="34" charset="0"/>
              </a:defRPr>
            </a:lvl3pPr>
            <a:lvl4pPr marL="1144588" indent="-285750">
              <a:buFont typeface="Arial" panose="020B0604020202020204" pitchFamily="34" charset="0"/>
              <a:buChar char="•"/>
              <a:defRPr b="0" i="0">
                <a:latin typeface="Amazon Ember Display" panose="020F0603020204020204" pitchFamily="34" charset="0"/>
              </a:defRPr>
            </a:lvl4pPr>
            <a:lvl5pPr marL="1316038" indent="-285750">
              <a:buFont typeface="Arial" panose="020B0604020202020204" pitchFamily="34" charset="0"/>
              <a:buChar char="•"/>
              <a:defRPr b="0" i="0">
                <a:latin typeface="Amazon Ember Display" panose="020F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D7BCF1F-274F-4C05-8696-189CDAE0C33B}"/>
              </a:ext>
            </a:extLst>
          </p:cNvPr>
          <p:cNvSpPr>
            <a:spLocks noGrp="1"/>
          </p:cNvSpPr>
          <p:nvPr>
            <p:ph type="dt" sz="half" idx="10"/>
          </p:nvPr>
        </p:nvSpPr>
        <p:spPr/>
        <p:txBody>
          <a:bodyPr/>
          <a:lstStyle>
            <a:lvl1pPr>
              <a:defRPr b="0" i="0">
                <a:latin typeface="Amazon Ember Display" panose="020F0603020204020204" pitchFamily="34" charset="0"/>
              </a:defRPr>
            </a:lvl1pPr>
          </a:lstStyle>
          <a:p>
            <a:fld id="{8DF6AC9B-6FB6-E64C-9786-C40DFE89F624}" type="datetime1">
              <a:rPr lang="en-US" smtClean="0"/>
              <a:pPr/>
              <a:t>12/9/25</a:t>
            </a:fld>
            <a:endParaRPr lang="en-US" dirty="0"/>
          </a:p>
        </p:txBody>
      </p:sp>
      <p:sp>
        <p:nvSpPr>
          <p:cNvPr id="5" name="Footer Placeholder 4">
            <a:extLst>
              <a:ext uri="{FF2B5EF4-FFF2-40B4-BE49-F238E27FC236}">
                <a16:creationId xmlns:a16="http://schemas.microsoft.com/office/drawing/2014/main" id="{34FBB62C-DD5C-4CC6-98BC-330285579B79}"/>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310D4DAD-D906-4444-864A-7CED33CEDEB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625061DB-7406-41C8-A121-52D8D4484FD1}" type="slidenum">
              <a:rPr lang="en-US" smtClean="0"/>
              <a:pPr/>
              <a:t>‹#›</a:t>
            </a:fld>
            <a:endParaRPr lang="en-US" dirty="0"/>
          </a:p>
        </p:txBody>
      </p:sp>
    </p:spTree>
    <p:extLst>
      <p:ext uri="{BB962C8B-B14F-4D97-AF65-F5344CB8AC3E}">
        <p14:creationId xmlns:p14="http://schemas.microsoft.com/office/powerpoint/2010/main" val="2484097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F2CA4B-F100-498A-9F95-D1048E98B369}"/>
              </a:ext>
            </a:extLst>
          </p:cNvPr>
          <p:cNvSpPr>
            <a:spLocks noGrp="1"/>
          </p:cNvSpPr>
          <p:nvPr>
            <p:ph type="title" orient="vert"/>
          </p:nvPr>
        </p:nvSpPr>
        <p:spPr>
          <a:xfrm>
            <a:off x="8724900" y="914399"/>
            <a:ext cx="2857500" cy="5295901"/>
          </a:xfrm>
          <a:prstGeom prst="rect">
            <a:avLst/>
          </a:prstGeom>
        </p:spPr>
        <p:txBody>
          <a:bodyPr vert="eaVert">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64442DEB-18AA-41C3-A034-B81C2006971D}"/>
              </a:ext>
            </a:extLst>
          </p:cNvPr>
          <p:cNvSpPr>
            <a:spLocks noGrp="1"/>
          </p:cNvSpPr>
          <p:nvPr>
            <p:ph type="body" orient="vert" idx="1"/>
          </p:nvPr>
        </p:nvSpPr>
        <p:spPr>
          <a:xfrm>
            <a:off x="6066429" y="914399"/>
            <a:ext cx="2506071" cy="5295901"/>
          </a:xfrm>
        </p:spPr>
        <p:txBody>
          <a:bodyPr vert="eaVert"/>
          <a:lstStyle>
            <a:lvl1pPr marL="457200" indent="-457200">
              <a:buFont typeface="Arial" panose="020B0604020202020204" pitchFamily="34" charset="0"/>
              <a:buChar char="•"/>
              <a:defRPr b="0" i="0">
                <a:latin typeface="Amazon Ember Display" panose="020F0603020204020204" pitchFamily="34" charset="0"/>
              </a:defRPr>
            </a:lvl1pPr>
            <a:lvl2pPr marL="628650" indent="-342900">
              <a:buFont typeface="Arial" panose="020B0604020202020204" pitchFamily="34" charset="0"/>
              <a:buChar char="•"/>
              <a:defRPr b="0" i="0">
                <a:latin typeface="Amazon Ember Display" panose="020F0603020204020204" pitchFamily="34" charset="0"/>
              </a:defRPr>
            </a:lvl2pPr>
            <a:lvl3pPr marL="971550" indent="-342900">
              <a:buFont typeface="Arial" panose="020B0604020202020204" pitchFamily="34" charset="0"/>
              <a:buChar char="•"/>
              <a:defRPr b="0" i="0">
                <a:latin typeface="Amazon Ember Display" panose="020F0603020204020204" pitchFamily="34" charset="0"/>
              </a:defRPr>
            </a:lvl3pPr>
            <a:lvl4pPr marL="1144588" indent="-285750">
              <a:buFont typeface="Arial" panose="020B0604020202020204" pitchFamily="34" charset="0"/>
              <a:buChar char="•"/>
              <a:defRPr b="0" i="0">
                <a:latin typeface="Amazon Ember Display" panose="020F0603020204020204" pitchFamily="34" charset="0"/>
              </a:defRPr>
            </a:lvl4pPr>
            <a:lvl5pPr marL="1316038" indent="-285750">
              <a:buFont typeface="Arial" panose="020B0604020202020204" pitchFamily="34" charset="0"/>
              <a:buChar char="•"/>
              <a:defRPr b="0" i="0">
                <a:latin typeface="Amazon Ember Display" panose="020F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D98874D-2362-4107-9CFB-6624C519CF0C}"/>
              </a:ext>
            </a:extLst>
          </p:cNvPr>
          <p:cNvSpPr>
            <a:spLocks noGrp="1"/>
          </p:cNvSpPr>
          <p:nvPr>
            <p:ph type="dt" sz="half" idx="10"/>
          </p:nvPr>
        </p:nvSpPr>
        <p:spPr/>
        <p:txBody>
          <a:bodyPr/>
          <a:lstStyle>
            <a:lvl1pPr>
              <a:defRPr b="0" i="0">
                <a:latin typeface="Amazon Ember Display" panose="020F0603020204020204" pitchFamily="34" charset="0"/>
              </a:defRPr>
            </a:lvl1pPr>
          </a:lstStyle>
          <a:p>
            <a:fld id="{21DD148F-2774-EA45-8C22-2C39149188FB}" type="datetime1">
              <a:rPr lang="en-US" smtClean="0"/>
              <a:pPr/>
              <a:t>12/9/25</a:t>
            </a:fld>
            <a:endParaRPr lang="en-US" dirty="0"/>
          </a:p>
        </p:txBody>
      </p:sp>
      <p:sp>
        <p:nvSpPr>
          <p:cNvPr id="5" name="Footer Placeholder 4">
            <a:extLst>
              <a:ext uri="{FF2B5EF4-FFF2-40B4-BE49-F238E27FC236}">
                <a16:creationId xmlns:a16="http://schemas.microsoft.com/office/drawing/2014/main" id="{0C81FEF1-5834-4539-A37C-ED5E275C6D2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F0AA1474-147C-4D4E-B55D-24F747B205EB}"/>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625061DB-7406-41C8-A121-52D8D4484FD1}" type="slidenum">
              <a:rPr lang="en-US" smtClean="0"/>
              <a:pPr/>
              <a:t>‹#›</a:t>
            </a:fld>
            <a:endParaRPr lang="en-US" dirty="0"/>
          </a:p>
        </p:txBody>
      </p:sp>
    </p:spTree>
    <p:extLst>
      <p:ext uri="{BB962C8B-B14F-4D97-AF65-F5344CB8AC3E}">
        <p14:creationId xmlns:p14="http://schemas.microsoft.com/office/powerpoint/2010/main" val="28477484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Do Not Us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4731D4-24B7-407D-A119-09109E0E0D80}"/>
              </a:ext>
            </a:extLst>
          </p:cNvPr>
          <p:cNvSpPr txBox="1"/>
          <p:nvPr userDrawn="1"/>
        </p:nvSpPr>
        <p:spPr>
          <a:xfrm>
            <a:off x="3486150" y="2512370"/>
            <a:ext cx="7353300" cy="1874103"/>
          </a:xfrm>
          <a:prstGeom prst="rect">
            <a:avLst/>
          </a:prstGeom>
          <a:noFill/>
        </p:spPr>
        <p:txBody>
          <a:bodyPr wrap="square" rtlCol="0">
            <a:spAutoFit/>
          </a:bodyPr>
          <a:lstStyle/>
          <a:p>
            <a:pPr algn="l">
              <a:lnSpc>
                <a:spcPct val="80000"/>
              </a:lnSpc>
            </a:pPr>
            <a:r>
              <a:rPr lang="en-US" sz="6000" dirty="0">
                <a:latin typeface="+mj-lt"/>
              </a:rPr>
              <a:t>Do not use layouts after this slide.</a:t>
            </a:r>
            <a:br>
              <a:rPr lang="en-US" sz="6000" dirty="0">
                <a:latin typeface="+mj-lt"/>
              </a:rPr>
            </a:br>
            <a:r>
              <a:rPr lang="en-US" sz="2000" dirty="0">
                <a:latin typeface="+mj-lt"/>
              </a:rPr>
              <a:t>They are not part of the official template.</a:t>
            </a:r>
            <a:endParaRPr lang="en-US" sz="6000" dirty="0">
              <a:latin typeface="+mj-lt"/>
            </a:endParaRPr>
          </a:p>
        </p:txBody>
      </p:sp>
      <p:pic>
        <p:nvPicPr>
          <p:cNvPr id="7" name="Graphic 6" descr="Stop sign">
            <a:extLst>
              <a:ext uri="{FF2B5EF4-FFF2-40B4-BE49-F238E27FC236}">
                <a16:creationId xmlns:a16="http://schemas.microsoft.com/office/drawing/2014/main" id="{2E1D490C-0B7A-44B5-A2CC-97504831122D}"/>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7250" y="2114549"/>
            <a:ext cx="2628900" cy="2628900"/>
          </a:xfrm>
          <a:prstGeom prst="rect">
            <a:avLst/>
          </a:prstGeom>
        </p:spPr>
      </p:pic>
      <p:sp>
        <p:nvSpPr>
          <p:cNvPr id="8" name="Rectangle 7">
            <a:extLst>
              <a:ext uri="{FF2B5EF4-FFF2-40B4-BE49-F238E27FC236}">
                <a16:creationId xmlns:a16="http://schemas.microsoft.com/office/drawing/2014/main" id="{A56A91D7-A142-41A9-9775-90FA8A0EC8F4}"/>
              </a:ext>
            </a:extLst>
          </p:cNvPr>
          <p:cNvSpPr/>
          <p:nvPr userDrawn="1"/>
        </p:nvSpPr>
        <p:spPr>
          <a:xfrm>
            <a:off x="380999" y="6337300"/>
            <a:ext cx="4943475" cy="5207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mazon Ember Display" panose="020F0603020204020204" pitchFamily="34" charset="0"/>
            </a:endParaRPr>
          </a:p>
        </p:txBody>
      </p:sp>
      <p:sp>
        <p:nvSpPr>
          <p:cNvPr id="5" name="Rectangle 4">
            <a:extLst>
              <a:ext uri="{FF2B5EF4-FFF2-40B4-BE49-F238E27FC236}">
                <a16:creationId xmlns:a16="http://schemas.microsoft.com/office/drawing/2014/main" id="{F4A252AA-410C-4410-AE45-9D483892FCD8}"/>
              </a:ext>
            </a:extLst>
          </p:cNvPr>
          <p:cNvSpPr/>
          <p:nvPr userDrawn="1"/>
        </p:nvSpPr>
        <p:spPr>
          <a:xfrm>
            <a:off x="380999" y="163722"/>
            <a:ext cx="4943475" cy="5207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mazon Ember Display" panose="020F0603020204020204" pitchFamily="34" charset="0"/>
            </a:endParaRPr>
          </a:p>
        </p:txBody>
      </p:sp>
    </p:spTree>
    <p:extLst>
      <p:ext uri="{BB962C8B-B14F-4D97-AF65-F5344CB8AC3E}">
        <p14:creationId xmlns:p14="http://schemas.microsoft.com/office/powerpoint/2010/main" val="1599047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Title Only Dar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0601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itle Side 1A">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87593843-4CBC-A712-CB2B-B4F878BE3458}"/>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9" name="Picture 8">
            <a:extLst>
              <a:ext uri="{FF2B5EF4-FFF2-40B4-BE49-F238E27FC236}">
                <a16:creationId xmlns:a16="http://schemas.microsoft.com/office/drawing/2014/main" id="{41B6776E-568F-A5A4-981B-E30628F8727D}"/>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11" name="TextBox 10">
            <a:extLst>
              <a:ext uri="{FF2B5EF4-FFF2-40B4-BE49-F238E27FC236}">
                <a16:creationId xmlns:a16="http://schemas.microsoft.com/office/drawing/2014/main" id="{F9CE4815-926B-43B6-82AB-971B1A89CEF6}"/>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11644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Slide 1C">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273828A-79F8-15CD-9D21-FB44B77FDBB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53CAD519-9A88-CC6D-C64F-32781DE12863}"/>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AECD1BDB-3933-70D1-D0B1-585F679690F4}"/>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49BD2DDE-9CEA-E55B-45AC-E81DC0520AEE}"/>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6F4339BC-5512-257D-D251-96C726B3928B}"/>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2A8E9AEE-EE0A-4511-286D-B7E92DB33387}"/>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 name="Title 1">
            <a:extLst>
              <a:ext uri="{FF2B5EF4-FFF2-40B4-BE49-F238E27FC236}">
                <a16:creationId xmlns:a16="http://schemas.microsoft.com/office/drawing/2014/main" id="{4C69315F-6BED-09F1-C555-D62EBCC2C2CC}"/>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1" name="Picture 10">
            <a:extLst>
              <a:ext uri="{FF2B5EF4-FFF2-40B4-BE49-F238E27FC236}">
                <a16:creationId xmlns:a16="http://schemas.microsoft.com/office/drawing/2014/main" id="{FA0E7CF6-AEC8-B8B6-2040-09A061248948}"/>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Tree>
    <p:extLst>
      <p:ext uri="{BB962C8B-B14F-4D97-AF65-F5344CB8AC3E}">
        <p14:creationId xmlns:p14="http://schemas.microsoft.com/office/powerpoint/2010/main" val="10085237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 Slide 1B">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30B1A274-34CE-9318-18E9-83796CAE512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A8CD09BF-BE98-954E-8C83-FD00798ACA28}"/>
              </a:ext>
            </a:extLst>
          </p:cNvPr>
          <p:cNvSpPr>
            <a:spLocks noGrp="1"/>
          </p:cNvSpPr>
          <p:nvPr>
            <p:ph type="subTitle" idx="1" hasCustomPrompt="1"/>
          </p:nvPr>
        </p:nvSpPr>
        <p:spPr>
          <a:xfrm>
            <a:off x="609598" y="4366830"/>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AAF119F6-59CF-C06E-9DEE-68747AC5B537}"/>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19378773-656B-3414-4689-741C92BE3E06}"/>
              </a:ext>
            </a:extLst>
          </p:cNvPr>
          <p:cNvSpPr>
            <a:spLocks noGrp="1"/>
          </p:cNvSpPr>
          <p:nvPr>
            <p:ph type="body" sz="quarter" idx="10" hasCustomPrompt="1"/>
          </p:nvPr>
        </p:nvSpPr>
        <p:spPr>
          <a:xfrm>
            <a:off x="609598" y="332014"/>
            <a:ext cx="6477002" cy="230832"/>
          </a:xfrm>
        </p:spPr>
        <p:txBody>
          <a:bodyPr wrap="square"/>
          <a:lstStyle>
            <a:lvl1pPr marL="0" indent="0">
              <a:spcAft>
                <a:spcPts val="0"/>
              </a:spcAft>
              <a:buNone/>
              <a:defRPr sz="1000" b="0" i="0" cap="all" spc="3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3C5437D4-D83E-F7AB-7C05-4D16F6D780CF}"/>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18671D03-03D2-3246-0292-3278FC46E9BD}"/>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2" name="Title 1">
            <a:extLst>
              <a:ext uri="{FF2B5EF4-FFF2-40B4-BE49-F238E27FC236}">
                <a16:creationId xmlns:a16="http://schemas.microsoft.com/office/drawing/2014/main" id="{062C415C-2EF2-186A-04FA-1B6BE61C4101}"/>
              </a:ext>
            </a:extLst>
          </p:cNvPr>
          <p:cNvSpPr>
            <a:spLocks noGrp="1"/>
          </p:cNvSpPr>
          <p:nvPr>
            <p:ph type="ctrTitle" hasCustomPrompt="1"/>
          </p:nvPr>
        </p:nvSpPr>
        <p:spPr>
          <a:xfrm>
            <a:off x="477246" y="3418321"/>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1" name="Picture 10">
            <a:extLst>
              <a:ext uri="{FF2B5EF4-FFF2-40B4-BE49-F238E27FC236}">
                <a16:creationId xmlns:a16="http://schemas.microsoft.com/office/drawing/2014/main" id="{47D75C48-1113-B98D-B01C-9CF253E8BBEA}"/>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Tree>
    <p:extLst>
      <p:ext uri="{BB962C8B-B14F-4D97-AF65-F5344CB8AC3E}">
        <p14:creationId xmlns:p14="http://schemas.microsoft.com/office/powerpoint/2010/main" val="2986355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Title Slide 2A">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1C5CAEF-E4CF-4B92-233A-7553242F643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 y="0"/>
            <a:ext cx="12192001" cy="6858001"/>
          </a:xfrm>
          <a:prstGeom prst="rect">
            <a:avLst/>
          </a:prstGeom>
        </p:spPr>
      </p:pic>
      <p:sp>
        <p:nvSpPr>
          <p:cNvPr id="3" name="Subtitle 2">
            <a:extLst>
              <a:ext uri="{FF2B5EF4-FFF2-40B4-BE49-F238E27FC236}">
                <a16:creationId xmlns:a16="http://schemas.microsoft.com/office/drawing/2014/main" id="{60F04AFD-CEAF-D96A-9FBC-950044545866}"/>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5" name="Text Placeholder 9">
            <a:extLst>
              <a:ext uri="{FF2B5EF4-FFF2-40B4-BE49-F238E27FC236}">
                <a16:creationId xmlns:a16="http://schemas.microsoft.com/office/drawing/2014/main" id="{0187CBED-F3F8-A0AE-DBEA-EEEA1D2E7660}"/>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21" name="Rounded Rectangle 20">
            <a:extLst>
              <a:ext uri="{FF2B5EF4-FFF2-40B4-BE49-F238E27FC236}">
                <a16:creationId xmlns:a16="http://schemas.microsoft.com/office/drawing/2014/main" id="{55857500-2C8E-9211-5B61-DC83BC3450CB}"/>
              </a:ext>
            </a:extLst>
          </p:cNvPr>
          <p:cNvSpPr/>
          <p:nvPr userDrawn="1"/>
        </p:nvSpPr>
        <p:spPr>
          <a:xfrm>
            <a:off x="609598" y="304800"/>
            <a:ext cx="2993681" cy="288951"/>
          </a:xfrm>
          <a:prstGeom prst="round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6" name="Text Placeholder 7">
            <a:extLst>
              <a:ext uri="{FF2B5EF4-FFF2-40B4-BE49-F238E27FC236}">
                <a16:creationId xmlns:a16="http://schemas.microsoft.com/office/drawing/2014/main" id="{17F887A3-28C2-6DE9-5807-21C410AB73B1}"/>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BBFEBE6D-8293-FD48-7C86-4989B458ECE3}"/>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22" name="TextBox 21">
            <a:extLst>
              <a:ext uri="{FF2B5EF4-FFF2-40B4-BE49-F238E27FC236}">
                <a16:creationId xmlns:a16="http://schemas.microsoft.com/office/drawing/2014/main" id="{19ABE821-C29F-8323-0B26-4C07043DC762}"/>
              </a:ext>
            </a:extLst>
          </p:cNvPr>
          <p:cNvSpPr txBox="1"/>
          <p:nvPr userDrawn="1"/>
        </p:nvSpPr>
        <p:spPr>
          <a:xfrm>
            <a:off x="-135802" y="2471596"/>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sp>
        <p:nvSpPr>
          <p:cNvPr id="23" name="Title 1">
            <a:extLst>
              <a:ext uri="{FF2B5EF4-FFF2-40B4-BE49-F238E27FC236}">
                <a16:creationId xmlns:a16="http://schemas.microsoft.com/office/drawing/2014/main" id="{10165371-E8F4-C898-9295-C3E433A3EF22}"/>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0" name="Picture 9">
            <a:extLst>
              <a:ext uri="{FF2B5EF4-FFF2-40B4-BE49-F238E27FC236}">
                <a16:creationId xmlns:a16="http://schemas.microsoft.com/office/drawing/2014/main" id="{1D45EB7E-B60E-0A55-8AB4-0421DDF33C17}"/>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5455" y="5759695"/>
            <a:ext cx="740228" cy="442870"/>
          </a:xfrm>
          <a:prstGeom prst="rect">
            <a:avLst/>
          </a:prstGeom>
        </p:spPr>
      </p:pic>
      <p:sp>
        <p:nvSpPr>
          <p:cNvPr id="2" name="TextBox 1">
            <a:extLst>
              <a:ext uri="{FF2B5EF4-FFF2-40B4-BE49-F238E27FC236}">
                <a16:creationId xmlns:a16="http://schemas.microsoft.com/office/drawing/2014/main" id="{4710431E-665E-3CC0-2862-3E2132A81319}"/>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068209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itle Slide 2B">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846A2E1-DADB-E7FA-8523-F125A4AEE48C}"/>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5" name="Text Placeholder 9">
            <a:extLst>
              <a:ext uri="{FF2B5EF4-FFF2-40B4-BE49-F238E27FC236}">
                <a16:creationId xmlns:a16="http://schemas.microsoft.com/office/drawing/2014/main" id="{E80812B7-8A92-F272-875E-0D757C691E8E}"/>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7" name="Text Placeholder 11">
            <a:extLst>
              <a:ext uri="{FF2B5EF4-FFF2-40B4-BE49-F238E27FC236}">
                <a16:creationId xmlns:a16="http://schemas.microsoft.com/office/drawing/2014/main" id="{9404D9CE-381D-295C-A64E-88C5D0C0A61D}"/>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24" name="Rounded Rectangle 23">
            <a:extLst>
              <a:ext uri="{FF2B5EF4-FFF2-40B4-BE49-F238E27FC236}">
                <a16:creationId xmlns:a16="http://schemas.microsoft.com/office/drawing/2014/main" id="{22F49425-7DA0-E6A1-AFFB-06CE3587D57C}"/>
              </a:ext>
            </a:extLst>
          </p:cNvPr>
          <p:cNvSpPr/>
          <p:nvPr userDrawn="1"/>
        </p:nvSpPr>
        <p:spPr>
          <a:xfrm>
            <a:off x="609598" y="304800"/>
            <a:ext cx="2993681" cy="288951"/>
          </a:xfrm>
          <a:prstGeom prst="round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5" name="Text Placeholder 7">
            <a:extLst>
              <a:ext uri="{FF2B5EF4-FFF2-40B4-BE49-F238E27FC236}">
                <a16:creationId xmlns:a16="http://schemas.microsoft.com/office/drawing/2014/main" id="{C8E54E3F-3CBC-43DF-D0B7-3007697064A8}"/>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26" name="Subtitle 2">
            <a:extLst>
              <a:ext uri="{FF2B5EF4-FFF2-40B4-BE49-F238E27FC236}">
                <a16:creationId xmlns:a16="http://schemas.microsoft.com/office/drawing/2014/main" id="{7EDB5F6C-924F-E4E4-8B18-2197BA4C3F5E}"/>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2" name="Title 1">
            <a:extLst>
              <a:ext uri="{FF2B5EF4-FFF2-40B4-BE49-F238E27FC236}">
                <a16:creationId xmlns:a16="http://schemas.microsoft.com/office/drawing/2014/main" id="{26F28616-0D97-9CAF-203B-33E2A2B5C1D1}"/>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9" name="Picture 8">
            <a:extLst>
              <a:ext uri="{FF2B5EF4-FFF2-40B4-BE49-F238E27FC236}">
                <a16:creationId xmlns:a16="http://schemas.microsoft.com/office/drawing/2014/main" id="{B6139FD2-9628-8192-7052-B005333F7B85}"/>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5455" y="5759695"/>
            <a:ext cx="740228" cy="442870"/>
          </a:xfrm>
          <a:prstGeom prst="rect">
            <a:avLst/>
          </a:prstGeom>
        </p:spPr>
      </p:pic>
      <p:sp>
        <p:nvSpPr>
          <p:cNvPr id="3" name="TextBox 2">
            <a:extLst>
              <a:ext uri="{FF2B5EF4-FFF2-40B4-BE49-F238E27FC236}">
                <a16:creationId xmlns:a16="http://schemas.microsoft.com/office/drawing/2014/main" id="{C610568A-D1EB-780D-64EB-95BD34A1BCB1}"/>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81899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_Title Slide 2B">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F178C6C-A11A-B7DA-DE97-C5EF3DA2424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5" name="Text Placeholder 7">
            <a:extLst>
              <a:ext uri="{FF2B5EF4-FFF2-40B4-BE49-F238E27FC236}">
                <a16:creationId xmlns:a16="http://schemas.microsoft.com/office/drawing/2014/main" id="{C8E54E3F-3CBC-43DF-D0B7-3007697064A8}"/>
              </a:ext>
            </a:extLst>
          </p:cNvPr>
          <p:cNvSpPr>
            <a:spLocks noGrp="1"/>
          </p:cNvSpPr>
          <p:nvPr>
            <p:ph type="body" sz="quarter" idx="10"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709020204020204" pitchFamily="49" charset="0"/>
                <a:cs typeface="Amazon Ember Mono" panose="020B0709020204020204" pitchFamily="49" charset="0"/>
              </a:defRPr>
            </a:lvl1pPr>
          </a:lstStyle>
          <a:p>
            <a:pPr lvl="0"/>
            <a:r>
              <a:rPr lang="en-US" dirty="0"/>
              <a:t>Enter session ID if required</a:t>
            </a:r>
          </a:p>
        </p:txBody>
      </p:sp>
      <p:sp>
        <p:nvSpPr>
          <p:cNvPr id="5" name="Text Placeholder 9">
            <a:extLst>
              <a:ext uri="{FF2B5EF4-FFF2-40B4-BE49-F238E27FC236}">
                <a16:creationId xmlns:a16="http://schemas.microsoft.com/office/drawing/2014/main" id="{E80812B7-8A92-F272-875E-0D757C691E8E}"/>
              </a:ext>
            </a:extLst>
          </p:cNvPr>
          <p:cNvSpPr>
            <a:spLocks noGrp="1"/>
          </p:cNvSpPr>
          <p:nvPr>
            <p:ph type="body" sz="quarter" idx="11" hasCustomPrompt="1"/>
          </p:nvPr>
        </p:nvSpPr>
        <p:spPr>
          <a:xfrm>
            <a:off x="609598" y="5261981"/>
            <a:ext cx="3797302" cy="369332"/>
          </a:xfrm>
        </p:spPr>
        <p:txBody>
          <a:bodyPr wrap="square"/>
          <a:lstStyle>
            <a:lvl1pPr marL="0" indent="0">
              <a:spcAft>
                <a:spcPts val="0"/>
              </a:spcAft>
              <a:buNone/>
              <a:defRPr sz="20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 (pronouns)</a:t>
            </a:r>
          </a:p>
        </p:txBody>
      </p:sp>
      <p:sp>
        <p:nvSpPr>
          <p:cNvPr id="7" name="Text Placeholder 11">
            <a:extLst>
              <a:ext uri="{FF2B5EF4-FFF2-40B4-BE49-F238E27FC236}">
                <a16:creationId xmlns:a16="http://schemas.microsoft.com/office/drawing/2014/main" id="{9404D9CE-381D-295C-A64E-88C5D0C0A61D}"/>
              </a:ext>
            </a:extLst>
          </p:cNvPr>
          <p:cNvSpPr>
            <a:spLocks noGrp="1"/>
          </p:cNvSpPr>
          <p:nvPr>
            <p:ph type="body" sz="quarter" idx="12" hasCustomPrompt="1"/>
          </p:nvPr>
        </p:nvSpPr>
        <p:spPr>
          <a:xfrm>
            <a:off x="609598" y="5674769"/>
            <a:ext cx="3797302" cy="535531"/>
          </a:xfrm>
        </p:spPr>
        <p:txBody>
          <a:bodyPr wrap="square"/>
          <a:lstStyle>
            <a:lvl1pPr marL="0" indent="0">
              <a:spcAft>
                <a:spcPts val="3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24" name="Rounded Rectangle 23">
            <a:extLst>
              <a:ext uri="{FF2B5EF4-FFF2-40B4-BE49-F238E27FC236}">
                <a16:creationId xmlns:a16="http://schemas.microsoft.com/office/drawing/2014/main" id="{22F49425-7DA0-E6A1-AFFB-06CE3587D57C}"/>
              </a:ext>
            </a:extLst>
          </p:cNvPr>
          <p:cNvSpPr/>
          <p:nvPr userDrawn="1"/>
        </p:nvSpPr>
        <p:spPr>
          <a:xfrm>
            <a:off x="609598" y="304800"/>
            <a:ext cx="2993681" cy="288951"/>
          </a:xfrm>
          <a:prstGeom prst="round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26" name="Subtitle 2">
            <a:extLst>
              <a:ext uri="{FF2B5EF4-FFF2-40B4-BE49-F238E27FC236}">
                <a16:creationId xmlns:a16="http://schemas.microsoft.com/office/drawing/2014/main" id="{7EDB5F6C-924F-E4E4-8B18-2197BA4C3F5E}"/>
              </a:ext>
            </a:extLst>
          </p:cNvPr>
          <p:cNvSpPr>
            <a:spLocks noGrp="1"/>
          </p:cNvSpPr>
          <p:nvPr>
            <p:ph type="subTitle" idx="1" hasCustomPrompt="1"/>
          </p:nvPr>
        </p:nvSpPr>
        <p:spPr>
          <a:xfrm>
            <a:off x="609598" y="1918337"/>
            <a:ext cx="6460998" cy="535531"/>
          </a:xfrm>
        </p:spPr>
        <p:txBody>
          <a:bodyPr wrap="square"/>
          <a:lstStyle>
            <a:lvl1pPr marL="0" indent="0" algn="l">
              <a:spcAft>
                <a:spcPts val="0"/>
              </a:spcAft>
              <a:buFont typeface="Arial" panose="020B0604020202020204" pitchFamily="34" charset="0"/>
              <a:buNone/>
              <a:defRPr sz="3200" b="0" i="0" cap="none" spc="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Enter subtitle</a:t>
            </a:r>
          </a:p>
        </p:txBody>
      </p:sp>
      <p:sp>
        <p:nvSpPr>
          <p:cNvPr id="3" name="Text Placeholder 7">
            <a:extLst>
              <a:ext uri="{FF2B5EF4-FFF2-40B4-BE49-F238E27FC236}">
                <a16:creationId xmlns:a16="http://schemas.microsoft.com/office/drawing/2014/main" id="{111574D8-2193-6E96-F970-CA48F920463D}"/>
              </a:ext>
            </a:extLst>
          </p:cNvPr>
          <p:cNvSpPr>
            <a:spLocks noGrp="1"/>
          </p:cNvSpPr>
          <p:nvPr>
            <p:ph type="body" sz="quarter" idx="13" hasCustomPrompt="1"/>
          </p:nvPr>
        </p:nvSpPr>
        <p:spPr>
          <a:xfrm>
            <a:off x="672969" y="332014"/>
            <a:ext cx="6477002" cy="230832"/>
          </a:xfrm>
        </p:spPr>
        <p:txBody>
          <a:bodyPr wrap="square"/>
          <a:lstStyle>
            <a:lvl1pPr marL="0" indent="0">
              <a:spcAft>
                <a:spcPts val="0"/>
              </a:spcAft>
              <a:buNone/>
              <a:defRPr sz="1000" b="0" i="0" cap="all" spc="200"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4" name="Title 1">
            <a:extLst>
              <a:ext uri="{FF2B5EF4-FFF2-40B4-BE49-F238E27FC236}">
                <a16:creationId xmlns:a16="http://schemas.microsoft.com/office/drawing/2014/main" id="{CF67C28C-2194-7DE3-C4ED-8EF747692F60}"/>
              </a:ext>
            </a:extLst>
          </p:cNvPr>
          <p:cNvSpPr>
            <a:spLocks noGrp="1"/>
          </p:cNvSpPr>
          <p:nvPr>
            <p:ph type="ctrTitle" hasCustomPrompt="1"/>
          </p:nvPr>
        </p:nvSpPr>
        <p:spPr>
          <a:xfrm>
            <a:off x="489278" y="928262"/>
            <a:ext cx="6460999" cy="923330"/>
          </a:xfrm>
          <a:prstGeom prst="rect">
            <a:avLst/>
          </a:prstGeom>
        </p:spPr>
        <p:txBody>
          <a:bodyPr wrap="square" anchor="t" anchorCtr="0"/>
          <a:lstStyle>
            <a:lvl1pPr algn="l">
              <a:defRPr sz="6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pic>
        <p:nvPicPr>
          <p:cNvPr id="13" name="Picture 12">
            <a:extLst>
              <a:ext uri="{FF2B5EF4-FFF2-40B4-BE49-F238E27FC236}">
                <a16:creationId xmlns:a16="http://schemas.microsoft.com/office/drawing/2014/main" id="{EFD3426E-C2E7-51F1-EBF9-5831816B57DE}"/>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5455" y="5759695"/>
            <a:ext cx="740228" cy="442870"/>
          </a:xfrm>
          <a:prstGeom prst="rect">
            <a:avLst/>
          </a:prstGeom>
        </p:spPr>
      </p:pic>
      <p:sp>
        <p:nvSpPr>
          <p:cNvPr id="2" name="TextBox 1">
            <a:extLst>
              <a:ext uri="{FF2B5EF4-FFF2-40B4-BE49-F238E27FC236}">
                <a16:creationId xmlns:a16="http://schemas.microsoft.com/office/drawing/2014/main" id="{2D8163BB-B563-D4B9-EACA-FB6AE43E985E}"/>
              </a:ext>
            </a:extLst>
          </p:cNvPr>
          <p:cNvSpPr txBox="1"/>
          <p:nvPr userDrawn="1"/>
        </p:nvSpPr>
        <p:spPr>
          <a:xfrm>
            <a:off x="504476"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109463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8361C3B-4A14-5F26-5768-6B75326001AC}"/>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549690"/>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293583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Agenda Slide 2">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E4742-39F0-4C44-00E8-B91F451C1F7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549690"/>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E9F3380B-4C2C-4CFA-5735-2689C62E6B5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198130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Agenda Slide 3">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932EFD-B8A1-B84B-48C9-1BE2EB4AF0AE}"/>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10972800" cy="3549690"/>
          </a:xfrm>
        </p:spPr>
        <p:txBody>
          <a:bodyPr/>
          <a:lstStyle>
            <a:lvl1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0" indent="0">
              <a:spcAft>
                <a:spcPts val="30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ADD7451C-3F29-6F6D-F332-22252720A08E}"/>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3317383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1_Agenda Slide 4">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C00039F-5647-56CF-195E-2F008D55409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9" name="Rectangle: Rounded Corners 13">
            <a:extLst>
              <a:ext uri="{FF2B5EF4-FFF2-40B4-BE49-F238E27FC236}">
                <a16:creationId xmlns:a16="http://schemas.microsoft.com/office/drawing/2014/main" id="{AE391E1B-A49D-3B43-4F1E-E92B03E351ED}"/>
              </a:ext>
            </a:extLst>
          </p:cNvPr>
          <p:cNvSpPr/>
          <p:nvPr userDrawn="1"/>
        </p:nvSpPr>
        <p:spPr>
          <a:xfrm>
            <a:off x="7358062" y="-1"/>
            <a:ext cx="4833938" cy="6857999"/>
          </a:xfrm>
          <a:prstGeom prst="roundRect">
            <a:avLst>
              <a:gd name="adj" fmla="val 0"/>
            </a:avLst>
          </a:prstGeom>
          <a:gradFill>
            <a:gsLst>
              <a:gs pos="0">
                <a:schemeClr val="accent1">
                  <a:lumMod val="50000"/>
                </a:schemeClr>
              </a:gs>
              <a:gs pos="100000">
                <a:schemeClr val="bg2">
                  <a:lumMod val="90000"/>
                  <a:lumOff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851BF4B3-22B7-9353-72C3-2C2F24EAC365}"/>
              </a:ext>
            </a:extLst>
          </p:cNvPr>
          <p:cNvCxnSpPr>
            <a:cxnSpLocks/>
          </p:cNvCxnSpPr>
          <p:nvPr userDrawn="1"/>
        </p:nvCxnSpPr>
        <p:spPr>
          <a:xfrm>
            <a:off x="8931690" y="3412924"/>
            <a:ext cx="1716845" cy="0"/>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pic>
        <p:nvPicPr>
          <p:cNvPr id="11" name="Picture 9">
            <a:extLst>
              <a:ext uri="{FF2B5EF4-FFF2-40B4-BE49-F238E27FC236}">
                <a16:creationId xmlns:a16="http://schemas.microsoft.com/office/drawing/2014/main" id="{8FDB5355-B444-421F-11E6-582B72844851}"/>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8783542" y="1733828"/>
            <a:ext cx="2013141" cy="1207885"/>
          </a:xfrm>
          <a:prstGeom prst="rect">
            <a:avLst/>
          </a:prstGeom>
        </p:spPr>
      </p:pic>
      <p:sp>
        <p:nvSpPr>
          <p:cNvPr id="12" name="Picture Placeholder 12">
            <a:extLst>
              <a:ext uri="{FF2B5EF4-FFF2-40B4-BE49-F238E27FC236}">
                <a16:creationId xmlns:a16="http://schemas.microsoft.com/office/drawing/2014/main" id="{00448299-E640-F5DD-1720-16EC9F48AA60}"/>
              </a:ext>
            </a:extLst>
          </p:cNvPr>
          <p:cNvSpPr>
            <a:spLocks noGrp="1"/>
          </p:cNvSpPr>
          <p:nvPr>
            <p:ph type="pic" sz="quarter" idx="15" hasCustomPrompt="1"/>
          </p:nvPr>
        </p:nvSpPr>
        <p:spPr>
          <a:xfrm>
            <a:off x="8761412" y="3851626"/>
            <a:ext cx="2057400" cy="2057400"/>
          </a:xfrm>
        </p:spPr>
        <p:txBody>
          <a:bodyPr/>
          <a:lstStyle>
            <a:lvl1pPr marL="0" indent="0">
              <a:buNone/>
              <a:defRPr sz="1500"/>
            </a:lvl1pPr>
          </a:lstStyle>
          <a:p>
            <a:r>
              <a:rPr lang="en-AU" dirty="0"/>
              <a:t>Click icon to add customer logo</a:t>
            </a:r>
          </a:p>
        </p:txBody>
      </p:sp>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525376" y="914401"/>
            <a:ext cx="6498422"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609600" y="1714500"/>
            <a:ext cx="6414198" cy="3293209"/>
          </a:xfrm>
        </p:spPr>
        <p:txBody>
          <a:bodyPr/>
          <a:lstStyle>
            <a:lvl1pPr marL="0" indent="0">
              <a:spcAft>
                <a:spcPts val="3000"/>
              </a:spcAft>
              <a:buNone/>
              <a:defRPr sz="2400" b="0" i="0">
                <a:latin typeface="Amazon Ember Display" panose="020F0603020204020204" pitchFamily="34" charset="0"/>
              </a:defRPr>
            </a:lvl1pPr>
            <a:lvl2pPr marL="0" indent="0">
              <a:spcAft>
                <a:spcPts val="3000"/>
              </a:spcAft>
              <a:buNone/>
              <a:defRPr sz="2400" b="0" i="0">
                <a:latin typeface="Amazon Ember Display" panose="020F0603020204020204" pitchFamily="34" charset="0"/>
              </a:defRPr>
            </a:lvl2pPr>
            <a:lvl3pPr marL="0" indent="0">
              <a:spcAft>
                <a:spcPts val="3000"/>
              </a:spcAft>
              <a:buNone/>
              <a:defRPr sz="2400" b="0" i="0">
                <a:latin typeface="Amazon Ember Display" panose="020F0603020204020204" pitchFamily="34" charset="0"/>
              </a:defRPr>
            </a:lvl3pPr>
            <a:lvl4pPr marL="0" indent="0">
              <a:spcAft>
                <a:spcPts val="3000"/>
              </a:spcAft>
              <a:buNone/>
              <a:defRPr sz="2400" b="0" i="0">
                <a:latin typeface="Amazon Ember Display" panose="020F0603020204020204" pitchFamily="34" charset="0"/>
              </a:defRPr>
            </a:lvl4pPr>
            <a:lvl5pPr marL="0" indent="0">
              <a:spcAft>
                <a:spcPts val="3000"/>
              </a:spcAft>
              <a:buNone/>
              <a:defRPr sz="2400" b="0" i="0">
                <a:latin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125739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2_Agenda Slide 5">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78E072F-5B23-8635-A315-45D94B70627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4" name="Rectangle 23">
            <a:extLst>
              <a:ext uri="{FF2B5EF4-FFF2-40B4-BE49-F238E27FC236}">
                <a16:creationId xmlns:a16="http://schemas.microsoft.com/office/drawing/2014/main" id="{523F36C4-BF0E-E0C3-FF51-5813D6922C4F}"/>
              </a:ext>
            </a:extLst>
          </p:cNvPr>
          <p:cNvSpPr/>
          <p:nvPr userDrawn="1"/>
        </p:nvSpPr>
        <p:spPr>
          <a:xfrm>
            <a:off x="6019800" y="0"/>
            <a:ext cx="6172200" cy="6858000"/>
          </a:xfrm>
          <a:prstGeom prst="rect">
            <a:avLst/>
          </a:prstGeom>
          <a:solidFill>
            <a:schemeClr val="bg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25" name="Text Placeholder 3">
            <a:extLst>
              <a:ext uri="{FF2B5EF4-FFF2-40B4-BE49-F238E27FC236}">
                <a16:creationId xmlns:a16="http://schemas.microsoft.com/office/drawing/2014/main" id="{1C9F2705-3E34-D81D-598E-50A0C863F15C}"/>
              </a:ext>
            </a:extLst>
          </p:cNvPr>
          <p:cNvSpPr>
            <a:spLocks noGrp="1"/>
          </p:cNvSpPr>
          <p:nvPr>
            <p:ph type="body" sz="half" idx="22" hasCustomPrompt="1"/>
          </p:nvPr>
        </p:nvSpPr>
        <p:spPr>
          <a:xfrm>
            <a:off x="6936743" y="531982"/>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4</a:t>
            </a:r>
          </a:p>
        </p:txBody>
      </p:sp>
      <p:sp>
        <p:nvSpPr>
          <p:cNvPr id="26" name="Text Placeholder 3">
            <a:extLst>
              <a:ext uri="{FF2B5EF4-FFF2-40B4-BE49-F238E27FC236}">
                <a16:creationId xmlns:a16="http://schemas.microsoft.com/office/drawing/2014/main" id="{283544F5-2D43-9F45-4D4C-C7E37B7AFBB0}"/>
              </a:ext>
            </a:extLst>
          </p:cNvPr>
          <p:cNvSpPr>
            <a:spLocks noGrp="1"/>
          </p:cNvSpPr>
          <p:nvPr>
            <p:ph type="body" sz="half" idx="23" hasCustomPrompt="1"/>
          </p:nvPr>
        </p:nvSpPr>
        <p:spPr>
          <a:xfrm>
            <a:off x="6446886" y="531981"/>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04</a:t>
            </a:r>
          </a:p>
        </p:txBody>
      </p:sp>
      <p:sp>
        <p:nvSpPr>
          <p:cNvPr id="27" name="Text Placeholder 3">
            <a:extLst>
              <a:ext uri="{FF2B5EF4-FFF2-40B4-BE49-F238E27FC236}">
                <a16:creationId xmlns:a16="http://schemas.microsoft.com/office/drawing/2014/main" id="{429DC28E-14A8-64C6-5311-01822FE1FDC6}"/>
              </a:ext>
            </a:extLst>
          </p:cNvPr>
          <p:cNvSpPr>
            <a:spLocks noGrp="1"/>
          </p:cNvSpPr>
          <p:nvPr>
            <p:ph type="body" sz="half" idx="24" hasCustomPrompt="1"/>
          </p:nvPr>
        </p:nvSpPr>
        <p:spPr>
          <a:xfrm>
            <a:off x="6936743" y="989182"/>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28" name="Text Placeholder 3">
            <a:extLst>
              <a:ext uri="{FF2B5EF4-FFF2-40B4-BE49-F238E27FC236}">
                <a16:creationId xmlns:a16="http://schemas.microsoft.com/office/drawing/2014/main" id="{677FE724-C2C4-7B2B-12D9-83C5137A47F5}"/>
              </a:ext>
            </a:extLst>
          </p:cNvPr>
          <p:cNvSpPr>
            <a:spLocks noGrp="1"/>
          </p:cNvSpPr>
          <p:nvPr>
            <p:ph type="body" sz="half" idx="25" hasCustomPrompt="1"/>
          </p:nvPr>
        </p:nvSpPr>
        <p:spPr>
          <a:xfrm>
            <a:off x="6936743" y="1708164"/>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5</a:t>
            </a:r>
          </a:p>
        </p:txBody>
      </p:sp>
      <p:sp>
        <p:nvSpPr>
          <p:cNvPr id="29" name="Text Placeholder 3">
            <a:extLst>
              <a:ext uri="{FF2B5EF4-FFF2-40B4-BE49-F238E27FC236}">
                <a16:creationId xmlns:a16="http://schemas.microsoft.com/office/drawing/2014/main" id="{2A962881-F30C-2A01-35C1-AF893519C261}"/>
              </a:ext>
            </a:extLst>
          </p:cNvPr>
          <p:cNvSpPr>
            <a:spLocks noGrp="1"/>
          </p:cNvSpPr>
          <p:nvPr>
            <p:ph type="body" sz="half" idx="26" hasCustomPrompt="1"/>
          </p:nvPr>
        </p:nvSpPr>
        <p:spPr>
          <a:xfrm>
            <a:off x="6446886" y="1708163"/>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05</a:t>
            </a:r>
          </a:p>
        </p:txBody>
      </p:sp>
      <p:sp>
        <p:nvSpPr>
          <p:cNvPr id="30" name="Text Placeholder 3">
            <a:extLst>
              <a:ext uri="{FF2B5EF4-FFF2-40B4-BE49-F238E27FC236}">
                <a16:creationId xmlns:a16="http://schemas.microsoft.com/office/drawing/2014/main" id="{01E49F56-FA7C-F676-414E-32C7ECE8C551}"/>
              </a:ext>
            </a:extLst>
          </p:cNvPr>
          <p:cNvSpPr>
            <a:spLocks noGrp="1"/>
          </p:cNvSpPr>
          <p:nvPr>
            <p:ph type="body" sz="half" idx="27" hasCustomPrompt="1"/>
          </p:nvPr>
        </p:nvSpPr>
        <p:spPr>
          <a:xfrm>
            <a:off x="6936743" y="2165364"/>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31" name="Text Placeholder 3">
            <a:extLst>
              <a:ext uri="{FF2B5EF4-FFF2-40B4-BE49-F238E27FC236}">
                <a16:creationId xmlns:a16="http://schemas.microsoft.com/office/drawing/2014/main" id="{E1300DB1-CA16-5D37-116F-4F5F1E9529EB}"/>
              </a:ext>
            </a:extLst>
          </p:cNvPr>
          <p:cNvSpPr>
            <a:spLocks noGrp="1"/>
          </p:cNvSpPr>
          <p:nvPr>
            <p:ph type="body" sz="half" idx="28" hasCustomPrompt="1"/>
          </p:nvPr>
        </p:nvSpPr>
        <p:spPr>
          <a:xfrm>
            <a:off x="6936743" y="2884346"/>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6</a:t>
            </a:r>
          </a:p>
        </p:txBody>
      </p:sp>
      <p:sp>
        <p:nvSpPr>
          <p:cNvPr id="32" name="Text Placeholder 3">
            <a:extLst>
              <a:ext uri="{FF2B5EF4-FFF2-40B4-BE49-F238E27FC236}">
                <a16:creationId xmlns:a16="http://schemas.microsoft.com/office/drawing/2014/main" id="{1172A21D-DC7D-DDD6-39A1-D7DBFEF9C45D}"/>
              </a:ext>
            </a:extLst>
          </p:cNvPr>
          <p:cNvSpPr>
            <a:spLocks noGrp="1"/>
          </p:cNvSpPr>
          <p:nvPr>
            <p:ph type="body" sz="half" idx="29" hasCustomPrompt="1"/>
          </p:nvPr>
        </p:nvSpPr>
        <p:spPr>
          <a:xfrm>
            <a:off x="6446886" y="2884345"/>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06</a:t>
            </a:r>
          </a:p>
        </p:txBody>
      </p:sp>
      <p:sp>
        <p:nvSpPr>
          <p:cNvPr id="33" name="Text Placeholder 3">
            <a:extLst>
              <a:ext uri="{FF2B5EF4-FFF2-40B4-BE49-F238E27FC236}">
                <a16:creationId xmlns:a16="http://schemas.microsoft.com/office/drawing/2014/main" id="{A94DED7A-670F-2DB0-D5F6-F8848FF28187}"/>
              </a:ext>
            </a:extLst>
          </p:cNvPr>
          <p:cNvSpPr>
            <a:spLocks noGrp="1"/>
          </p:cNvSpPr>
          <p:nvPr>
            <p:ph type="body" sz="half" idx="30" hasCustomPrompt="1"/>
          </p:nvPr>
        </p:nvSpPr>
        <p:spPr>
          <a:xfrm>
            <a:off x="6936743" y="3341546"/>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34" name="Text Placeholder 3">
            <a:extLst>
              <a:ext uri="{FF2B5EF4-FFF2-40B4-BE49-F238E27FC236}">
                <a16:creationId xmlns:a16="http://schemas.microsoft.com/office/drawing/2014/main" id="{7F76A38D-196F-9D34-7ECE-9F6F27661D0E}"/>
              </a:ext>
            </a:extLst>
          </p:cNvPr>
          <p:cNvSpPr>
            <a:spLocks noGrp="1"/>
          </p:cNvSpPr>
          <p:nvPr>
            <p:ph type="body" sz="half" idx="31" hasCustomPrompt="1"/>
          </p:nvPr>
        </p:nvSpPr>
        <p:spPr>
          <a:xfrm>
            <a:off x="6936743" y="4060528"/>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7</a:t>
            </a:r>
          </a:p>
        </p:txBody>
      </p:sp>
      <p:sp>
        <p:nvSpPr>
          <p:cNvPr id="35" name="Text Placeholder 3">
            <a:extLst>
              <a:ext uri="{FF2B5EF4-FFF2-40B4-BE49-F238E27FC236}">
                <a16:creationId xmlns:a16="http://schemas.microsoft.com/office/drawing/2014/main" id="{5129EDB6-9F80-95AA-D9F6-BEF408FDEC01}"/>
              </a:ext>
            </a:extLst>
          </p:cNvPr>
          <p:cNvSpPr>
            <a:spLocks noGrp="1"/>
          </p:cNvSpPr>
          <p:nvPr>
            <p:ph type="body" sz="half" idx="32" hasCustomPrompt="1"/>
          </p:nvPr>
        </p:nvSpPr>
        <p:spPr>
          <a:xfrm>
            <a:off x="6446886" y="4060527"/>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07</a:t>
            </a:r>
          </a:p>
        </p:txBody>
      </p:sp>
      <p:sp>
        <p:nvSpPr>
          <p:cNvPr id="36" name="Text Placeholder 3">
            <a:extLst>
              <a:ext uri="{FF2B5EF4-FFF2-40B4-BE49-F238E27FC236}">
                <a16:creationId xmlns:a16="http://schemas.microsoft.com/office/drawing/2014/main" id="{FEEBE7CF-7A58-D94E-E900-C6D62A6F57B0}"/>
              </a:ext>
            </a:extLst>
          </p:cNvPr>
          <p:cNvSpPr>
            <a:spLocks noGrp="1"/>
          </p:cNvSpPr>
          <p:nvPr>
            <p:ph type="body" sz="half" idx="33" hasCustomPrompt="1"/>
          </p:nvPr>
        </p:nvSpPr>
        <p:spPr>
          <a:xfrm>
            <a:off x="6936743" y="4517728"/>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37" name="Text Placeholder 3">
            <a:extLst>
              <a:ext uri="{FF2B5EF4-FFF2-40B4-BE49-F238E27FC236}">
                <a16:creationId xmlns:a16="http://schemas.microsoft.com/office/drawing/2014/main" id="{7551D5BE-0CFB-B592-925A-8849B394C208}"/>
              </a:ext>
            </a:extLst>
          </p:cNvPr>
          <p:cNvSpPr>
            <a:spLocks noGrp="1"/>
          </p:cNvSpPr>
          <p:nvPr>
            <p:ph type="body" sz="half" idx="34" hasCustomPrompt="1"/>
          </p:nvPr>
        </p:nvSpPr>
        <p:spPr>
          <a:xfrm>
            <a:off x="6936743" y="5236710"/>
            <a:ext cx="4785811"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8</a:t>
            </a:r>
          </a:p>
        </p:txBody>
      </p:sp>
      <p:sp>
        <p:nvSpPr>
          <p:cNvPr id="38" name="Text Placeholder 3">
            <a:extLst>
              <a:ext uri="{FF2B5EF4-FFF2-40B4-BE49-F238E27FC236}">
                <a16:creationId xmlns:a16="http://schemas.microsoft.com/office/drawing/2014/main" id="{A918DF4D-8BA2-518A-C155-1EF58B84FB37}"/>
              </a:ext>
            </a:extLst>
          </p:cNvPr>
          <p:cNvSpPr>
            <a:spLocks noGrp="1"/>
          </p:cNvSpPr>
          <p:nvPr>
            <p:ph type="body" sz="half" idx="35" hasCustomPrompt="1"/>
          </p:nvPr>
        </p:nvSpPr>
        <p:spPr>
          <a:xfrm>
            <a:off x="6446886" y="5236709"/>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08</a:t>
            </a:r>
          </a:p>
        </p:txBody>
      </p:sp>
      <p:sp>
        <p:nvSpPr>
          <p:cNvPr id="39" name="Text Placeholder 3">
            <a:extLst>
              <a:ext uri="{FF2B5EF4-FFF2-40B4-BE49-F238E27FC236}">
                <a16:creationId xmlns:a16="http://schemas.microsoft.com/office/drawing/2014/main" id="{17569504-88A6-56D1-B79C-F64C4D33C285}"/>
              </a:ext>
            </a:extLst>
          </p:cNvPr>
          <p:cNvSpPr>
            <a:spLocks noGrp="1"/>
          </p:cNvSpPr>
          <p:nvPr>
            <p:ph type="body" sz="half" idx="36" hasCustomPrompt="1"/>
          </p:nvPr>
        </p:nvSpPr>
        <p:spPr>
          <a:xfrm>
            <a:off x="6936743" y="5693910"/>
            <a:ext cx="4785811"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a:xfrm>
            <a:off x="2006325" y="914401"/>
            <a:ext cx="3320698" cy="1179663"/>
          </a:xfrm>
          <a:prstGeom prst="rect">
            <a:avLst/>
          </a:prstGeom>
        </p:spPr>
        <p:txBody>
          <a:bodyPr anchor="t"/>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Today’s </a:t>
            </a:r>
            <a:br>
              <a:rPr lang="en-US" dirty="0"/>
            </a:br>
            <a:r>
              <a:rPr lang="en-US" dirty="0"/>
              <a:t>Agenda</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grpSp>
        <p:nvGrpSpPr>
          <p:cNvPr id="6" name="Group 5">
            <a:extLst>
              <a:ext uri="{FF2B5EF4-FFF2-40B4-BE49-F238E27FC236}">
                <a16:creationId xmlns:a16="http://schemas.microsoft.com/office/drawing/2014/main" id="{D787B1CE-68AF-587E-0E2A-439F396633B6}"/>
              </a:ext>
            </a:extLst>
          </p:cNvPr>
          <p:cNvGrpSpPr/>
          <p:nvPr userDrawn="1"/>
        </p:nvGrpSpPr>
        <p:grpSpPr>
          <a:xfrm>
            <a:off x="623248" y="891945"/>
            <a:ext cx="1159496" cy="1159496"/>
            <a:chOff x="4156804" y="327221"/>
            <a:chExt cx="1905000" cy="1905000"/>
          </a:xfrm>
        </p:grpSpPr>
        <p:sp>
          <p:nvSpPr>
            <p:cNvPr id="13" name="Oval 12">
              <a:extLst>
                <a:ext uri="{FF2B5EF4-FFF2-40B4-BE49-F238E27FC236}">
                  <a16:creationId xmlns:a16="http://schemas.microsoft.com/office/drawing/2014/main" id="{59F7A8BF-8259-9DBD-1971-56B0AB3BFCBD}"/>
                </a:ext>
              </a:extLst>
            </p:cNvPr>
            <p:cNvSpPr/>
            <p:nvPr userDrawn="1"/>
          </p:nvSpPr>
          <p:spPr>
            <a:xfrm>
              <a:off x="4178576" y="348993"/>
              <a:ext cx="1861457" cy="1861457"/>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accent1"/>
                </a:solidFill>
              </a:endParaRPr>
            </a:p>
          </p:txBody>
        </p:sp>
        <p:pic>
          <p:nvPicPr>
            <p:cNvPr id="14" name="Graphic 13">
              <a:extLst>
                <a:ext uri="{FF2B5EF4-FFF2-40B4-BE49-F238E27FC236}">
                  <a16:creationId xmlns:a16="http://schemas.microsoft.com/office/drawing/2014/main" id="{2C825AEC-956D-7D29-A720-F21D14B541D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56804" y="327221"/>
              <a:ext cx="1905000" cy="1905000"/>
            </a:xfrm>
            <a:prstGeom prst="rect">
              <a:avLst/>
            </a:prstGeom>
          </p:spPr>
        </p:pic>
      </p:grpSp>
      <p:sp>
        <p:nvSpPr>
          <p:cNvPr id="15" name="Text Placeholder 3">
            <a:extLst>
              <a:ext uri="{FF2B5EF4-FFF2-40B4-BE49-F238E27FC236}">
                <a16:creationId xmlns:a16="http://schemas.microsoft.com/office/drawing/2014/main" id="{08ADA7E1-3F01-D40C-6D6D-0D78C3466C2A}"/>
              </a:ext>
            </a:extLst>
          </p:cNvPr>
          <p:cNvSpPr>
            <a:spLocks noGrp="1"/>
          </p:cNvSpPr>
          <p:nvPr>
            <p:ph type="body" sz="half" idx="2" hasCustomPrompt="1"/>
          </p:nvPr>
        </p:nvSpPr>
        <p:spPr>
          <a:xfrm>
            <a:off x="1096214" y="2467986"/>
            <a:ext cx="4535604"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1</a:t>
            </a:r>
          </a:p>
        </p:txBody>
      </p:sp>
      <p:sp>
        <p:nvSpPr>
          <p:cNvPr id="16" name="Text Placeholder 3">
            <a:extLst>
              <a:ext uri="{FF2B5EF4-FFF2-40B4-BE49-F238E27FC236}">
                <a16:creationId xmlns:a16="http://schemas.microsoft.com/office/drawing/2014/main" id="{B00CB537-9054-12E2-99EB-721FBD848D90}"/>
              </a:ext>
            </a:extLst>
          </p:cNvPr>
          <p:cNvSpPr>
            <a:spLocks noGrp="1"/>
          </p:cNvSpPr>
          <p:nvPr>
            <p:ph type="body" sz="half" idx="14" hasCustomPrompt="1"/>
          </p:nvPr>
        </p:nvSpPr>
        <p:spPr>
          <a:xfrm>
            <a:off x="606356" y="2467985"/>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01</a:t>
            </a:r>
          </a:p>
        </p:txBody>
      </p:sp>
      <p:sp>
        <p:nvSpPr>
          <p:cNvPr id="17" name="Text Placeholder 3">
            <a:extLst>
              <a:ext uri="{FF2B5EF4-FFF2-40B4-BE49-F238E27FC236}">
                <a16:creationId xmlns:a16="http://schemas.microsoft.com/office/drawing/2014/main" id="{08035D08-388B-FBEF-B879-DCD50343817B}"/>
              </a:ext>
            </a:extLst>
          </p:cNvPr>
          <p:cNvSpPr>
            <a:spLocks noGrp="1"/>
          </p:cNvSpPr>
          <p:nvPr>
            <p:ph type="body" sz="half" idx="15" hasCustomPrompt="1"/>
          </p:nvPr>
        </p:nvSpPr>
        <p:spPr>
          <a:xfrm>
            <a:off x="1096214" y="2925186"/>
            <a:ext cx="4535604"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18" name="Text Placeholder 3">
            <a:extLst>
              <a:ext uri="{FF2B5EF4-FFF2-40B4-BE49-F238E27FC236}">
                <a16:creationId xmlns:a16="http://schemas.microsoft.com/office/drawing/2014/main" id="{73DBA953-BD1B-DD1E-FFFA-348CF6645734}"/>
              </a:ext>
            </a:extLst>
          </p:cNvPr>
          <p:cNvSpPr>
            <a:spLocks noGrp="1"/>
          </p:cNvSpPr>
          <p:nvPr>
            <p:ph type="body" sz="half" idx="16" hasCustomPrompt="1"/>
          </p:nvPr>
        </p:nvSpPr>
        <p:spPr>
          <a:xfrm>
            <a:off x="1096214" y="3640740"/>
            <a:ext cx="4535604"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2</a:t>
            </a:r>
          </a:p>
        </p:txBody>
      </p:sp>
      <p:sp>
        <p:nvSpPr>
          <p:cNvPr id="19" name="Text Placeholder 3">
            <a:extLst>
              <a:ext uri="{FF2B5EF4-FFF2-40B4-BE49-F238E27FC236}">
                <a16:creationId xmlns:a16="http://schemas.microsoft.com/office/drawing/2014/main" id="{3B2E63DF-DF4A-0CDD-3154-615BB9108444}"/>
              </a:ext>
            </a:extLst>
          </p:cNvPr>
          <p:cNvSpPr>
            <a:spLocks noGrp="1"/>
          </p:cNvSpPr>
          <p:nvPr>
            <p:ph type="body" sz="half" idx="17" hasCustomPrompt="1"/>
          </p:nvPr>
        </p:nvSpPr>
        <p:spPr>
          <a:xfrm>
            <a:off x="606356" y="3640739"/>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02</a:t>
            </a:r>
          </a:p>
        </p:txBody>
      </p:sp>
      <p:sp>
        <p:nvSpPr>
          <p:cNvPr id="20" name="Text Placeholder 3">
            <a:extLst>
              <a:ext uri="{FF2B5EF4-FFF2-40B4-BE49-F238E27FC236}">
                <a16:creationId xmlns:a16="http://schemas.microsoft.com/office/drawing/2014/main" id="{50B86AF6-2BDF-ADBC-1352-887ABFF0D34D}"/>
              </a:ext>
            </a:extLst>
          </p:cNvPr>
          <p:cNvSpPr>
            <a:spLocks noGrp="1"/>
          </p:cNvSpPr>
          <p:nvPr>
            <p:ph type="body" sz="half" idx="18" hasCustomPrompt="1"/>
          </p:nvPr>
        </p:nvSpPr>
        <p:spPr>
          <a:xfrm>
            <a:off x="1096214" y="4097940"/>
            <a:ext cx="4535604"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
        <p:nvSpPr>
          <p:cNvPr id="21" name="Text Placeholder 3">
            <a:extLst>
              <a:ext uri="{FF2B5EF4-FFF2-40B4-BE49-F238E27FC236}">
                <a16:creationId xmlns:a16="http://schemas.microsoft.com/office/drawing/2014/main" id="{DC81135F-A909-D093-BEB9-A4524602D426}"/>
              </a:ext>
            </a:extLst>
          </p:cNvPr>
          <p:cNvSpPr>
            <a:spLocks noGrp="1"/>
          </p:cNvSpPr>
          <p:nvPr>
            <p:ph type="body" sz="half" idx="19" hasCustomPrompt="1"/>
          </p:nvPr>
        </p:nvSpPr>
        <p:spPr>
          <a:xfrm>
            <a:off x="1096214" y="4813494"/>
            <a:ext cx="4535604" cy="424732"/>
          </a:xfrm>
          <a:prstGeom prst="rect">
            <a:avLst/>
          </a:prstGeom>
        </p:spPr>
        <p:txBody>
          <a:bodyPr/>
          <a:lstStyle>
            <a:lvl1pPr marL="0" indent="0">
              <a:buFont typeface="+mj-lt"/>
              <a:buNone/>
              <a:defRPr sz="2400" b="0" i="0">
                <a:latin typeface="Amazon Ember" panose="020B0603020204020204" pitchFamily="34" charset="0"/>
                <a:ea typeface="Amazon Ember" panose="020B0603020204020204" pitchFamily="34" charset="0"/>
                <a:cs typeface="Amazon Ember" panose="020B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3</a:t>
            </a:r>
          </a:p>
        </p:txBody>
      </p:sp>
      <p:sp>
        <p:nvSpPr>
          <p:cNvPr id="22" name="Text Placeholder 3">
            <a:extLst>
              <a:ext uri="{FF2B5EF4-FFF2-40B4-BE49-F238E27FC236}">
                <a16:creationId xmlns:a16="http://schemas.microsoft.com/office/drawing/2014/main" id="{B6F97B3D-DA0C-6A2C-3CA7-0FFAF44339B2}"/>
              </a:ext>
            </a:extLst>
          </p:cNvPr>
          <p:cNvSpPr>
            <a:spLocks noGrp="1"/>
          </p:cNvSpPr>
          <p:nvPr>
            <p:ph type="body" sz="half" idx="20" hasCustomPrompt="1"/>
          </p:nvPr>
        </p:nvSpPr>
        <p:spPr>
          <a:xfrm>
            <a:off x="606356" y="4813493"/>
            <a:ext cx="489857" cy="424732"/>
          </a:xfrm>
          <a:prstGeom prst="rect">
            <a:avLst/>
          </a:prstGeom>
        </p:spPr>
        <p:txBody>
          <a:bodyPr/>
          <a:lstStyle>
            <a:lvl1pPr marL="0" indent="0">
              <a:buFont typeface="+mj-lt"/>
              <a:buNone/>
              <a:defRPr sz="2400" b="1">
                <a:solidFill>
                  <a:schemeClr val="accent1">
                    <a:lumMod val="7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03</a:t>
            </a:r>
          </a:p>
        </p:txBody>
      </p:sp>
      <p:sp>
        <p:nvSpPr>
          <p:cNvPr id="23" name="Text Placeholder 3">
            <a:extLst>
              <a:ext uri="{FF2B5EF4-FFF2-40B4-BE49-F238E27FC236}">
                <a16:creationId xmlns:a16="http://schemas.microsoft.com/office/drawing/2014/main" id="{2A71D032-2F58-5E2C-F80B-0FB72F023464}"/>
              </a:ext>
            </a:extLst>
          </p:cNvPr>
          <p:cNvSpPr>
            <a:spLocks noGrp="1"/>
          </p:cNvSpPr>
          <p:nvPr>
            <p:ph type="body" sz="half" idx="21" hasCustomPrompt="1"/>
          </p:nvPr>
        </p:nvSpPr>
        <p:spPr>
          <a:xfrm>
            <a:off x="1096214" y="5270694"/>
            <a:ext cx="4535604" cy="341632"/>
          </a:xfrm>
          <a:prstGeom prst="rect">
            <a:avLst/>
          </a:prstGeom>
        </p:spPr>
        <p:txBody>
          <a:bodyPr/>
          <a:lstStyle>
            <a:lvl1pPr marL="0" indent="0">
              <a:buFont typeface="+mj-lt"/>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Agenda Item description</a:t>
            </a:r>
          </a:p>
        </p:txBody>
      </p:sp>
    </p:spTree>
    <p:extLst>
      <p:ext uri="{BB962C8B-B14F-4D97-AF65-F5344CB8AC3E}">
        <p14:creationId xmlns:p14="http://schemas.microsoft.com/office/powerpoint/2010/main" val="2946900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1_Agenda Slide 6">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B46481B-877B-BDC4-EBDC-F354498D9CF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12/9/25</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E9F3380B-4C2C-4CFA-5735-2689C62E6B51}"/>
              </a:ext>
            </a:extLst>
          </p:cNvPr>
          <p:cNvSpPr>
            <a:spLocks noGrp="1"/>
          </p:cNvSpPr>
          <p:nvPr>
            <p:ph type="title" hasCustomPrompt="1"/>
          </p:nvPr>
        </p:nvSpPr>
        <p:spPr>
          <a:xfrm>
            <a:off x="525376"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
        <p:nvSpPr>
          <p:cNvPr id="8" name="Picture Placeholder 7">
            <a:extLst>
              <a:ext uri="{FF2B5EF4-FFF2-40B4-BE49-F238E27FC236}">
                <a16:creationId xmlns:a16="http://schemas.microsoft.com/office/drawing/2014/main" id="{95BE4362-3DF8-D18B-CAE3-886FD80D223E}"/>
              </a:ext>
            </a:extLst>
          </p:cNvPr>
          <p:cNvSpPr>
            <a:spLocks noGrp="1"/>
          </p:cNvSpPr>
          <p:nvPr>
            <p:ph type="pic" sz="quarter" idx="14"/>
          </p:nvPr>
        </p:nvSpPr>
        <p:spPr>
          <a:xfrm>
            <a:off x="8203474" y="1713547"/>
            <a:ext cx="3988526" cy="4480703"/>
          </a:xfrm>
          <a:prstGeom prst="rect">
            <a:avLst/>
          </a:prstGeom>
        </p:spPr>
        <p:txBody>
          <a:bodyPr anchor="ctr"/>
          <a:lstStyle>
            <a:lvl1pPr>
              <a:defRPr sz="1600"/>
            </a:lvl1pPr>
          </a:lstStyle>
          <a:p>
            <a:r>
              <a:rPr lang="en-US" sz="1600" dirty="0"/>
              <a:t>Click icon to add picture</a:t>
            </a:r>
            <a:endParaRPr lang="en-US" dirty="0"/>
          </a:p>
        </p:txBody>
      </p:sp>
      <p:graphicFrame>
        <p:nvGraphicFramePr>
          <p:cNvPr id="7" name="Table 7">
            <a:extLst>
              <a:ext uri="{FF2B5EF4-FFF2-40B4-BE49-F238E27FC236}">
                <a16:creationId xmlns:a16="http://schemas.microsoft.com/office/drawing/2014/main" id="{9AE701FA-85D4-1971-04B4-C5B4EBC87879}"/>
              </a:ext>
            </a:extLst>
          </p:cNvPr>
          <p:cNvGraphicFramePr>
            <a:graphicFrameLocks noGrp="1"/>
          </p:cNvGraphicFramePr>
          <p:nvPr userDrawn="1">
            <p:extLst>
              <p:ext uri="{D42A27DB-BD31-4B8C-83A1-F6EECF244321}">
                <p14:modId xmlns:p14="http://schemas.microsoft.com/office/powerpoint/2010/main" val="3039824135"/>
              </p:ext>
            </p:extLst>
          </p:nvPr>
        </p:nvGraphicFramePr>
        <p:xfrm>
          <a:off x="595312" y="1713548"/>
          <a:ext cx="7105649" cy="4480707"/>
        </p:xfrm>
        <a:graphic>
          <a:graphicData uri="http://schemas.openxmlformats.org/drawingml/2006/table">
            <a:tbl>
              <a:tblPr firstRow="1" bandRow="1">
                <a:tableStyleId>{912C8C85-51F0-491E-9774-3900AFEF0FD7}</a:tableStyleId>
              </a:tblPr>
              <a:tblGrid>
                <a:gridCol w="1141411">
                  <a:extLst>
                    <a:ext uri="{9D8B030D-6E8A-4147-A177-3AD203B41FA5}">
                      <a16:colId xmlns:a16="http://schemas.microsoft.com/office/drawing/2014/main" val="3025978839"/>
                    </a:ext>
                  </a:extLst>
                </a:gridCol>
                <a:gridCol w="5156220">
                  <a:extLst>
                    <a:ext uri="{9D8B030D-6E8A-4147-A177-3AD203B41FA5}">
                      <a16:colId xmlns:a16="http://schemas.microsoft.com/office/drawing/2014/main" val="1122526024"/>
                    </a:ext>
                  </a:extLst>
                </a:gridCol>
                <a:gridCol w="808018">
                  <a:extLst>
                    <a:ext uri="{9D8B030D-6E8A-4147-A177-3AD203B41FA5}">
                      <a16:colId xmlns:a16="http://schemas.microsoft.com/office/drawing/2014/main" val="3486413163"/>
                    </a:ext>
                  </a:extLst>
                </a:gridCol>
              </a:tblGrid>
              <a:tr h="407337">
                <a:tc>
                  <a:txBody>
                    <a:bodyPr/>
                    <a:lstStyle/>
                    <a:p>
                      <a:pPr algn="ctr"/>
                      <a:r>
                        <a:rPr lang="en-US" b="0" i="0" dirty="0">
                          <a:solidFill>
                            <a:schemeClr val="tx1"/>
                          </a:solidFill>
                          <a:latin typeface="Amazon Ember" panose="020B0603020204020204" pitchFamily="34" charset="0"/>
                          <a:ea typeface="Amazon Ember" panose="020B0603020204020204" pitchFamily="34" charset="0"/>
                          <a:cs typeface="Amazon Ember" panose="020B0603020204020204" pitchFamily="34" charset="0"/>
                        </a:rPr>
                        <a:t>Section</a:t>
                      </a:r>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solidFill>
                      <a:schemeClr val="accent1">
                        <a:lumMod val="50000"/>
                      </a:schemeClr>
                    </a:solidFill>
                  </a:tcPr>
                </a:tc>
                <a:tc>
                  <a:txBody>
                    <a:bodyPr/>
                    <a:lstStyle/>
                    <a:p>
                      <a:pPr algn="ctr"/>
                      <a:r>
                        <a:rPr lang="en-US" b="0" i="0" dirty="0">
                          <a:solidFill>
                            <a:schemeClr val="tx1"/>
                          </a:solidFill>
                          <a:latin typeface="Amazon Ember" panose="020B0603020204020204" pitchFamily="34" charset="0"/>
                          <a:ea typeface="Amazon Ember" panose="020B0603020204020204" pitchFamily="34" charset="0"/>
                          <a:cs typeface="Amazon Ember" panose="020B0603020204020204" pitchFamily="34" charset="0"/>
                        </a:rPr>
                        <a:t>Description</a:t>
                      </a:r>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solidFill>
                      <a:schemeClr val="accent1">
                        <a:lumMod val="50000"/>
                      </a:schemeClr>
                    </a:solidFill>
                  </a:tcPr>
                </a:tc>
                <a:tc>
                  <a:txBody>
                    <a:bodyPr/>
                    <a:lstStyle/>
                    <a:p>
                      <a:pPr algn="ctr"/>
                      <a:r>
                        <a:rPr lang="en-US" b="0" i="0" dirty="0">
                          <a:solidFill>
                            <a:schemeClr val="tx1"/>
                          </a:solidFill>
                          <a:latin typeface="Amazon Ember" panose="020B0603020204020204" pitchFamily="34" charset="0"/>
                          <a:ea typeface="Amazon Ember" panose="020B0603020204020204" pitchFamily="34" charset="0"/>
                          <a:cs typeface="Amazon Ember" panose="020B0603020204020204" pitchFamily="34" charset="0"/>
                        </a:rPr>
                        <a:t>Slide</a:t>
                      </a:r>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solidFill>
                      <a:schemeClr val="accent1">
                        <a:lumMod val="50000"/>
                      </a:schemeClr>
                    </a:solidFill>
                  </a:tcPr>
                </a:tc>
                <a:extLst>
                  <a:ext uri="{0D108BD9-81ED-4DB2-BD59-A6C34878D82A}">
                    <a16:rowId xmlns:a16="http://schemas.microsoft.com/office/drawing/2014/main" val="3249402529"/>
                  </a:ext>
                </a:extLst>
              </a:tr>
              <a:tr h="407337">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599865075"/>
                  </a:ext>
                </a:extLst>
              </a:tr>
              <a:tr h="407337">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3895945694"/>
                  </a:ext>
                </a:extLst>
              </a:tr>
              <a:tr h="407337">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4122649844"/>
                  </a:ext>
                </a:extLst>
              </a:tr>
              <a:tr h="407337">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3605899759"/>
                  </a:ext>
                </a:extLst>
              </a:tr>
              <a:tr h="407337">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440025224"/>
                  </a:ext>
                </a:extLst>
              </a:tr>
              <a:tr h="407337">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2725698316"/>
                  </a:ext>
                </a:extLst>
              </a:tr>
              <a:tr h="407337">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2708295312"/>
                  </a:ext>
                </a:extLst>
              </a:tr>
              <a:tr h="407337">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1679900078"/>
                  </a:ext>
                </a:extLst>
              </a:tr>
              <a:tr h="407337">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1506027312"/>
                  </a:ext>
                </a:extLst>
              </a:tr>
              <a:tr h="407337">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50000"/>
                        </a:schemeClr>
                      </a:solidFill>
                      <a:prstDash val="solid"/>
                      <a:round/>
                      <a:headEnd type="none" w="med" len="med"/>
                      <a:tailEnd type="none" w="med" len="med"/>
                    </a:lnL>
                    <a:lnR w="12700" cap="flat" cmpd="sng" algn="ctr">
                      <a:solidFill>
                        <a:schemeClr val="accent1">
                          <a:lumMod val="50000"/>
                        </a:schemeClr>
                      </a:solidFill>
                      <a:prstDash val="solid"/>
                      <a:round/>
                      <a:headEnd type="none" w="med" len="med"/>
                      <a:tailEnd type="none" w="med" len="med"/>
                    </a:lnR>
                    <a:lnT w="12700" cap="flat" cmpd="sng" algn="ctr">
                      <a:solidFill>
                        <a:schemeClr val="accent1">
                          <a:lumMod val="50000"/>
                        </a:schemeClr>
                      </a:solidFill>
                      <a:prstDash val="solid"/>
                      <a:round/>
                      <a:headEnd type="none" w="med" len="med"/>
                      <a:tailEnd type="none" w="med" len="med"/>
                    </a:lnT>
                    <a:lnB w="12700" cap="flat" cmpd="sng" algn="ctr">
                      <a:solidFill>
                        <a:schemeClr val="accent1">
                          <a:lumMod val="50000"/>
                        </a:schemeClr>
                      </a:solidFill>
                      <a:prstDash val="solid"/>
                      <a:round/>
                      <a:headEnd type="none" w="med" len="med"/>
                      <a:tailEnd type="none" w="med" len="med"/>
                    </a:lnB>
                  </a:tcPr>
                </a:tc>
                <a:extLst>
                  <a:ext uri="{0D108BD9-81ED-4DB2-BD59-A6C34878D82A}">
                    <a16:rowId xmlns:a16="http://schemas.microsoft.com/office/drawing/2014/main" val="2959408700"/>
                  </a:ext>
                </a:extLst>
              </a:tr>
            </a:tbl>
          </a:graphicData>
        </a:graphic>
      </p:graphicFrame>
    </p:spTree>
    <p:extLst>
      <p:ext uri="{BB962C8B-B14F-4D97-AF65-F5344CB8AC3E}">
        <p14:creationId xmlns:p14="http://schemas.microsoft.com/office/powerpoint/2010/main" val="3670245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a:t>
            </a:r>
          </a:p>
        </p:txBody>
      </p:sp>
      <p:sp>
        <p:nvSpPr>
          <p:cNvPr id="3" name="Date Placeholder 2">
            <a:extLst>
              <a:ext uri="{FF2B5EF4-FFF2-40B4-BE49-F238E27FC236}">
                <a16:creationId xmlns:a16="http://schemas.microsoft.com/office/drawing/2014/main" id="{08A22A18-A983-4477-9CE2-E889A78034A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00D62F-E191-C046-B6EA-E79BE99AA24A}" type="datetime1">
              <a:rPr lang="en-US" smtClean="0"/>
              <a:pPr/>
              <a:t>12/9/25</a:t>
            </a:fld>
            <a:endParaRPr lang="en-US" dirty="0"/>
          </a:p>
        </p:txBody>
      </p:sp>
      <p:sp>
        <p:nvSpPr>
          <p:cNvPr id="4" name="Footer Placeholder 3">
            <a:extLst>
              <a:ext uri="{FF2B5EF4-FFF2-40B4-BE49-F238E27FC236}">
                <a16:creationId xmlns:a16="http://schemas.microsoft.com/office/drawing/2014/main" id="{416B6389-19E6-4677-81FB-25CCEB0E3D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021467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type="titleOnly" preserve="1">
  <p:cSld name="Title Only Gradient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8A1DB3-21D8-7727-05ED-700D0446174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12/9/25</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756"/>
          </a:xfrm>
          <a:prstGeom prst="rect">
            <a:avLst/>
          </a:prstGeom>
        </p:spPr>
      </p:pic>
      <p:sp>
        <p:nvSpPr>
          <p:cNvPr id="5" name="TextBox 4">
            <a:extLst>
              <a:ext uri="{FF2B5EF4-FFF2-40B4-BE49-F238E27FC236}">
                <a16:creationId xmlns:a16="http://schemas.microsoft.com/office/drawing/2014/main" id="{DDDBE47E-DAA2-53AD-A19F-7E10713DCC3B}"/>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465233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type="titleOnly" preserve="1">
  <p:cSld name="Title Only Gradient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B5C98E-29D0-7549-A4E6-151AFAD5474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12/9/25</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756"/>
          </a:xfrm>
          <a:prstGeom prst="rect">
            <a:avLst/>
          </a:prstGeom>
        </p:spPr>
      </p:pic>
      <p:sp>
        <p:nvSpPr>
          <p:cNvPr id="6" name="TextBox 5">
            <a:extLst>
              <a:ext uri="{FF2B5EF4-FFF2-40B4-BE49-F238E27FC236}">
                <a16:creationId xmlns:a16="http://schemas.microsoft.com/office/drawing/2014/main" id="{D6152D45-84A7-9255-7275-421CD21E2300}"/>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582845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type="titleOnly" preserve="1">
  <p:cSld name="Title Only Gradient 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C242795-04B8-8DCD-975B-E72373E3A3C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609600" y="914401"/>
            <a:ext cx="10972800" cy="590931"/>
          </a:xfrm>
          <a:prstGeom prst="rect">
            <a:avLst/>
          </a:prstGeom>
        </p:spPr>
        <p:txBody>
          <a:bodyPr/>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12/9/25</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756"/>
          </a:xfrm>
          <a:prstGeom prst="rect">
            <a:avLst/>
          </a:prstGeom>
        </p:spPr>
      </p:pic>
      <p:sp>
        <p:nvSpPr>
          <p:cNvPr id="6" name="TextBox 5">
            <a:extLst>
              <a:ext uri="{FF2B5EF4-FFF2-40B4-BE49-F238E27FC236}">
                <a16:creationId xmlns:a16="http://schemas.microsoft.com/office/drawing/2014/main" id="{EE001E65-FE5C-F2AB-14D4-5289BCA36C4E}"/>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4165905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subtitle layout</a:t>
            </a:r>
          </a:p>
        </p:txBody>
      </p:sp>
      <p:sp>
        <p:nvSpPr>
          <p:cNvPr id="4" name="Text Placeholder 3">
            <a:extLst>
              <a:ext uri="{FF2B5EF4-FFF2-40B4-BE49-F238E27FC236}">
                <a16:creationId xmlns:a16="http://schemas.microsoft.com/office/drawing/2014/main" id="{466213DF-CEC6-4F46-9CD4-5ED4A416AF59}"/>
              </a:ext>
            </a:extLst>
          </p:cNvPr>
          <p:cNvSpPr>
            <a:spLocks noGrp="1"/>
          </p:cNvSpPr>
          <p:nvPr>
            <p:ph type="body" sz="quarter" idx="10" hasCustomPrompt="1"/>
          </p:nvPr>
        </p:nvSpPr>
        <p:spPr>
          <a:xfrm>
            <a:off x="609600" y="1455968"/>
            <a:ext cx="10972800" cy="341632"/>
          </a:xfrm>
        </p:spPr>
        <p:txBody>
          <a:bodyPr/>
          <a:lstStyle>
            <a:lvl1pPr marL="0" indent="0">
              <a:buNone/>
              <a:defRPr sz="1800" b="0" i="0" cap="none" spc="0" baseline="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Enter subtitle</a:t>
            </a:r>
          </a:p>
        </p:txBody>
      </p:sp>
      <p:sp>
        <p:nvSpPr>
          <p:cNvPr id="3" name="Date Placeholder 2">
            <a:extLst>
              <a:ext uri="{FF2B5EF4-FFF2-40B4-BE49-F238E27FC236}">
                <a16:creationId xmlns:a16="http://schemas.microsoft.com/office/drawing/2014/main" id="{A312CB8C-58A4-4758-8C91-E8641A9F6DCF}"/>
              </a:ext>
            </a:extLst>
          </p:cNvPr>
          <p:cNvSpPr>
            <a:spLocks noGrp="1"/>
          </p:cNvSpPr>
          <p:nvPr>
            <p:ph type="dt" sz="half" idx="11"/>
          </p:nvPr>
        </p:nvSpPr>
        <p:spPr/>
        <p:txBody>
          <a:bodyPr/>
          <a:lstStyle>
            <a:lvl1pPr>
              <a:defRPr b="0" i="0">
                <a:latin typeface="Amazon Ember Display" panose="020F0603020204020204" pitchFamily="34" charset="0"/>
              </a:defRPr>
            </a:lvl1pPr>
          </a:lstStyle>
          <a:p>
            <a:fld id="{31D3B374-854B-EF47-9B56-0018B9F83111}" type="datetime1">
              <a:rPr lang="en-US" smtClean="0"/>
              <a:pPr/>
              <a:t>12/9/25</a:t>
            </a:fld>
            <a:endParaRPr lang="en-US" dirty="0"/>
          </a:p>
        </p:txBody>
      </p:sp>
      <p:sp>
        <p:nvSpPr>
          <p:cNvPr id="5" name="Footer Placeholder 4">
            <a:extLst>
              <a:ext uri="{FF2B5EF4-FFF2-40B4-BE49-F238E27FC236}">
                <a16:creationId xmlns:a16="http://schemas.microsoft.com/office/drawing/2014/main" id="{50444248-408B-4052-8B56-17F469F98EA1}"/>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88178479-5E5D-4B94-9958-5C40D64BED65}"/>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922509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86B726-34C0-4C1C-A252-97930DC77EE4}"/>
              </a:ext>
            </a:extLst>
          </p:cNvPr>
          <p:cNvSpPr>
            <a:spLocks noGrp="1"/>
          </p:cNvSpPr>
          <p:nvPr>
            <p:ph type="dt" sz="half" idx="10"/>
          </p:nvPr>
        </p:nvSpPr>
        <p:spPr/>
        <p:txBody>
          <a:bodyPr/>
          <a:lstStyle>
            <a:lvl1pPr>
              <a:defRPr b="0" i="0">
                <a:latin typeface="Amazon Ember Display" panose="020F0603020204020204" pitchFamily="34" charset="0"/>
              </a:defRPr>
            </a:lvl1pPr>
          </a:lstStyle>
          <a:p>
            <a:fld id="{238B2222-37A4-5449-B1D9-9B13ADA59E84}" type="datetime1">
              <a:rPr lang="en-US" smtClean="0"/>
              <a:pPr/>
              <a:t>12/9/25</a:t>
            </a:fld>
            <a:endParaRPr lang="en-US" dirty="0"/>
          </a:p>
        </p:txBody>
      </p:sp>
      <p:sp>
        <p:nvSpPr>
          <p:cNvPr id="3" name="Footer Placeholder 2">
            <a:extLst>
              <a:ext uri="{FF2B5EF4-FFF2-40B4-BE49-F238E27FC236}">
                <a16:creationId xmlns:a16="http://schemas.microsoft.com/office/drawing/2014/main" id="{883103B0-BAC9-4248-BF05-F8F64F81D313}"/>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4" name="Slide Number Placeholder 3">
            <a:extLst>
              <a:ext uri="{FF2B5EF4-FFF2-40B4-BE49-F238E27FC236}">
                <a16:creationId xmlns:a16="http://schemas.microsoft.com/office/drawing/2014/main" id="{36BB167B-71A0-4735-93B6-5A034F89FE2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3229841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2767937"/>
          </a:xfrm>
        </p:spPr>
        <p:txBody>
          <a:bodyPr/>
          <a:lstStyle>
            <a:lvl1pPr marL="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lvl1pPr>
              <a:defRPr b="0" i="0">
                <a:latin typeface="Amazon Ember Display" panose="020F0603020204020204" pitchFamily="34" charset="0"/>
              </a:defRPr>
            </a:lvl1pPr>
          </a:lstStyle>
          <a:p>
            <a:fld id="{B9026E32-37D5-A446-8A01-9B6BBEB5E690}" type="datetime1">
              <a:rPr lang="en-US" smtClean="0"/>
              <a:pPr/>
              <a:t>12/9/25</a:t>
            </a:fld>
            <a:endParaRPr lang="en-US" dirty="0"/>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10861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type="obj" preserve="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1844608"/>
          </a:xfrm>
        </p:spPr>
        <p:txBody>
          <a:bodyPr/>
          <a:lstStyle>
            <a:lvl1pPr marL="457200" indent="-4572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 </a:t>
            </a:r>
          </a:p>
        </p:txBody>
      </p:sp>
      <p:sp>
        <p:nvSpPr>
          <p:cNvPr id="4" name="Date Placeholder 3">
            <a:extLst>
              <a:ext uri="{FF2B5EF4-FFF2-40B4-BE49-F238E27FC236}">
                <a16:creationId xmlns:a16="http://schemas.microsoft.com/office/drawing/2014/main" id="{5428ABEB-87DF-4979-B8D5-38D09C158222}"/>
              </a:ext>
            </a:extLst>
          </p:cNvPr>
          <p:cNvSpPr>
            <a:spLocks noGrp="1"/>
          </p:cNvSpPr>
          <p:nvPr>
            <p:ph type="dt" sz="half" idx="10"/>
          </p:nvPr>
        </p:nvSpPr>
        <p:spPr/>
        <p:txBody>
          <a:bodyPr/>
          <a:lstStyle>
            <a:lvl1pPr>
              <a:defRPr b="0" i="0">
                <a:latin typeface="Amazon Ember Display" panose="020F0603020204020204" pitchFamily="34" charset="0"/>
              </a:defRPr>
            </a:lvl1pPr>
          </a:lstStyle>
          <a:p>
            <a:fld id="{F68F78D1-9721-044C-B65C-A6FC97994CEC}" type="datetime1">
              <a:rPr lang="en-US" smtClean="0"/>
              <a:pPr/>
              <a:t>12/9/25</a:t>
            </a:fld>
            <a:endParaRPr lang="en-US" dirty="0"/>
          </a:p>
        </p:txBody>
      </p:sp>
      <p:sp>
        <p:nvSpPr>
          <p:cNvPr id="5" name="Footer Placeholder 4">
            <a:extLst>
              <a:ext uri="{FF2B5EF4-FFF2-40B4-BE49-F238E27FC236}">
                <a16:creationId xmlns:a16="http://schemas.microsoft.com/office/drawing/2014/main" id="{B67DE3A9-1F3C-45F4-9F53-543C4B62D7F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8827DE2B-5658-4ECD-9AB5-497E1D05E00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78817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subtitle,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33600"/>
            <a:ext cx="10972800" cy="2767937"/>
          </a:xfrm>
        </p:spPr>
        <p:txBody>
          <a:bodyPr/>
          <a:lstStyle>
            <a:lvl1pPr marL="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942CBB3C-A513-466E-B53F-E5E5781263EA}"/>
              </a:ext>
            </a:extLst>
          </p:cNvPr>
          <p:cNvSpPr>
            <a:spLocks noGrp="1"/>
          </p:cNvSpPr>
          <p:nvPr>
            <p:ph type="body" sz="quarter" idx="10" hasCustomPrompt="1"/>
          </p:nvPr>
        </p:nvSpPr>
        <p:spPr>
          <a:xfrm>
            <a:off x="609600" y="1455968"/>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4" name="Date Placeholder 3">
            <a:extLst>
              <a:ext uri="{FF2B5EF4-FFF2-40B4-BE49-F238E27FC236}">
                <a16:creationId xmlns:a16="http://schemas.microsoft.com/office/drawing/2014/main" id="{876D2500-AAFD-4464-92DE-45442731C6FD}"/>
              </a:ext>
            </a:extLst>
          </p:cNvPr>
          <p:cNvSpPr>
            <a:spLocks noGrp="1"/>
          </p:cNvSpPr>
          <p:nvPr>
            <p:ph type="dt" sz="half" idx="11"/>
          </p:nvPr>
        </p:nvSpPr>
        <p:spPr/>
        <p:txBody>
          <a:bodyPr/>
          <a:lstStyle>
            <a:lvl1pPr>
              <a:defRPr b="0" i="0">
                <a:latin typeface="Amazon Ember Display" panose="020F0603020204020204" pitchFamily="34" charset="0"/>
              </a:defRPr>
            </a:lvl1pPr>
          </a:lstStyle>
          <a:p>
            <a:fld id="{C4422CFE-CB70-E144-AF43-F0FCE393742F}" type="datetime1">
              <a:rPr lang="en-US" smtClean="0"/>
              <a:pPr/>
              <a:t>12/9/25</a:t>
            </a:fld>
            <a:endParaRPr lang="en-US" dirty="0"/>
          </a:p>
        </p:txBody>
      </p:sp>
      <p:sp>
        <p:nvSpPr>
          <p:cNvPr id="6" name="Footer Placeholder 5">
            <a:extLst>
              <a:ext uri="{FF2B5EF4-FFF2-40B4-BE49-F238E27FC236}">
                <a16:creationId xmlns:a16="http://schemas.microsoft.com/office/drawing/2014/main" id="{77A7C935-E20D-482F-89A5-4255E88216F0}"/>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E19C1A1-91E5-46D2-97FB-94E48C63B96F}"/>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981057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344">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Sub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subtitle,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981200"/>
            <a:ext cx="10972800" cy="1844608"/>
          </a:xfrm>
        </p:spPr>
        <p:txBody>
          <a:bodyPr/>
          <a:lstStyle>
            <a:lvl1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C73DDF9C-7004-4F4E-8707-3F8553760CAE}"/>
              </a:ext>
            </a:extLst>
          </p:cNvPr>
          <p:cNvSpPr>
            <a:spLocks noGrp="1"/>
          </p:cNvSpPr>
          <p:nvPr>
            <p:ph type="body" sz="quarter" idx="10" hasCustomPrompt="1"/>
          </p:nvPr>
        </p:nvSpPr>
        <p:spPr>
          <a:xfrm>
            <a:off x="609600" y="1457034"/>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5" name="Date Placeholder 4">
            <a:extLst>
              <a:ext uri="{FF2B5EF4-FFF2-40B4-BE49-F238E27FC236}">
                <a16:creationId xmlns:a16="http://schemas.microsoft.com/office/drawing/2014/main" id="{91E9B8C3-36CA-4A97-B3FF-2FCDD97E1A02}"/>
              </a:ext>
            </a:extLst>
          </p:cNvPr>
          <p:cNvSpPr>
            <a:spLocks noGrp="1"/>
          </p:cNvSpPr>
          <p:nvPr>
            <p:ph type="dt" sz="half" idx="11"/>
          </p:nvPr>
        </p:nvSpPr>
        <p:spPr/>
        <p:txBody>
          <a:bodyPr/>
          <a:lstStyle>
            <a:lvl1pPr>
              <a:defRPr b="0" i="0">
                <a:latin typeface="Amazon Ember Display" panose="020F0603020204020204" pitchFamily="34" charset="0"/>
              </a:defRPr>
            </a:lvl1pPr>
          </a:lstStyle>
          <a:p>
            <a:fld id="{F4FC2D43-256D-6645-BCF9-A844B8D70195}" type="datetime1">
              <a:rPr lang="en-US" smtClean="0"/>
              <a:pPr/>
              <a:t>12/9/25</a:t>
            </a:fld>
            <a:endParaRPr lang="en-US" dirty="0"/>
          </a:p>
        </p:txBody>
      </p:sp>
      <p:sp>
        <p:nvSpPr>
          <p:cNvPr id="6" name="Footer Placeholder 5">
            <a:extLst>
              <a:ext uri="{FF2B5EF4-FFF2-40B4-BE49-F238E27FC236}">
                <a16:creationId xmlns:a16="http://schemas.microsoft.com/office/drawing/2014/main" id="{9AEEE534-0361-47D3-8F92-2D7522A226D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34270F7-2BCA-4119-8F34-BD17AB29E14B}"/>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1701795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248">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C03484E-63E1-C65B-B9E9-64BEBDE8D895}"/>
              </a:ext>
            </a:extLst>
          </p:cNvPr>
          <p:cNvPicPr>
            <a:picLocks noChangeAspect="1"/>
          </p:cNvPicPr>
          <p:nvPr userDrawn="1"/>
        </p:nvPicPr>
        <p:blipFill>
          <a:blip r:embed="rId2">
            <a:extLst>
              <a:ext uri="{28A0092B-C50C-407E-A947-70E740481C1C}">
                <a14:useLocalDpi xmlns:a14="http://schemas.microsoft.com/office/drawing/2010/main"/>
              </a:ext>
            </a:extLst>
          </a:blip>
          <a:srcRect l="58346"/>
          <a:stretch>
            <a:fillRect/>
          </a:stretch>
        </p:blipFill>
        <p:spPr>
          <a:xfrm>
            <a:off x="7113622" y="0"/>
            <a:ext cx="5078378" cy="6858000"/>
          </a:xfrm>
          <a:prstGeom prst="rect">
            <a:avLst/>
          </a:prstGeom>
        </p:spPr>
      </p:pic>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540935"/>
          </a:xfrm>
        </p:spPr>
        <p:txBody>
          <a:bodyPr/>
          <a:lstStyle>
            <a:lvl1pPr marL="0" indent="0">
              <a:spcAft>
                <a:spcPts val="1800"/>
              </a:spcAft>
              <a:buNone/>
              <a:defRPr sz="2400" b="0" i="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12/9/25</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59282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1_Title, Content, and Image">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76996DA-5BE5-07A1-3E6B-5009A6B7A22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540935"/>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12/9/25</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pic>
        <p:nvPicPr>
          <p:cNvPr id="8" name="Picture 7">
            <a:extLst>
              <a:ext uri="{FF2B5EF4-FFF2-40B4-BE49-F238E27FC236}">
                <a16:creationId xmlns:a16="http://schemas.microsoft.com/office/drawing/2014/main" id="{01BD7AE4-AC04-819B-6BE0-5525488F82EE}"/>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9" name="TextBox 8">
            <a:extLst>
              <a:ext uri="{FF2B5EF4-FFF2-40B4-BE49-F238E27FC236}">
                <a16:creationId xmlns:a16="http://schemas.microsoft.com/office/drawing/2014/main" id="{C10E1F62-A9EA-89A0-89AE-6FB07457CEF8}"/>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55933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1A0033"/>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3A03B37-6F96-EEE5-6D3D-8FE6A854A474}"/>
              </a:ext>
            </a:extLst>
          </p:cNvPr>
          <p:cNvPicPr>
            <a:picLocks noChangeAspect="1"/>
          </p:cNvPicPr>
          <p:nvPr userDrawn="1"/>
        </p:nvPicPr>
        <p:blipFill>
          <a:blip r:embed="rId2" cstate="hqprint">
            <a:extLst>
              <a:ext uri="{28A0092B-C50C-407E-A947-70E740481C1C}">
                <a14:useLocalDpi xmlns:a14="http://schemas.microsoft.com/office/drawing/2010/main"/>
              </a:ext>
            </a:extLst>
          </a:blip>
          <a:srcRect b="5055"/>
          <a:stretch/>
        </p:blipFill>
        <p:spPr>
          <a:xfrm>
            <a:off x="0" y="0"/>
            <a:ext cx="12192000" cy="6858000"/>
          </a:xfrm>
          <a:prstGeom prst="rect">
            <a:avLst/>
          </a:prstGeom>
        </p:spPr>
      </p:pic>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499"/>
            <a:ext cx="5248276"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B8530C4-DC55-4C62-84CC-692229E78516}"/>
              </a:ext>
            </a:extLst>
          </p:cNvPr>
          <p:cNvSpPr>
            <a:spLocks noGrp="1"/>
          </p:cNvSpPr>
          <p:nvPr>
            <p:ph type="dt" sz="half" idx="10"/>
          </p:nvPr>
        </p:nvSpPr>
        <p:spPr/>
        <p:txBody>
          <a:bodyPr/>
          <a:lstStyle>
            <a:lvl1pPr>
              <a:defRPr b="0" i="0">
                <a:latin typeface="Amazon Ember Display" panose="020F0603020204020204" pitchFamily="34" charset="0"/>
              </a:defRPr>
            </a:lvl1pPr>
          </a:lstStyle>
          <a:p>
            <a:fld id="{C6CBC29B-2875-A847-90DD-93F5B9D216F5}" type="datetime1">
              <a:rPr lang="en-US" smtClean="0"/>
              <a:pPr/>
              <a:t>12/9/25</a:t>
            </a:fld>
            <a:endParaRPr lang="en-US" dirty="0"/>
          </a:p>
        </p:txBody>
      </p:sp>
      <p:sp>
        <p:nvSpPr>
          <p:cNvPr id="6" name="Footer Placeholder 5">
            <a:extLst>
              <a:ext uri="{FF2B5EF4-FFF2-40B4-BE49-F238E27FC236}">
                <a16:creationId xmlns:a16="http://schemas.microsoft.com/office/drawing/2014/main" id="{A64B8C68-5C05-4F96-9FF2-B531F83A539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977037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Title, Content, and Image w/ Gradien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5ECDC68-5692-510F-04A5-2CCE468D5053}"/>
              </a:ext>
            </a:extLst>
          </p:cNvPr>
          <p:cNvSpPr/>
          <p:nvPr userDrawn="1"/>
        </p:nvSpPr>
        <p:spPr>
          <a:xfrm>
            <a:off x="5873262" y="0"/>
            <a:ext cx="6318738" cy="6858000"/>
          </a:xfrm>
          <a:prstGeom prst="rect">
            <a:avLst/>
          </a:prstGeom>
          <a:gradFill>
            <a:gsLst>
              <a:gs pos="0">
                <a:schemeClr val="bg1"/>
              </a:gs>
              <a:gs pos="100000">
                <a:schemeClr val="accent1">
                  <a:lumMod val="5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5334000" cy="978729"/>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2171700"/>
            <a:ext cx="5334000" cy="1412694"/>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a:lvl4pPr>
            <a:lvl5pPr marL="1143000" indent="0">
              <a:spcAft>
                <a:spcPts val="1800"/>
              </a:spcAft>
              <a:buNone/>
              <a:defRPr sz="1600"/>
            </a:lvl5pPr>
          </a:lstStyle>
          <a:p>
            <a:pPr lvl="0"/>
            <a:r>
              <a:rPr lang="en-US" dirty="0"/>
              <a:t>Enter text</a:t>
            </a:r>
          </a:p>
          <a:p>
            <a:pPr lvl="1"/>
            <a:r>
              <a:rPr lang="en-US" dirty="0"/>
              <a:t>Second level</a:t>
            </a:r>
          </a:p>
          <a:p>
            <a:pPr lvl="2"/>
            <a:r>
              <a:rPr lang="en-US" dirty="0"/>
              <a:t>Third level</a:t>
            </a:r>
          </a:p>
        </p:txBody>
      </p:sp>
      <p:sp>
        <p:nvSpPr>
          <p:cNvPr id="4" name="Date Placeholder 3">
            <a:extLst>
              <a:ext uri="{FF2B5EF4-FFF2-40B4-BE49-F238E27FC236}">
                <a16:creationId xmlns:a16="http://schemas.microsoft.com/office/drawing/2014/main" id="{FC3FE715-EC87-4B8E-9C5A-5A9D588BB9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8C0C526-AA41-9246-8D2F-123642CF358A}" type="datetime1">
              <a:rPr lang="en-US" smtClean="0"/>
              <a:pPr/>
              <a:t>12/9/25</a:t>
            </a:fld>
            <a:endParaRPr lang="en-US" dirty="0"/>
          </a:p>
        </p:txBody>
      </p:sp>
      <p:sp>
        <p:nvSpPr>
          <p:cNvPr id="6" name="Footer Placeholder 5">
            <a:extLst>
              <a:ext uri="{FF2B5EF4-FFF2-40B4-BE49-F238E27FC236}">
                <a16:creationId xmlns:a16="http://schemas.microsoft.com/office/drawing/2014/main" id="{18D5F6CD-847A-4EBE-9BAA-72269373CEED}"/>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9" name="TextBox 8">
            <a:extLst>
              <a:ext uri="{FF2B5EF4-FFF2-40B4-BE49-F238E27FC236}">
                <a16:creationId xmlns:a16="http://schemas.microsoft.com/office/drawing/2014/main" id="{BF3EF575-8224-DA14-5D32-515D4952C561}"/>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2025, Amazon Web Services, Inc. or its affiliates. All rights reserved. Amazon Confidential and Trademark.</a:t>
            </a:r>
          </a:p>
        </p:txBody>
      </p:sp>
      <p:sp>
        <p:nvSpPr>
          <p:cNvPr id="5" name="Picture Placeholder 6">
            <a:extLst>
              <a:ext uri="{FF2B5EF4-FFF2-40B4-BE49-F238E27FC236}">
                <a16:creationId xmlns:a16="http://schemas.microsoft.com/office/drawing/2014/main" id="{0201ECBF-36F8-8826-0CC9-E4FAF7B49C53}"/>
              </a:ext>
            </a:extLst>
          </p:cNvPr>
          <p:cNvSpPr>
            <a:spLocks noGrp="1"/>
          </p:cNvSpPr>
          <p:nvPr>
            <p:ph type="pic" sz="quarter" idx="14" hasCustomPrompt="1"/>
          </p:nvPr>
        </p:nvSpPr>
        <p:spPr>
          <a:xfrm>
            <a:off x="6686566" y="342900"/>
            <a:ext cx="5162534" cy="5867400"/>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Tree>
    <p:extLst>
      <p:ext uri="{BB962C8B-B14F-4D97-AF65-F5344CB8AC3E}">
        <p14:creationId xmlns:p14="http://schemas.microsoft.com/office/powerpoint/2010/main" val="1258400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499"/>
            <a:ext cx="5248276"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B8530C4-DC55-4C62-84CC-692229E78516}"/>
              </a:ext>
            </a:extLst>
          </p:cNvPr>
          <p:cNvSpPr>
            <a:spLocks noGrp="1"/>
          </p:cNvSpPr>
          <p:nvPr>
            <p:ph type="dt" sz="half" idx="10"/>
          </p:nvPr>
        </p:nvSpPr>
        <p:spPr/>
        <p:txBody>
          <a:bodyPr/>
          <a:lstStyle>
            <a:lvl1pPr>
              <a:defRPr b="0" i="0">
                <a:latin typeface="Amazon Ember Display" panose="020F0603020204020204" pitchFamily="34" charset="0"/>
              </a:defRPr>
            </a:lvl1pPr>
          </a:lstStyle>
          <a:p>
            <a:fld id="{C6CBC29B-2875-A847-90DD-93F5B9D216F5}" type="datetime1">
              <a:rPr lang="en-US" smtClean="0"/>
              <a:pPr/>
              <a:t>12/9/25</a:t>
            </a:fld>
            <a:endParaRPr lang="en-US" dirty="0"/>
          </a:p>
        </p:txBody>
      </p:sp>
      <p:sp>
        <p:nvSpPr>
          <p:cNvPr id="6" name="Footer Placeholder 5">
            <a:extLst>
              <a:ext uri="{FF2B5EF4-FFF2-40B4-BE49-F238E27FC236}">
                <a16:creationId xmlns:a16="http://schemas.microsoft.com/office/drawing/2014/main" id="{A64B8C68-5C05-4F96-9FF2-B531F83A539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082470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5248656"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5248656"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6334125" y="1743647"/>
            <a:ext cx="5248656"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6334125" y="2141554"/>
            <a:ext cx="5248656"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996D1DC3-FE4E-4BC2-8CA3-4ED12B138031}"/>
              </a:ext>
            </a:extLst>
          </p:cNvPr>
          <p:cNvSpPr>
            <a:spLocks noGrp="1"/>
          </p:cNvSpPr>
          <p:nvPr>
            <p:ph type="dt" sz="half" idx="10"/>
          </p:nvPr>
        </p:nvSpPr>
        <p:spPr/>
        <p:txBody>
          <a:bodyPr/>
          <a:lstStyle>
            <a:lvl1pPr>
              <a:defRPr b="0" i="0">
                <a:latin typeface="Amazon Ember Display" panose="020F0603020204020204" pitchFamily="34" charset="0"/>
              </a:defRPr>
            </a:lvl1pPr>
          </a:lstStyle>
          <a:p>
            <a:fld id="{D467C09E-9944-944E-A974-7D6AA4E02B83}" type="datetime1">
              <a:rPr lang="en-US" smtClean="0"/>
              <a:pPr/>
              <a:t>12/9/25</a:t>
            </a:fld>
            <a:endParaRPr lang="en-US" dirty="0"/>
          </a:p>
        </p:txBody>
      </p:sp>
      <p:sp>
        <p:nvSpPr>
          <p:cNvPr id="8" name="Footer Placeholder 7">
            <a:extLst>
              <a:ext uri="{FF2B5EF4-FFF2-40B4-BE49-F238E27FC236}">
                <a16:creationId xmlns:a16="http://schemas.microsoft.com/office/drawing/2014/main" id="{E24AE993-84F9-4B17-BB98-5AAAFAF3EAE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21641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type="twoTxTwoObj" preserve="1">
  <p:cSld name="1_Comparison w/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5248656"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5248656"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6334125" y="1743647"/>
            <a:ext cx="5248656"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6334125" y="2141554"/>
            <a:ext cx="5248656"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996D1DC3-FE4E-4BC2-8CA3-4ED12B138031}"/>
              </a:ext>
            </a:extLst>
          </p:cNvPr>
          <p:cNvSpPr>
            <a:spLocks noGrp="1"/>
          </p:cNvSpPr>
          <p:nvPr>
            <p:ph type="dt" sz="half" idx="10"/>
          </p:nvPr>
        </p:nvSpPr>
        <p:spPr/>
        <p:txBody>
          <a:bodyPr/>
          <a:lstStyle>
            <a:lvl1pPr>
              <a:defRPr b="0" i="0">
                <a:latin typeface="Amazon Ember Display" panose="020F0603020204020204" pitchFamily="34" charset="0"/>
              </a:defRPr>
            </a:lvl1pPr>
          </a:lstStyle>
          <a:p>
            <a:fld id="{D467C09E-9944-944E-A974-7D6AA4E02B83}" type="datetime1">
              <a:rPr lang="en-US" smtClean="0"/>
              <a:pPr/>
              <a:t>12/9/25</a:t>
            </a:fld>
            <a:endParaRPr lang="en-US" dirty="0"/>
          </a:p>
        </p:txBody>
      </p:sp>
      <p:sp>
        <p:nvSpPr>
          <p:cNvPr id="8" name="Footer Placeholder 7">
            <a:extLst>
              <a:ext uri="{FF2B5EF4-FFF2-40B4-BE49-F238E27FC236}">
                <a16:creationId xmlns:a16="http://schemas.microsoft.com/office/drawing/2014/main" id="{E24AE993-84F9-4B17-BB98-5AAAFAF3EAE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cxnSp>
        <p:nvCxnSpPr>
          <p:cNvPr id="10" name="Straight Connector 9">
            <a:extLst>
              <a:ext uri="{FF2B5EF4-FFF2-40B4-BE49-F238E27FC236}">
                <a16:creationId xmlns:a16="http://schemas.microsoft.com/office/drawing/2014/main" id="{B0AE22ED-2969-44D6-A5BF-413F0EAED083}"/>
              </a:ext>
            </a:extLst>
          </p:cNvPr>
          <p:cNvCxnSpPr/>
          <p:nvPr userDrawn="1"/>
        </p:nvCxnSpPr>
        <p:spPr>
          <a:xfrm>
            <a:off x="6098598" y="1805231"/>
            <a:ext cx="0" cy="4338498"/>
          </a:xfrm>
          <a:prstGeom prst="line">
            <a:avLst/>
          </a:prstGeom>
          <a:ln w="19050" cap="rnd">
            <a:solidFill>
              <a:schemeClr val="bg1">
                <a:lumMod val="50000"/>
                <a:lumOff val="50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1715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type="twoObj" preserve="1">
  <p:cSld name="1_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3285F99-D5A6-480F-A674-A76B9194560B}"/>
              </a:ext>
            </a:extLst>
          </p:cNvPr>
          <p:cNvSpPr>
            <a:spLocks noGrp="1"/>
          </p:cNvSpPr>
          <p:nvPr>
            <p:ph type="dt" sz="half" idx="10"/>
          </p:nvPr>
        </p:nvSpPr>
        <p:spPr/>
        <p:txBody>
          <a:bodyPr/>
          <a:lstStyle>
            <a:lvl1pPr>
              <a:defRPr b="0" i="0">
                <a:latin typeface="Amazon Ember Display" panose="020F0603020204020204" pitchFamily="34" charset="0"/>
              </a:defRPr>
            </a:lvl1pPr>
          </a:lstStyle>
          <a:p>
            <a:fld id="{9C031CC3-E800-D94E-ACE2-59E99B1146F6}" type="datetime1">
              <a:rPr lang="en-US" smtClean="0"/>
              <a:pPr/>
              <a:t>12/9/25</a:t>
            </a:fld>
            <a:endParaRPr lang="en-US" dirty="0"/>
          </a:p>
        </p:txBody>
      </p:sp>
      <p:sp>
        <p:nvSpPr>
          <p:cNvPr id="6" name="Footer Placeholder 5">
            <a:extLst>
              <a:ext uri="{FF2B5EF4-FFF2-40B4-BE49-F238E27FC236}">
                <a16:creationId xmlns:a16="http://schemas.microsoft.com/office/drawing/2014/main" id="{A46AC62E-3DD2-43DB-9AAA-009DDB88F8DD}"/>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24559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1_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subtitle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0"/>
            <a:ext cx="5248274"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598"/>
            <a:ext cx="5248276" cy="2317558"/>
          </a:xfrm>
        </p:spPr>
        <p:txBody>
          <a:bodyPr/>
          <a:lstStyle>
            <a:lvl1pPr marL="0" indent="0">
              <a:spcAft>
                <a:spcPts val="1800"/>
              </a:spcAft>
              <a:buNone/>
              <a:defRPr sz="2400" b="0" i="0">
                <a:latin typeface="Amazon Ember Display" panose="020F0603020204020204" pitchFamily="34" charset="0"/>
              </a:defRPr>
            </a:lvl1pPr>
            <a:lvl2pPr marL="285750" indent="0">
              <a:spcAft>
                <a:spcPts val="1800"/>
              </a:spcAft>
              <a:buNone/>
              <a:defRPr sz="2000" b="0" i="0">
                <a:latin typeface="Amazon Ember Display" panose="020F0603020204020204" pitchFamily="34" charset="0"/>
              </a:defRPr>
            </a:lvl2pPr>
            <a:lvl3pPr marL="628650" indent="0">
              <a:spcAft>
                <a:spcPts val="1800"/>
              </a:spcAft>
              <a:buNone/>
              <a:defRPr sz="1800" b="0" i="0">
                <a:latin typeface="Amazon Ember Display" panose="020F0603020204020204" pitchFamily="34" charset="0"/>
              </a:defRPr>
            </a:lvl3pPr>
            <a:lvl4pPr marL="914400" indent="0">
              <a:spcAft>
                <a:spcPts val="1800"/>
              </a:spcAft>
              <a:buNone/>
              <a:defRPr sz="1600" b="0" i="0">
                <a:latin typeface="Amazon Ember Display" panose="020F0603020204020204" pitchFamily="34" charset="0"/>
              </a:defRPr>
            </a:lvl4pPr>
            <a:lvl5pPr marL="1143000" indent="0">
              <a:spcAft>
                <a:spcPts val="1800"/>
              </a:spcAft>
              <a:buNone/>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B7882DCB-3FBB-4107-96D9-358054987DA9}"/>
              </a:ext>
            </a:extLst>
          </p:cNvPr>
          <p:cNvSpPr>
            <a:spLocks noGrp="1"/>
          </p:cNvSpPr>
          <p:nvPr>
            <p:ph type="dt" sz="half" idx="11"/>
          </p:nvPr>
        </p:nvSpPr>
        <p:spPr/>
        <p:txBody>
          <a:bodyPr/>
          <a:lstStyle>
            <a:lvl1pPr>
              <a:defRPr b="0" i="0">
                <a:latin typeface="Amazon Ember Display" panose="020F0603020204020204" pitchFamily="34" charset="0"/>
              </a:defRPr>
            </a:lvl1pPr>
          </a:lstStyle>
          <a:p>
            <a:fld id="{344B5C68-7AAF-714C-BA5C-79EE2A2BF521}" type="datetime1">
              <a:rPr lang="en-US" smtClean="0"/>
              <a:pPr/>
              <a:t>12/9/25</a:t>
            </a:fld>
            <a:endParaRPr lang="en-US" dirty="0"/>
          </a:p>
        </p:txBody>
      </p:sp>
      <p:sp>
        <p:nvSpPr>
          <p:cNvPr id="7" name="Footer Placeholder 6">
            <a:extLst>
              <a:ext uri="{FF2B5EF4-FFF2-40B4-BE49-F238E27FC236}">
                <a16:creationId xmlns:a16="http://schemas.microsoft.com/office/drawing/2014/main" id="{DE50B923-C7E4-4160-8DCE-6199F6C430EF}"/>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975850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1_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1"/>
            <a:ext cx="5248274"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600"/>
            <a:ext cx="5248276" cy="2342180"/>
          </a:xfrm>
        </p:spPr>
        <p:txBody>
          <a:bodyPr/>
          <a:lstStyle>
            <a:lvl1pPr marL="342900" indent="-342900">
              <a:buFont typeface="Arial" panose="020B0604020202020204" pitchFamily="34" charset="0"/>
              <a:buChar char="•"/>
              <a:defRPr sz="2400" b="0" i="0">
                <a:latin typeface="Amazon Ember Display" panose="020F0603020204020204" pitchFamily="34" charset="0"/>
              </a:defRPr>
            </a:lvl1pPr>
            <a:lvl2pPr marL="628650" indent="-342900">
              <a:buFont typeface="Arial" panose="020B0604020202020204" pitchFamily="34" charset="0"/>
              <a:buChar char="•"/>
              <a:defRPr sz="2000" b="0" i="0">
                <a:latin typeface="Amazon Ember Display" panose="020F0603020204020204" pitchFamily="34" charset="0"/>
              </a:defRPr>
            </a:lvl2pPr>
            <a:lvl3pPr marL="914400" indent="-285750">
              <a:buFont typeface="Arial" panose="020B0604020202020204" pitchFamily="34" charset="0"/>
              <a:buChar char="•"/>
              <a:defRPr sz="1800" b="0" i="0">
                <a:latin typeface="Amazon Ember Display" panose="020F0603020204020204" pitchFamily="34" charset="0"/>
              </a:defRPr>
            </a:lvl3pPr>
            <a:lvl4pPr marL="1144588" indent="-285750">
              <a:buFont typeface="Arial" panose="020B0604020202020204" pitchFamily="34" charset="0"/>
              <a:buChar char="•"/>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957338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_Two Content, Subtitle, and Bullets images">
    <p:spTree>
      <p:nvGrpSpPr>
        <p:cNvPr id="1" name=""/>
        <p:cNvGrpSpPr/>
        <p:nvPr/>
      </p:nvGrpSpPr>
      <p:grpSpPr>
        <a:xfrm>
          <a:off x="0" y="0"/>
          <a:ext cx="0" cy="0"/>
          <a:chOff x="0" y="0"/>
          <a:chExt cx="0" cy="0"/>
        </a:xfrm>
      </p:grpSpPr>
      <p:sp>
        <p:nvSpPr>
          <p:cNvPr id="9" name="Picture Placeholder 6">
            <a:extLst>
              <a:ext uri="{FF2B5EF4-FFF2-40B4-BE49-F238E27FC236}">
                <a16:creationId xmlns:a16="http://schemas.microsoft.com/office/drawing/2014/main" id="{2A8076F7-D427-34D1-99C0-68EFF424C28D}"/>
              </a:ext>
            </a:extLst>
          </p:cNvPr>
          <p:cNvSpPr>
            <a:spLocks noGrp="1"/>
          </p:cNvSpPr>
          <p:nvPr>
            <p:ph type="pic" sz="quarter" idx="14" hasCustomPrompt="1"/>
          </p:nvPr>
        </p:nvSpPr>
        <p:spPr>
          <a:xfrm>
            <a:off x="609599" y="2118876"/>
            <a:ext cx="5303520" cy="250091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10" name="Picture Placeholder 6">
            <a:extLst>
              <a:ext uri="{FF2B5EF4-FFF2-40B4-BE49-F238E27FC236}">
                <a16:creationId xmlns:a16="http://schemas.microsoft.com/office/drawing/2014/main" id="{57D72663-D094-A43A-F950-11115B2059AC}"/>
              </a:ext>
            </a:extLst>
          </p:cNvPr>
          <p:cNvSpPr>
            <a:spLocks noGrp="1"/>
          </p:cNvSpPr>
          <p:nvPr>
            <p:ph type="pic" sz="quarter" idx="15" hasCustomPrompt="1"/>
          </p:nvPr>
        </p:nvSpPr>
        <p:spPr>
          <a:xfrm>
            <a:off x="6291295" y="2118876"/>
            <a:ext cx="5303520" cy="2500918"/>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image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4839415"/>
            <a:ext cx="5248274" cy="1064907"/>
          </a:xfrm>
        </p:spPr>
        <p:txBody>
          <a:bodyPr/>
          <a:lstStyle>
            <a:lvl1pPr marL="342900" indent="-342900">
              <a:buFont typeface="Arial" panose="020B0604020202020204" pitchFamily="34" charset="0"/>
              <a:buChar char="•"/>
              <a:defRPr sz="1600" b="0" i="0">
                <a:latin typeface="Amazon Ember Display" panose="020F0603020204020204" pitchFamily="34" charset="0"/>
              </a:defRPr>
            </a:lvl1pPr>
            <a:lvl2pPr marL="628650" indent="-342900">
              <a:buFont typeface="Arial" panose="020B0604020202020204" pitchFamily="34" charset="0"/>
              <a:buChar char="•"/>
              <a:defRPr sz="1600" b="0" i="0">
                <a:latin typeface="Amazon Ember Display" panose="020F0603020204020204" pitchFamily="34" charset="0"/>
              </a:defRPr>
            </a:lvl2pPr>
            <a:lvl3pPr marL="914400" indent="-285750">
              <a:buFont typeface="Arial" panose="020B0604020202020204" pitchFamily="34" charset="0"/>
              <a:buChar char="•"/>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4839414"/>
            <a:ext cx="5248276" cy="1064907"/>
          </a:xfrm>
        </p:spPr>
        <p:txBody>
          <a:bodyPr/>
          <a:lstStyle>
            <a:lvl1pPr marL="342900" indent="-342900">
              <a:buFont typeface="Arial" panose="020B0604020202020204" pitchFamily="34" charset="0"/>
              <a:buChar char="•"/>
              <a:defRPr sz="1600" b="0" i="0">
                <a:latin typeface="Amazon Ember Display" panose="020F0603020204020204" pitchFamily="34" charset="0"/>
              </a:defRPr>
            </a:lvl1pPr>
            <a:lvl2pPr marL="628650" indent="-342900">
              <a:buFont typeface="Arial" panose="020B0604020202020204" pitchFamily="34" charset="0"/>
              <a:buChar char="•"/>
              <a:defRPr sz="1600" b="0" i="0">
                <a:latin typeface="Amazon Ember Display" panose="020F0603020204020204" pitchFamily="34" charset="0"/>
              </a:defRPr>
            </a:lvl2pPr>
            <a:lvl3pPr marL="914400" indent="-285750">
              <a:buFont typeface="Arial" panose="020B0604020202020204" pitchFamily="34" charset="0"/>
              <a:buChar char="•"/>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201693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_Two Content, Subtitle, and Bullets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images</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Content Placeholder 3">
            <a:extLst>
              <a:ext uri="{FF2B5EF4-FFF2-40B4-BE49-F238E27FC236}">
                <a16:creationId xmlns:a16="http://schemas.microsoft.com/office/drawing/2014/main" id="{A6D1E8C2-048F-4D45-212C-61D550CD324C}"/>
              </a:ext>
            </a:extLst>
          </p:cNvPr>
          <p:cNvSpPr>
            <a:spLocks noGrp="1"/>
          </p:cNvSpPr>
          <p:nvPr>
            <p:ph sz="half" idx="2" hasCustomPrompt="1"/>
          </p:nvPr>
        </p:nvSpPr>
        <p:spPr>
          <a:xfrm>
            <a:off x="4682836" y="2103266"/>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2" name="Picture Placeholder 6">
            <a:extLst>
              <a:ext uri="{FF2B5EF4-FFF2-40B4-BE49-F238E27FC236}">
                <a16:creationId xmlns:a16="http://schemas.microsoft.com/office/drawing/2014/main" id="{3BBB67C2-0DFD-D762-6EE5-B22BE2770672}"/>
              </a:ext>
            </a:extLst>
          </p:cNvPr>
          <p:cNvSpPr>
            <a:spLocks noGrp="1"/>
          </p:cNvSpPr>
          <p:nvPr>
            <p:ph type="pic" sz="quarter" idx="14" hasCustomPrompt="1"/>
          </p:nvPr>
        </p:nvSpPr>
        <p:spPr>
          <a:xfrm>
            <a:off x="609599" y="2118876"/>
            <a:ext cx="3643746" cy="181126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cxnSp>
        <p:nvCxnSpPr>
          <p:cNvPr id="13" name="Straight Connector 12">
            <a:extLst>
              <a:ext uri="{FF2B5EF4-FFF2-40B4-BE49-F238E27FC236}">
                <a16:creationId xmlns:a16="http://schemas.microsoft.com/office/drawing/2014/main" id="{2630A51E-62A0-8627-D0C7-1AB0F2A0ECC0}"/>
              </a:ext>
            </a:extLst>
          </p:cNvPr>
          <p:cNvCxnSpPr/>
          <p:nvPr userDrawn="1"/>
        </p:nvCxnSpPr>
        <p:spPr>
          <a:xfrm>
            <a:off x="4461164" y="2103266"/>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
        <p:nvSpPr>
          <p:cNvPr id="14" name="Content Placeholder 3">
            <a:extLst>
              <a:ext uri="{FF2B5EF4-FFF2-40B4-BE49-F238E27FC236}">
                <a16:creationId xmlns:a16="http://schemas.microsoft.com/office/drawing/2014/main" id="{94655B86-6B6B-4332-9FE0-9DDCD6E26137}"/>
              </a:ext>
            </a:extLst>
          </p:cNvPr>
          <p:cNvSpPr>
            <a:spLocks noGrp="1"/>
          </p:cNvSpPr>
          <p:nvPr>
            <p:ph sz="half" idx="15" hasCustomPrompt="1"/>
          </p:nvPr>
        </p:nvSpPr>
        <p:spPr>
          <a:xfrm>
            <a:off x="4682836" y="4209157"/>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5" name="Picture Placeholder 6">
            <a:extLst>
              <a:ext uri="{FF2B5EF4-FFF2-40B4-BE49-F238E27FC236}">
                <a16:creationId xmlns:a16="http://schemas.microsoft.com/office/drawing/2014/main" id="{032ECB24-2769-30C2-8042-B5D6AE996822}"/>
              </a:ext>
            </a:extLst>
          </p:cNvPr>
          <p:cNvSpPr>
            <a:spLocks noGrp="1"/>
          </p:cNvSpPr>
          <p:nvPr>
            <p:ph type="pic" sz="quarter" idx="16" hasCustomPrompt="1"/>
          </p:nvPr>
        </p:nvSpPr>
        <p:spPr>
          <a:xfrm>
            <a:off x="609599" y="4224767"/>
            <a:ext cx="3643746" cy="181126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cxnSp>
        <p:nvCxnSpPr>
          <p:cNvPr id="16" name="Straight Connector 15">
            <a:extLst>
              <a:ext uri="{FF2B5EF4-FFF2-40B4-BE49-F238E27FC236}">
                <a16:creationId xmlns:a16="http://schemas.microsoft.com/office/drawing/2014/main" id="{476A019F-B935-D08B-38E4-94E67A0F6D93}"/>
              </a:ext>
            </a:extLst>
          </p:cNvPr>
          <p:cNvCxnSpPr/>
          <p:nvPr userDrawn="1"/>
        </p:nvCxnSpPr>
        <p:spPr>
          <a:xfrm>
            <a:off x="4461164" y="4209157"/>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7649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Two Content, Subtitle, and Bullets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image</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Content Placeholder 3">
            <a:extLst>
              <a:ext uri="{FF2B5EF4-FFF2-40B4-BE49-F238E27FC236}">
                <a16:creationId xmlns:a16="http://schemas.microsoft.com/office/drawing/2014/main" id="{A6D1E8C2-048F-4D45-212C-61D550CD324C}"/>
              </a:ext>
            </a:extLst>
          </p:cNvPr>
          <p:cNvSpPr>
            <a:spLocks noGrp="1"/>
          </p:cNvSpPr>
          <p:nvPr>
            <p:ph sz="half" idx="2" hasCustomPrompt="1"/>
          </p:nvPr>
        </p:nvSpPr>
        <p:spPr>
          <a:xfrm>
            <a:off x="4682836" y="2103266"/>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2" name="Picture Placeholder 6">
            <a:extLst>
              <a:ext uri="{FF2B5EF4-FFF2-40B4-BE49-F238E27FC236}">
                <a16:creationId xmlns:a16="http://schemas.microsoft.com/office/drawing/2014/main" id="{3BBB67C2-0DFD-D762-6EE5-B22BE2770672}"/>
              </a:ext>
            </a:extLst>
          </p:cNvPr>
          <p:cNvSpPr>
            <a:spLocks noGrp="1"/>
          </p:cNvSpPr>
          <p:nvPr>
            <p:ph type="pic" sz="quarter" idx="14" hasCustomPrompt="1"/>
          </p:nvPr>
        </p:nvSpPr>
        <p:spPr>
          <a:xfrm>
            <a:off x="609599" y="2118876"/>
            <a:ext cx="3643746" cy="3917158"/>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cxnSp>
        <p:nvCxnSpPr>
          <p:cNvPr id="13" name="Straight Connector 12">
            <a:extLst>
              <a:ext uri="{FF2B5EF4-FFF2-40B4-BE49-F238E27FC236}">
                <a16:creationId xmlns:a16="http://schemas.microsoft.com/office/drawing/2014/main" id="{2630A51E-62A0-8627-D0C7-1AB0F2A0ECC0}"/>
              </a:ext>
            </a:extLst>
          </p:cNvPr>
          <p:cNvCxnSpPr/>
          <p:nvPr userDrawn="1"/>
        </p:nvCxnSpPr>
        <p:spPr>
          <a:xfrm>
            <a:off x="4461164" y="2103266"/>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
        <p:nvSpPr>
          <p:cNvPr id="14" name="Content Placeholder 3">
            <a:extLst>
              <a:ext uri="{FF2B5EF4-FFF2-40B4-BE49-F238E27FC236}">
                <a16:creationId xmlns:a16="http://schemas.microsoft.com/office/drawing/2014/main" id="{94655B86-6B6B-4332-9FE0-9DDCD6E26137}"/>
              </a:ext>
            </a:extLst>
          </p:cNvPr>
          <p:cNvSpPr>
            <a:spLocks noGrp="1"/>
          </p:cNvSpPr>
          <p:nvPr>
            <p:ph sz="half" idx="15" hasCustomPrompt="1"/>
          </p:nvPr>
        </p:nvSpPr>
        <p:spPr>
          <a:xfrm>
            <a:off x="4682836" y="4209157"/>
            <a:ext cx="6909088" cy="1826877"/>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cxnSp>
        <p:nvCxnSpPr>
          <p:cNvPr id="16" name="Straight Connector 15">
            <a:extLst>
              <a:ext uri="{FF2B5EF4-FFF2-40B4-BE49-F238E27FC236}">
                <a16:creationId xmlns:a16="http://schemas.microsoft.com/office/drawing/2014/main" id="{476A019F-B935-D08B-38E4-94E67A0F6D93}"/>
              </a:ext>
            </a:extLst>
          </p:cNvPr>
          <p:cNvCxnSpPr/>
          <p:nvPr userDrawn="1"/>
        </p:nvCxnSpPr>
        <p:spPr>
          <a:xfrm>
            <a:off x="4461164" y="4209157"/>
            <a:ext cx="0" cy="1826877"/>
          </a:xfrm>
          <a:prstGeom prst="line">
            <a:avLst/>
          </a:prstGeom>
          <a:ln w="19050" cap="rnd">
            <a:solidFill>
              <a:schemeClr val="bg1">
                <a:lumMod val="85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6889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3_Two Content, Subtitle, and Bullets diagonal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1" y="914401"/>
            <a:ext cx="11481753"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diagonal images</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Content Placeholder 3">
            <a:extLst>
              <a:ext uri="{FF2B5EF4-FFF2-40B4-BE49-F238E27FC236}">
                <a16:creationId xmlns:a16="http://schemas.microsoft.com/office/drawing/2014/main" id="{A6D1E8C2-048F-4D45-212C-61D550CD324C}"/>
              </a:ext>
            </a:extLst>
          </p:cNvPr>
          <p:cNvSpPr>
            <a:spLocks noGrp="1"/>
          </p:cNvSpPr>
          <p:nvPr>
            <p:ph sz="half" idx="2" hasCustomPrompt="1"/>
          </p:nvPr>
        </p:nvSpPr>
        <p:spPr>
          <a:xfrm>
            <a:off x="619125" y="2103266"/>
            <a:ext cx="6205421" cy="4186234"/>
          </a:xfrm>
        </p:spPr>
        <p:txBody>
          <a:bodyPr/>
          <a:lstStyle>
            <a:lvl1pPr>
              <a:defRPr sz="1600"/>
            </a:lvl1pPr>
            <a:lvl2pPr>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3" name="Picture Placeholder 9">
            <a:extLst>
              <a:ext uri="{FF2B5EF4-FFF2-40B4-BE49-F238E27FC236}">
                <a16:creationId xmlns:a16="http://schemas.microsoft.com/office/drawing/2014/main" id="{5EE447B0-FFD1-D2E7-64B7-900BAAF130AA}"/>
              </a:ext>
            </a:extLst>
          </p:cNvPr>
          <p:cNvSpPr>
            <a:spLocks noGrp="1"/>
          </p:cNvSpPr>
          <p:nvPr>
            <p:ph type="pic" sz="quarter" idx="14"/>
          </p:nvPr>
        </p:nvSpPr>
        <p:spPr>
          <a:xfrm>
            <a:off x="7086915" y="2133601"/>
            <a:ext cx="2337085" cy="4114800"/>
          </a:xfrm>
          <a:custGeom>
            <a:avLst/>
            <a:gdLst>
              <a:gd name="connsiteX0" fmla="*/ 615142 w 3075709"/>
              <a:gd name="connsiteY0" fmla="*/ 0 h 5514109"/>
              <a:gd name="connsiteX1" fmla="*/ 3075709 w 3075709"/>
              <a:gd name="connsiteY1" fmla="*/ 0 h 5514109"/>
              <a:gd name="connsiteX2" fmla="*/ 2460567 w 3075709"/>
              <a:gd name="connsiteY2" fmla="*/ 5514109 h 5514109"/>
              <a:gd name="connsiteX3" fmla="*/ 0 w 3075709"/>
              <a:gd name="connsiteY3" fmla="*/ 5514109 h 5514109"/>
            </a:gdLst>
            <a:ahLst/>
            <a:cxnLst>
              <a:cxn ang="0">
                <a:pos x="connsiteX0" y="connsiteY0"/>
              </a:cxn>
              <a:cxn ang="0">
                <a:pos x="connsiteX1" y="connsiteY1"/>
              </a:cxn>
              <a:cxn ang="0">
                <a:pos x="connsiteX2" y="connsiteY2"/>
              </a:cxn>
              <a:cxn ang="0">
                <a:pos x="connsiteX3" y="connsiteY3"/>
              </a:cxn>
            </a:cxnLst>
            <a:rect l="l" t="t" r="r" b="b"/>
            <a:pathLst>
              <a:path w="3075709" h="5514109">
                <a:moveTo>
                  <a:pt x="615142" y="0"/>
                </a:moveTo>
                <a:lnTo>
                  <a:pt x="3075709" y="0"/>
                </a:lnTo>
                <a:lnTo>
                  <a:pt x="2460567" y="5514109"/>
                </a:lnTo>
                <a:lnTo>
                  <a:pt x="0" y="5514109"/>
                </a:lnTo>
                <a:close/>
              </a:path>
            </a:pathLst>
          </a:custGeom>
        </p:spPr>
        <p:txBody>
          <a:bodyPr rtlCol="0">
            <a:noAutofit/>
          </a:bodyPr>
          <a:lstStyle>
            <a:lvl1pPr algn="r">
              <a:buNone/>
              <a:defRPr sz="1800"/>
            </a:lvl1pPr>
          </a:lstStyle>
          <a:p>
            <a:pPr lvl="0"/>
            <a:r>
              <a:rPr lang="en-US" noProof="0" dirty="0"/>
              <a:t>Click icon to add picture</a:t>
            </a:r>
          </a:p>
        </p:txBody>
      </p:sp>
      <p:sp>
        <p:nvSpPr>
          <p:cNvPr id="4" name="Picture Placeholder 12">
            <a:extLst>
              <a:ext uri="{FF2B5EF4-FFF2-40B4-BE49-F238E27FC236}">
                <a16:creationId xmlns:a16="http://schemas.microsoft.com/office/drawing/2014/main" id="{BA332808-0752-9612-A23C-DCB959D6B3A5}"/>
              </a:ext>
            </a:extLst>
          </p:cNvPr>
          <p:cNvSpPr>
            <a:spLocks noGrp="1"/>
          </p:cNvSpPr>
          <p:nvPr>
            <p:ph type="pic" sz="quarter" idx="15"/>
          </p:nvPr>
        </p:nvSpPr>
        <p:spPr>
          <a:xfrm>
            <a:off x="9245315" y="2133601"/>
            <a:ext cx="2337085" cy="4114800"/>
          </a:xfrm>
          <a:custGeom>
            <a:avLst/>
            <a:gdLst>
              <a:gd name="connsiteX0" fmla="*/ 615142 w 3075709"/>
              <a:gd name="connsiteY0" fmla="*/ 0 h 5514109"/>
              <a:gd name="connsiteX1" fmla="*/ 3075709 w 3075709"/>
              <a:gd name="connsiteY1" fmla="*/ 0 h 5514109"/>
              <a:gd name="connsiteX2" fmla="*/ 2460567 w 3075709"/>
              <a:gd name="connsiteY2" fmla="*/ 5514109 h 5514109"/>
              <a:gd name="connsiteX3" fmla="*/ 0 w 3075709"/>
              <a:gd name="connsiteY3" fmla="*/ 5514109 h 5514109"/>
            </a:gdLst>
            <a:ahLst/>
            <a:cxnLst>
              <a:cxn ang="0">
                <a:pos x="connsiteX0" y="connsiteY0"/>
              </a:cxn>
              <a:cxn ang="0">
                <a:pos x="connsiteX1" y="connsiteY1"/>
              </a:cxn>
              <a:cxn ang="0">
                <a:pos x="connsiteX2" y="connsiteY2"/>
              </a:cxn>
              <a:cxn ang="0">
                <a:pos x="connsiteX3" y="connsiteY3"/>
              </a:cxn>
            </a:cxnLst>
            <a:rect l="l" t="t" r="r" b="b"/>
            <a:pathLst>
              <a:path w="3075709" h="5514109">
                <a:moveTo>
                  <a:pt x="615142" y="0"/>
                </a:moveTo>
                <a:lnTo>
                  <a:pt x="3075709" y="0"/>
                </a:lnTo>
                <a:lnTo>
                  <a:pt x="2460567" y="5514109"/>
                </a:lnTo>
                <a:lnTo>
                  <a:pt x="0" y="5514109"/>
                </a:lnTo>
                <a:close/>
              </a:path>
            </a:pathLst>
          </a:custGeom>
        </p:spPr>
        <p:txBody>
          <a:bodyPr rtlCol="0">
            <a:noAutofit/>
          </a:bodyPr>
          <a:lstStyle>
            <a:lvl1pPr algn="r">
              <a:buNone/>
              <a:defRPr sz="1800"/>
            </a:lvl1pPr>
          </a:lstStyle>
          <a:p>
            <a:pPr lvl="0"/>
            <a:r>
              <a:rPr lang="en-US" noProof="0" dirty="0"/>
              <a:t>Click icon to add picture</a:t>
            </a:r>
          </a:p>
        </p:txBody>
      </p:sp>
    </p:spTree>
    <p:extLst>
      <p:ext uri="{BB962C8B-B14F-4D97-AF65-F5344CB8AC3E}">
        <p14:creationId xmlns:p14="http://schemas.microsoft.com/office/powerpoint/2010/main" val="31607361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Two Content, Subtitle, and Bullets diagonal imag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1" y="914401"/>
            <a:ext cx="11481753"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 diagonal images</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9" name="Content Placeholder 2">
            <a:extLst>
              <a:ext uri="{FF2B5EF4-FFF2-40B4-BE49-F238E27FC236}">
                <a16:creationId xmlns:a16="http://schemas.microsoft.com/office/drawing/2014/main" id="{AA1D65AD-DBC0-374F-299B-14082E7CB3B9}"/>
              </a:ext>
            </a:extLst>
          </p:cNvPr>
          <p:cNvSpPr>
            <a:spLocks noGrp="1"/>
          </p:cNvSpPr>
          <p:nvPr>
            <p:ph sz="half" idx="1" hasCustomPrompt="1"/>
          </p:nvPr>
        </p:nvSpPr>
        <p:spPr>
          <a:xfrm>
            <a:off x="6414655" y="2133601"/>
            <a:ext cx="5167744" cy="4021279"/>
          </a:xfrm>
        </p:spPr>
        <p:txBody>
          <a:bodyPr/>
          <a:lstStyle>
            <a:lvl1pPr>
              <a:defRPr sz="2400"/>
            </a:lvl1pPr>
            <a:lvl2pPr>
              <a:defRPr sz="2000"/>
            </a:lvl2pPr>
            <a:lvl3pPr>
              <a:defRPr sz="1800"/>
            </a:lvl3pPr>
            <a:lvl4pPr>
              <a:defRPr sz="1600"/>
            </a:lvl4pPr>
            <a:lvl5pPr>
              <a:defRPr sz="1600"/>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12">
            <a:extLst>
              <a:ext uri="{FF2B5EF4-FFF2-40B4-BE49-F238E27FC236}">
                <a16:creationId xmlns:a16="http://schemas.microsoft.com/office/drawing/2014/main" id="{4D272019-CCCD-2B7B-44AF-18FC7E26530F}"/>
              </a:ext>
            </a:extLst>
          </p:cNvPr>
          <p:cNvSpPr>
            <a:spLocks noGrp="1"/>
          </p:cNvSpPr>
          <p:nvPr>
            <p:ph type="pic" sz="quarter" idx="14"/>
          </p:nvPr>
        </p:nvSpPr>
        <p:spPr>
          <a:xfrm>
            <a:off x="594682" y="2146662"/>
            <a:ext cx="5577840" cy="1920240"/>
          </a:xfrm>
          <a:custGeom>
            <a:avLst/>
            <a:gdLst>
              <a:gd name="connsiteX0" fmla="*/ 6858000 w 6858000"/>
              <a:gd name="connsiteY0" fmla="*/ 0 h 2369128"/>
              <a:gd name="connsiteX1" fmla="*/ 6276109 w 6858000"/>
              <a:gd name="connsiteY1" fmla="*/ 2313709 h 2369128"/>
              <a:gd name="connsiteX2" fmla="*/ 0 w 6858000"/>
              <a:gd name="connsiteY2" fmla="*/ 2369128 h 2369128"/>
              <a:gd name="connsiteX3" fmla="*/ 678872 w 6858000"/>
              <a:gd name="connsiteY3" fmla="*/ 69273 h 2369128"/>
              <a:gd name="connsiteX0" fmla="*/ 6858000 w 6858000"/>
              <a:gd name="connsiteY0" fmla="*/ 0 h 2369128"/>
              <a:gd name="connsiteX1" fmla="*/ 6139834 w 6858000"/>
              <a:gd name="connsiteY1" fmla="*/ 2362659 h 2369128"/>
              <a:gd name="connsiteX2" fmla="*/ 0 w 6858000"/>
              <a:gd name="connsiteY2" fmla="*/ 2369128 h 2369128"/>
              <a:gd name="connsiteX3" fmla="*/ 678872 w 6858000"/>
              <a:gd name="connsiteY3" fmla="*/ 69273 h 2369128"/>
              <a:gd name="connsiteX4" fmla="*/ 6858000 w 6858000"/>
              <a:gd name="connsiteY4" fmla="*/ 0 h 2369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8000" h="2369128">
                <a:moveTo>
                  <a:pt x="6858000" y="0"/>
                </a:moveTo>
                <a:lnTo>
                  <a:pt x="6139834" y="2362659"/>
                </a:lnTo>
                <a:lnTo>
                  <a:pt x="0" y="2369128"/>
                </a:lnTo>
                <a:lnTo>
                  <a:pt x="678872" y="69273"/>
                </a:lnTo>
                <a:lnTo>
                  <a:pt x="6858000" y="0"/>
                </a:lnTo>
                <a:close/>
              </a:path>
            </a:pathLst>
          </a:custGeom>
        </p:spPr>
        <p:txBody>
          <a:bodyPr rtlCol="0">
            <a:noAutofit/>
          </a:bodyPr>
          <a:lstStyle>
            <a:lvl1pPr algn="ctr">
              <a:buNone/>
              <a:defRPr sz="1800"/>
            </a:lvl1pPr>
          </a:lstStyle>
          <a:p>
            <a:pPr lvl="0"/>
            <a:r>
              <a:rPr lang="en-US" noProof="0" dirty="0"/>
              <a:t>Click icon to add picture</a:t>
            </a:r>
          </a:p>
        </p:txBody>
      </p:sp>
      <p:sp>
        <p:nvSpPr>
          <p:cNvPr id="12" name="Picture Placeholder 12">
            <a:extLst>
              <a:ext uri="{FF2B5EF4-FFF2-40B4-BE49-F238E27FC236}">
                <a16:creationId xmlns:a16="http://schemas.microsoft.com/office/drawing/2014/main" id="{DD66ED59-D4E7-86E1-76EA-2E51257EEF47}"/>
              </a:ext>
            </a:extLst>
          </p:cNvPr>
          <p:cNvSpPr>
            <a:spLocks noGrp="1"/>
          </p:cNvSpPr>
          <p:nvPr>
            <p:ph type="pic" sz="quarter" idx="15"/>
          </p:nvPr>
        </p:nvSpPr>
        <p:spPr>
          <a:xfrm>
            <a:off x="594682" y="4234640"/>
            <a:ext cx="5577840" cy="1920240"/>
          </a:xfrm>
          <a:custGeom>
            <a:avLst/>
            <a:gdLst>
              <a:gd name="connsiteX0" fmla="*/ 6858000 w 6858000"/>
              <a:gd name="connsiteY0" fmla="*/ 0 h 2369128"/>
              <a:gd name="connsiteX1" fmla="*/ 6276109 w 6858000"/>
              <a:gd name="connsiteY1" fmla="*/ 2313709 h 2369128"/>
              <a:gd name="connsiteX2" fmla="*/ 0 w 6858000"/>
              <a:gd name="connsiteY2" fmla="*/ 2369128 h 2369128"/>
              <a:gd name="connsiteX3" fmla="*/ 678872 w 6858000"/>
              <a:gd name="connsiteY3" fmla="*/ 69273 h 2369128"/>
              <a:gd name="connsiteX0" fmla="*/ 6858000 w 6858000"/>
              <a:gd name="connsiteY0" fmla="*/ 0 h 2369128"/>
              <a:gd name="connsiteX1" fmla="*/ 6139834 w 6858000"/>
              <a:gd name="connsiteY1" fmla="*/ 2362659 h 2369128"/>
              <a:gd name="connsiteX2" fmla="*/ 0 w 6858000"/>
              <a:gd name="connsiteY2" fmla="*/ 2369128 h 2369128"/>
              <a:gd name="connsiteX3" fmla="*/ 678872 w 6858000"/>
              <a:gd name="connsiteY3" fmla="*/ 69273 h 2369128"/>
              <a:gd name="connsiteX4" fmla="*/ 6858000 w 6858000"/>
              <a:gd name="connsiteY4" fmla="*/ 0 h 2369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8000" h="2369128">
                <a:moveTo>
                  <a:pt x="6858000" y="0"/>
                </a:moveTo>
                <a:lnTo>
                  <a:pt x="6139834" y="2362659"/>
                </a:lnTo>
                <a:lnTo>
                  <a:pt x="0" y="2369128"/>
                </a:lnTo>
                <a:lnTo>
                  <a:pt x="678872" y="69273"/>
                </a:lnTo>
                <a:lnTo>
                  <a:pt x="6858000" y="0"/>
                </a:lnTo>
                <a:close/>
              </a:path>
            </a:pathLst>
          </a:custGeom>
        </p:spPr>
        <p:txBody>
          <a:bodyPr rtlCol="0">
            <a:noAutofit/>
          </a:bodyPr>
          <a:lstStyle>
            <a:lvl1pPr algn="ctr">
              <a:buNone/>
              <a:defRPr sz="1800"/>
            </a:lvl1pPr>
          </a:lstStyle>
          <a:p>
            <a:pPr lvl="0"/>
            <a:r>
              <a:rPr lang="en-US" noProof="0" dirty="0"/>
              <a:t>Click icon to add picture</a:t>
            </a:r>
          </a:p>
        </p:txBody>
      </p:sp>
    </p:spTree>
    <p:extLst>
      <p:ext uri="{BB962C8B-B14F-4D97-AF65-F5344CB8AC3E}">
        <p14:creationId xmlns:p14="http://schemas.microsoft.com/office/powerpoint/2010/main" val="33468046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type="twoTxTwoObj" preserve="1">
  <p:cSld name="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3483864" cy="1134670"/>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4364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141554"/>
            <a:ext cx="3483864" cy="1134670"/>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4364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141554"/>
            <a:ext cx="3483864" cy="1134670"/>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834244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Three-column, subtitle, bullets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subtitle, bullets layout</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 Placeholder 4">
            <a:extLst>
              <a:ext uri="{FF2B5EF4-FFF2-40B4-BE49-F238E27FC236}">
                <a16:creationId xmlns:a16="http://schemas.microsoft.com/office/drawing/2014/main" id="{DD583FB2-55AE-54BE-E2DD-306F3137D3F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13" name="Content Placeholder 2">
            <a:extLst>
              <a:ext uri="{FF2B5EF4-FFF2-40B4-BE49-F238E27FC236}">
                <a16:creationId xmlns:a16="http://schemas.microsoft.com/office/drawing/2014/main" id="{F3F2B262-18FA-0174-661A-7EA8C828B6D0}"/>
              </a:ext>
            </a:extLst>
          </p:cNvPr>
          <p:cNvSpPr>
            <a:spLocks noGrp="1"/>
          </p:cNvSpPr>
          <p:nvPr>
            <p:ph sz="half" idx="1" hasCustomPrompt="1"/>
          </p:nvPr>
        </p:nvSpPr>
        <p:spPr>
          <a:xfrm>
            <a:off x="609599" y="2133600"/>
            <a:ext cx="10972799" cy="1379034"/>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4" name="Content Placeholder 2">
            <a:extLst>
              <a:ext uri="{FF2B5EF4-FFF2-40B4-BE49-F238E27FC236}">
                <a16:creationId xmlns:a16="http://schemas.microsoft.com/office/drawing/2014/main" id="{27536368-2F9D-EFF5-6B76-13265E104753}"/>
              </a:ext>
            </a:extLst>
          </p:cNvPr>
          <p:cNvSpPr>
            <a:spLocks noGrp="1"/>
          </p:cNvSpPr>
          <p:nvPr>
            <p:ph sz="half" idx="17" hasCustomPrompt="1"/>
          </p:nvPr>
        </p:nvSpPr>
        <p:spPr>
          <a:xfrm>
            <a:off x="609600" y="3713017"/>
            <a:ext cx="5334000" cy="2227406"/>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5" name="Content Placeholder 2">
            <a:extLst>
              <a:ext uri="{FF2B5EF4-FFF2-40B4-BE49-F238E27FC236}">
                <a16:creationId xmlns:a16="http://schemas.microsoft.com/office/drawing/2014/main" id="{E7FAEAD2-7C22-1EE3-38EF-BDE40F9D9832}"/>
              </a:ext>
            </a:extLst>
          </p:cNvPr>
          <p:cNvSpPr>
            <a:spLocks noGrp="1"/>
          </p:cNvSpPr>
          <p:nvPr>
            <p:ph sz="half" idx="18" hasCustomPrompt="1"/>
          </p:nvPr>
        </p:nvSpPr>
        <p:spPr>
          <a:xfrm>
            <a:off x="6248398" y="3713017"/>
            <a:ext cx="5334000" cy="2227406"/>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Tree>
    <p:extLst>
      <p:ext uri="{BB962C8B-B14F-4D97-AF65-F5344CB8AC3E}">
        <p14:creationId xmlns:p14="http://schemas.microsoft.com/office/powerpoint/2010/main" val="1884262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3_Two Content, Subtitle, and Bullets images">
    <p:spTree>
      <p:nvGrpSpPr>
        <p:cNvPr id="1" name=""/>
        <p:cNvGrpSpPr/>
        <p:nvPr/>
      </p:nvGrpSpPr>
      <p:grpSpPr>
        <a:xfrm>
          <a:off x="0" y="0"/>
          <a:ext cx="0" cy="0"/>
          <a:chOff x="0" y="0"/>
          <a:chExt cx="0" cy="0"/>
        </a:xfrm>
      </p:grpSpPr>
      <p:sp>
        <p:nvSpPr>
          <p:cNvPr id="9" name="Picture Placeholder 6">
            <a:extLst>
              <a:ext uri="{FF2B5EF4-FFF2-40B4-BE49-F238E27FC236}">
                <a16:creationId xmlns:a16="http://schemas.microsoft.com/office/drawing/2014/main" id="{2A8076F7-D427-34D1-99C0-68EFF424C28D}"/>
              </a:ext>
            </a:extLst>
          </p:cNvPr>
          <p:cNvSpPr>
            <a:spLocks noGrp="1"/>
          </p:cNvSpPr>
          <p:nvPr>
            <p:ph type="pic" sz="quarter" idx="14" hasCustomPrompt="1"/>
          </p:nvPr>
        </p:nvSpPr>
        <p:spPr>
          <a:xfrm>
            <a:off x="609599" y="2118876"/>
            <a:ext cx="3474720" cy="2505456"/>
          </a:xfrm>
          <a:prstGeom prst="roundRect">
            <a:avLst>
              <a:gd name="adj" fmla="val 5983"/>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10" name="Picture Placeholder 6">
            <a:extLst>
              <a:ext uri="{FF2B5EF4-FFF2-40B4-BE49-F238E27FC236}">
                <a16:creationId xmlns:a16="http://schemas.microsoft.com/office/drawing/2014/main" id="{57D72663-D094-A43A-F950-11115B2059AC}"/>
              </a:ext>
            </a:extLst>
          </p:cNvPr>
          <p:cNvSpPr>
            <a:spLocks noGrp="1"/>
          </p:cNvSpPr>
          <p:nvPr>
            <p:ph type="pic" sz="quarter" idx="15" hasCustomPrompt="1"/>
          </p:nvPr>
        </p:nvSpPr>
        <p:spPr>
          <a:xfrm>
            <a:off x="4358640" y="2118876"/>
            <a:ext cx="3474720" cy="2505456"/>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subtitle, bullets layout, image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4839415"/>
            <a:ext cx="3474720" cy="1064907"/>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401470" y="4839414"/>
            <a:ext cx="3474720" cy="1064907"/>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Picture Placeholder 6">
            <a:extLst>
              <a:ext uri="{FF2B5EF4-FFF2-40B4-BE49-F238E27FC236}">
                <a16:creationId xmlns:a16="http://schemas.microsoft.com/office/drawing/2014/main" id="{E4E4E984-0CF8-D81B-EEFD-F7BAE9C3798A}"/>
              </a:ext>
            </a:extLst>
          </p:cNvPr>
          <p:cNvSpPr>
            <a:spLocks noGrp="1"/>
          </p:cNvSpPr>
          <p:nvPr>
            <p:ph type="pic" sz="quarter" idx="16" hasCustomPrompt="1"/>
          </p:nvPr>
        </p:nvSpPr>
        <p:spPr>
          <a:xfrm>
            <a:off x="8105449" y="2118876"/>
            <a:ext cx="3474720" cy="2505456"/>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12" name="Content Placeholder 3">
            <a:extLst>
              <a:ext uri="{FF2B5EF4-FFF2-40B4-BE49-F238E27FC236}">
                <a16:creationId xmlns:a16="http://schemas.microsoft.com/office/drawing/2014/main" id="{7B583509-C158-3207-D578-13FA09D91998}"/>
              </a:ext>
            </a:extLst>
          </p:cNvPr>
          <p:cNvSpPr>
            <a:spLocks noGrp="1"/>
          </p:cNvSpPr>
          <p:nvPr>
            <p:ph sz="half" idx="17" hasCustomPrompt="1"/>
          </p:nvPr>
        </p:nvSpPr>
        <p:spPr>
          <a:xfrm>
            <a:off x="8148279" y="4839414"/>
            <a:ext cx="3474720" cy="1064907"/>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Tree>
    <p:extLst>
      <p:ext uri="{BB962C8B-B14F-4D97-AF65-F5344CB8AC3E}">
        <p14:creationId xmlns:p14="http://schemas.microsoft.com/office/powerpoint/2010/main" val="2532134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4_Two Content, Subtitle, and Bullets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subtitle, callout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3836021"/>
            <a:ext cx="3474720" cy="2068302"/>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401470" y="3836020"/>
            <a:ext cx="3474720" cy="2068302"/>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Content Placeholder 3">
            <a:extLst>
              <a:ext uri="{FF2B5EF4-FFF2-40B4-BE49-F238E27FC236}">
                <a16:creationId xmlns:a16="http://schemas.microsoft.com/office/drawing/2014/main" id="{7B583509-C158-3207-D578-13FA09D91998}"/>
              </a:ext>
            </a:extLst>
          </p:cNvPr>
          <p:cNvSpPr>
            <a:spLocks noGrp="1"/>
          </p:cNvSpPr>
          <p:nvPr>
            <p:ph sz="half" idx="17" hasCustomPrompt="1"/>
          </p:nvPr>
        </p:nvSpPr>
        <p:spPr>
          <a:xfrm>
            <a:off x="8148279" y="3836020"/>
            <a:ext cx="3474720" cy="2068302"/>
          </a:xfrm>
        </p:spPr>
        <p:txBody>
          <a:bodyPr/>
          <a:lstStyle>
            <a:lvl1pPr marL="342900" indent="-342900">
              <a:buFont typeface="Arial" panose="020B0604020202020204" pitchFamily="34" charset="0"/>
              <a:buNone/>
              <a:defRPr sz="1600" b="0" i="0">
                <a:latin typeface="Amazon Ember Display" panose="020F0603020204020204" pitchFamily="34" charset="0"/>
              </a:defRPr>
            </a:lvl1pPr>
            <a:lvl2pPr marL="628650" indent="-342900">
              <a:buFont typeface="Arial" panose="020B0604020202020204" pitchFamily="34" charset="0"/>
              <a:buNone/>
              <a:defRPr sz="1600" b="0" i="0">
                <a:latin typeface="Amazon Ember Display" panose="020F0603020204020204" pitchFamily="34" charset="0"/>
              </a:defRPr>
            </a:lvl2pPr>
            <a:lvl3pPr marL="914400" indent="-285750">
              <a:buFont typeface="Arial" panose="020B0604020202020204" pitchFamily="34" charset="0"/>
              <a:buNone/>
              <a:defRPr sz="1600" b="0" i="0">
                <a:latin typeface="Amazon Ember Display" panose="020F0603020204020204" pitchFamily="34" charset="0"/>
              </a:defRPr>
            </a:lvl3pPr>
            <a:lvl4pPr marL="1144588" indent="-285750">
              <a:buFont typeface="Arial" panose="020B0604020202020204" pitchFamily="34" charset="0"/>
              <a:buNone/>
              <a:defRPr sz="1600" b="0" i="0">
                <a:latin typeface="Amazon Ember Display" panose="020F0603020204020204" pitchFamily="34" charset="0"/>
              </a:defRPr>
            </a:lvl4pPr>
            <a:lvl5pPr marL="1316038" indent="-285750">
              <a:buFont typeface="Arial" panose="020B0604020202020204" pitchFamily="34" charset="0"/>
              <a:buChar char="•"/>
              <a:defRPr sz="1600" b="0" i="0">
                <a:latin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56B44C63-F39D-D06A-5475-046629AF43EA}"/>
              </a:ext>
            </a:extLst>
          </p:cNvPr>
          <p:cNvSpPr>
            <a:spLocks noGrp="1"/>
          </p:cNvSpPr>
          <p:nvPr>
            <p:ph sz="half" idx="18" hasCustomPrompt="1"/>
          </p:nvPr>
        </p:nvSpPr>
        <p:spPr>
          <a:xfrm>
            <a:off x="609599" y="2133600"/>
            <a:ext cx="10972799" cy="1379034"/>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Tree>
    <p:extLst>
      <p:ext uri="{BB962C8B-B14F-4D97-AF65-F5344CB8AC3E}">
        <p14:creationId xmlns:p14="http://schemas.microsoft.com/office/powerpoint/2010/main" val="2596625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type="twoTxTwoObj" preserve="1">
  <p:cSld name="2_Three column with subheadings 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comparison</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43647"/>
            <a:ext cx="3483864"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141554"/>
            <a:ext cx="3483864" cy="1314206"/>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cxnSp>
        <p:nvCxnSpPr>
          <p:cNvPr id="12" name="Straight Connector 11">
            <a:extLst>
              <a:ext uri="{FF2B5EF4-FFF2-40B4-BE49-F238E27FC236}">
                <a16:creationId xmlns:a16="http://schemas.microsoft.com/office/drawing/2014/main" id="{AEA38A03-7D41-1A55-93A7-1D72FD514552}"/>
              </a:ext>
            </a:extLst>
          </p:cNvPr>
          <p:cNvCxnSpPr/>
          <p:nvPr userDrawn="1"/>
        </p:nvCxnSpPr>
        <p:spPr>
          <a:xfrm>
            <a:off x="4217775" y="1736519"/>
            <a:ext cx="0" cy="4480560"/>
          </a:xfrm>
          <a:prstGeom prst="line">
            <a:avLst/>
          </a:prstGeom>
          <a:ln w="19050" cap="rnd">
            <a:solidFill>
              <a:schemeClr val="bg1">
                <a:lumMod val="50000"/>
                <a:lumOff val="50000"/>
              </a:schemeClr>
            </a:solidFill>
            <a:round/>
          </a:ln>
        </p:spPr>
        <p:style>
          <a:lnRef idx="1">
            <a:schemeClr val="accent1"/>
          </a:lnRef>
          <a:fillRef idx="0">
            <a:schemeClr val="accent1"/>
          </a:fillRef>
          <a:effectRef idx="0">
            <a:schemeClr val="accent1"/>
          </a:effectRef>
          <a:fontRef idx="minor">
            <a:schemeClr val="tx1"/>
          </a:fontRef>
        </p:style>
      </p:cxnSp>
      <p:grpSp>
        <p:nvGrpSpPr>
          <p:cNvPr id="13" name="Right Facing Arrow 2" descr="red circle with white arrow used to indicate a relationship between items 2 and 3 out of 3 in a linear progression">
            <a:extLst>
              <a:ext uri="{FF2B5EF4-FFF2-40B4-BE49-F238E27FC236}">
                <a16:creationId xmlns:a16="http://schemas.microsoft.com/office/drawing/2014/main" id="{4A5E2DC0-C318-53A0-DEF7-960C744C0E7D}"/>
              </a:ext>
            </a:extLst>
          </p:cNvPr>
          <p:cNvGrpSpPr>
            <a:grpSpLocks noChangeAspect="1"/>
          </p:cNvGrpSpPr>
          <p:nvPr userDrawn="1"/>
        </p:nvGrpSpPr>
        <p:grpSpPr>
          <a:xfrm>
            <a:off x="4096676" y="3688634"/>
            <a:ext cx="274320" cy="274320"/>
            <a:chOff x="5834062" y="3167062"/>
            <a:chExt cx="353293" cy="353293"/>
          </a:xfrm>
        </p:grpSpPr>
        <p:sp>
          <p:nvSpPr>
            <p:cNvPr id="14" name="Circle">
              <a:extLst>
                <a:ext uri="{FF2B5EF4-FFF2-40B4-BE49-F238E27FC236}">
                  <a16:creationId xmlns:a16="http://schemas.microsoft.com/office/drawing/2014/main" id="{3089F129-80C0-E190-3D00-7908E8CADC67}"/>
                </a:ext>
              </a:extLst>
            </p:cNvPr>
            <p:cNvSpPr/>
            <p:nvPr/>
          </p:nvSpPr>
          <p:spPr>
            <a:xfrm>
              <a:off x="5834062" y="3167062"/>
              <a:ext cx="353293" cy="353293"/>
            </a:xfrm>
            <a:custGeom>
              <a:avLst/>
              <a:gdLst>
                <a:gd name="connsiteX0" fmla="*/ 353293 w 353293"/>
                <a:gd name="connsiteY0" fmla="*/ 176647 h 353293"/>
                <a:gd name="connsiteX1" fmla="*/ 176647 w 353293"/>
                <a:gd name="connsiteY1" fmla="*/ 353293 h 353293"/>
                <a:gd name="connsiteX2" fmla="*/ 0 w 353293"/>
                <a:gd name="connsiteY2" fmla="*/ 176647 h 353293"/>
                <a:gd name="connsiteX3" fmla="*/ 176647 w 353293"/>
                <a:gd name="connsiteY3" fmla="*/ 0 h 353293"/>
                <a:gd name="connsiteX4" fmla="*/ 353293 w 353293"/>
                <a:gd name="connsiteY4" fmla="*/ 176647 h 3532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3293" h="353293">
                  <a:moveTo>
                    <a:pt x="353293" y="176647"/>
                  </a:moveTo>
                  <a:cubicBezTo>
                    <a:pt x="353293" y="274206"/>
                    <a:pt x="274206" y="353293"/>
                    <a:pt x="176647" y="353293"/>
                  </a:cubicBezTo>
                  <a:cubicBezTo>
                    <a:pt x="79087" y="353293"/>
                    <a:pt x="0" y="274206"/>
                    <a:pt x="0" y="176647"/>
                  </a:cubicBezTo>
                  <a:cubicBezTo>
                    <a:pt x="0" y="79087"/>
                    <a:pt x="79087" y="0"/>
                    <a:pt x="176647" y="0"/>
                  </a:cubicBezTo>
                  <a:cubicBezTo>
                    <a:pt x="274206" y="0"/>
                    <a:pt x="353293" y="79087"/>
                    <a:pt x="353293" y="176647"/>
                  </a:cubicBezTo>
                  <a:close/>
                </a:path>
              </a:pathLst>
            </a:custGeom>
            <a:solidFill>
              <a:schemeClr val="accent3"/>
            </a:solidFill>
            <a:ln w="6235" cap="flat">
              <a:noFill/>
              <a:prstDash val="solid"/>
              <a:miter/>
            </a:ln>
          </p:spPr>
          <p:txBody>
            <a:bodyPr rtlCol="0" anchor="ctr"/>
            <a:lstStyle/>
            <a:p>
              <a:endParaRPr lang="en-US" dirty="0"/>
            </a:p>
          </p:txBody>
        </p:sp>
        <p:sp>
          <p:nvSpPr>
            <p:cNvPr id="15" name="Arrow">
              <a:extLst>
                <a:ext uri="{FF2B5EF4-FFF2-40B4-BE49-F238E27FC236}">
                  <a16:creationId xmlns:a16="http://schemas.microsoft.com/office/drawing/2014/main" id="{D890A71E-0652-ABA3-D906-C951C946F6B4}"/>
                </a:ext>
              </a:extLst>
            </p:cNvPr>
            <p:cNvSpPr/>
            <p:nvPr/>
          </p:nvSpPr>
          <p:spPr>
            <a:xfrm>
              <a:off x="5902091" y="3252194"/>
              <a:ext cx="227828" cy="182964"/>
            </a:xfrm>
            <a:custGeom>
              <a:avLst/>
              <a:gdLst>
                <a:gd name="connsiteX0" fmla="*/ 136378 w 227828"/>
                <a:gd name="connsiteY0" fmla="*/ 0 h 182964"/>
                <a:gd name="connsiteX1" fmla="*/ 113787 w 227828"/>
                <a:gd name="connsiteY1" fmla="*/ 22591 h 182964"/>
                <a:gd name="connsiteX2" fmla="*/ 166755 w 227828"/>
                <a:gd name="connsiteY2" fmla="*/ 75560 h 182964"/>
                <a:gd name="connsiteX3" fmla="*/ 0 w 227828"/>
                <a:gd name="connsiteY3" fmla="*/ 75560 h 182964"/>
                <a:gd name="connsiteX4" fmla="*/ 0 w 227828"/>
                <a:gd name="connsiteY4" fmla="*/ 107469 h 182964"/>
                <a:gd name="connsiteX5" fmla="*/ 166755 w 227828"/>
                <a:gd name="connsiteY5" fmla="*/ 107469 h 182964"/>
                <a:gd name="connsiteX6" fmla="*/ 113787 w 227828"/>
                <a:gd name="connsiteY6" fmla="*/ 160437 h 182964"/>
                <a:gd name="connsiteX7" fmla="*/ 136378 w 227828"/>
                <a:gd name="connsiteY7" fmla="*/ 182965 h 182964"/>
                <a:gd name="connsiteX8" fmla="*/ 227828 w 227828"/>
                <a:gd name="connsiteY8" fmla="*/ 91514 h 182964"/>
                <a:gd name="connsiteX9" fmla="*/ 136378 w 227828"/>
                <a:gd name="connsiteY9" fmla="*/ 0 h 182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7828" h="182964">
                  <a:moveTo>
                    <a:pt x="136378" y="0"/>
                  </a:moveTo>
                  <a:lnTo>
                    <a:pt x="113787" y="22591"/>
                  </a:lnTo>
                  <a:lnTo>
                    <a:pt x="166755" y="75560"/>
                  </a:lnTo>
                  <a:lnTo>
                    <a:pt x="0" y="75560"/>
                  </a:lnTo>
                  <a:lnTo>
                    <a:pt x="0" y="107469"/>
                  </a:lnTo>
                  <a:lnTo>
                    <a:pt x="166755" y="107469"/>
                  </a:lnTo>
                  <a:lnTo>
                    <a:pt x="113787" y="160437"/>
                  </a:lnTo>
                  <a:lnTo>
                    <a:pt x="136378" y="182965"/>
                  </a:lnTo>
                  <a:lnTo>
                    <a:pt x="227828" y="91514"/>
                  </a:lnTo>
                  <a:lnTo>
                    <a:pt x="136378" y="0"/>
                  </a:lnTo>
                  <a:close/>
                </a:path>
              </a:pathLst>
            </a:custGeom>
            <a:solidFill>
              <a:srgbClr val="FFFFFF"/>
            </a:solidFill>
            <a:ln w="6235" cap="flat">
              <a:noFill/>
              <a:prstDash val="solid"/>
              <a:miter/>
            </a:ln>
          </p:spPr>
          <p:txBody>
            <a:bodyPr rtlCol="0" anchor="ctr"/>
            <a:lstStyle/>
            <a:p>
              <a:endParaRPr lang="en-US"/>
            </a:p>
          </p:txBody>
        </p:sp>
      </p:grpSp>
      <p:cxnSp>
        <p:nvCxnSpPr>
          <p:cNvPr id="16" name="Straight Connector 15">
            <a:extLst>
              <a:ext uri="{FF2B5EF4-FFF2-40B4-BE49-F238E27FC236}">
                <a16:creationId xmlns:a16="http://schemas.microsoft.com/office/drawing/2014/main" id="{3A1ADC3E-54B7-4C60-19DA-8C51B7D7CB6F}"/>
              </a:ext>
            </a:extLst>
          </p:cNvPr>
          <p:cNvCxnSpPr/>
          <p:nvPr userDrawn="1"/>
        </p:nvCxnSpPr>
        <p:spPr>
          <a:xfrm>
            <a:off x="7964277" y="1736519"/>
            <a:ext cx="0" cy="4480560"/>
          </a:xfrm>
          <a:prstGeom prst="line">
            <a:avLst/>
          </a:prstGeom>
          <a:ln w="19050" cap="rnd">
            <a:solidFill>
              <a:schemeClr val="bg1">
                <a:lumMod val="50000"/>
                <a:lumOff val="50000"/>
              </a:schemeClr>
            </a:solidFill>
            <a:round/>
          </a:ln>
        </p:spPr>
        <p:style>
          <a:lnRef idx="1">
            <a:schemeClr val="accent1"/>
          </a:lnRef>
          <a:fillRef idx="0">
            <a:schemeClr val="accent1"/>
          </a:fillRef>
          <a:effectRef idx="0">
            <a:schemeClr val="accent1"/>
          </a:effectRef>
          <a:fontRef idx="minor">
            <a:schemeClr val="tx1"/>
          </a:fontRef>
        </p:style>
      </p:cxnSp>
      <p:grpSp>
        <p:nvGrpSpPr>
          <p:cNvPr id="17" name="Right Facing Arrow 2" descr="red circle with white arrow used to indicate a relationship between items 2 and 3 out of 3 in a linear progression">
            <a:extLst>
              <a:ext uri="{FF2B5EF4-FFF2-40B4-BE49-F238E27FC236}">
                <a16:creationId xmlns:a16="http://schemas.microsoft.com/office/drawing/2014/main" id="{4530AA19-1CB2-0259-AE83-1C974068B005}"/>
              </a:ext>
            </a:extLst>
          </p:cNvPr>
          <p:cNvGrpSpPr>
            <a:grpSpLocks noChangeAspect="1"/>
          </p:cNvGrpSpPr>
          <p:nvPr userDrawn="1"/>
        </p:nvGrpSpPr>
        <p:grpSpPr>
          <a:xfrm>
            <a:off x="7831455" y="3688634"/>
            <a:ext cx="274320" cy="274320"/>
            <a:chOff x="5834062" y="3167062"/>
            <a:chExt cx="353293" cy="353293"/>
          </a:xfrm>
        </p:grpSpPr>
        <p:sp>
          <p:nvSpPr>
            <p:cNvPr id="18" name="Circle">
              <a:extLst>
                <a:ext uri="{FF2B5EF4-FFF2-40B4-BE49-F238E27FC236}">
                  <a16:creationId xmlns:a16="http://schemas.microsoft.com/office/drawing/2014/main" id="{5427B9FC-E3C6-CE17-409D-4099EE122FFC}"/>
                </a:ext>
              </a:extLst>
            </p:cNvPr>
            <p:cNvSpPr/>
            <p:nvPr/>
          </p:nvSpPr>
          <p:spPr>
            <a:xfrm>
              <a:off x="5834062" y="3167062"/>
              <a:ext cx="353293" cy="353293"/>
            </a:xfrm>
            <a:custGeom>
              <a:avLst/>
              <a:gdLst>
                <a:gd name="connsiteX0" fmla="*/ 353293 w 353293"/>
                <a:gd name="connsiteY0" fmla="*/ 176647 h 353293"/>
                <a:gd name="connsiteX1" fmla="*/ 176647 w 353293"/>
                <a:gd name="connsiteY1" fmla="*/ 353293 h 353293"/>
                <a:gd name="connsiteX2" fmla="*/ 0 w 353293"/>
                <a:gd name="connsiteY2" fmla="*/ 176647 h 353293"/>
                <a:gd name="connsiteX3" fmla="*/ 176647 w 353293"/>
                <a:gd name="connsiteY3" fmla="*/ 0 h 353293"/>
                <a:gd name="connsiteX4" fmla="*/ 353293 w 353293"/>
                <a:gd name="connsiteY4" fmla="*/ 176647 h 3532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3293" h="353293">
                  <a:moveTo>
                    <a:pt x="353293" y="176647"/>
                  </a:moveTo>
                  <a:cubicBezTo>
                    <a:pt x="353293" y="274206"/>
                    <a:pt x="274206" y="353293"/>
                    <a:pt x="176647" y="353293"/>
                  </a:cubicBezTo>
                  <a:cubicBezTo>
                    <a:pt x="79087" y="353293"/>
                    <a:pt x="0" y="274206"/>
                    <a:pt x="0" y="176647"/>
                  </a:cubicBezTo>
                  <a:cubicBezTo>
                    <a:pt x="0" y="79087"/>
                    <a:pt x="79087" y="0"/>
                    <a:pt x="176647" y="0"/>
                  </a:cubicBezTo>
                  <a:cubicBezTo>
                    <a:pt x="274206" y="0"/>
                    <a:pt x="353293" y="79087"/>
                    <a:pt x="353293" y="176647"/>
                  </a:cubicBezTo>
                  <a:close/>
                </a:path>
              </a:pathLst>
            </a:custGeom>
            <a:solidFill>
              <a:schemeClr val="accent3"/>
            </a:solidFill>
            <a:ln w="6235" cap="flat">
              <a:noFill/>
              <a:prstDash val="solid"/>
              <a:miter/>
            </a:ln>
          </p:spPr>
          <p:txBody>
            <a:bodyPr rtlCol="0" anchor="ctr"/>
            <a:lstStyle/>
            <a:p>
              <a:endParaRPr lang="en-US" dirty="0"/>
            </a:p>
          </p:txBody>
        </p:sp>
        <p:sp>
          <p:nvSpPr>
            <p:cNvPr id="19" name="Arrow">
              <a:extLst>
                <a:ext uri="{FF2B5EF4-FFF2-40B4-BE49-F238E27FC236}">
                  <a16:creationId xmlns:a16="http://schemas.microsoft.com/office/drawing/2014/main" id="{D2BF01A9-8D93-C7BF-B6B2-6ED95C9A6234}"/>
                </a:ext>
              </a:extLst>
            </p:cNvPr>
            <p:cNvSpPr/>
            <p:nvPr/>
          </p:nvSpPr>
          <p:spPr>
            <a:xfrm>
              <a:off x="5902091" y="3252194"/>
              <a:ext cx="227828" cy="182964"/>
            </a:xfrm>
            <a:custGeom>
              <a:avLst/>
              <a:gdLst>
                <a:gd name="connsiteX0" fmla="*/ 136378 w 227828"/>
                <a:gd name="connsiteY0" fmla="*/ 0 h 182964"/>
                <a:gd name="connsiteX1" fmla="*/ 113787 w 227828"/>
                <a:gd name="connsiteY1" fmla="*/ 22591 h 182964"/>
                <a:gd name="connsiteX2" fmla="*/ 166755 w 227828"/>
                <a:gd name="connsiteY2" fmla="*/ 75560 h 182964"/>
                <a:gd name="connsiteX3" fmla="*/ 0 w 227828"/>
                <a:gd name="connsiteY3" fmla="*/ 75560 h 182964"/>
                <a:gd name="connsiteX4" fmla="*/ 0 w 227828"/>
                <a:gd name="connsiteY4" fmla="*/ 107469 h 182964"/>
                <a:gd name="connsiteX5" fmla="*/ 166755 w 227828"/>
                <a:gd name="connsiteY5" fmla="*/ 107469 h 182964"/>
                <a:gd name="connsiteX6" fmla="*/ 113787 w 227828"/>
                <a:gd name="connsiteY6" fmla="*/ 160437 h 182964"/>
                <a:gd name="connsiteX7" fmla="*/ 136378 w 227828"/>
                <a:gd name="connsiteY7" fmla="*/ 182965 h 182964"/>
                <a:gd name="connsiteX8" fmla="*/ 227828 w 227828"/>
                <a:gd name="connsiteY8" fmla="*/ 91514 h 182964"/>
                <a:gd name="connsiteX9" fmla="*/ 136378 w 227828"/>
                <a:gd name="connsiteY9" fmla="*/ 0 h 182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7828" h="182964">
                  <a:moveTo>
                    <a:pt x="136378" y="0"/>
                  </a:moveTo>
                  <a:lnTo>
                    <a:pt x="113787" y="22591"/>
                  </a:lnTo>
                  <a:lnTo>
                    <a:pt x="166755" y="75560"/>
                  </a:lnTo>
                  <a:lnTo>
                    <a:pt x="0" y="75560"/>
                  </a:lnTo>
                  <a:lnTo>
                    <a:pt x="0" y="107469"/>
                  </a:lnTo>
                  <a:lnTo>
                    <a:pt x="166755" y="107469"/>
                  </a:lnTo>
                  <a:lnTo>
                    <a:pt x="113787" y="160437"/>
                  </a:lnTo>
                  <a:lnTo>
                    <a:pt x="136378" y="182965"/>
                  </a:lnTo>
                  <a:lnTo>
                    <a:pt x="227828" y="91514"/>
                  </a:lnTo>
                  <a:lnTo>
                    <a:pt x="136378" y="0"/>
                  </a:lnTo>
                  <a:close/>
                </a:path>
              </a:pathLst>
            </a:custGeom>
            <a:solidFill>
              <a:srgbClr val="FFFFFF"/>
            </a:solidFill>
            <a:ln w="6235" cap="flat">
              <a:noFill/>
              <a:prstDash val="solid"/>
              <a:miter/>
            </a:ln>
          </p:spPr>
          <p:txBody>
            <a:bodyPr rtlCol="0" anchor="ctr"/>
            <a:lstStyle/>
            <a:p>
              <a:endParaRPr lang="en-US"/>
            </a:p>
          </p:txBody>
        </p:sp>
      </p:grpSp>
    </p:spTree>
    <p:extLst>
      <p:ext uri="{BB962C8B-B14F-4D97-AF65-F5344CB8AC3E}">
        <p14:creationId xmlns:p14="http://schemas.microsoft.com/office/powerpoint/2010/main" val="2337464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type="twoTxTwoObj" preserve="1">
  <p:cSld name="2_Three column with subheadings boxes">
    <p:spTree>
      <p:nvGrpSpPr>
        <p:cNvPr id="1" name=""/>
        <p:cNvGrpSpPr/>
        <p:nvPr/>
      </p:nvGrpSpPr>
      <p:grpSpPr>
        <a:xfrm>
          <a:off x="0" y="0"/>
          <a:ext cx="0" cy="0"/>
          <a:chOff x="0" y="0"/>
          <a:chExt cx="0" cy="0"/>
        </a:xfrm>
      </p:grpSpPr>
      <p:sp>
        <p:nvSpPr>
          <p:cNvPr id="12" name="Text Placeholder 3">
            <a:extLst>
              <a:ext uri="{FF2B5EF4-FFF2-40B4-BE49-F238E27FC236}">
                <a16:creationId xmlns:a16="http://schemas.microsoft.com/office/drawing/2014/main" id="{63986C6F-D895-7DB2-6B6E-CE8456A8AC09}"/>
              </a:ext>
            </a:extLst>
          </p:cNvPr>
          <p:cNvSpPr txBox="1">
            <a:spLocks/>
          </p:cNvSpPr>
          <p:nvPr userDrawn="1"/>
        </p:nvSpPr>
        <p:spPr>
          <a:xfrm>
            <a:off x="609596" y="2200610"/>
            <a:ext cx="3474720" cy="4008774"/>
          </a:xfrm>
          <a:prstGeom prst="rect">
            <a:avLst/>
          </a:prstGeom>
          <a:noFill/>
          <a:ln w="19050">
            <a:solidFill>
              <a:schemeClr val="accent1">
                <a:lumMod val="75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13" name="Text Placeholder 3">
            <a:extLst>
              <a:ext uri="{FF2B5EF4-FFF2-40B4-BE49-F238E27FC236}">
                <a16:creationId xmlns:a16="http://schemas.microsoft.com/office/drawing/2014/main" id="{53B8C034-C962-00B8-6026-B67B4E9562DE}"/>
              </a:ext>
            </a:extLst>
          </p:cNvPr>
          <p:cNvSpPr txBox="1">
            <a:spLocks/>
          </p:cNvSpPr>
          <p:nvPr userDrawn="1"/>
        </p:nvSpPr>
        <p:spPr>
          <a:xfrm>
            <a:off x="4351717" y="1737901"/>
            <a:ext cx="3474720" cy="459073"/>
          </a:xfrm>
          <a:prstGeom prst="rect">
            <a:avLst/>
          </a:prstGeom>
          <a:solidFill>
            <a:schemeClr val="accent1">
              <a:lumMod val="75000"/>
            </a:schemeClr>
          </a:solidFill>
          <a:ln w="19050">
            <a:solidFill>
              <a:schemeClr val="accent1">
                <a:lumMod val="75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14" name="Text Placeholder 3">
            <a:extLst>
              <a:ext uri="{FF2B5EF4-FFF2-40B4-BE49-F238E27FC236}">
                <a16:creationId xmlns:a16="http://schemas.microsoft.com/office/drawing/2014/main" id="{0DD74DAC-B184-8AF3-883C-CC38C1031C29}"/>
              </a:ext>
            </a:extLst>
          </p:cNvPr>
          <p:cNvSpPr txBox="1">
            <a:spLocks/>
          </p:cNvSpPr>
          <p:nvPr userDrawn="1"/>
        </p:nvSpPr>
        <p:spPr>
          <a:xfrm>
            <a:off x="4351717" y="2200610"/>
            <a:ext cx="3474720" cy="4008774"/>
          </a:xfrm>
          <a:prstGeom prst="rect">
            <a:avLst/>
          </a:prstGeom>
          <a:noFill/>
          <a:ln w="19050">
            <a:solidFill>
              <a:schemeClr val="accent1">
                <a:lumMod val="75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15" name="Text Placeholder 3">
            <a:extLst>
              <a:ext uri="{FF2B5EF4-FFF2-40B4-BE49-F238E27FC236}">
                <a16:creationId xmlns:a16="http://schemas.microsoft.com/office/drawing/2014/main" id="{ACBC9B83-0BCF-F32D-C476-45E1C66104F4}"/>
              </a:ext>
            </a:extLst>
          </p:cNvPr>
          <p:cNvSpPr txBox="1">
            <a:spLocks/>
          </p:cNvSpPr>
          <p:nvPr userDrawn="1"/>
        </p:nvSpPr>
        <p:spPr>
          <a:xfrm>
            <a:off x="609598" y="1737901"/>
            <a:ext cx="3474720" cy="459073"/>
          </a:xfrm>
          <a:prstGeom prst="rect">
            <a:avLst/>
          </a:prstGeom>
          <a:solidFill>
            <a:schemeClr val="accent1">
              <a:lumMod val="75000"/>
            </a:schemeClr>
          </a:solidFill>
          <a:ln w="19050">
            <a:solidFill>
              <a:schemeClr val="accent1">
                <a:lumMod val="75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16" name="Text Placeholder 3">
            <a:extLst>
              <a:ext uri="{FF2B5EF4-FFF2-40B4-BE49-F238E27FC236}">
                <a16:creationId xmlns:a16="http://schemas.microsoft.com/office/drawing/2014/main" id="{BAB91520-75BF-4C46-2E83-82C6D877E412}"/>
              </a:ext>
            </a:extLst>
          </p:cNvPr>
          <p:cNvSpPr txBox="1">
            <a:spLocks/>
          </p:cNvSpPr>
          <p:nvPr userDrawn="1"/>
        </p:nvSpPr>
        <p:spPr>
          <a:xfrm>
            <a:off x="8107680" y="1737901"/>
            <a:ext cx="3474720" cy="459073"/>
          </a:xfrm>
          <a:prstGeom prst="rect">
            <a:avLst/>
          </a:prstGeom>
          <a:solidFill>
            <a:schemeClr val="accent1">
              <a:lumMod val="75000"/>
            </a:schemeClr>
          </a:solidFill>
          <a:ln w="19050">
            <a:solidFill>
              <a:schemeClr val="accent1">
                <a:lumMod val="75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17" name="Text Placeholder 3">
            <a:extLst>
              <a:ext uri="{FF2B5EF4-FFF2-40B4-BE49-F238E27FC236}">
                <a16:creationId xmlns:a16="http://schemas.microsoft.com/office/drawing/2014/main" id="{F90F917A-0111-0914-59A1-7958A0819864}"/>
              </a:ext>
            </a:extLst>
          </p:cNvPr>
          <p:cNvSpPr txBox="1">
            <a:spLocks/>
          </p:cNvSpPr>
          <p:nvPr userDrawn="1"/>
        </p:nvSpPr>
        <p:spPr>
          <a:xfrm>
            <a:off x="8107680" y="2200610"/>
            <a:ext cx="3474720" cy="4008774"/>
          </a:xfrm>
          <a:prstGeom prst="rect">
            <a:avLst/>
          </a:prstGeom>
          <a:noFill/>
          <a:ln w="19050">
            <a:solidFill>
              <a:schemeClr val="accent1">
                <a:lumMod val="75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boxes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76305"/>
            <a:ext cx="3483864"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241061"/>
            <a:ext cx="3483864" cy="1360372"/>
          </a:xfrm>
        </p:spPr>
        <p:txBody>
          <a:bodyPr lIns="182880" tIns="91440" rIns="182880"/>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1776305"/>
            <a:ext cx="3483864"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2241061"/>
            <a:ext cx="3483864" cy="1360372"/>
          </a:xfrm>
        </p:spPr>
        <p:txBody>
          <a:bodyPr lIns="182880" tIns="91440" rIns="182880"/>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1776305"/>
            <a:ext cx="3483864"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2241061"/>
            <a:ext cx="3483864" cy="1360372"/>
          </a:xfrm>
        </p:spPr>
        <p:txBody>
          <a:bodyPr lIns="182880" tIns="91440" rIns="182880"/>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016885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Three column with subheadings boxes">
    <p:spTree>
      <p:nvGrpSpPr>
        <p:cNvPr id="1" name=""/>
        <p:cNvGrpSpPr/>
        <p:nvPr/>
      </p:nvGrpSpPr>
      <p:grpSpPr>
        <a:xfrm>
          <a:off x="0" y="0"/>
          <a:ext cx="0" cy="0"/>
          <a:chOff x="0" y="0"/>
          <a:chExt cx="0" cy="0"/>
        </a:xfrm>
      </p:grpSpPr>
      <p:sp>
        <p:nvSpPr>
          <p:cNvPr id="12" name="Text Placeholder 3">
            <a:extLst>
              <a:ext uri="{FF2B5EF4-FFF2-40B4-BE49-F238E27FC236}">
                <a16:creationId xmlns:a16="http://schemas.microsoft.com/office/drawing/2014/main" id="{63986C6F-D895-7DB2-6B6E-CE8456A8AC09}"/>
              </a:ext>
            </a:extLst>
          </p:cNvPr>
          <p:cNvSpPr txBox="1">
            <a:spLocks/>
          </p:cNvSpPr>
          <p:nvPr userDrawn="1"/>
        </p:nvSpPr>
        <p:spPr>
          <a:xfrm>
            <a:off x="609596" y="2200611"/>
            <a:ext cx="10972800" cy="890934"/>
          </a:xfrm>
          <a:prstGeom prst="rect">
            <a:avLst/>
          </a:prstGeom>
          <a:noFill/>
          <a:ln w="19050">
            <a:solidFill>
              <a:schemeClr val="accent1"/>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15" name="Text Placeholder 3">
            <a:extLst>
              <a:ext uri="{FF2B5EF4-FFF2-40B4-BE49-F238E27FC236}">
                <a16:creationId xmlns:a16="http://schemas.microsoft.com/office/drawing/2014/main" id="{ACBC9B83-0BCF-F32D-C476-45E1C66104F4}"/>
              </a:ext>
            </a:extLst>
          </p:cNvPr>
          <p:cNvSpPr txBox="1">
            <a:spLocks/>
          </p:cNvSpPr>
          <p:nvPr userDrawn="1"/>
        </p:nvSpPr>
        <p:spPr>
          <a:xfrm>
            <a:off x="609598" y="1737901"/>
            <a:ext cx="10972798" cy="459073"/>
          </a:xfrm>
          <a:prstGeom prst="rect">
            <a:avLst/>
          </a:prstGeom>
          <a:solidFill>
            <a:schemeClr val="accent1"/>
          </a:solidFill>
          <a:ln w="19050">
            <a:solidFill>
              <a:schemeClr val="accent1"/>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horizontal boxes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1776305"/>
            <a:ext cx="10972797"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6" y="2241062"/>
            <a:ext cx="10972800" cy="850482"/>
          </a:xfrm>
        </p:spPr>
        <p:txBody>
          <a:bodyPr lIns="182880" tIns="91440" rIns="182880" bIns="182880"/>
          <a:lstStyle>
            <a:lvl1pPr marL="0" indent="0">
              <a:buNone/>
              <a:defRPr sz="16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p:txBody>
      </p:sp>
      <p:sp>
        <p:nvSpPr>
          <p:cNvPr id="9" name="Date Placeholder 8">
            <a:extLst>
              <a:ext uri="{FF2B5EF4-FFF2-40B4-BE49-F238E27FC236}">
                <a16:creationId xmlns:a16="http://schemas.microsoft.com/office/drawing/2014/main" id="{4B58E081-E30E-4521-AEC0-F25E96B2F80B}"/>
              </a:ext>
            </a:extLst>
          </p:cNvPr>
          <p:cNvSpPr>
            <a:spLocks noGrp="1"/>
          </p:cNvSpPr>
          <p:nvPr>
            <p:ph type="dt" sz="half" idx="12"/>
          </p:nvPr>
        </p:nvSpPr>
        <p:spPr/>
        <p:txBody>
          <a:bodyPr/>
          <a:lstStyle>
            <a:lvl1pPr>
              <a:defRPr b="0" i="0">
                <a:latin typeface="Amazon Ember Display" panose="020F0603020204020204" pitchFamily="34" charset="0"/>
              </a:defRPr>
            </a:lvl1pPr>
          </a:lstStyle>
          <a:p>
            <a:fld id="{6F02E835-1245-C748-8E9F-651FE6B45587}" type="datetime1">
              <a:rPr lang="en-US" smtClean="0"/>
              <a:pPr/>
              <a:t>12/9/25</a:t>
            </a:fld>
            <a:endParaRPr lang="en-US" dirty="0"/>
          </a:p>
        </p:txBody>
      </p:sp>
      <p:sp>
        <p:nvSpPr>
          <p:cNvPr id="10" name="Footer Placeholder 9">
            <a:extLst>
              <a:ext uri="{FF2B5EF4-FFF2-40B4-BE49-F238E27FC236}">
                <a16:creationId xmlns:a16="http://schemas.microsoft.com/office/drawing/2014/main" id="{8E5D495B-454B-46AE-A85D-594A0B9FDDCC}"/>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6" name="Text Placeholder 3">
            <a:extLst>
              <a:ext uri="{FF2B5EF4-FFF2-40B4-BE49-F238E27FC236}">
                <a16:creationId xmlns:a16="http://schemas.microsoft.com/office/drawing/2014/main" id="{455B2CA6-7C40-41B2-1A78-3DF68CA7A948}"/>
              </a:ext>
            </a:extLst>
          </p:cNvPr>
          <p:cNvSpPr txBox="1">
            <a:spLocks/>
          </p:cNvSpPr>
          <p:nvPr userDrawn="1"/>
        </p:nvSpPr>
        <p:spPr>
          <a:xfrm>
            <a:off x="609596" y="3746383"/>
            <a:ext cx="10972800" cy="890934"/>
          </a:xfrm>
          <a:prstGeom prst="rect">
            <a:avLst/>
          </a:prstGeom>
          <a:noFill/>
          <a:ln w="19050">
            <a:solidFill>
              <a:schemeClr val="accent1">
                <a:lumMod val="75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27" name="Text Placeholder 3">
            <a:extLst>
              <a:ext uri="{FF2B5EF4-FFF2-40B4-BE49-F238E27FC236}">
                <a16:creationId xmlns:a16="http://schemas.microsoft.com/office/drawing/2014/main" id="{C16348CE-3B82-FAAF-DF15-E3EA1576FDC7}"/>
              </a:ext>
            </a:extLst>
          </p:cNvPr>
          <p:cNvSpPr txBox="1">
            <a:spLocks/>
          </p:cNvSpPr>
          <p:nvPr userDrawn="1"/>
        </p:nvSpPr>
        <p:spPr>
          <a:xfrm>
            <a:off x="609598" y="3283673"/>
            <a:ext cx="10972798" cy="459073"/>
          </a:xfrm>
          <a:prstGeom prst="rect">
            <a:avLst/>
          </a:prstGeom>
          <a:solidFill>
            <a:schemeClr val="accent1">
              <a:lumMod val="75000"/>
            </a:schemeClr>
          </a:solidFill>
          <a:ln w="19050">
            <a:solidFill>
              <a:schemeClr val="accent1">
                <a:lumMod val="75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28" name="Text Placeholder 2">
            <a:extLst>
              <a:ext uri="{FF2B5EF4-FFF2-40B4-BE49-F238E27FC236}">
                <a16:creationId xmlns:a16="http://schemas.microsoft.com/office/drawing/2014/main" id="{F9970271-41B5-6DB0-7197-A1BA3AB1339B}"/>
              </a:ext>
            </a:extLst>
          </p:cNvPr>
          <p:cNvSpPr>
            <a:spLocks noGrp="1"/>
          </p:cNvSpPr>
          <p:nvPr>
            <p:ph type="body" idx="15" hasCustomPrompt="1"/>
          </p:nvPr>
        </p:nvSpPr>
        <p:spPr>
          <a:xfrm>
            <a:off x="609599" y="3322077"/>
            <a:ext cx="10972796"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29" name="Content Placeholder 3">
            <a:extLst>
              <a:ext uri="{FF2B5EF4-FFF2-40B4-BE49-F238E27FC236}">
                <a16:creationId xmlns:a16="http://schemas.microsoft.com/office/drawing/2014/main" id="{11C8EA06-D5A3-150A-CE8A-7EFE22C42DC7}"/>
              </a:ext>
            </a:extLst>
          </p:cNvPr>
          <p:cNvSpPr>
            <a:spLocks noGrp="1"/>
          </p:cNvSpPr>
          <p:nvPr>
            <p:ph sz="half" idx="16" hasCustomPrompt="1"/>
          </p:nvPr>
        </p:nvSpPr>
        <p:spPr>
          <a:xfrm>
            <a:off x="609596" y="3786834"/>
            <a:ext cx="10972800" cy="850482"/>
          </a:xfrm>
        </p:spPr>
        <p:txBody>
          <a:bodyPr lIns="182880" tIns="91440" rIns="182880" bIns="182880"/>
          <a:lstStyle>
            <a:lvl1pPr marL="0" indent="0">
              <a:buNone/>
              <a:defRPr sz="16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p:txBody>
      </p:sp>
      <p:sp>
        <p:nvSpPr>
          <p:cNvPr id="30" name="Text Placeholder 3">
            <a:extLst>
              <a:ext uri="{FF2B5EF4-FFF2-40B4-BE49-F238E27FC236}">
                <a16:creationId xmlns:a16="http://schemas.microsoft.com/office/drawing/2014/main" id="{F317913A-9E7B-34B2-F331-09D0477A8C80}"/>
              </a:ext>
            </a:extLst>
          </p:cNvPr>
          <p:cNvSpPr txBox="1">
            <a:spLocks/>
          </p:cNvSpPr>
          <p:nvPr userDrawn="1"/>
        </p:nvSpPr>
        <p:spPr>
          <a:xfrm>
            <a:off x="609596" y="5259496"/>
            <a:ext cx="10972800" cy="890934"/>
          </a:xfrm>
          <a:prstGeom prst="rect">
            <a:avLst/>
          </a:prstGeom>
          <a:noFill/>
          <a:ln w="19050">
            <a:solidFill>
              <a:schemeClr val="accent1">
                <a:lumMod val="50000"/>
              </a:schemeClr>
            </a:solidFill>
          </a:ln>
        </p:spPr>
        <p:txBody>
          <a:bodyPr vert="horz" wrap="square" lIns="274320" tIns="182880" rIns="274320" bIns="18288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AU" sz="16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31" name="Text Placeholder 3">
            <a:extLst>
              <a:ext uri="{FF2B5EF4-FFF2-40B4-BE49-F238E27FC236}">
                <a16:creationId xmlns:a16="http://schemas.microsoft.com/office/drawing/2014/main" id="{AA482FB4-862C-5966-9C28-48F116A89586}"/>
              </a:ext>
            </a:extLst>
          </p:cNvPr>
          <p:cNvSpPr txBox="1">
            <a:spLocks/>
          </p:cNvSpPr>
          <p:nvPr userDrawn="1"/>
        </p:nvSpPr>
        <p:spPr>
          <a:xfrm>
            <a:off x="609598" y="4796786"/>
            <a:ext cx="10972798" cy="459073"/>
          </a:xfrm>
          <a:prstGeom prst="rect">
            <a:avLst/>
          </a:prstGeom>
          <a:solidFill>
            <a:schemeClr val="accent1">
              <a:lumMod val="50000"/>
            </a:schemeClr>
          </a:solidFill>
          <a:ln w="19050">
            <a:solidFill>
              <a:schemeClr val="accent1">
                <a:lumMod val="50000"/>
              </a:schemeClr>
            </a:solidFill>
          </a:ln>
        </p:spPr>
        <p:txBody>
          <a:bodyPr vert="horz" wrap="square" lIns="91440" tIns="91440" rIns="91440" bIns="91440" rtlCol="0">
            <a:noAutofit/>
          </a:bodyPr>
          <a:lstStyle>
            <a:lvl1pPr marL="0" indent="0" algn="l" defTabSz="914400" rtl="0" eaLnBrk="1" latinLnBrk="0" hangingPunct="1">
              <a:lnSpc>
                <a:spcPct val="110000"/>
              </a:lnSpc>
              <a:spcBef>
                <a:spcPts val="600"/>
              </a:spcBef>
              <a:spcAft>
                <a:spcPts val="1200"/>
              </a:spcAft>
              <a:buClr>
                <a:schemeClr val="tx1"/>
              </a:buClr>
              <a:buSzPct val="90000"/>
              <a:buFont typeface="Amazon Ember Display" panose="020F0603020204020204" pitchFamily="34" charset="0"/>
              <a:buNone/>
              <a:tabLst/>
              <a:defRPr sz="1800" kern="1200">
                <a:solidFill>
                  <a:schemeClr val="tx1"/>
                </a:solidFill>
                <a:latin typeface="+mn-lt"/>
                <a:ea typeface="+mn-ea"/>
                <a:cs typeface="+mn-cs"/>
              </a:defRPr>
            </a:lvl1pPr>
            <a:lvl2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2pPr>
            <a:lvl3pPr marL="523875" indent="-295275"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3pPr>
            <a:lvl4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4pPr>
            <a:lvl5pPr marL="971550" indent="-285750" algn="l" defTabSz="914400" rtl="0" eaLnBrk="1" latinLnBrk="0" hangingPunct="1">
              <a:lnSpc>
                <a:spcPct val="110000"/>
              </a:lnSpc>
              <a:spcBef>
                <a:spcPts val="0"/>
              </a:spcBef>
              <a:spcAft>
                <a:spcPts val="1200"/>
              </a:spcAft>
              <a:buClr>
                <a:schemeClr val="tx1"/>
              </a:buClr>
              <a:buSzPct val="90000"/>
              <a:buFont typeface="Arial" panose="020B0604020202020204" pitchFamily="34" charset="0"/>
              <a:buChar char="•"/>
              <a:tabLst/>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a:lstStyle>
          <a:p>
            <a:pPr algn="ctr"/>
            <a:endParaRPr lang="en-AU" b="1" dirty="0">
              <a:solidFill>
                <a:schemeClr val="bg1"/>
              </a:solidFill>
              <a:latin typeface="Amazon Ember" panose="020B0603020204020204" pitchFamily="34" charset="0"/>
              <a:ea typeface="Amazon Ember" panose="020B0603020204020204" pitchFamily="34" charset="0"/>
              <a:cs typeface="Amazon Ember" panose="020B0603020204020204" pitchFamily="34" charset="0"/>
            </a:endParaRPr>
          </a:p>
        </p:txBody>
      </p:sp>
      <p:sp>
        <p:nvSpPr>
          <p:cNvPr id="32" name="Text Placeholder 2">
            <a:extLst>
              <a:ext uri="{FF2B5EF4-FFF2-40B4-BE49-F238E27FC236}">
                <a16:creationId xmlns:a16="http://schemas.microsoft.com/office/drawing/2014/main" id="{652327F8-BED9-C956-3A00-DF0A0EF8DAE6}"/>
              </a:ext>
            </a:extLst>
          </p:cNvPr>
          <p:cNvSpPr>
            <a:spLocks noGrp="1"/>
          </p:cNvSpPr>
          <p:nvPr>
            <p:ph type="body" idx="17" hasCustomPrompt="1"/>
          </p:nvPr>
        </p:nvSpPr>
        <p:spPr>
          <a:xfrm>
            <a:off x="609598" y="4835190"/>
            <a:ext cx="10972797" cy="369332"/>
          </a:xfrm>
        </p:spPr>
        <p:txBody>
          <a:bodyPr lIns="182880" rIns="182880" anchor="t"/>
          <a:lstStyle>
            <a:lvl1pPr marL="0" indent="0">
              <a:buNone/>
              <a:defRPr sz="2000" b="0" i="0">
                <a:solidFill>
                  <a:schemeClr val="tx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3" name="Content Placeholder 3">
            <a:extLst>
              <a:ext uri="{FF2B5EF4-FFF2-40B4-BE49-F238E27FC236}">
                <a16:creationId xmlns:a16="http://schemas.microsoft.com/office/drawing/2014/main" id="{81C15908-1772-5EEB-55FD-72A0F1D41854}"/>
              </a:ext>
            </a:extLst>
          </p:cNvPr>
          <p:cNvSpPr>
            <a:spLocks noGrp="1"/>
          </p:cNvSpPr>
          <p:nvPr>
            <p:ph sz="half" idx="18" hasCustomPrompt="1"/>
          </p:nvPr>
        </p:nvSpPr>
        <p:spPr>
          <a:xfrm>
            <a:off x="609595" y="5299947"/>
            <a:ext cx="10972800" cy="850482"/>
          </a:xfrm>
        </p:spPr>
        <p:txBody>
          <a:bodyPr lIns="182880" tIns="91440" rIns="182880" bIns="182880"/>
          <a:lstStyle>
            <a:lvl1pPr marL="0" indent="0">
              <a:buNone/>
              <a:defRPr sz="16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 or click icon to add media</a:t>
            </a:r>
          </a:p>
          <a:p>
            <a:pPr lvl="1"/>
            <a:r>
              <a:rPr lang="en-US" dirty="0"/>
              <a:t>Second level</a:t>
            </a:r>
          </a:p>
        </p:txBody>
      </p:sp>
    </p:spTree>
    <p:extLst>
      <p:ext uri="{BB962C8B-B14F-4D97-AF65-F5344CB8AC3E}">
        <p14:creationId xmlns:p14="http://schemas.microsoft.com/office/powerpoint/2010/main" val="39129981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Three column with subheadings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1" y="917577"/>
            <a:ext cx="11478567"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and numbers</a:t>
            </a:r>
          </a:p>
        </p:txBody>
      </p:sp>
      <p:sp>
        <p:nvSpPr>
          <p:cNvPr id="9" name="Date Placeholder 8">
            <a:extLst>
              <a:ext uri="{FF2B5EF4-FFF2-40B4-BE49-F238E27FC236}">
                <a16:creationId xmlns:a16="http://schemas.microsoft.com/office/drawing/2014/main" id="{FFCFB8E8-C9F0-4143-9378-EA7F6C76665B}"/>
              </a:ext>
            </a:extLst>
          </p:cNvPr>
          <p:cNvSpPr>
            <a:spLocks noGrp="1"/>
          </p:cNvSpPr>
          <p:nvPr>
            <p:ph type="dt" sz="half" idx="12"/>
          </p:nvPr>
        </p:nvSpPr>
        <p:spPr/>
        <p:txBody>
          <a:bodyPr/>
          <a:lstStyle>
            <a:lvl1pPr>
              <a:defRPr b="0" i="0">
                <a:latin typeface="Amazon Ember Display" panose="020F0603020204020204" pitchFamily="34" charset="0"/>
              </a:defRPr>
            </a:lvl1pPr>
          </a:lstStyle>
          <a:p>
            <a:fld id="{F96E8718-D810-5D42-BBA7-DBDBA7B074E9}" type="datetime1">
              <a:rPr lang="en-US" smtClean="0"/>
              <a:pPr/>
              <a:t>12/9/25</a:t>
            </a:fld>
            <a:endParaRPr lang="en-US" dirty="0"/>
          </a:p>
        </p:txBody>
      </p:sp>
      <p:sp>
        <p:nvSpPr>
          <p:cNvPr id="10" name="Footer Placeholder 9">
            <a:extLst>
              <a:ext uri="{FF2B5EF4-FFF2-40B4-BE49-F238E27FC236}">
                <a16:creationId xmlns:a16="http://schemas.microsoft.com/office/drawing/2014/main" id="{D7D1B458-DF75-45ED-B8CC-69A72676AB03}"/>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 Placeholder 3">
            <a:extLst>
              <a:ext uri="{FF2B5EF4-FFF2-40B4-BE49-F238E27FC236}">
                <a16:creationId xmlns:a16="http://schemas.microsoft.com/office/drawing/2014/main" id="{CFBB534E-44FA-8733-4D31-48BF86062511}"/>
              </a:ext>
            </a:extLst>
          </p:cNvPr>
          <p:cNvSpPr>
            <a:spLocks noGrp="1"/>
          </p:cNvSpPr>
          <p:nvPr>
            <p:ph type="body" sz="half" idx="2" hasCustomPrompt="1"/>
          </p:nvPr>
        </p:nvSpPr>
        <p:spPr>
          <a:xfrm>
            <a:off x="609598" y="1714502"/>
            <a:ext cx="10902464" cy="79575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16" name="Content Placeholder 7">
            <a:extLst>
              <a:ext uri="{FF2B5EF4-FFF2-40B4-BE49-F238E27FC236}">
                <a16:creationId xmlns:a16="http://schemas.microsoft.com/office/drawing/2014/main" id="{D0360A89-F893-A5FF-3CF8-CA6157B84626}"/>
              </a:ext>
            </a:extLst>
          </p:cNvPr>
          <p:cNvSpPr>
            <a:spLocks noGrp="1"/>
          </p:cNvSpPr>
          <p:nvPr>
            <p:ph idx="15" hasCustomPrompt="1"/>
          </p:nvPr>
        </p:nvSpPr>
        <p:spPr>
          <a:xfrm>
            <a:off x="502231" y="2833437"/>
            <a:ext cx="3381551" cy="761042"/>
          </a:xfrm>
        </p:spPr>
        <p:txBody>
          <a:bodyPr tIns="0" bIns="0">
            <a:spAutoFit/>
          </a:bodyPr>
          <a:lstStyle>
            <a:lvl1pPr marL="0" indent="0" algn="ctr">
              <a:buFontTx/>
              <a:buNone/>
              <a:defRPr sz="600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a:lnSpc>
                <a:spcPct val="80000"/>
              </a:lnSpc>
            </a:pPr>
            <a:r>
              <a:rPr lang="en-US" sz="6000" b="1" dirty="0"/>
              <a:t>Numbers</a:t>
            </a:r>
          </a:p>
        </p:txBody>
      </p:sp>
      <p:sp>
        <p:nvSpPr>
          <p:cNvPr id="17" name="Content Placeholder 7">
            <a:extLst>
              <a:ext uri="{FF2B5EF4-FFF2-40B4-BE49-F238E27FC236}">
                <a16:creationId xmlns:a16="http://schemas.microsoft.com/office/drawing/2014/main" id="{C75CCA04-D4F8-75AA-BEA7-B3C195E6C41E}"/>
              </a:ext>
            </a:extLst>
          </p:cNvPr>
          <p:cNvSpPr>
            <a:spLocks noGrp="1"/>
          </p:cNvSpPr>
          <p:nvPr>
            <p:ph idx="22" hasCustomPrompt="1"/>
          </p:nvPr>
        </p:nvSpPr>
        <p:spPr>
          <a:xfrm>
            <a:off x="4373880" y="2833437"/>
            <a:ext cx="3381551" cy="761042"/>
          </a:xfrm>
        </p:spPr>
        <p:txBody>
          <a:bodyPr tIns="0" bIns="0">
            <a:spAutoFit/>
          </a:bodyPr>
          <a:lstStyle>
            <a:lvl1pPr marL="0" indent="0" algn="ctr">
              <a:buFontTx/>
              <a:buNone/>
              <a:defRPr sz="600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a:lnSpc>
                <a:spcPct val="80000"/>
              </a:lnSpc>
            </a:pPr>
            <a:r>
              <a:rPr lang="en-US" sz="6000" b="1" dirty="0"/>
              <a:t>Numbers</a:t>
            </a:r>
          </a:p>
        </p:txBody>
      </p:sp>
      <p:sp>
        <p:nvSpPr>
          <p:cNvPr id="18" name="Content Placeholder 7">
            <a:extLst>
              <a:ext uri="{FF2B5EF4-FFF2-40B4-BE49-F238E27FC236}">
                <a16:creationId xmlns:a16="http://schemas.microsoft.com/office/drawing/2014/main" id="{CB30A998-7DFA-50D3-666B-D170A1B82AB5}"/>
              </a:ext>
            </a:extLst>
          </p:cNvPr>
          <p:cNvSpPr>
            <a:spLocks noGrp="1"/>
          </p:cNvSpPr>
          <p:nvPr>
            <p:ph idx="24" hasCustomPrompt="1"/>
          </p:nvPr>
        </p:nvSpPr>
        <p:spPr>
          <a:xfrm>
            <a:off x="8273238" y="2833437"/>
            <a:ext cx="3381551" cy="761042"/>
          </a:xfrm>
        </p:spPr>
        <p:txBody>
          <a:bodyPr tIns="0" bIns="0">
            <a:spAutoFit/>
          </a:bodyPr>
          <a:lstStyle>
            <a:lvl1pPr marL="0" indent="0" algn="ctr">
              <a:buFontTx/>
              <a:buNone/>
              <a:defRPr sz="600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a:lnSpc>
                <a:spcPct val="80000"/>
              </a:lnSpc>
            </a:pPr>
            <a:r>
              <a:rPr lang="en-US" sz="6000" b="1" dirty="0"/>
              <a:t>Numbers</a:t>
            </a:r>
          </a:p>
        </p:txBody>
      </p:sp>
      <p:sp>
        <p:nvSpPr>
          <p:cNvPr id="19" name="Content Placeholder 7">
            <a:extLst>
              <a:ext uri="{FF2B5EF4-FFF2-40B4-BE49-F238E27FC236}">
                <a16:creationId xmlns:a16="http://schemas.microsoft.com/office/drawing/2014/main" id="{3F1A9337-B65D-2FC8-573C-56DDF89C667C}"/>
              </a:ext>
            </a:extLst>
          </p:cNvPr>
          <p:cNvSpPr>
            <a:spLocks noGrp="1"/>
          </p:cNvSpPr>
          <p:nvPr>
            <p:ph idx="25" hasCustomPrompt="1"/>
          </p:nvPr>
        </p:nvSpPr>
        <p:spPr>
          <a:xfrm>
            <a:off x="8273238" y="3760760"/>
            <a:ext cx="3381551" cy="365760"/>
          </a:xfrm>
        </p:spPr>
        <p:txBody>
          <a:bodyPr tIns="0" bIns="0" anchor="ctr"/>
          <a:lstStyle>
            <a:lvl1pPr marL="0" indent="0" algn="ctr">
              <a:lnSpc>
                <a:spcPct val="90000"/>
              </a:lnSpc>
              <a:buFontTx/>
              <a:buNone/>
              <a:defRPr sz="1800"/>
            </a:lvl1pPr>
          </a:lstStyle>
          <a:p>
            <a:pPr>
              <a:lnSpc>
                <a:spcPct val="50000"/>
              </a:lnSpc>
              <a:spcAft>
                <a:spcPts val="0"/>
              </a:spcAft>
            </a:pPr>
            <a:r>
              <a:rPr lang="en-US" sz="1800" dirty="0"/>
              <a:t>Information</a:t>
            </a:r>
            <a:endParaRPr lang="en-US" sz="1800" spc="-80" dirty="0">
              <a:solidFill>
                <a:schemeClr val="accent4"/>
              </a:solidFill>
            </a:endParaRPr>
          </a:p>
        </p:txBody>
      </p:sp>
      <p:sp>
        <p:nvSpPr>
          <p:cNvPr id="20" name="Content Placeholder 7">
            <a:extLst>
              <a:ext uri="{FF2B5EF4-FFF2-40B4-BE49-F238E27FC236}">
                <a16:creationId xmlns:a16="http://schemas.microsoft.com/office/drawing/2014/main" id="{5AEC1D4B-5226-4B63-16B5-FD270C9F328C}"/>
              </a:ext>
            </a:extLst>
          </p:cNvPr>
          <p:cNvSpPr>
            <a:spLocks noGrp="1"/>
          </p:cNvSpPr>
          <p:nvPr>
            <p:ph idx="32" hasCustomPrompt="1"/>
          </p:nvPr>
        </p:nvSpPr>
        <p:spPr>
          <a:xfrm>
            <a:off x="4373602" y="3760760"/>
            <a:ext cx="3381551" cy="365760"/>
          </a:xfrm>
        </p:spPr>
        <p:txBody>
          <a:bodyPr tIns="0" bIns="0" anchor="ctr"/>
          <a:lstStyle>
            <a:lvl1pPr marL="0" indent="0" algn="ctr">
              <a:lnSpc>
                <a:spcPct val="90000"/>
              </a:lnSpc>
              <a:buFontTx/>
              <a:buNone/>
              <a:defRPr sz="1800"/>
            </a:lvl1pPr>
          </a:lstStyle>
          <a:p>
            <a:pPr>
              <a:lnSpc>
                <a:spcPct val="50000"/>
              </a:lnSpc>
              <a:spcAft>
                <a:spcPts val="0"/>
              </a:spcAft>
            </a:pPr>
            <a:r>
              <a:rPr lang="en-US" sz="1800" dirty="0"/>
              <a:t>Information</a:t>
            </a:r>
            <a:endParaRPr lang="en-US" sz="1800" spc="-80" dirty="0">
              <a:solidFill>
                <a:schemeClr val="accent4"/>
              </a:solidFill>
            </a:endParaRPr>
          </a:p>
        </p:txBody>
      </p:sp>
      <p:sp>
        <p:nvSpPr>
          <p:cNvPr id="21" name="Content Placeholder 7">
            <a:extLst>
              <a:ext uri="{FF2B5EF4-FFF2-40B4-BE49-F238E27FC236}">
                <a16:creationId xmlns:a16="http://schemas.microsoft.com/office/drawing/2014/main" id="{CD052572-1B82-C166-089E-A03659672B66}"/>
              </a:ext>
            </a:extLst>
          </p:cNvPr>
          <p:cNvSpPr>
            <a:spLocks noGrp="1"/>
          </p:cNvSpPr>
          <p:nvPr>
            <p:ph idx="33" hasCustomPrompt="1"/>
          </p:nvPr>
        </p:nvSpPr>
        <p:spPr>
          <a:xfrm>
            <a:off x="501676" y="3760760"/>
            <a:ext cx="3381551" cy="365760"/>
          </a:xfrm>
        </p:spPr>
        <p:txBody>
          <a:bodyPr tIns="0" bIns="0" anchor="ctr"/>
          <a:lstStyle>
            <a:lvl1pPr marL="0" indent="0" algn="ctr">
              <a:lnSpc>
                <a:spcPct val="90000"/>
              </a:lnSpc>
              <a:buFontTx/>
              <a:buNone/>
              <a:defRPr sz="1800"/>
            </a:lvl1pPr>
          </a:lstStyle>
          <a:p>
            <a:pPr>
              <a:lnSpc>
                <a:spcPct val="50000"/>
              </a:lnSpc>
              <a:spcAft>
                <a:spcPts val="0"/>
              </a:spcAft>
            </a:pPr>
            <a:r>
              <a:rPr lang="en-US" sz="1800" dirty="0"/>
              <a:t>Information</a:t>
            </a:r>
            <a:endParaRPr lang="en-US" sz="1800" spc="-80" dirty="0">
              <a:solidFill>
                <a:schemeClr val="accent4"/>
              </a:solidFill>
            </a:endParaRPr>
          </a:p>
        </p:txBody>
      </p:sp>
      <p:sp>
        <p:nvSpPr>
          <p:cNvPr id="22" name="Text Placeholder 3">
            <a:extLst>
              <a:ext uri="{FF2B5EF4-FFF2-40B4-BE49-F238E27FC236}">
                <a16:creationId xmlns:a16="http://schemas.microsoft.com/office/drawing/2014/main" id="{9BD9634D-82AC-B3ED-2340-F56FFA42E07F}"/>
              </a:ext>
            </a:extLst>
          </p:cNvPr>
          <p:cNvSpPr>
            <a:spLocks noGrp="1"/>
          </p:cNvSpPr>
          <p:nvPr>
            <p:ph type="body" sz="half" idx="34" hasCustomPrompt="1"/>
          </p:nvPr>
        </p:nvSpPr>
        <p:spPr>
          <a:xfrm>
            <a:off x="609598" y="4637815"/>
            <a:ext cx="10902464" cy="100099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cxnSp>
        <p:nvCxnSpPr>
          <p:cNvPr id="23" name="Straight Connector 22">
            <a:extLst>
              <a:ext uri="{FF2B5EF4-FFF2-40B4-BE49-F238E27FC236}">
                <a16:creationId xmlns:a16="http://schemas.microsoft.com/office/drawing/2014/main" id="{B3751F71-52F0-E5ED-5394-9F8C590AA493}"/>
              </a:ext>
            </a:extLst>
          </p:cNvPr>
          <p:cNvCxnSpPr/>
          <p:nvPr userDrawn="1"/>
        </p:nvCxnSpPr>
        <p:spPr>
          <a:xfrm>
            <a:off x="501676" y="4274311"/>
            <a:ext cx="3381551" cy="0"/>
          </a:xfrm>
          <a:prstGeom prst="line">
            <a:avLst/>
          </a:prstGeom>
          <a:ln w="19050" cap="rnd">
            <a:solidFill>
              <a:schemeClr val="accent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582BB37-D853-314B-A3E8-DDE9D729C77D}"/>
              </a:ext>
            </a:extLst>
          </p:cNvPr>
          <p:cNvCxnSpPr/>
          <p:nvPr userDrawn="1"/>
        </p:nvCxnSpPr>
        <p:spPr>
          <a:xfrm>
            <a:off x="4380949" y="4274311"/>
            <a:ext cx="3381551" cy="0"/>
          </a:xfrm>
          <a:prstGeom prst="line">
            <a:avLst/>
          </a:prstGeom>
          <a:ln w="19050" cap="rnd">
            <a:solidFill>
              <a:schemeClr val="accent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CD0A3D9-C007-6ACF-8F41-860C7A430EBA}"/>
              </a:ext>
            </a:extLst>
          </p:cNvPr>
          <p:cNvCxnSpPr/>
          <p:nvPr userDrawn="1"/>
        </p:nvCxnSpPr>
        <p:spPr>
          <a:xfrm>
            <a:off x="8274077" y="4274311"/>
            <a:ext cx="3381551" cy="0"/>
          </a:xfrm>
          <a:prstGeom prst="line">
            <a:avLst/>
          </a:prstGeom>
          <a:ln w="19050" cap="rnd">
            <a:solidFill>
              <a:schemeClr val="accent1">
                <a:lumMod val="75000"/>
              </a:schemeClr>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322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1_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Three-column layout with subheadings and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328669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656030"/>
            <a:ext cx="3483864"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354068" y="328669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354067" y="3656030"/>
            <a:ext cx="3483864"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8098536" y="3286697"/>
            <a:ext cx="3483864"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8098536" y="3656030"/>
            <a:ext cx="3483864"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Date Placeholder 8">
            <a:extLst>
              <a:ext uri="{FF2B5EF4-FFF2-40B4-BE49-F238E27FC236}">
                <a16:creationId xmlns:a16="http://schemas.microsoft.com/office/drawing/2014/main" id="{FFCFB8E8-C9F0-4143-9378-EA7F6C76665B}"/>
              </a:ext>
            </a:extLst>
          </p:cNvPr>
          <p:cNvSpPr>
            <a:spLocks noGrp="1"/>
          </p:cNvSpPr>
          <p:nvPr>
            <p:ph type="dt" sz="half" idx="12"/>
          </p:nvPr>
        </p:nvSpPr>
        <p:spPr/>
        <p:txBody>
          <a:bodyPr/>
          <a:lstStyle>
            <a:lvl1pPr>
              <a:defRPr b="0" i="0">
                <a:latin typeface="Amazon Ember Display" panose="020F0603020204020204" pitchFamily="34" charset="0"/>
              </a:defRPr>
            </a:lvl1pPr>
          </a:lstStyle>
          <a:p>
            <a:fld id="{F96E8718-D810-5D42-BBA7-DBDBA7B074E9}" type="datetime1">
              <a:rPr lang="en-US" smtClean="0"/>
              <a:pPr/>
              <a:t>12/9/25</a:t>
            </a:fld>
            <a:endParaRPr lang="en-US" dirty="0"/>
          </a:p>
        </p:txBody>
      </p:sp>
      <p:sp>
        <p:nvSpPr>
          <p:cNvPr id="10" name="Footer Placeholder 9">
            <a:extLst>
              <a:ext uri="{FF2B5EF4-FFF2-40B4-BE49-F238E27FC236}">
                <a16:creationId xmlns:a16="http://schemas.microsoft.com/office/drawing/2014/main" id="{D7D1B458-DF75-45ED-B8CC-69A72676AB03}"/>
              </a:ext>
            </a:extLst>
          </p:cNvPr>
          <p:cNvSpPr>
            <a:spLocks noGrp="1"/>
          </p:cNvSpPr>
          <p:nvPr>
            <p:ph type="ftr" sz="quarter" idx="13"/>
          </p:nvPr>
        </p:nvSpPr>
        <p:spPr/>
        <p:txBody>
          <a:bodyPr/>
          <a:lstStyle>
            <a:lvl1pPr>
              <a:defRPr b="0" i="0">
                <a:latin typeface="Amazon Ember Display" panose="020F0603020204020204" pitchFamily="34" charset="0"/>
              </a:defRPr>
            </a:lvl1pPr>
          </a:lstStyle>
          <a:p>
            <a:endParaRPr lang="en-US" dirty="0"/>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3" name="Picture Placeholder 12">
            <a:extLst>
              <a:ext uri="{FF2B5EF4-FFF2-40B4-BE49-F238E27FC236}">
                <a16:creationId xmlns:a16="http://schemas.microsoft.com/office/drawing/2014/main" id="{E1FED918-02AD-4AE8-80A2-5FBE2CA7CD40}"/>
              </a:ext>
            </a:extLst>
          </p:cNvPr>
          <p:cNvSpPr>
            <a:spLocks noGrp="1"/>
          </p:cNvSpPr>
          <p:nvPr>
            <p:ph type="pic" sz="quarter" idx="15" hasCustomPrompt="1"/>
          </p:nvPr>
        </p:nvSpPr>
        <p:spPr>
          <a:xfrm>
            <a:off x="1500631" y="1553369"/>
            <a:ext cx="1701800" cy="1481931"/>
          </a:xfrm>
        </p:spPr>
        <p:txBody>
          <a:bodyPr>
            <a:noAutofit/>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image</a:t>
            </a:r>
          </a:p>
        </p:txBody>
      </p:sp>
      <p:sp>
        <p:nvSpPr>
          <p:cNvPr id="14" name="Picture Placeholder 12">
            <a:extLst>
              <a:ext uri="{FF2B5EF4-FFF2-40B4-BE49-F238E27FC236}">
                <a16:creationId xmlns:a16="http://schemas.microsoft.com/office/drawing/2014/main" id="{6A07340D-F35E-44B1-83E7-553D9B9F4A1B}"/>
              </a:ext>
            </a:extLst>
          </p:cNvPr>
          <p:cNvSpPr>
            <a:spLocks noGrp="1"/>
          </p:cNvSpPr>
          <p:nvPr>
            <p:ph type="pic" sz="quarter" idx="16" hasCustomPrompt="1"/>
          </p:nvPr>
        </p:nvSpPr>
        <p:spPr>
          <a:xfrm>
            <a:off x="5245099" y="1553369"/>
            <a:ext cx="1701800" cy="1481931"/>
          </a:xfrm>
        </p:spPr>
        <p:txBody>
          <a:bodyPr>
            <a:noAutofit/>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image</a:t>
            </a:r>
          </a:p>
        </p:txBody>
      </p:sp>
      <p:sp>
        <p:nvSpPr>
          <p:cNvPr id="15" name="Picture Placeholder 12">
            <a:extLst>
              <a:ext uri="{FF2B5EF4-FFF2-40B4-BE49-F238E27FC236}">
                <a16:creationId xmlns:a16="http://schemas.microsoft.com/office/drawing/2014/main" id="{0E39C743-124E-4ED1-8147-16B673DA194A}"/>
              </a:ext>
            </a:extLst>
          </p:cNvPr>
          <p:cNvSpPr>
            <a:spLocks noGrp="1"/>
          </p:cNvSpPr>
          <p:nvPr>
            <p:ph type="pic" sz="quarter" idx="17" hasCustomPrompt="1"/>
          </p:nvPr>
        </p:nvSpPr>
        <p:spPr>
          <a:xfrm>
            <a:off x="8989568" y="1553369"/>
            <a:ext cx="1701800" cy="1481931"/>
          </a:xfrm>
        </p:spPr>
        <p:txBody>
          <a:bodyPr>
            <a:noAutofit/>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image</a:t>
            </a:r>
          </a:p>
        </p:txBody>
      </p:sp>
    </p:spTree>
    <p:extLst>
      <p:ext uri="{BB962C8B-B14F-4D97-AF65-F5344CB8AC3E}">
        <p14:creationId xmlns:p14="http://schemas.microsoft.com/office/powerpoint/2010/main" val="306045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type="twoTxTwoObj" preserve="1">
  <p:cSld name="Four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40"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1743647"/>
            <a:ext cx="2377440" cy="369332"/>
          </a:xfrm>
        </p:spPr>
        <p:txBody>
          <a:bodyPr anchor="t"/>
          <a:lstStyle>
            <a:lvl1pPr marL="0" indent="0">
              <a:buNone/>
              <a:defRPr sz="2000" b="0" i="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2141554"/>
            <a:ext cx="2377440" cy="885371"/>
          </a:xfrm>
        </p:spPr>
        <p:txBody>
          <a:bodyPr/>
          <a:lstStyle>
            <a:lvl1pPr marL="0" indent="0">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buNone/>
              <a:defRPr sz="14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434433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1_Four column with subheadings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 w/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39"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2935848"/>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3333755"/>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4" name="Oval 13">
            <a:extLst>
              <a:ext uri="{FF2B5EF4-FFF2-40B4-BE49-F238E27FC236}">
                <a16:creationId xmlns:a16="http://schemas.microsoft.com/office/drawing/2014/main" id="{8383E838-7FB1-9F13-FF6B-DC42BDB34D03}"/>
              </a:ext>
            </a:extLst>
          </p:cNvPr>
          <p:cNvSpPr/>
          <p:nvPr userDrawn="1"/>
        </p:nvSpPr>
        <p:spPr>
          <a:xfrm>
            <a:off x="1313409"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5" name="Picture Placeholder 26">
            <a:extLst>
              <a:ext uri="{FF2B5EF4-FFF2-40B4-BE49-F238E27FC236}">
                <a16:creationId xmlns:a16="http://schemas.microsoft.com/office/drawing/2014/main" id="{36AA943C-5B4F-49D8-E1EA-36ABCACCC5C9}"/>
              </a:ext>
            </a:extLst>
          </p:cNvPr>
          <p:cNvSpPr>
            <a:spLocks noGrp="1"/>
          </p:cNvSpPr>
          <p:nvPr>
            <p:ph type="pic" sz="quarter" idx="17"/>
          </p:nvPr>
        </p:nvSpPr>
        <p:spPr>
          <a:xfrm>
            <a:off x="1331974" y="1728134"/>
            <a:ext cx="932688" cy="932688"/>
          </a:xfrm>
          <a:prstGeom prst="ellipse">
            <a:avLst/>
          </a:prstGeom>
        </p:spPr>
        <p:txBody>
          <a:bodyPr anchor="ctr"/>
          <a:lstStyle>
            <a:lvl1pPr marL="0" indent="0" algn="ctr">
              <a:buFontTx/>
              <a:buNone/>
              <a:defRPr sz="1000"/>
            </a:lvl1pPr>
          </a:lstStyle>
          <a:p>
            <a:endParaRPr lang="en-AU"/>
          </a:p>
        </p:txBody>
      </p:sp>
      <p:sp>
        <p:nvSpPr>
          <p:cNvPr id="16" name="Oval 15">
            <a:extLst>
              <a:ext uri="{FF2B5EF4-FFF2-40B4-BE49-F238E27FC236}">
                <a16:creationId xmlns:a16="http://schemas.microsoft.com/office/drawing/2014/main" id="{55D4FA9C-FFAF-D6AE-5303-345902BBB952}"/>
              </a:ext>
            </a:extLst>
          </p:cNvPr>
          <p:cNvSpPr/>
          <p:nvPr userDrawn="1"/>
        </p:nvSpPr>
        <p:spPr>
          <a:xfrm>
            <a:off x="4178530"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7" name="Picture Placeholder 26">
            <a:extLst>
              <a:ext uri="{FF2B5EF4-FFF2-40B4-BE49-F238E27FC236}">
                <a16:creationId xmlns:a16="http://schemas.microsoft.com/office/drawing/2014/main" id="{DFC645D4-08C7-4AE3-F57B-659D026CA41C}"/>
              </a:ext>
            </a:extLst>
          </p:cNvPr>
          <p:cNvSpPr>
            <a:spLocks noGrp="1"/>
          </p:cNvSpPr>
          <p:nvPr>
            <p:ph type="pic" sz="quarter" idx="18"/>
          </p:nvPr>
        </p:nvSpPr>
        <p:spPr>
          <a:xfrm>
            <a:off x="4197095" y="1728134"/>
            <a:ext cx="932688" cy="932688"/>
          </a:xfrm>
          <a:prstGeom prst="ellipse">
            <a:avLst/>
          </a:prstGeom>
        </p:spPr>
        <p:txBody>
          <a:bodyPr anchor="ctr"/>
          <a:lstStyle>
            <a:lvl1pPr marL="0" indent="0" algn="ctr">
              <a:buFontTx/>
              <a:buNone/>
              <a:defRPr sz="1000"/>
            </a:lvl1pPr>
          </a:lstStyle>
          <a:p>
            <a:endParaRPr lang="en-AU"/>
          </a:p>
        </p:txBody>
      </p:sp>
      <p:sp>
        <p:nvSpPr>
          <p:cNvPr id="18" name="Oval 17">
            <a:extLst>
              <a:ext uri="{FF2B5EF4-FFF2-40B4-BE49-F238E27FC236}">
                <a16:creationId xmlns:a16="http://schemas.microsoft.com/office/drawing/2014/main" id="{4A7A0C5E-3990-AED0-2795-F8391F987DBF}"/>
              </a:ext>
            </a:extLst>
          </p:cNvPr>
          <p:cNvSpPr/>
          <p:nvPr userDrawn="1"/>
        </p:nvSpPr>
        <p:spPr>
          <a:xfrm>
            <a:off x="7043650"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9" name="Picture Placeholder 26">
            <a:extLst>
              <a:ext uri="{FF2B5EF4-FFF2-40B4-BE49-F238E27FC236}">
                <a16:creationId xmlns:a16="http://schemas.microsoft.com/office/drawing/2014/main" id="{04F177A9-EBA3-2BA9-4AA4-C4FBBD66392B}"/>
              </a:ext>
            </a:extLst>
          </p:cNvPr>
          <p:cNvSpPr>
            <a:spLocks noGrp="1"/>
          </p:cNvSpPr>
          <p:nvPr>
            <p:ph type="pic" sz="quarter" idx="19"/>
          </p:nvPr>
        </p:nvSpPr>
        <p:spPr>
          <a:xfrm>
            <a:off x="7062215" y="1728134"/>
            <a:ext cx="932688" cy="932688"/>
          </a:xfrm>
          <a:prstGeom prst="ellipse">
            <a:avLst/>
          </a:prstGeom>
        </p:spPr>
        <p:txBody>
          <a:bodyPr anchor="ctr"/>
          <a:lstStyle>
            <a:lvl1pPr marL="0" indent="0" algn="ctr">
              <a:buFontTx/>
              <a:buNone/>
              <a:defRPr sz="1000"/>
            </a:lvl1pPr>
          </a:lstStyle>
          <a:p>
            <a:endParaRPr lang="en-AU"/>
          </a:p>
        </p:txBody>
      </p:sp>
      <p:sp>
        <p:nvSpPr>
          <p:cNvPr id="20" name="Oval 19">
            <a:extLst>
              <a:ext uri="{FF2B5EF4-FFF2-40B4-BE49-F238E27FC236}">
                <a16:creationId xmlns:a16="http://schemas.microsoft.com/office/drawing/2014/main" id="{4926F30C-7AD6-62E3-905C-565B2BA2B6F8}"/>
              </a:ext>
            </a:extLst>
          </p:cNvPr>
          <p:cNvSpPr/>
          <p:nvPr userDrawn="1"/>
        </p:nvSpPr>
        <p:spPr>
          <a:xfrm>
            <a:off x="9908771" y="1709569"/>
            <a:ext cx="969818" cy="969818"/>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21" name="Picture Placeholder 26">
            <a:extLst>
              <a:ext uri="{FF2B5EF4-FFF2-40B4-BE49-F238E27FC236}">
                <a16:creationId xmlns:a16="http://schemas.microsoft.com/office/drawing/2014/main" id="{E88DA7AA-5367-2909-A739-D020FFFC3C34}"/>
              </a:ext>
            </a:extLst>
          </p:cNvPr>
          <p:cNvSpPr>
            <a:spLocks noGrp="1"/>
          </p:cNvSpPr>
          <p:nvPr>
            <p:ph type="pic" sz="quarter" idx="20"/>
          </p:nvPr>
        </p:nvSpPr>
        <p:spPr>
          <a:xfrm>
            <a:off x="9927336" y="1728134"/>
            <a:ext cx="932688" cy="932688"/>
          </a:xfrm>
          <a:prstGeom prst="ellipse">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1066977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2_Four column with subheadings Imag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 w/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39"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3676609"/>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4074516"/>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5" name="Picture Placeholder 26">
            <a:extLst>
              <a:ext uri="{FF2B5EF4-FFF2-40B4-BE49-F238E27FC236}">
                <a16:creationId xmlns:a16="http://schemas.microsoft.com/office/drawing/2014/main" id="{36AA943C-5B4F-49D8-E1EA-36ABCACCC5C9}"/>
              </a:ext>
            </a:extLst>
          </p:cNvPr>
          <p:cNvSpPr>
            <a:spLocks noGrp="1"/>
          </p:cNvSpPr>
          <p:nvPr>
            <p:ph type="pic" sz="quarter" idx="17"/>
          </p:nvPr>
        </p:nvSpPr>
        <p:spPr>
          <a:xfrm>
            <a:off x="970786" y="1728134"/>
            <a:ext cx="1655064" cy="1655064"/>
          </a:xfrm>
          <a:prstGeom prst="ellipse">
            <a:avLst/>
          </a:prstGeom>
        </p:spPr>
        <p:txBody>
          <a:bodyPr anchor="ctr"/>
          <a:lstStyle>
            <a:lvl1pPr marL="0" indent="0" algn="ctr">
              <a:buFontTx/>
              <a:buNone/>
              <a:defRPr sz="1000"/>
            </a:lvl1pPr>
          </a:lstStyle>
          <a:p>
            <a:endParaRPr lang="en-AU"/>
          </a:p>
        </p:txBody>
      </p:sp>
      <p:sp>
        <p:nvSpPr>
          <p:cNvPr id="22" name="Picture Placeholder 26">
            <a:extLst>
              <a:ext uri="{FF2B5EF4-FFF2-40B4-BE49-F238E27FC236}">
                <a16:creationId xmlns:a16="http://schemas.microsoft.com/office/drawing/2014/main" id="{41B60AAF-5A8C-6720-0884-7FFD699E2060}"/>
              </a:ext>
            </a:extLst>
          </p:cNvPr>
          <p:cNvSpPr>
            <a:spLocks noGrp="1"/>
          </p:cNvSpPr>
          <p:nvPr>
            <p:ph type="pic" sz="quarter" idx="18"/>
          </p:nvPr>
        </p:nvSpPr>
        <p:spPr>
          <a:xfrm>
            <a:off x="3835907" y="1728134"/>
            <a:ext cx="1655064" cy="1655064"/>
          </a:xfrm>
          <a:prstGeom prst="ellipse">
            <a:avLst/>
          </a:prstGeom>
        </p:spPr>
        <p:txBody>
          <a:bodyPr anchor="ctr"/>
          <a:lstStyle>
            <a:lvl1pPr marL="0" indent="0" algn="ctr">
              <a:buFontTx/>
              <a:buNone/>
              <a:defRPr sz="1000"/>
            </a:lvl1pPr>
          </a:lstStyle>
          <a:p>
            <a:endParaRPr lang="en-AU"/>
          </a:p>
        </p:txBody>
      </p:sp>
      <p:sp>
        <p:nvSpPr>
          <p:cNvPr id="23" name="Picture Placeholder 26">
            <a:extLst>
              <a:ext uri="{FF2B5EF4-FFF2-40B4-BE49-F238E27FC236}">
                <a16:creationId xmlns:a16="http://schemas.microsoft.com/office/drawing/2014/main" id="{1F2E1016-E0D7-7C68-FF9D-2CECC5B1ECFF}"/>
              </a:ext>
            </a:extLst>
          </p:cNvPr>
          <p:cNvSpPr>
            <a:spLocks noGrp="1"/>
          </p:cNvSpPr>
          <p:nvPr>
            <p:ph type="pic" sz="quarter" idx="19"/>
          </p:nvPr>
        </p:nvSpPr>
        <p:spPr>
          <a:xfrm>
            <a:off x="6701027" y="1728134"/>
            <a:ext cx="1655064" cy="1655064"/>
          </a:xfrm>
          <a:prstGeom prst="ellipse">
            <a:avLst/>
          </a:prstGeom>
        </p:spPr>
        <p:txBody>
          <a:bodyPr anchor="ctr"/>
          <a:lstStyle>
            <a:lvl1pPr marL="0" indent="0" algn="ctr">
              <a:buFontTx/>
              <a:buNone/>
              <a:defRPr sz="1000"/>
            </a:lvl1pPr>
          </a:lstStyle>
          <a:p>
            <a:endParaRPr lang="en-AU"/>
          </a:p>
        </p:txBody>
      </p:sp>
      <p:sp>
        <p:nvSpPr>
          <p:cNvPr id="24" name="Picture Placeholder 26">
            <a:extLst>
              <a:ext uri="{FF2B5EF4-FFF2-40B4-BE49-F238E27FC236}">
                <a16:creationId xmlns:a16="http://schemas.microsoft.com/office/drawing/2014/main" id="{8171338B-A851-B962-AD67-52B406CCAABB}"/>
              </a:ext>
            </a:extLst>
          </p:cNvPr>
          <p:cNvSpPr>
            <a:spLocks noGrp="1"/>
          </p:cNvSpPr>
          <p:nvPr>
            <p:ph type="pic" sz="quarter" idx="20"/>
          </p:nvPr>
        </p:nvSpPr>
        <p:spPr>
          <a:xfrm>
            <a:off x="9566148" y="1728134"/>
            <a:ext cx="1655064" cy="1655064"/>
          </a:xfrm>
          <a:prstGeom prst="ellipse">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1960816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3_Four column with subheadings Images rectang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Four-column layout with subheadings w/ images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8"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474719"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474719"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339839"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339839"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9204960" y="3429000"/>
            <a:ext cx="2377440" cy="369332"/>
          </a:xfrm>
        </p:spPr>
        <p:txBody>
          <a:bodyPr anchor="t"/>
          <a:lstStyle>
            <a:lvl1pPr marL="0" indent="0">
              <a:buNone/>
              <a:defRPr sz="20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9204960" y="3826907"/>
            <a:ext cx="2377440"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5" name="Picture Placeholder 26">
            <a:extLst>
              <a:ext uri="{FF2B5EF4-FFF2-40B4-BE49-F238E27FC236}">
                <a16:creationId xmlns:a16="http://schemas.microsoft.com/office/drawing/2014/main" id="{36AA943C-5B4F-49D8-E1EA-36ABCACCC5C9}"/>
              </a:ext>
            </a:extLst>
          </p:cNvPr>
          <p:cNvSpPr>
            <a:spLocks noGrp="1"/>
          </p:cNvSpPr>
          <p:nvPr>
            <p:ph type="pic" sz="quarter" idx="17"/>
          </p:nvPr>
        </p:nvSpPr>
        <p:spPr>
          <a:xfrm>
            <a:off x="609598"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
        <p:nvSpPr>
          <p:cNvPr id="16" name="Picture Placeholder 26">
            <a:extLst>
              <a:ext uri="{FF2B5EF4-FFF2-40B4-BE49-F238E27FC236}">
                <a16:creationId xmlns:a16="http://schemas.microsoft.com/office/drawing/2014/main" id="{59A835F7-184C-0019-3DB9-13C463E6257A}"/>
              </a:ext>
            </a:extLst>
          </p:cNvPr>
          <p:cNvSpPr>
            <a:spLocks noGrp="1"/>
          </p:cNvSpPr>
          <p:nvPr>
            <p:ph type="pic" sz="quarter" idx="18"/>
          </p:nvPr>
        </p:nvSpPr>
        <p:spPr>
          <a:xfrm>
            <a:off x="3472541"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
        <p:nvSpPr>
          <p:cNvPr id="17" name="Picture Placeholder 26">
            <a:extLst>
              <a:ext uri="{FF2B5EF4-FFF2-40B4-BE49-F238E27FC236}">
                <a16:creationId xmlns:a16="http://schemas.microsoft.com/office/drawing/2014/main" id="{8BA4A4CC-9A9B-8C42-1C95-C4B0FA662AA5}"/>
              </a:ext>
            </a:extLst>
          </p:cNvPr>
          <p:cNvSpPr>
            <a:spLocks noGrp="1"/>
          </p:cNvSpPr>
          <p:nvPr>
            <p:ph type="pic" sz="quarter" idx="19"/>
          </p:nvPr>
        </p:nvSpPr>
        <p:spPr>
          <a:xfrm>
            <a:off x="6335484"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
        <p:nvSpPr>
          <p:cNvPr id="18" name="Picture Placeholder 26">
            <a:extLst>
              <a:ext uri="{FF2B5EF4-FFF2-40B4-BE49-F238E27FC236}">
                <a16:creationId xmlns:a16="http://schemas.microsoft.com/office/drawing/2014/main" id="{18BA5E73-4DE6-7CE9-7762-9D73EA77A254}"/>
              </a:ext>
            </a:extLst>
          </p:cNvPr>
          <p:cNvSpPr>
            <a:spLocks noGrp="1"/>
          </p:cNvSpPr>
          <p:nvPr>
            <p:ph type="pic" sz="quarter" idx="20"/>
          </p:nvPr>
        </p:nvSpPr>
        <p:spPr>
          <a:xfrm>
            <a:off x="9209313" y="1741573"/>
            <a:ext cx="2377440" cy="1426029"/>
          </a:xfrm>
          <a:prstGeom prst="roundRect">
            <a:avLst>
              <a:gd name="adj" fmla="val 8270"/>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582337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4_Collage images,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Collage image, subtitle, callout</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2"/>
                </a:solidFill>
                <a:latin typeface="Amazon Ember Display" panose="020F0603020204020204" pitchFamily="34" charset="0"/>
                <a:ea typeface="+mn-ea"/>
                <a:cs typeface="+mn-cs"/>
              </a:defRPr>
            </a:lvl1pPr>
          </a:lstStyle>
          <a:p>
            <a:pPr marL="0" lvl="0" indent="0" algn="l" defTabSz="914400" rtl="0" eaLnBrk="1" latinLnBrk="0" hangingPunct="1">
              <a:lnSpc>
                <a:spcPct val="90000"/>
              </a:lnSpc>
              <a:spcBef>
                <a:spcPts val="0"/>
              </a:spcBef>
              <a:spcAft>
                <a:spcPts val="1200"/>
              </a:spcAft>
              <a:buSzPct val="90000"/>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6" name="Content Placeholder 2">
            <a:extLst>
              <a:ext uri="{FF2B5EF4-FFF2-40B4-BE49-F238E27FC236}">
                <a16:creationId xmlns:a16="http://schemas.microsoft.com/office/drawing/2014/main" id="{3B3BDFEB-D07E-E5C9-2D77-C7372B1DBB0C}"/>
              </a:ext>
            </a:extLst>
          </p:cNvPr>
          <p:cNvSpPr>
            <a:spLocks noGrp="1"/>
          </p:cNvSpPr>
          <p:nvPr>
            <p:ph sz="half" idx="1" hasCustomPrompt="1"/>
          </p:nvPr>
        </p:nvSpPr>
        <p:spPr>
          <a:xfrm>
            <a:off x="5263629" y="2133600"/>
            <a:ext cx="6318769" cy="4002794"/>
          </a:xfrm>
        </p:spPr>
        <p:txBody>
          <a:bodyPr/>
          <a:lstStyle>
            <a:lvl1pPr>
              <a:buNone/>
              <a:defRPr sz="1600"/>
            </a:lvl1pPr>
            <a:lvl2pPr>
              <a:buNone/>
              <a:defRPr sz="1600"/>
            </a:lvl2pPr>
            <a:lvl3pPr>
              <a:defRPr sz="1600"/>
            </a:lvl3pPr>
            <a:lvl4pPr>
              <a:defRPr sz="1600"/>
            </a:lvl4pPr>
            <a:lvl5pPr>
              <a:defRPr sz="1600"/>
            </a:lvl5pPr>
          </a:lstStyle>
          <a:p>
            <a:pPr lvl="0"/>
            <a:r>
              <a:rPr lang="en-US" dirty="0"/>
              <a:t>Enter text or click icon to add media</a:t>
            </a:r>
          </a:p>
          <a:p>
            <a:pPr lvl="1"/>
            <a:r>
              <a:rPr lang="en-US" dirty="0"/>
              <a:t>Second level</a:t>
            </a:r>
          </a:p>
        </p:txBody>
      </p:sp>
      <p:sp>
        <p:nvSpPr>
          <p:cNvPr id="17" name="Picture Placeholder 11">
            <a:extLst>
              <a:ext uri="{FF2B5EF4-FFF2-40B4-BE49-F238E27FC236}">
                <a16:creationId xmlns:a16="http://schemas.microsoft.com/office/drawing/2014/main" id="{C1E1D1E7-4ED6-2E5C-C45D-C23C4486196A}"/>
              </a:ext>
            </a:extLst>
          </p:cNvPr>
          <p:cNvSpPr>
            <a:spLocks noGrp="1"/>
          </p:cNvSpPr>
          <p:nvPr>
            <p:ph type="pic" sz="quarter" idx="14" hasCustomPrompt="1"/>
          </p:nvPr>
        </p:nvSpPr>
        <p:spPr>
          <a:xfrm>
            <a:off x="600075" y="2139686"/>
            <a:ext cx="2130365" cy="2806387"/>
          </a:xfrm>
          <a:custGeom>
            <a:avLst/>
            <a:gdLst>
              <a:gd name="connsiteX0" fmla="*/ 0 w 2216728"/>
              <a:gd name="connsiteY0" fmla="*/ 0 h 3616037"/>
              <a:gd name="connsiteX1" fmla="*/ 2216728 w 2216728"/>
              <a:gd name="connsiteY1" fmla="*/ 0 h 3616037"/>
              <a:gd name="connsiteX2" fmla="*/ 2216728 w 2216728"/>
              <a:gd name="connsiteY2" fmla="*/ 3616037 h 3616037"/>
              <a:gd name="connsiteX3" fmla="*/ 0 w 2216728"/>
              <a:gd name="connsiteY3" fmla="*/ 3616037 h 3616037"/>
            </a:gdLst>
            <a:ahLst/>
            <a:cxnLst>
              <a:cxn ang="0">
                <a:pos x="connsiteX0" y="connsiteY0"/>
              </a:cxn>
              <a:cxn ang="0">
                <a:pos x="connsiteX1" y="connsiteY1"/>
              </a:cxn>
              <a:cxn ang="0">
                <a:pos x="connsiteX2" y="connsiteY2"/>
              </a:cxn>
              <a:cxn ang="0">
                <a:pos x="connsiteX3" y="connsiteY3"/>
              </a:cxn>
            </a:cxnLst>
            <a:rect l="l" t="t" r="r" b="b"/>
            <a:pathLst>
              <a:path w="2216728" h="3616037">
                <a:moveTo>
                  <a:pt x="0" y="0"/>
                </a:moveTo>
                <a:lnTo>
                  <a:pt x="2216728" y="0"/>
                </a:lnTo>
                <a:lnTo>
                  <a:pt x="2216728" y="3616037"/>
                </a:lnTo>
                <a:lnTo>
                  <a:pt x="0" y="361603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1</a:t>
            </a:r>
          </a:p>
        </p:txBody>
      </p:sp>
      <p:sp>
        <p:nvSpPr>
          <p:cNvPr id="18" name="Picture Placeholder 20">
            <a:extLst>
              <a:ext uri="{FF2B5EF4-FFF2-40B4-BE49-F238E27FC236}">
                <a16:creationId xmlns:a16="http://schemas.microsoft.com/office/drawing/2014/main" id="{4B16EBDA-EBE4-0927-33FA-98E85FEB6D87}"/>
              </a:ext>
            </a:extLst>
          </p:cNvPr>
          <p:cNvSpPr>
            <a:spLocks noGrp="1"/>
          </p:cNvSpPr>
          <p:nvPr>
            <p:ph type="pic" sz="quarter" idx="15" hasCustomPrompt="1"/>
          </p:nvPr>
        </p:nvSpPr>
        <p:spPr>
          <a:xfrm>
            <a:off x="600075" y="5106277"/>
            <a:ext cx="2130365" cy="1030118"/>
          </a:xfrm>
          <a:custGeom>
            <a:avLst/>
            <a:gdLst>
              <a:gd name="connsiteX0" fmla="*/ 0 w 2216728"/>
              <a:gd name="connsiteY0" fmla="*/ 0 h 1759527"/>
              <a:gd name="connsiteX1" fmla="*/ 2216728 w 2216728"/>
              <a:gd name="connsiteY1" fmla="*/ 0 h 1759527"/>
              <a:gd name="connsiteX2" fmla="*/ 2216728 w 2216728"/>
              <a:gd name="connsiteY2" fmla="*/ 1759527 h 1759527"/>
              <a:gd name="connsiteX3" fmla="*/ 0 w 2216728"/>
              <a:gd name="connsiteY3" fmla="*/ 1759527 h 1759527"/>
            </a:gdLst>
            <a:ahLst/>
            <a:cxnLst>
              <a:cxn ang="0">
                <a:pos x="connsiteX0" y="connsiteY0"/>
              </a:cxn>
              <a:cxn ang="0">
                <a:pos x="connsiteX1" y="connsiteY1"/>
              </a:cxn>
              <a:cxn ang="0">
                <a:pos x="connsiteX2" y="connsiteY2"/>
              </a:cxn>
              <a:cxn ang="0">
                <a:pos x="connsiteX3" y="connsiteY3"/>
              </a:cxn>
            </a:cxnLst>
            <a:rect l="l" t="t" r="r" b="b"/>
            <a:pathLst>
              <a:path w="2216728" h="1759527">
                <a:moveTo>
                  <a:pt x="0" y="0"/>
                </a:moveTo>
                <a:lnTo>
                  <a:pt x="2216728" y="0"/>
                </a:lnTo>
                <a:lnTo>
                  <a:pt x="2216728" y="1759527"/>
                </a:lnTo>
                <a:lnTo>
                  <a:pt x="0" y="175952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3</a:t>
            </a:r>
          </a:p>
        </p:txBody>
      </p:sp>
      <p:sp>
        <p:nvSpPr>
          <p:cNvPr id="19" name="Picture Placeholder 11">
            <a:extLst>
              <a:ext uri="{FF2B5EF4-FFF2-40B4-BE49-F238E27FC236}">
                <a16:creationId xmlns:a16="http://schemas.microsoft.com/office/drawing/2014/main" id="{EC3F3902-B26A-2897-AF99-6AE7D6DE16E8}"/>
              </a:ext>
            </a:extLst>
          </p:cNvPr>
          <p:cNvSpPr>
            <a:spLocks noGrp="1"/>
          </p:cNvSpPr>
          <p:nvPr>
            <p:ph type="pic" sz="quarter" idx="16" hasCustomPrompt="1"/>
          </p:nvPr>
        </p:nvSpPr>
        <p:spPr>
          <a:xfrm>
            <a:off x="2931852" y="3429000"/>
            <a:ext cx="2130365" cy="2707394"/>
          </a:xfrm>
          <a:custGeom>
            <a:avLst/>
            <a:gdLst>
              <a:gd name="connsiteX0" fmla="*/ 0 w 2216728"/>
              <a:gd name="connsiteY0" fmla="*/ 0 h 3616037"/>
              <a:gd name="connsiteX1" fmla="*/ 2216728 w 2216728"/>
              <a:gd name="connsiteY1" fmla="*/ 0 h 3616037"/>
              <a:gd name="connsiteX2" fmla="*/ 2216728 w 2216728"/>
              <a:gd name="connsiteY2" fmla="*/ 3616037 h 3616037"/>
              <a:gd name="connsiteX3" fmla="*/ 0 w 2216728"/>
              <a:gd name="connsiteY3" fmla="*/ 3616037 h 3616037"/>
            </a:gdLst>
            <a:ahLst/>
            <a:cxnLst>
              <a:cxn ang="0">
                <a:pos x="connsiteX0" y="connsiteY0"/>
              </a:cxn>
              <a:cxn ang="0">
                <a:pos x="connsiteX1" y="connsiteY1"/>
              </a:cxn>
              <a:cxn ang="0">
                <a:pos x="connsiteX2" y="connsiteY2"/>
              </a:cxn>
              <a:cxn ang="0">
                <a:pos x="connsiteX3" y="connsiteY3"/>
              </a:cxn>
            </a:cxnLst>
            <a:rect l="l" t="t" r="r" b="b"/>
            <a:pathLst>
              <a:path w="2216728" h="3616037">
                <a:moveTo>
                  <a:pt x="0" y="0"/>
                </a:moveTo>
                <a:lnTo>
                  <a:pt x="2216728" y="0"/>
                </a:lnTo>
                <a:lnTo>
                  <a:pt x="2216728" y="3616037"/>
                </a:lnTo>
                <a:lnTo>
                  <a:pt x="0" y="361603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4</a:t>
            </a:r>
          </a:p>
        </p:txBody>
      </p:sp>
      <p:sp>
        <p:nvSpPr>
          <p:cNvPr id="20" name="Picture Placeholder 20">
            <a:extLst>
              <a:ext uri="{FF2B5EF4-FFF2-40B4-BE49-F238E27FC236}">
                <a16:creationId xmlns:a16="http://schemas.microsoft.com/office/drawing/2014/main" id="{7D09497B-8D6A-3B8E-38A4-41EC3BC5AAA4}"/>
              </a:ext>
            </a:extLst>
          </p:cNvPr>
          <p:cNvSpPr>
            <a:spLocks noGrp="1"/>
          </p:cNvSpPr>
          <p:nvPr>
            <p:ph type="pic" sz="quarter" idx="17" hasCustomPrompt="1"/>
          </p:nvPr>
        </p:nvSpPr>
        <p:spPr>
          <a:xfrm>
            <a:off x="2931852" y="2133040"/>
            <a:ext cx="2130365" cy="1122778"/>
          </a:xfrm>
          <a:custGeom>
            <a:avLst/>
            <a:gdLst>
              <a:gd name="connsiteX0" fmla="*/ 0 w 2216728"/>
              <a:gd name="connsiteY0" fmla="*/ 0 h 1759527"/>
              <a:gd name="connsiteX1" fmla="*/ 2216728 w 2216728"/>
              <a:gd name="connsiteY1" fmla="*/ 0 h 1759527"/>
              <a:gd name="connsiteX2" fmla="*/ 2216728 w 2216728"/>
              <a:gd name="connsiteY2" fmla="*/ 1759527 h 1759527"/>
              <a:gd name="connsiteX3" fmla="*/ 0 w 2216728"/>
              <a:gd name="connsiteY3" fmla="*/ 1759527 h 1759527"/>
            </a:gdLst>
            <a:ahLst/>
            <a:cxnLst>
              <a:cxn ang="0">
                <a:pos x="connsiteX0" y="connsiteY0"/>
              </a:cxn>
              <a:cxn ang="0">
                <a:pos x="connsiteX1" y="connsiteY1"/>
              </a:cxn>
              <a:cxn ang="0">
                <a:pos x="connsiteX2" y="connsiteY2"/>
              </a:cxn>
              <a:cxn ang="0">
                <a:pos x="connsiteX3" y="connsiteY3"/>
              </a:cxn>
            </a:cxnLst>
            <a:rect l="l" t="t" r="r" b="b"/>
            <a:pathLst>
              <a:path w="2216728" h="1759527">
                <a:moveTo>
                  <a:pt x="0" y="0"/>
                </a:moveTo>
                <a:lnTo>
                  <a:pt x="2216728" y="0"/>
                </a:lnTo>
                <a:lnTo>
                  <a:pt x="2216728" y="1759527"/>
                </a:lnTo>
                <a:lnTo>
                  <a:pt x="0" y="1759527"/>
                </a:lnTo>
                <a:close/>
              </a:path>
            </a:pathLst>
          </a:custGeom>
        </p:spPr>
        <p:txBody>
          <a:bodyPr rtlCol="0">
            <a:noAutofit/>
          </a:bodyPr>
          <a:lstStyle>
            <a:lvl1pPr>
              <a:buNone/>
              <a:defRPr sz="180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noProof="0" dirty="0"/>
              <a:t>Picture 2</a:t>
            </a:r>
          </a:p>
        </p:txBody>
      </p:sp>
    </p:spTree>
    <p:extLst>
      <p:ext uri="{BB962C8B-B14F-4D97-AF65-F5344CB8AC3E}">
        <p14:creationId xmlns:p14="http://schemas.microsoft.com/office/powerpoint/2010/main" val="1197468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1_Fiv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Five-column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609599"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609598"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30" name="Text Placeholder 2">
            <a:extLst>
              <a:ext uri="{FF2B5EF4-FFF2-40B4-BE49-F238E27FC236}">
                <a16:creationId xmlns:a16="http://schemas.microsoft.com/office/drawing/2014/main" id="{280DDDF0-04D3-4F6E-50DE-C6D81BFA5692}"/>
              </a:ext>
            </a:extLst>
          </p:cNvPr>
          <p:cNvSpPr>
            <a:spLocks noGrp="1"/>
          </p:cNvSpPr>
          <p:nvPr>
            <p:ph type="body" idx="17" hasCustomPrompt="1"/>
          </p:nvPr>
        </p:nvSpPr>
        <p:spPr>
          <a:xfrm>
            <a:off x="2808515"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1" name="Content Placeholder 3">
            <a:extLst>
              <a:ext uri="{FF2B5EF4-FFF2-40B4-BE49-F238E27FC236}">
                <a16:creationId xmlns:a16="http://schemas.microsoft.com/office/drawing/2014/main" id="{0612130A-933C-A5B8-0664-B9C46CA080EB}"/>
              </a:ext>
            </a:extLst>
          </p:cNvPr>
          <p:cNvSpPr>
            <a:spLocks noGrp="1"/>
          </p:cNvSpPr>
          <p:nvPr>
            <p:ph sz="half" idx="18" hasCustomPrompt="1"/>
          </p:nvPr>
        </p:nvSpPr>
        <p:spPr>
          <a:xfrm>
            <a:off x="2808514"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32" name="Text Placeholder 2">
            <a:extLst>
              <a:ext uri="{FF2B5EF4-FFF2-40B4-BE49-F238E27FC236}">
                <a16:creationId xmlns:a16="http://schemas.microsoft.com/office/drawing/2014/main" id="{5939B4DE-A352-8878-8E6E-1302DAF49298}"/>
              </a:ext>
            </a:extLst>
          </p:cNvPr>
          <p:cNvSpPr>
            <a:spLocks noGrp="1"/>
          </p:cNvSpPr>
          <p:nvPr>
            <p:ph type="body" idx="19" hasCustomPrompt="1"/>
          </p:nvPr>
        </p:nvSpPr>
        <p:spPr>
          <a:xfrm>
            <a:off x="5007432"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3" name="Content Placeholder 3">
            <a:extLst>
              <a:ext uri="{FF2B5EF4-FFF2-40B4-BE49-F238E27FC236}">
                <a16:creationId xmlns:a16="http://schemas.microsoft.com/office/drawing/2014/main" id="{943A10F6-BA07-93EC-3013-54723F1ADC27}"/>
              </a:ext>
            </a:extLst>
          </p:cNvPr>
          <p:cNvSpPr>
            <a:spLocks noGrp="1"/>
          </p:cNvSpPr>
          <p:nvPr>
            <p:ph sz="half" idx="20" hasCustomPrompt="1"/>
          </p:nvPr>
        </p:nvSpPr>
        <p:spPr>
          <a:xfrm>
            <a:off x="5007431"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34" name="Text Placeholder 2">
            <a:extLst>
              <a:ext uri="{FF2B5EF4-FFF2-40B4-BE49-F238E27FC236}">
                <a16:creationId xmlns:a16="http://schemas.microsoft.com/office/drawing/2014/main" id="{E8688E01-C977-F865-0E8F-F1E56BF2F472}"/>
              </a:ext>
            </a:extLst>
          </p:cNvPr>
          <p:cNvSpPr>
            <a:spLocks noGrp="1"/>
          </p:cNvSpPr>
          <p:nvPr>
            <p:ph type="body" idx="21" hasCustomPrompt="1"/>
          </p:nvPr>
        </p:nvSpPr>
        <p:spPr>
          <a:xfrm>
            <a:off x="7206350"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5" name="Content Placeholder 3">
            <a:extLst>
              <a:ext uri="{FF2B5EF4-FFF2-40B4-BE49-F238E27FC236}">
                <a16:creationId xmlns:a16="http://schemas.microsoft.com/office/drawing/2014/main" id="{C8D66E06-62C0-98B8-B791-CEAEF0843DF3}"/>
              </a:ext>
            </a:extLst>
          </p:cNvPr>
          <p:cNvSpPr>
            <a:spLocks noGrp="1"/>
          </p:cNvSpPr>
          <p:nvPr>
            <p:ph sz="half" idx="22" hasCustomPrompt="1"/>
          </p:nvPr>
        </p:nvSpPr>
        <p:spPr>
          <a:xfrm>
            <a:off x="7206349"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
        <p:nvSpPr>
          <p:cNvPr id="36" name="Text Placeholder 2">
            <a:extLst>
              <a:ext uri="{FF2B5EF4-FFF2-40B4-BE49-F238E27FC236}">
                <a16:creationId xmlns:a16="http://schemas.microsoft.com/office/drawing/2014/main" id="{046AB4B2-36B7-0E90-B289-6B632CED4A08}"/>
              </a:ext>
            </a:extLst>
          </p:cNvPr>
          <p:cNvSpPr>
            <a:spLocks noGrp="1"/>
          </p:cNvSpPr>
          <p:nvPr>
            <p:ph type="body" idx="23" hasCustomPrompt="1"/>
          </p:nvPr>
        </p:nvSpPr>
        <p:spPr>
          <a:xfrm>
            <a:off x="9416154" y="1743647"/>
            <a:ext cx="2024745" cy="341632"/>
          </a:xfrm>
        </p:spPr>
        <p:txBody>
          <a:bodyPr anchor="t"/>
          <a:lstStyle>
            <a:lvl1pPr marL="0" indent="0">
              <a:buNone/>
              <a:defRPr sz="1800" b="0" i="0">
                <a:solidFill>
                  <a:schemeClr val="accent1"/>
                </a:solidFill>
                <a:latin typeface="Amazon Ember Display" panose="020F06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heading here</a:t>
            </a:r>
          </a:p>
        </p:txBody>
      </p:sp>
      <p:sp>
        <p:nvSpPr>
          <p:cNvPr id="37" name="Content Placeholder 3">
            <a:extLst>
              <a:ext uri="{FF2B5EF4-FFF2-40B4-BE49-F238E27FC236}">
                <a16:creationId xmlns:a16="http://schemas.microsoft.com/office/drawing/2014/main" id="{C05A6BC9-5D51-446C-7EE9-F12F0B64F54A}"/>
              </a:ext>
            </a:extLst>
          </p:cNvPr>
          <p:cNvSpPr>
            <a:spLocks noGrp="1"/>
          </p:cNvSpPr>
          <p:nvPr>
            <p:ph sz="half" idx="24" hasCustomPrompt="1"/>
          </p:nvPr>
        </p:nvSpPr>
        <p:spPr>
          <a:xfrm>
            <a:off x="9416153" y="2141554"/>
            <a:ext cx="2024745" cy="1064907"/>
          </a:xfrm>
        </p:spPr>
        <p:txBody>
          <a:bodyPr/>
          <a:lstStyle>
            <a:lvl1pPr marL="0" indent="0">
              <a:buNone/>
              <a:defRPr sz="1800" b="0" i="0">
                <a:latin typeface="Amazon Ember Display" panose="020F0603020204020204" pitchFamily="34" charset="0"/>
              </a:defRPr>
            </a:lvl1pPr>
            <a:lvl2pPr marL="285750" indent="0">
              <a:buNone/>
              <a:defRPr sz="1600" b="0" i="0">
                <a:latin typeface="Amazon Ember Display" panose="020F0603020204020204" pitchFamily="34" charset="0"/>
              </a:defRPr>
            </a:lvl2pPr>
            <a:lvl3pPr marL="628650" indent="0">
              <a:buNone/>
              <a:defRPr sz="1400" b="0" i="0">
                <a:latin typeface="Amazon Ember Display" panose="020F0603020204020204" pitchFamily="34" charset="0"/>
              </a:defRPr>
            </a:lvl3pPr>
            <a:lvl4pPr marL="858838" indent="0">
              <a:buNone/>
              <a:defRPr sz="1200"/>
            </a:lvl4pPr>
            <a:lvl5pPr marL="1030288" indent="0">
              <a:buNone/>
              <a:defRPr sz="1200"/>
            </a:lvl5pPr>
          </a:lstStyle>
          <a:p>
            <a:pPr lvl="0"/>
            <a:r>
              <a:rPr lang="en-US" dirty="0"/>
              <a:t>Enter text</a:t>
            </a:r>
          </a:p>
          <a:p>
            <a:pPr lvl="1"/>
            <a:r>
              <a:rPr lang="en-US" dirty="0"/>
              <a:t>Second level</a:t>
            </a:r>
          </a:p>
          <a:p>
            <a:pPr lvl="2"/>
            <a:r>
              <a:rPr lang="en-US" dirty="0"/>
              <a:t>Third level</a:t>
            </a:r>
          </a:p>
        </p:txBody>
      </p:sp>
    </p:spTree>
    <p:extLst>
      <p:ext uri="{BB962C8B-B14F-4D97-AF65-F5344CB8AC3E}">
        <p14:creationId xmlns:p14="http://schemas.microsoft.com/office/powerpoint/2010/main" val="2812932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2_Six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Six-column layout with subheadings</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6" name="Text Placeholder 2">
            <a:extLst>
              <a:ext uri="{FF2B5EF4-FFF2-40B4-BE49-F238E27FC236}">
                <a16:creationId xmlns:a16="http://schemas.microsoft.com/office/drawing/2014/main" id="{ECDE9E54-83A2-C4DF-7259-EE3ABE2666BB}"/>
              </a:ext>
            </a:extLst>
          </p:cNvPr>
          <p:cNvSpPr>
            <a:spLocks noGrp="1"/>
          </p:cNvSpPr>
          <p:nvPr>
            <p:ph type="body" idx="25"/>
          </p:nvPr>
        </p:nvSpPr>
        <p:spPr>
          <a:xfrm>
            <a:off x="1739011" y="1720603"/>
            <a:ext cx="4007841" cy="313932"/>
          </a:xfrm>
        </p:spPr>
        <p:txBody>
          <a:bodyPr/>
          <a:lstStyle>
            <a:lvl1pPr marL="0" indent="0">
              <a:buNone/>
              <a:defRPr sz="1600">
                <a:solidFill>
                  <a:schemeClr val="accent1"/>
                </a:solidFill>
              </a:defRPr>
            </a:lvl1pPr>
          </a:lstStyle>
          <a:p>
            <a:endParaRPr lang="en-US" dirty="0"/>
          </a:p>
        </p:txBody>
      </p:sp>
      <p:sp>
        <p:nvSpPr>
          <p:cNvPr id="27" name="Content Placeholder 6">
            <a:extLst>
              <a:ext uri="{FF2B5EF4-FFF2-40B4-BE49-F238E27FC236}">
                <a16:creationId xmlns:a16="http://schemas.microsoft.com/office/drawing/2014/main" id="{D6C7EE2D-0F97-B4B8-CE51-9EDCFE062DA7}"/>
              </a:ext>
            </a:extLst>
          </p:cNvPr>
          <p:cNvSpPr>
            <a:spLocks noGrp="1"/>
          </p:cNvSpPr>
          <p:nvPr>
            <p:ph sz="half" idx="26"/>
          </p:nvPr>
        </p:nvSpPr>
        <p:spPr>
          <a:xfrm>
            <a:off x="1739010" y="2053193"/>
            <a:ext cx="4007840" cy="932688"/>
          </a:xfrm>
        </p:spPr>
        <p:txBody>
          <a:bodyPr/>
          <a:lstStyle>
            <a:lvl1pPr marL="0" indent="0">
              <a:buNone/>
              <a:defRPr sz="1400"/>
            </a:lvl1pPr>
          </a:lstStyle>
          <a:p>
            <a:endParaRPr lang="en-US" dirty="0"/>
          </a:p>
        </p:txBody>
      </p:sp>
      <p:sp>
        <p:nvSpPr>
          <p:cNvPr id="28" name="Picture Placeholder 26">
            <a:extLst>
              <a:ext uri="{FF2B5EF4-FFF2-40B4-BE49-F238E27FC236}">
                <a16:creationId xmlns:a16="http://schemas.microsoft.com/office/drawing/2014/main" id="{F5A4082C-EBFF-EF97-70D9-111FCCFD0434}"/>
              </a:ext>
            </a:extLst>
          </p:cNvPr>
          <p:cNvSpPr>
            <a:spLocks noGrp="1"/>
          </p:cNvSpPr>
          <p:nvPr>
            <p:ph type="pic" sz="quarter" idx="27"/>
          </p:nvPr>
        </p:nvSpPr>
        <p:spPr>
          <a:xfrm>
            <a:off x="621693" y="1725378"/>
            <a:ext cx="932688" cy="932688"/>
          </a:xfrm>
          <a:prstGeom prst="ellipse">
            <a:avLst/>
          </a:prstGeom>
        </p:spPr>
        <p:txBody>
          <a:bodyPr anchor="ctr"/>
          <a:lstStyle>
            <a:lvl1pPr marL="0" indent="0" algn="ctr">
              <a:buFontTx/>
              <a:buNone/>
              <a:defRPr sz="1000"/>
            </a:lvl1pPr>
          </a:lstStyle>
          <a:p>
            <a:endParaRPr lang="en-AU"/>
          </a:p>
        </p:txBody>
      </p:sp>
      <p:sp>
        <p:nvSpPr>
          <p:cNvPr id="29" name="Text Placeholder 2">
            <a:extLst>
              <a:ext uri="{FF2B5EF4-FFF2-40B4-BE49-F238E27FC236}">
                <a16:creationId xmlns:a16="http://schemas.microsoft.com/office/drawing/2014/main" id="{5941D221-9F58-75D7-9FF7-B88BB299018B}"/>
              </a:ext>
            </a:extLst>
          </p:cNvPr>
          <p:cNvSpPr>
            <a:spLocks noGrp="1"/>
          </p:cNvSpPr>
          <p:nvPr>
            <p:ph type="body" idx="28"/>
          </p:nvPr>
        </p:nvSpPr>
        <p:spPr>
          <a:xfrm>
            <a:off x="7383456" y="1720603"/>
            <a:ext cx="4007841" cy="313932"/>
          </a:xfrm>
        </p:spPr>
        <p:txBody>
          <a:bodyPr/>
          <a:lstStyle>
            <a:lvl1pPr marL="0" indent="0">
              <a:buNone/>
              <a:defRPr sz="1600">
                <a:solidFill>
                  <a:schemeClr val="accent1"/>
                </a:solidFill>
              </a:defRPr>
            </a:lvl1pPr>
          </a:lstStyle>
          <a:p>
            <a:endParaRPr lang="en-US" dirty="0"/>
          </a:p>
        </p:txBody>
      </p:sp>
      <p:sp>
        <p:nvSpPr>
          <p:cNvPr id="38" name="Content Placeholder 6">
            <a:extLst>
              <a:ext uri="{FF2B5EF4-FFF2-40B4-BE49-F238E27FC236}">
                <a16:creationId xmlns:a16="http://schemas.microsoft.com/office/drawing/2014/main" id="{1CC91EB8-9596-F082-D87F-81C26782C76F}"/>
              </a:ext>
            </a:extLst>
          </p:cNvPr>
          <p:cNvSpPr>
            <a:spLocks noGrp="1"/>
          </p:cNvSpPr>
          <p:nvPr>
            <p:ph sz="half" idx="29"/>
          </p:nvPr>
        </p:nvSpPr>
        <p:spPr>
          <a:xfrm>
            <a:off x="7383455" y="2053193"/>
            <a:ext cx="4007840" cy="932688"/>
          </a:xfrm>
        </p:spPr>
        <p:txBody>
          <a:bodyPr/>
          <a:lstStyle>
            <a:lvl1pPr marL="0" indent="0">
              <a:buNone/>
              <a:defRPr sz="1400"/>
            </a:lvl1pPr>
          </a:lstStyle>
          <a:p>
            <a:endParaRPr lang="en-US" dirty="0"/>
          </a:p>
        </p:txBody>
      </p:sp>
      <p:sp>
        <p:nvSpPr>
          <p:cNvPr id="39" name="Picture Placeholder 26">
            <a:extLst>
              <a:ext uri="{FF2B5EF4-FFF2-40B4-BE49-F238E27FC236}">
                <a16:creationId xmlns:a16="http://schemas.microsoft.com/office/drawing/2014/main" id="{E68F5DBE-EE62-7289-B719-D07B9D627D4B}"/>
              </a:ext>
            </a:extLst>
          </p:cNvPr>
          <p:cNvSpPr>
            <a:spLocks noGrp="1"/>
          </p:cNvSpPr>
          <p:nvPr>
            <p:ph type="pic" sz="quarter" idx="30"/>
          </p:nvPr>
        </p:nvSpPr>
        <p:spPr>
          <a:xfrm>
            <a:off x="6277427" y="1725378"/>
            <a:ext cx="932688" cy="932688"/>
          </a:xfrm>
          <a:prstGeom prst="ellipse">
            <a:avLst/>
          </a:prstGeom>
        </p:spPr>
        <p:txBody>
          <a:bodyPr anchor="ctr"/>
          <a:lstStyle>
            <a:lvl1pPr marL="0" indent="0" algn="ctr">
              <a:buFontTx/>
              <a:buNone/>
              <a:defRPr sz="1000"/>
            </a:lvl1pPr>
          </a:lstStyle>
          <a:p>
            <a:endParaRPr lang="en-AU"/>
          </a:p>
        </p:txBody>
      </p:sp>
      <p:sp>
        <p:nvSpPr>
          <p:cNvPr id="40" name="Text Placeholder 2">
            <a:extLst>
              <a:ext uri="{FF2B5EF4-FFF2-40B4-BE49-F238E27FC236}">
                <a16:creationId xmlns:a16="http://schemas.microsoft.com/office/drawing/2014/main" id="{9B995B59-37B1-7B94-83E5-09B116AF9AD2}"/>
              </a:ext>
            </a:extLst>
          </p:cNvPr>
          <p:cNvSpPr>
            <a:spLocks noGrp="1"/>
          </p:cNvSpPr>
          <p:nvPr>
            <p:ph type="body" idx="31"/>
          </p:nvPr>
        </p:nvSpPr>
        <p:spPr>
          <a:xfrm>
            <a:off x="1739011" y="3289759"/>
            <a:ext cx="4007841" cy="313932"/>
          </a:xfrm>
        </p:spPr>
        <p:txBody>
          <a:bodyPr/>
          <a:lstStyle>
            <a:lvl1pPr marL="0" indent="0">
              <a:buNone/>
              <a:defRPr sz="1600">
                <a:solidFill>
                  <a:schemeClr val="accent1"/>
                </a:solidFill>
              </a:defRPr>
            </a:lvl1pPr>
          </a:lstStyle>
          <a:p>
            <a:endParaRPr lang="en-US" dirty="0"/>
          </a:p>
        </p:txBody>
      </p:sp>
      <p:sp>
        <p:nvSpPr>
          <p:cNvPr id="41" name="Content Placeholder 6">
            <a:extLst>
              <a:ext uri="{FF2B5EF4-FFF2-40B4-BE49-F238E27FC236}">
                <a16:creationId xmlns:a16="http://schemas.microsoft.com/office/drawing/2014/main" id="{C6DF69DB-813A-74AE-54D6-B7C3E8CA49BA}"/>
              </a:ext>
            </a:extLst>
          </p:cNvPr>
          <p:cNvSpPr>
            <a:spLocks noGrp="1"/>
          </p:cNvSpPr>
          <p:nvPr>
            <p:ph sz="half" idx="32"/>
          </p:nvPr>
        </p:nvSpPr>
        <p:spPr>
          <a:xfrm>
            <a:off x="1739010" y="3622349"/>
            <a:ext cx="4007840" cy="932688"/>
          </a:xfrm>
        </p:spPr>
        <p:txBody>
          <a:bodyPr/>
          <a:lstStyle>
            <a:lvl1pPr marL="0" indent="0">
              <a:buNone/>
              <a:defRPr sz="1400"/>
            </a:lvl1pPr>
          </a:lstStyle>
          <a:p>
            <a:endParaRPr lang="en-US" dirty="0"/>
          </a:p>
        </p:txBody>
      </p:sp>
      <p:sp>
        <p:nvSpPr>
          <p:cNvPr id="42" name="Picture Placeholder 26">
            <a:extLst>
              <a:ext uri="{FF2B5EF4-FFF2-40B4-BE49-F238E27FC236}">
                <a16:creationId xmlns:a16="http://schemas.microsoft.com/office/drawing/2014/main" id="{4F2F0A52-071B-2183-532E-720E96FCAF8A}"/>
              </a:ext>
            </a:extLst>
          </p:cNvPr>
          <p:cNvSpPr>
            <a:spLocks noGrp="1"/>
          </p:cNvSpPr>
          <p:nvPr>
            <p:ph type="pic" sz="quarter" idx="33"/>
          </p:nvPr>
        </p:nvSpPr>
        <p:spPr>
          <a:xfrm>
            <a:off x="621693" y="3294534"/>
            <a:ext cx="932688" cy="932688"/>
          </a:xfrm>
          <a:prstGeom prst="ellipse">
            <a:avLst/>
          </a:prstGeom>
        </p:spPr>
        <p:txBody>
          <a:bodyPr anchor="ctr"/>
          <a:lstStyle>
            <a:lvl1pPr marL="0" indent="0" algn="ctr">
              <a:buFontTx/>
              <a:buNone/>
              <a:defRPr sz="1000"/>
            </a:lvl1pPr>
          </a:lstStyle>
          <a:p>
            <a:endParaRPr lang="en-AU"/>
          </a:p>
        </p:txBody>
      </p:sp>
      <p:sp>
        <p:nvSpPr>
          <p:cNvPr id="43" name="Text Placeholder 2">
            <a:extLst>
              <a:ext uri="{FF2B5EF4-FFF2-40B4-BE49-F238E27FC236}">
                <a16:creationId xmlns:a16="http://schemas.microsoft.com/office/drawing/2014/main" id="{4AA700E9-6F74-4F1A-F82F-5B2016D7BA75}"/>
              </a:ext>
            </a:extLst>
          </p:cNvPr>
          <p:cNvSpPr>
            <a:spLocks noGrp="1"/>
          </p:cNvSpPr>
          <p:nvPr>
            <p:ph type="body" idx="34"/>
          </p:nvPr>
        </p:nvSpPr>
        <p:spPr>
          <a:xfrm>
            <a:off x="7383456" y="3289759"/>
            <a:ext cx="4007841" cy="313932"/>
          </a:xfrm>
        </p:spPr>
        <p:txBody>
          <a:bodyPr/>
          <a:lstStyle>
            <a:lvl1pPr marL="0" indent="0">
              <a:buNone/>
              <a:defRPr sz="1600">
                <a:solidFill>
                  <a:schemeClr val="accent1"/>
                </a:solidFill>
              </a:defRPr>
            </a:lvl1pPr>
          </a:lstStyle>
          <a:p>
            <a:endParaRPr lang="en-US" dirty="0"/>
          </a:p>
        </p:txBody>
      </p:sp>
      <p:sp>
        <p:nvSpPr>
          <p:cNvPr id="44" name="Content Placeholder 6">
            <a:extLst>
              <a:ext uri="{FF2B5EF4-FFF2-40B4-BE49-F238E27FC236}">
                <a16:creationId xmlns:a16="http://schemas.microsoft.com/office/drawing/2014/main" id="{839FFECD-467B-7D50-6B1C-9365F81EF4E6}"/>
              </a:ext>
            </a:extLst>
          </p:cNvPr>
          <p:cNvSpPr>
            <a:spLocks noGrp="1"/>
          </p:cNvSpPr>
          <p:nvPr>
            <p:ph sz="half" idx="35"/>
          </p:nvPr>
        </p:nvSpPr>
        <p:spPr>
          <a:xfrm>
            <a:off x="7383455" y="3622349"/>
            <a:ext cx="4007840" cy="932688"/>
          </a:xfrm>
        </p:spPr>
        <p:txBody>
          <a:bodyPr/>
          <a:lstStyle>
            <a:lvl1pPr marL="0" indent="0">
              <a:buNone/>
              <a:defRPr sz="1400"/>
            </a:lvl1pPr>
          </a:lstStyle>
          <a:p>
            <a:endParaRPr lang="en-US" dirty="0"/>
          </a:p>
        </p:txBody>
      </p:sp>
      <p:sp>
        <p:nvSpPr>
          <p:cNvPr id="45" name="Picture Placeholder 26">
            <a:extLst>
              <a:ext uri="{FF2B5EF4-FFF2-40B4-BE49-F238E27FC236}">
                <a16:creationId xmlns:a16="http://schemas.microsoft.com/office/drawing/2014/main" id="{C78EC7BE-F644-3600-89C8-DFD120DD2D3A}"/>
              </a:ext>
            </a:extLst>
          </p:cNvPr>
          <p:cNvSpPr>
            <a:spLocks noGrp="1"/>
          </p:cNvSpPr>
          <p:nvPr>
            <p:ph type="pic" sz="quarter" idx="36"/>
          </p:nvPr>
        </p:nvSpPr>
        <p:spPr>
          <a:xfrm>
            <a:off x="6277427" y="3294534"/>
            <a:ext cx="932688" cy="932688"/>
          </a:xfrm>
          <a:prstGeom prst="ellipse">
            <a:avLst/>
          </a:prstGeom>
        </p:spPr>
        <p:txBody>
          <a:bodyPr anchor="ctr"/>
          <a:lstStyle>
            <a:lvl1pPr marL="0" indent="0" algn="ctr">
              <a:buFontTx/>
              <a:buNone/>
              <a:defRPr sz="1000"/>
            </a:lvl1pPr>
          </a:lstStyle>
          <a:p>
            <a:endParaRPr lang="en-AU"/>
          </a:p>
        </p:txBody>
      </p:sp>
      <p:sp>
        <p:nvSpPr>
          <p:cNvPr id="46" name="Text Placeholder 2">
            <a:extLst>
              <a:ext uri="{FF2B5EF4-FFF2-40B4-BE49-F238E27FC236}">
                <a16:creationId xmlns:a16="http://schemas.microsoft.com/office/drawing/2014/main" id="{82074D74-0A28-94B5-B5DC-2FB2B5BFC643}"/>
              </a:ext>
            </a:extLst>
          </p:cNvPr>
          <p:cNvSpPr>
            <a:spLocks noGrp="1"/>
          </p:cNvSpPr>
          <p:nvPr>
            <p:ph type="body" idx="37"/>
          </p:nvPr>
        </p:nvSpPr>
        <p:spPr>
          <a:xfrm>
            <a:off x="1739011" y="4847626"/>
            <a:ext cx="4007841" cy="313932"/>
          </a:xfrm>
        </p:spPr>
        <p:txBody>
          <a:bodyPr/>
          <a:lstStyle>
            <a:lvl1pPr marL="0" indent="0">
              <a:buNone/>
              <a:defRPr sz="1600">
                <a:solidFill>
                  <a:schemeClr val="accent1"/>
                </a:solidFill>
              </a:defRPr>
            </a:lvl1pPr>
          </a:lstStyle>
          <a:p>
            <a:endParaRPr lang="en-US" dirty="0"/>
          </a:p>
        </p:txBody>
      </p:sp>
      <p:sp>
        <p:nvSpPr>
          <p:cNvPr id="47" name="Content Placeholder 6">
            <a:extLst>
              <a:ext uri="{FF2B5EF4-FFF2-40B4-BE49-F238E27FC236}">
                <a16:creationId xmlns:a16="http://schemas.microsoft.com/office/drawing/2014/main" id="{1F68D0FE-C4BB-1F6A-7955-9A2C680D9604}"/>
              </a:ext>
            </a:extLst>
          </p:cNvPr>
          <p:cNvSpPr>
            <a:spLocks noGrp="1"/>
          </p:cNvSpPr>
          <p:nvPr>
            <p:ph sz="half" idx="38"/>
          </p:nvPr>
        </p:nvSpPr>
        <p:spPr>
          <a:xfrm>
            <a:off x="1739010" y="5180216"/>
            <a:ext cx="4007840" cy="932688"/>
          </a:xfrm>
        </p:spPr>
        <p:txBody>
          <a:bodyPr/>
          <a:lstStyle>
            <a:lvl1pPr marL="0" indent="0">
              <a:buNone/>
              <a:defRPr sz="1400"/>
            </a:lvl1pPr>
          </a:lstStyle>
          <a:p>
            <a:endParaRPr lang="en-US" dirty="0"/>
          </a:p>
        </p:txBody>
      </p:sp>
      <p:sp>
        <p:nvSpPr>
          <p:cNvPr id="48" name="Picture Placeholder 26">
            <a:extLst>
              <a:ext uri="{FF2B5EF4-FFF2-40B4-BE49-F238E27FC236}">
                <a16:creationId xmlns:a16="http://schemas.microsoft.com/office/drawing/2014/main" id="{5F1DED0B-831A-FBAF-290A-EB7D1C2175FA}"/>
              </a:ext>
            </a:extLst>
          </p:cNvPr>
          <p:cNvSpPr>
            <a:spLocks noGrp="1"/>
          </p:cNvSpPr>
          <p:nvPr>
            <p:ph type="pic" sz="quarter" idx="39"/>
          </p:nvPr>
        </p:nvSpPr>
        <p:spPr>
          <a:xfrm>
            <a:off x="621693" y="4852401"/>
            <a:ext cx="932688" cy="932688"/>
          </a:xfrm>
          <a:prstGeom prst="ellipse">
            <a:avLst/>
          </a:prstGeom>
        </p:spPr>
        <p:txBody>
          <a:bodyPr anchor="ctr"/>
          <a:lstStyle>
            <a:lvl1pPr marL="0" indent="0" algn="ctr">
              <a:buFontTx/>
              <a:buNone/>
              <a:defRPr sz="1000"/>
            </a:lvl1pPr>
          </a:lstStyle>
          <a:p>
            <a:endParaRPr lang="en-AU"/>
          </a:p>
        </p:txBody>
      </p:sp>
      <p:sp>
        <p:nvSpPr>
          <p:cNvPr id="49" name="Text Placeholder 2">
            <a:extLst>
              <a:ext uri="{FF2B5EF4-FFF2-40B4-BE49-F238E27FC236}">
                <a16:creationId xmlns:a16="http://schemas.microsoft.com/office/drawing/2014/main" id="{572E5C5F-8002-A795-06EA-56E15F2A030F}"/>
              </a:ext>
            </a:extLst>
          </p:cNvPr>
          <p:cNvSpPr>
            <a:spLocks noGrp="1"/>
          </p:cNvSpPr>
          <p:nvPr>
            <p:ph type="body" idx="40"/>
          </p:nvPr>
        </p:nvSpPr>
        <p:spPr>
          <a:xfrm>
            <a:off x="7383456" y="4847626"/>
            <a:ext cx="4007841" cy="313932"/>
          </a:xfrm>
        </p:spPr>
        <p:txBody>
          <a:bodyPr/>
          <a:lstStyle>
            <a:lvl1pPr marL="0" indent="0">
              <a:buNone/>
              <a:defRPr sz="1600">
                <a:solidFill>
                  <a:schemeClr val="accent1"/>
                </a:solidFill>
              </a:defRPr>
            </a:lvl1pPr>
          </a:lstStyle>
          <a:p>
            <a:endParaRPr lang="en-US" dirty="0"/>
          </a:p>
        </p:txBody>
      </p:sp>
      <p:sp>
        <p:nvSpPr>
          <p:cNvPr id="50" name="Content Placeholder 6">
            <a:extLst>
              <a:ext uri="{FF2B5EF4-FFF2-40B4-BE49-F238E27FC236}">
                <a16:creationId xmlns:a16="http://schemas.microsoft.com/office/drawing/2014/main" id="{F354C3D0-D384-9D69-19CC-3511201185C5}"/>
              </a:ext>
            </a:extLst>
          </p:cNvPr>
          <p:cNvSpPr>
            <a:spLocks noGrp="1"/>
          </p:cNvSpPr>
          <p:nvPr>
            <p:ph sz="half" idx="41"/>
          </p:nvPr>
        </p:nvSpPr>
        <p:spPr>
          <a:xfrm>
            <a:off x="7383455" y="5180216"/>
            <a:ext cx="4007840" cy="932688"/>
          </a:xfrm>
        </p:spPr>
        <p:txBody>
          <a:bodyPr/>
          <a:lstStyle>
            <a:lvl1pPr marL="0" indent="0">
              <a:buNone/>
              <a:defRPr sz="1400"/>
            </a:lvl1pPr>
          </a:lstStyle>
          <a:p>
            <a:endParaRPr lang="en-US" dirty="0"/>
          </a:p>
        </p:txBody>
      </p:sp>
      <p:sp>
        <p:nvSpPr>
          <p:cNvPr id="51" name="Picture Placeholder 26">
            <a:extLst>
              <a:ext uri="{FF2B5EF4-FFF2-40B4-BE49-F238E27FC236}">
                <a16:creationId xmlns:a16="http://schemas.microsoft.com/office/drawing/2014/main" id="{9A4BE4BA-A05C-C932-2D91-D6E09145AC37}"/>
              </a:ext>
            </a:extLst>
          </p:cNvPr>
          <p:cNvSpPr>
            <a:spLocks noGrp="1"/>
          </p:cNvSpPr>
          <p:nvPr>
            <p:ph type="pic" sz="quarter" idx="42"/>
          </p:nvPr>
        </p:nvSpPr>
        <p:spPr>
          <a:xfrm>
            <a:off x="6277427" y="4852401"/>
            <a:ext cx="932688" cy="932688"/>
          </a:xfrm>
          <a:prstGeom prst="ellipse">
            <a:avLst/>
          </a:prstGeom>
        </p:spPr>
        <p:txBody>
          <a:bodyPr anchor="ctr"/>
          <a:lstStyle>
            <a:lvl1pPr marL="0" indent="0" algn="ctr">
              <a:buFontTx/>
              <a:buNone/>
              <a:defRPr sz="1000"/>
            </a:lvl1pPr>
          </a:lstStyle>
          <a:p>
            <a:endParaRPr lang="en-AU"/>
          </a:p>
        </p:txBody>
      </p:sp>
    </p:spTree>
    <p:extLst>
      <p:ext uri="{BB962C8B-B14F-4D97-AF65-F5344CB8AC3E}">
        <p14:creationId xmlns:p14="http://schemas.microsoft.com/office/powerpoint/2010/main" val="1801248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2" y="917577"/>
            <a:ext cx="10972800"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6210300" y="1714501"/>
            <a:ext cx="5372100" cy="4495798"/>
          </a:xfrm>
        </p:spPr>
        <p:txBody>
          <a:bodyPr>
            <a:noAutofit/>
          </a:bodyPr>
          <a:lstStyle>
            <a:lvl1pPr marL="0" indent="0">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37210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78474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2.xml><?xml version="1.0" encoding="utf-8"?>
<p:sldLayout xmlns:a="http://schemas.openxmlformats.org/drawingml/2006/main" xmlns:r="http://schemas.openxmlformats.org/officeDocument/2006/relationships" xmlns:p="http://schemas.openxmlformats.org/presentationml/2006/main" type="picTx" preserve="1">
  <p:cSld name="1_Picture with Caption_Half P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5905081"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6819900" y="0"/>
            <a:ext cx="5372100" cy="6858000"/>
          </a:xfrm>
        </p:spPr>
        <p:txBody>
          <a:bodyPr>
            <a:noAutofit/>
          </a:bodyPr>
          <a:lstStyle>
            <a:lvl1pPr marL="0" indent="0">
              <a:buNone/>
              <a:defRPr sz="2400" b="0" i="0">
                <a:latin typeface="Amazon Ember Display" panose="020F0603020204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834744"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886356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2_Picture with Caption_Blue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8C0A02C-F95D-27DD-B512-875D31487BBD}"/>
              </a:ext>
            </a:extLst>
          </p:cNvPr>
          <p:cNvSpPr/>
          <p:nvPr userDrawn="1"/>
        </p:nvSpPr>
        <p:spPr>
          <a:xfrm>
            <a:off x="6983646" y="0"/>
            <a:ext cx="5208354" cy="6858000"/>
          </a:xfrm>
          <a:prstGeom prst="rect">
            <a:avLst/>
          </a:prstGeom>
          <a:gradFill>
            <a:gsLst>
              <a:gs pos="0">
                <a:schemeClr val="accent1">
                  <a:lumMod val="75000"/>
                </a:schemeClr>
              </a:gs>
              <a:gs pos="4100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9" name="Picture Placeholder 6">
            <a:extLst>
              <a:ext uri="{FF2B5EF4-FFF2-40B4-BE49-F238E27FC236}">
                <a16:creationId xmlns:a16="http://schemas.microsoft.com/office/drawing/2014/main" id="{8CC7F999-1969-E181-1F9A-5C10436B47AE}"/>
              </a:ext>
            </a:extLst>
          </p:cNvPr>
          <p:cNvSpPr>
            <a:spLocks noGrp="1"/>
          </p:cNvSpPr>
          <p:nvPr>
            <p:ph type="pic" sz="quarter" idx="13" hasCustomPrompt="1"/>
          </p:nvPr>
        </p:nvSpPr>
        <p:spPr>
          <a:xfrm>
            <a:off x="7348252" y="638557"/>
            <a:ext cx="4500850" cy="5580886"/>
          </a:xfrm>
          <a:prstGeom prst="roundRect">
            <a:avLst>
              <a:gd name="adj" fmla="val 3930"/>
            </a:avLst>
          </a:prstGeom>
          <a:effectLst/>
        </p:spPr>
        <p:txBody>
          <a:bodyPr anchor="ctr"/>
          <a:lstStyle>
            <a:lvl1pPr algn="ctr">
              <a:defRPr/>
            </a:lvl1pPr>
          </a:lstStyle>
          <a:p>
            <a:r>
              <a:rPr lang="en-US" dirty="0"/>
              <a:t>Click icon to add image</a:t>
            </a:r>
            <a:br>
              <a:rPr lang="en-US" dirty="0"/>
            </a:br>
            <a:br>
              <a:rPr lang="en-US" dirty="0"/>
            </a:br>
            <a:endParaRPr lang="en-US" dirty="0"/>
          </a:p>
          <a:p>
            <a:endParaRPr lang="en-US" dirty="0"/>
          </a:p>
        </p:txBody>
      </p:sp>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5905081"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834744"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75653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3_Picture with Caption_Blue Imag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BABCD7-C6E6-7F4A-B1CC-735FF5D170B7}"/>
              </a:ext>
            </a:extLst>
          </p:cNvPr>
          <p:cNvSpPr/>
          <p:nvPr userDrawn="1"/>
        </p:nvSpPr>
        <p:spPr>
          <a:xfrm>
            <a:off x="8929200" y="0"/>
            <a:ext cx="3262800" cy="6858000"/>
          </a:xfrm>
          <a:prstGeom prst="rect">
            <a:avLst/>
          </a:prstGeom>
          <a:gradFill>
            <a:gsLst>
              <a:gs pos="0">
                <a:schemeClr val="accent1">
                  <a:lumMod val="75000"/>
                </a:schemeClr>
              </a:gs>
              <a:gs pos="4100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Picture Placeholder 6">
            <a:extLst>
              <a:ext uri="{FF2B5EF4-FFF2-40B4-BE49-F238E27FC236}">
                <a16:creationId xmlns:a16="http://schemas.microsoft.com/office/drawing/2014/main" id="{1A3623AF-DB4D-09EC-9FA7-C91CC8C76496}"/>
              </a:ext>
            </a:extLst>
          </p:cNvPr>
          <p:cNvSpPr>
            <a:spLocks noGrp="1"/>
          </p:cNvSpPr>
          <p:nvPr>
            <p:ph type="pic" sz="quarter" idx="20" hasCustomPrompt="1"/>
          </p:nvPr>
        </p:nvSpPr>
        <p:spPr>
          <a:xfrm>
            <a:off x="9232135" y="917577"/>
            <a:ext cx="2616966" cy="5292723"/>
          </a:xfrm>
          <a:prstGeom prst="roundRect">
            <a:avLst>
              <a:gd name="adj" fmla="val 3930"/>
            </a:avLst>
          </a:prstGeom>
          <a:effectLst/>
        </p:spPr>
        <p:txBody>
          <a:bodyPr anchor="ctr"/>
          <a:lstStyle>
            <a:lvl1pPr algn="ctr">
              <a:defRPr/>
            </a:lvl1pPr>
          </a:lstStyle>
          <a:p>
            <a:r>
              <a:rPr lang="en-US" dirty="0"/>
              <a:t>Click icon to add image</a:t>
            </a:r>
            <a:br>
              <a:rPr lang="en-US" dirty="0"/>
            </a:br>
            <a:br>
              <a:rPr lang="en-US" dirty="0"/>
            </a:br>
            <a:endParaRPr lang="en-US" dirty="0"/>
          </a:p>
          <a:p>
            <a:endParaRPr lang="en-US" dirty="0"/>
          </a:p>
        </p:txBody>
      </p:sp>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7908053"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7837716"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482829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3_Picture with Caption_Circle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8C0A02C-F95D-27DD-B512-875D31487BBD}"/>
              </a:ext>
            </a:extLst>
          </p:cNvPr>
          <p:cNvSpPr/>
          <p:nvPr userDrawn="1"/>
        </p:nvSpPr>
        <p:spPr>
          <a:xfrm>
            <a:off x="8929200" y="0"/>
            <a:ext cx="3262800" cy="6858000"/>
          </a:xfrm>
          <a:prstGeom prst="rect">
            <a:avLst/>
          </a:prstGeom>
          <a:gradFill>
            <a:gsLst>
              <a:gs pos="0">
                <a:schemeClr val="accent1">
                  <a:lumMod val="75000"/>
                </a:schemeClr>
              </a:gs>
              <a:gs pos="4100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539261" y="917577"/>
            <a:ext cx="5905081" cy="535531"/>
          </a:xfrm>
          <a:prstGeom prst="rect">
            <a:avLst/>
          </a:prstGeom>
        </p:spPr>
        <p:txBody>
          <a:bodyPr anchor="t" anchorCtr="0">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609598" y="1714501"/>
            <a:ext cx="5834744" cy="313932"/>
          </a:xfrm>
        </p:spPr>
        <p:txBody>
          <a:bodyPr/>
          <a:lstStyle>
            <a:lvl1pPr marL="0" indent="0">
              <a:buNone/>
              <a:defRPr sz="1600" b="0" i="0">
                <a:latin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
        <p:nvSpPr>
          <p:cNvPr id="5" name="Date Placeholder 4">
            <a:extLst>
              <a:ext uri="{FF2B5EF4-FFF2-40B4-BE49-F238E27FC236}">
                <a16:creationId xmlns:a16="http://schemas.microsoft.com/office/drawing/2014/main" id="{9CAB3B1C-D783-464F-B951-6F802A18E624}"/>
              </a:ext>
            </a:extLst>
          </p:cNvPr>
          <p:cNvSpPr>
            <a:spLocks noGrp="1"/>
          </p:cNvSpPr>
          <p:nvPr>
            <p:ph type="dt" sz="half" idx="10"/>
          </p:nvPr>
        </p:nvSpPr>
        <p:spPr/>
        <p:txBody>
          <a:bodyPr/>
          <a:lstStyle>
            <a:lvl1pPr>
              <a:defRPr b="0" i="0">
                <a:latin typeface="Amazon Ember Display" panose="020F0603020204020204" pitchFamily="34" charset="0"/>
              </a:defRPr>
            </a:lvl1pPr>
          </a:lstStyle>
          <a:p>
            <a:fld id="{96301397-8FE7-FB4B-82EE-58C288712F6D}" type="datetime1">
              <a:rPr lang="en-US" smtClean="0"/>
              <a:pPr/>
              <a:t>12/9/25</a:t>
            </a:fld>
            <a:endParaRPr lang="en-US" dirty="0"/>
          </a:p>
        </p:txBody>
      </p:sp>
      <p:sp>
        <p:nvSpPr>
          <p:cNvPr id="6" name="Footer Placeholder 5">
            <a:extLst>
              <a:ext uri="{FF2B5EF4-FFF2-40B4-BE49-F238E27FC236}">
                <a16:creationId xmlns:a16="http://schemas.microsoft.com/office/drawing/2014/main" id="{ECB0C078-A6D5-4C61-A732-EC72F4B2E54F}"/>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10" name="Picture Placeholder 19">
            <a:extLst>
              <a:ext uri="{FF2B5EF4-FFF2-40B4-BE49-F238E27FC236}">
                <a16:creationId xmlns:a16="http://schemas.microsoft.com/office/drawing/2014/main" id="{8DC420F1-2042-660D-ECC9-AD6908D15FE0}"/>
              </a:ext>
            </a:extLst>
          </p:cNvPr>
          <p:cNvSpPr>
            <a:spLocks noGrp="1" noChangeAspect="1"/>
          </p:cNvSpPr>
          <p:nvPr>
            <p:ph type="pic" sz="quarter" idx="15"/>
          </p:nvPr>
        </p:nvSpPr>
        <p:spPr>
          <a:xfrm>
            <a:off x="7078097" y="2020201"/>
            <a:ext cx="3702206" cy="3702206"/>
          </a:xfrm>
          <a:custGeom>
            <a:avLst/>
            <a:gdLst>
              <a:gd name="connsiteX0" fmla="*/ 1851103 w 3702206"/>
              <a:gd name="connsiteY0" fmla="*/ 0 h 3702206"/>
              <a:gd name="connsiteX1" fmla="*/ 3702206 w 3702206"/>
              <a:gd name="connsiteY1" fmla="*/ 1851103 h 3702206"/>
              <a:gd name="connsiteX2" fmla="*/ 1851103 w 3702206"/>
              <a:gd name="connsiteY2" fmla="*/ 3702206 h 3702206"/>
              <a:gd name="connsiteX3" fmla="*/ 0 w 3702206"/>
              <a:gd name="connsiteY3" fmla="*/ 1851103 h 3702206"/>
              <a:gd name="connsiteX4" fmla="*/ 1851103 w 3702206"/>
              <a:gd name="connsiteY4" fmla="*/ 0 h 37022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2206" h="3702206">
                <a:moveTo>
                  <a:pt x="1851103" y="0"/>
                </a:moveTo>
                <a:cubicBezTo>
                  <a:pt x="2873439" y="0"/>
                  <a:pt x="3702206" y="828767"/>
                  <a:pt x="3702206" y="1851103"/>
                </a:cubicBezTo>
                <a:cubicBezTo>
                  <a:pt x="3702206" y="2873439"/>
                  <a:pt x="2873439" y="3702206"/>
                  <a:pt x="1851103" y="3702206"/>
                </a:cubicBezTo>
                <a:cubicBezTo>
                  <a:pt x="828767" y="3702206"/>
                  <a:pt x="0" y="2873439"/>
                  <a:pt x="0" y="1851103"/>
                </a:cubicBezTo>
                <a:cubicBezTo>
                  <a:pt x="0" y="828767"/>
                  <a:pt x="828767" y="0"/>
                  <a:pt x="1851103" y="0"/>
                </a:cubicBezTo>
                <a:close/>
              </a:path>
            </a:pathLst>
          </a:custGeom>
          <a:noFill/>
        </p:spPr>
        <p:txBody>
          <a:bodyPr wrap="square">
            <a:noAutofit/>
          </a:bodyPr>
          <a:lstStyle>
            <a:lvl1pPr marL="0" indent="0" algn="ctr">
              <a:buNone/>
              <a:defRPr sz="1400"/>
            </a:lvl1pPr>
          </a:lstStyle>
          <a:p>
            <a:r>
              <a:rPr lang="en-ID" dirty="0"/>
              <a:t>Click icon to add picture</a:t>
            </a:r>
          </a:p>
        </p:txBody>
      </p:sp>
    </p:spTree>
    <p:extLst>
      <p:ext uri="{BB962C8B-B14F-4D97-AF65-F5344CB8AC3E}">
        <p14:creationId xmlns:p14="http://schemas.microsoft.com/office/powerpoint/2010/main" val="1260121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3_Title, content layout, and circle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layout, and circle icons</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5" name="Oval 4">
            <a:extLst>
              <a:ext uri="{FF2B5EF4-FFF2-40B4-BE49-F238E27FC236}">
                <a16:creationId xmlns:a16="http://schemas.microsoft.com/office/drawing/2014/main" id="{B2BB871C-BBF6-6303-129D-B07D219BDDFF}"/>
              </a:ext>
            </a:extLst>
          </p:cNvPr>
          <p:cNvSpPr/>
          <p:nvPr userDrawn="1"/>
        </p:nvSpPr>
        <p:spPr>
          <a:xfrm>
            <a:off x="1001218" y="1889652"/>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6" name="Oval 5">
            <a:extLst>
              <a:ext uri="{FF2B5EF4-FFF2-40B4-BE49-F238E27FC236}">
                <a16:creationId xmlns:a16="http://schemas.microsoft.com/office/drawing/2014/main" id="{6EA6D0F0-D175-B136-265C-A1CFA5790AF8}"/>
              </a:ext>
            </a:extLst>
          </p:cNvPr>
          <p:cNvSpPr/>
          <p:nvPr userDrawn="1"/>
        </p:nvSpPr>
        <p:spPr>
          <a:xfrm>
            <a:off x="3863913" y="1889652"/>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7" name="Oval 6">
            <a:extLst>
              <a:ext uri="{FF2B5EF4-FFF2-40B4-BE49-F238E27FC236}">
                <a16:creationId xmlns:a16="http://schemas.microsoft.com/office/drawing/2014/main" id="{9ABDA64C-4B5A-EF61-3735-F09C35E854D0}"/>
              </a:ext>
            </a:extLst>
          </p:cNvPr>
          <p:cNvSpPr/>
          <p:nvPr userDrawn="1"/>
        </p:nvSpPr>
        <p:spPr>
          <a:xfrm>
            <a:off x="6770010" y="1889652"/>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8" name="Oval 7">
            <a:extLst>
              <a:ext uri="{FF2B5EF4-FFF2-40B4-BE49-F238E27FC236}">
                <a16:creationId xmlns:a16="http://schemas.microsoft.com/office/drawing/2014/main" id="{F1793EE3-F308-3F8D-67E8-C794AAB83240}"/>
              </a:ext>
            </a:extLst>
          </p:cNvPr>
          <p:cNvSpPr/>
          <p:nvPr userDrawn="1"/>
        </p:nvSpPr>
        <p:spPr>
          <a:xfrm>
            <a:off x="9703821" y="1889652"/>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9" name="Oval 8">
            <a:extLst>
              <a:ext uri="{FF2B5EF4-FFF2-40B4-BE49-F238E27FC236}">
                <a16:creationId xmlns:a16="http://schemas.microsoft.com/office/drawing/2014/main" id="{66D28535-5BB2-E090-5201-91E3390A0932}"/>
              </a:ext>
            </a:extLst>
          </p:cNvPr>
          <p:cNvSpPr/>
          <p:nvPr userDrawn="1"/>
        </p:nvSpPr>
        <p:spPr>
          <a:xfrm>
            <a:off x="1001218" y="4177901"/>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0" name="Oval 9">
            <a:extLst>
              <a:ext uri="{FF2B5EF4-FFF2-40B4-BE49-F238E27FC236}">
                <a16:creationId xmlns:a16="http://schemas.microsoft.com/office/drawing/2014/main" id="{DE5FA2BB-4DCD-E6BF-DA45-5576AC2C71B8}"/>
              </a:ext>
            </a:extLst>
          </p:cNvPr>
          <p:cNvSpPr/>
          <p:nvPr userDrawn="1"/>
        </p:nvSpPr>
        <p:spPr>
          <a:xfrm>
            <a:off x="3863913" y="4177901"/>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4" name="Oval 13">
            <a:extLst>
              <a:ext uri="{FF2B5EF4-FFF2-40B4-BE49-F238E27FC236}">
                <a16:creationId xmlns:a16="http://schemas.microsoft.com/office/drawing/2014/main" id="{3511A601-0B8D-F1F0-E5E9-2A4F54BE2C72}"/>
              </a:ext>
            </a:extLst>
          </p:cNvPr>
          <p:cNvSpPr/>
          <p:nvPr userDrawn="1"/>
        </p:nvSpPr>
        <p:spPr>
          <a:xfrm>
            <a:off x="6770010" y="4177901"/>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5" name="Oval 14">
            <a:extLst>
              <a:ext uri="{FF2B5EF4-FFF2-40B4-BE49-F238E27FC236}">
                <a16:creationId xmlns:a16="http://schemas.microsoft.com/office/drawing/2014/main" id="{B27E04F9-C292-78DB-40BE-F422F4651C38}"/>
              </a:ext>
            </a:extLst>
          </p:cNvPr>
          <p:cNvSpPr/>
          <p:nvPr userDrawn="1"/>
        </p:nvSpPr>
        <p:spPr>
          <a:xfrm>
            <a:off x="9703821" y="4177901"/>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6" name="Text Placeholder 152">
            <a:extLst>
              <a:ext uri="{FF2B5EF4-FFF2-40B4-BE49-F238E27FC236}">
                <a16:creationId xmlns:a16="http://schemas.microsoft.com/office/drawing/2014/main" id="{584C6CE5-500C-DE89-ADD8-09E4FE6641D6}"/>
              </a:ext>
            </a:extLst>
          </p:cNvPr>
          <p:cNvSpPr>
            <a:spLocks noGrp="1"/>
          </p:cNvSpPr>
          <p:nvPr>
            <p:ph type="body" sz="quarter" idx="21" hasCustomPrompt="1"/>
          </p:nvPr>
        </p:nvSpPr>
        <p:spPr>
          <a:xfrm>
            <a:off x="558800"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7" name="Text Placeholder 152">
            <a:extLst>
              <a:ext uri="{FF2B5EF4-FFF2-40B4-BE49-F238E27FC236}">
                <a16:creationId xmlns:a16="http://schemas.microsoft.com/office/drawing/2014/main" id="{1443E155-2BF4-417E-D65C-5EC8A487385C}"/>
              </a:ext>
            </a:extLst>
          </p:cNvPr>
          <p:cNvSpPr>
            <a:spLocks noGrp="1"/>
          </p:cNvSpPr>
          <p:nvPr>
            <p:ph type="body" sz="quarter" idx="22" hasCustomPrompt="1"/>
          </p:nvPr>
        </p:nvSpPr>
        <p:spPr>
          <a:xfrm>
            <a:off x="558800"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8" name="Text Placeholder 152">
            <a:extLst>
              <a:ext uri="{FF2B5EF4-FFF2-40B4-BE49-F238E27FC236}">
                <a16:creationId xmlns:a16="http://schemas.microsoft.com/office/drawing/2014/main" id="{1A663487-AD8C-FEF6-E0EA-F776E0DB6C86}"/>
              </a:ext>
            </a:extLst>
          </p:cNvPr>
          <p:cNvSpPr>
            <a:spLocks noGrp="1"/>
          </p:cNvSpPr>
          <p:nvPr>
            <p:ph type="body" sz="quarter" idx="23" hasCustomPrompt="1"/>
          </p:nvPr>
        </p:nvSpPr>
        <p:spPr>
          <a:xfrm>
            <a:off x="3440543"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9" name="Text Placeholder 152">
            <a:extLst>
              <a:ext uri="{FF2B5EF4-FFF2-40B4-BE49-F238E27FC236}">
                <a16:creationId xmlns:a16="http://schemas.microsoft.com/office/drawing/2014/main" id="{8CFC9A55-1B75-9059-E03B-3E2EF11EA982}"/>
              </a:ext>
            </a:extLst>
          </p:cNvPr>
          <p:cNvSpPr>
            <a:spLocks noGrp="1"/>
          </p:cNvSpPr>
          <p:nvPr>
            <p:ph type="body" sz="quarter" idx="24" hasCustomPrompt="1"/>
          </p:nvPr>
        </p:nvSpPr>
        <p:spPr>
          <a:xfrm>
            <a:off x="3440543"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0" name="Text Placeholder 152">
            <a:extLst>
              <a:ext uri="{FF2B5EF4-FFF2-40B4-BE49-F238E27FC236}">
                <a16:creationId xmlns:a16="http://schemas.microsoft.com/office/drawing/2014/main" id="{40BD199A-3462-4F62-83F5-7C7082FF7B95}"/>
              </a:ext>
            </a:extLst>
          </p:cNvPr>
          <p:cNvSpPr>
            <a:spLocks noGrp="1"/>
          </p:cNvSpPr>
          <p:nvPr>
            <p:ph type="body" sz="quarter" idx="25" hasCustomPrompt="1"/>
          </p:nvPr>
        </p:nvSpPr>
        <p:spPr>
          <a:xfrm>
            <a:off x="6363850"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1" name="Text Placeholder 152">
            <a:extLst>
              <a:ext uri="{FF2B5EF4-FFF2-40B4-BE49-F238E27FC236}">
                <a16:creationId xmlns:a16="http://schemas.microsoft.com/office/drawing/2014/main" id="{5A2A7222-CC84-BFD0-7AE9-B5040D5E5ABD}"/>
              </a:ext>
            </a:extLst>
          </p:cNvPr>
          <p:cNvSpPr>
            <a:spLocks noGrp="1"/>
          </p:cNvSpPr>
          <p:nvPr>
            <p:ph type="body" sz="quarter" idx="26" hasCustomPrompt="1"/>
          </p:nvPr>
        </p:nvSpPr>
        <p:spPr>
          <a:xfrm>
            <a:off x="6363850"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2" name="Text Placeholder 152">
            <a:extLst>
              <a:ext uri="{FF2B5EF4-FFF2-40B4-BE49-F238E27FC236}">
                <a16:creationId xmlns:a16="http://schemas.microsoft.com/office/drawing/2014/main" id="{3E5B2D0F-B551-A896-1AD2-C949B674C1F1}"/>
              </a:ext>
            </a:extLst>
          </p:cNvPr>
          <p:cNvSpPr>
            <a:spLocks noGrp="1"/>
          </p:cNvSpPr>
          <p:nvPr>
            <p:ph type="body" sz="quarter" idx="27" hasCustomPrompt="1"/>
          </p:nvPr>
        </p:nvSpPr>
        <p:spPr>
          <a:xfrm>
            <a:off x="9287157"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3" name="Text Placeholder 152">
            <a:extLst>
              <a:ext uri="{FF2B5EF4-FFF2-40B4-BE49-F238E27FC236}">
                <a16:creationId xmlns:a16="http://schemas.microsoft.com/office/drawing/2014/main" id="{E4F575ED-7166-2656-10DC-418AF0F8D862}"/>
              </a:ext>
            </a:extLst>
          </p:cNvPr>
          <p:cNvSpPr>
            <a:spLocks noGrp="1"/>
          </p:cNvSpPr>
          <p:nvPr>
            <p:ph type="body" sz="quarter" idx="28" hasCustomPrompt="1"/>
          </p:nvPr>
        </p:nvSpPr>
        <p:spPr>
          <a:xfrm>
            <a:off x="9287157"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4" name="Picture Placeholder 162">
            <a:extLst>
              <a:ext uri="{FF2B5EF4-FFF2-40B4-BE49-F238E27FC236}">
                <a16:creationId xmlns:a16="http://schemas.microsoft.com/office/drawing/2014/main" id="{70FF1A12-49BD-D744-6CCF-C12EE45511F1}"/>
              </a:ext>
            </a:extLst>
          </p:cNvPr>
          <p:cNvSpPr>
            <a:spLocks noGrp="1" noChangeAspect="1"/>
          </p:cNvSpPr>
          <p:nvPr>
            <p:ph type="pic" sz="quarter" idx="29" hasCustomPrompt="1"/>
          </p:nvPr>
        </p:nvSpPr>
        <p:spPr>
          <a:xfrm>
            <a:off x="1001218"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5" name="Picture Placeholder 162">
            <a:extLst>
              <a:ext uri="{FF2B5EF4-FFF2-40B4-BE49-F238E27FC236}">
                <a16:creationId xmlns:a16="http://schemas.microsoft.com/office/drawing/2014/main" id="{0B34566A-075E-4302-6355-07070E55EFF9}"/>
              </a:ext>
            </a:extLst>
          </p:cNvPr>
          <p:cNvSpPr>
            <a:spLocks noGrp="1" noChangeAspect="1"/>
          </p:cNvSpPr>
          <p:nvPr>
            <p:ph type="pic" sz="quarter" idx="30" hasCustomPrompt="1"/>
          </p:nvPr>
        </p:nvSpPr>
        <p:spPr>
          <a:xfrm>
            <a:off x="3869109"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6" name="Picture Placeholder 162">
            <a:extLst>
              <a:ext uri="{FF2B5EF4-FFF2-40B4-BE49-F238E27FC236}">
                <a16:creationId xmlns:a16="http://schemas.microsoft.com/office/drawing/2014/main" id="{1DB3F21D-A933-93C3-ACEA-2129A0254B25}"/>
              </a:ext>
            </a:extLst>
          </p:cNvPr>
          <p:cNvSpPr>
            <a:spLocks noGrp="1" noChangeAspect="1"/>
          </p:cNvSpPr>
          <p:nvPr>
            <p:ph type="pic" sz="quarter" idx="31" hasCustomPrompt="1"/>
          </p:nvPr>
        </p:nvSpPr>
        <p:spPr>
          <a:xfrm>
            <a:off x="6792418"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7" name="Picture Placeholder 162">
            <a:extLst>
              <a:ext uri="{FF2B5EF4-FFF2-40B4-BE49-F238E27FC236}">
                <a16:creationId xmlns:a16="http://schemas.microsoft.com/office/drawing/2014/main" id="{4341FBE9-CA22-6573-588D-B7AE0420B487}"/>
              </a:ext>
            </a:extLst>
          </p:cNvPr>
          <p:cNvSpPr>
            <a:spLocks noGrp="1" noChangeAspect="1"/>
          </p:cNvSpPr>
          <p:nvPr>
            <p:ph type="pic" sz="quarter" idx="32" hasCustomPrompt="1"/>
          </p:nvPr>
        </p:nvSpPr>
        <p:spPr>
          <a:xfrm>
            <a:off x="9701872"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8" name="Picture Placeholder 162">
            <a:extLst>
              <a:ext uri="{FF2B5EF4-FFF2-40B4-BE49-F238E27FC236}">
                <a16:creationId xmlns:a16="http://schemas.microsoft.com/office/drawing/2014/main" id="{CEBB2959-4385-438D-6428-21153CE10DFF}"/>
              </a:ext>
            </a:extLst>
          </p:cNvPr>
          <p:cNvSpPr>
            <a:spLocks noGrp="1" noChangeAspect="1"/>
          </p:cNvSpPr>
          <p:nvPr>
            <p:ph type="pic" sz="quarter" idx="33" hasCustomPrompt="1"/>
          </p:nvPr>
        </p:nvSpPr>
        <p:spPr>
          <a:xfrm>
            <a:off x="1001218"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9" name="Picture Placeholder 162">
            <a:extLst>
              <a:ext uri="{FF2B5EF4-FFF2-40B4-BE49-F238E27FC236}">
                <a16:creationId xmlns:a16="http://schemas.microsoft.com/office/drawing/2014/main" id="{76ABE277-32B5-ED54-E23A-395799B5B55D}"/>
              </a:ext>
            </a:extLst>
          </p:cNvPr>
          <p:cNvSpPr>
            <a:spLocks noGrp="1" noChangeAspect="1"/>
          </p:cNvSpPr>
          <p:nvPr>
            <p:ph type="pic" sz="quarter" idx="34" hasCustomPrompt="1"/>
          </p:nvPr>
        </p:nvSpPr>
        <p:spPr>
          <a:xfrm>
            <a:off x="3869109"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38" name="Picture Placeholder 162">
            <a:extLst>
              <a:ext uri="{FF2B5EF4-FFF2-40B4-BE49-F238E27FC236}">
                <a16:creationId xmlns:a16="http://schemas.microsoft.com/office/drawing/2014/main" id="{77A1B445-2EC5-FD25-A1AA-7D1C06D55D6D}"/>
              </a:ext>
            </a:extLst>
          </p:cNvPr>
          <p:cNvSpPr>
            <a:spLocks noGrp="1" noChangeAspect="1"/>
          </p:cNvSpPr>
          <p:nvPr>
            <p:ph type="pic" sz="quarter" idx="35" hasCustomPrompt="1"/>
          </p:nvPr>
        </p:nvSpPr>
        <p:spPr>
          <a:xfrm>
            <a:off x="6792418"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39" name="Picture Placeholder 162">
            <a:extLst>
              <a:ext uri="{FF2B5EF4-FFF2-40B4-BE49-F238E27FC236}">
                <a16:creationId xmlns:a16="http://schemas.microsoft.com/office/drawing/2014/main" id="{1DB49533-9C5A-79EC-B6C0-6C41BE10D11D}"/>
              </a:ext>
            </a:extLst>
          </p:cNvPr>
          <p:cNvSpPr>
            <a:spLocks noGrp="1" noChangeAspect="1"/>
          </p:cNvSpPr>
          <p:nvPr>
            <p:ph type="pic" sz="quarter" idx="36" hasCustomPrompt="1"/>
          </p:nvPr>
        </p:nvSpPr>
        <p:spPr>
          <a:xfrm>
            <a:off x="9701872" y="4179548"/>
            <a:ext cx="1401762" cy="1399032"/>
          </a:xfrm>
        </p:spPr>
        <p:txBody>
          <a:bodyPr anchor="ctr"/>
          <a:lstStyle>
            <a:lvl1pPr marL="0" indent="0" algn="ctr">
              <a:buNone/>
              <a:defRPr sz="1800">
                <a:solidFill>
                  <a:schemeClr val="tx1"/>
                </a:solidFill>
              </a:defRPr>
            </a:lvl1pPr>
          </a:lstStyle>
          <a:p>
            <a:r>
              <a:rPr lang="en-AU" dirty="0"/>
              <a:t>Click icon to add icon</a:t>
            </a:r>
          </a:p>
        </p:txBody>
      </p:sp>
    </p:spTree>
    <p:extLst>
      <p:ext uri="{BB962C8B-B14F-4D97-AF65-F5344CB8AC3E}">
        <p14:creationId xmlns:p14="http://schemas.microsoft.com/office/powerpoint/2010/main" val="42304546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4_Title, content layout, and circle icons,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539262" y="917577"/>
            <a:ext cx="10972800" cy="535531"/>
          </a:xfrm>
          <a:prstGeom prst="rect">
            <a:avLst/>
          </a:prstGeom>
        </p:spPr>
        <p:txBody>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content layout, circle icons, and image</a:t>
            </a:r>
          </a:p>
        </p:txBody>
      </p:sp>
      <p:sp>
        <p:nvSpPr>
          <p:cNvPr id="11" name="Date Placeholder 10">
            <a:extLst>
              <a:ext uri="{FF2B5EF4-FFF2-40B4-BE49-F238E27FC236}">
                <a16:creationId xmlns:a16="http://schemas.microsoft.com/office/drawing/2014/main" id="{ADEB3A35-9813-4635-AE9D-3B9F6CA53160}"/>
              </a:ext>
            </a:extLst>
          </p:cNvPr>
          <p:cNvSpPr>
            <a:spLocks noGrp="1"/>
          </p:cNvSpPr>
          <p:nvPr>
            <p:ph type="dt" sz="half" idx="14"/>
          </p:nvPr>
        </p:nvSpPr>
        <p:spPr/>
        <p:txBody>
          <a:bodyPr/>
          <a:lstStyle>
            <a:lvl1pPr>
              <a:defRPr b="0" i="0">
                <a:latin typeface="Amazon Ember Display" panose="020F0603020204020204" pitchFamily="34" charset="0"/>
              </a:defRPr>
            </a:lvl1pPr>
          </a:lstStyle>
          <a:p>
            <a:fld id="{2B958DF5-F549-8B46-95E0-C2CB36033BB5}" type="datetime1">
              <a:rPr lang="en-US" smtClean="0"/>
              <a:pPr/>
              <a:t>12/9/25</a:t>
            </a:fld>
            <a:endParaRPr lang="en-US" dirty="0"/>
          </a:p>
        </p:txBody>
      </p:sp>
      <p:sp>
        <p:nvSpPr>
          <p:cNvPr id="12" name="Footer Placeholder 11">
            <a:extLst>
              <a:ext uri="{FF2B5EF4-FFF2-40B4-BE49-F238E27FC236}">
                <a16:creationId xmlns:a16="http://schemas.microsoft.com/office/drawing/2014/main" id="{2617FC00-CD62-4B48-80A6-4E68401E9601}"/>
              </a:ext>
            </a:extLst>
          </p:cNvPr>
          <p:cNvSpPr>
            <a:spLocks noGrp="1"/>
          </p:cNvSpPr>
          <p:nvPr>
            <p:ph type="ftr" sz="quarter" idx="15"/>
          </p:nvPr>
        </p:nvSpPr>
        <p:spPr/>
        <p:txBody>
          <a:bodyPr/>
          <a:lstStyle>
            <a:lvl1pPr>
              <a:defRPr b="0" i="0">
                <a:latin typeface="Amazon Ember Display" panose="020F0603020204020204" pitchFamily="34" charset="0"/>
              </a:defRPr>
            </a:lvl1pPr>
          </a:lstStyle>
          <a:p>
            <a:endParaRPr lang="en-US" dirty="0"/>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5" name="Oval 4">
            <a:extLst>
              <a:ext uri="{FF2B5EF4-FFF2-40B4-BE49-F238E27FC236}">
                <a16:creationId xmlns:a16="http://schemas.microsoft.com/office/drawing/2014/main" id="{B2BB871C-BBF6-6303-129D-B07D219BDDFF}"/>
              </a:ext>
            </a:extLst>
          </p:cNvPr>
          <p:cNvSpPr/>
          <p:nvPr userDrawn="1"/>
        </p:nvSpPr>
        <p:spPr>
          <a:xfrm>
            <a:off x="1001218" y="1889652"/>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6" name="Oval 5">
            <a:extLst>
              <a:ext uri="{FF2B5EF4-FFF2-40B4-BE49-F238E27FC236}">
                <a16:creationId xmlns:a16="http://schemas.microsoft.com/office/drawing/2014/main" id="{6EA6D0F0-D175-B136-265C-A1CFA5790AF8}"/>
              </a:ext>
            </a:extLst>
          </p:cNvPr>
          <p:cNvSpPr/>
          <p:nvPr userDrawn="1"/>
        </p:nvSpPr>
        <p:spPr>
          <a:xfrm>
            <a:off x="3863913" y="1889652"/>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9" name="Oval 8">
            <a:extLst>
              <a:ext uri="{FF2B5EF4-FFF2-40B4-BE49-F238E27FC236}">
                <a16:creationId xmlns:a16="http://schemas.microsoft.com/office/drawing/2014/main" id="{66D28535-5BB2-E090-5201-91E3390A0932}"/>
              </a:ext>
            </a:extLst>
          </p:cNvPr>
          <p:cNvSpPr/>
          <p:nvPr userDrawn="1"/>
        </p:nvSpPr>
        <p:spPr>
          <a:xfrm>
            <a:off x="1001218" y="4177901"/>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0" name="Oval 9">
            <a:extLst>
              <a:ext uri="{FF2B5EF4-FFF2-40B4-BE49-F238E27FC236}">
                <a16:creationId xmlns:a16="http://schemas.microsoft.com/office/drawing/2014/main" id="{DE5FA2BB-4DCD-E6BF-DA45-5576AC2C71B8}"/>
              </a:ext>
            </a:extLst>
          </p:cNvPr>
          <p:cNvSpPr/>
          <p:nvPr userDrawn="1"/>
        </p:nvSpPr>
        <p:spPr>
          <a:xfrm>
            <a:off x="3863913" y="4177901"/>
            <a:ext cx="1402188" cy="1402188"/>
          </a:xfrm>
          <a:prstGeom prst="ellipse">
            <a:avLst/>
          </a:prstGeom>
          <a:gradFill>
            <a:gsLst>
              <a:gs pos="0">
                <a:schemeClr val="accent1">
                  <a:lumMod val="75000"/>
                </a:schemeClr>
              </a:gs>
              <a:gs pos="100000">
                <a:schemeClr val="accent1">
                  <a:lumMod val="5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16" name="Text Placeholder 152">
            <a:extLst>
              <a:ext uri="{FF2B5EF4-FFF2-40B4-BE49-F238E27FC236}">
                <a16:creationId xmlns:a16="http://schemas.microsoft.com/office/drawing/2014/main" id="{584C6CE5-500C-DE89-ADD8-09E4FE6641D6}"/>
              </a:ext>
            </a:extLst>
          </p:cNvPr>
          <p:cNvSpPr>
            <a:spLocks noGrp="1"/>
          </p:cNvSpPr>
          <p:nvPr>
            <p:ph type="body" sz="quarter" idx="21" hasCustomPrompt="1"/>
          </p:nvPr>
        </p:nvSpPr>
        <p:spPr>
          <a:xfrm>
            <a:off x="558800"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7" name="Text Placeholder 152">
            <a:extLst>
              <a:ext uri="{FF2B5EF4-FFF2-40B4-BE49-F238E27FC236}">
                <a16:creationId xmlns:a16="http://schemas.microsoft.com/office/drawing/2014/main" id="{1443E155-2BF4-417E-D65C-5EC8A487385C}"/>
              </a:ext>
            </a:extLst>
          </p:cNvPr>
          <p:cNvSpPr>
            <a:spLocks noGrp="1"/>
          </p:cNvSpPr>
          <p:nvPr>
            <p:ph type="body" sz="quarter" idx="22" hasCustomPrompt="1"/>
          </p:nvPr>
        </p:nvSpPr>
        <p:spPr>
          <a:xfrm>
            <a:off x="558800"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8" name="Text Placeholder 152">
            <a:extLst>
              <a:ext uri="{FF2B5EF4-FFF2-40B4-BE49-F238E27FC236}">
                <a16:creationId xmlns:a16="http://schemas.microsoft.com/office/drawing/2014/main" id="{1A663487-AD8C-FEF6-E0EA-F776E0DB6C86}"/>
              </a:ext>
            </a:extLst>
          </p:cNvPr>
          <p:cNvSpPr>
            <a:spLocks noGrp="1"/>
          </p:cNvSpPr>
          <p:nvPr>
            <p:ph type="body" sz="quarter" idx="23" hasCustomPrompt="1"/>
          </p:nvPr>
        </p:nvSpPr>
        <p:spPr>
          <a:xfrm>
            <a:off x="3440543" y="3326488"/>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19" name="Text Placeholder 152">
            <a:extLst>
              <a:ext uri="{FF2B5EF4-FFF2-40B4-BE49-F238E27FC236}">
                <a16:creationId xmlns:a16="http://schemas.microsoft.com/office/drawing/2014/main" id="{8CFC9A55-1B75-9059-E03B-3E2EF11EA982}"/>
              </a:ext>
            </a:extLst>
          </p:cNvPr>
          <p:cNvSpPr>
            <a:spLocks noGrp="1"/>
          </p:cNvSpPr>
          <p:nvPr>
            <p:ph type="body" sz="quarter" idx="24" hasCustomPrompt="1"/>
          </p:nvPr>
        </p:nvSpPr>
        <p:spPr>
          <a:xfrm>
            <a:off x="3440543" y="5600883"/>
            <a:ext cx="2286000" cy="313932"/>
          </a:xfrm>
        </p:spPr>
        <p:txBody>
          <a:bodyPr/>
          <a:lstStyle>
            <a:lvl1pPr marL="0" indent="0" algn="ctr">
              <a:lnSpc>
                <a:spcPct val="90000"/>
              </a:lnSpc>
              <a:spcAft>
                <a:spcPts val="600"/>
              </a:spcAft>
              <a:buNone/>
              <a:defRPr sz="1600"/>
            </a:lvl1pPr>
          </a:lstStyle>
          <a:p>
            <a:pPr lvl="0"/>
            <a:r>
              <a:rPr lang="en-US" dirty="0"/>
              <a:t>Enter text</a:t>
            </a:r>
            <a:endParaRPr lang="en-AU" dirty="0"/>
          </a:p>
        </p:txBody>
      </p:sp>
      <p:sp>
        <p:nvSpPr>
          <p:cNvPr id="24" name="Picture Placeholder 162">
            <a:extLst>
              <a:ext uri="{FF2B5EF4-FFF2-40B4-BE49-F238E27FC236}">
                <a16:creationId xmlns:a16="http://schemas.microsoft.com/office/drawing/2014/main" id="{70FF1A12-49BD-D744-6CCF-C12EE45511F1}"/>
              </a:ext>
            </a:extLst>
          </p:cNvPr>
          <p:cNvSpPr>
            <a:spLocks noGrp="1" noChangeAspect="1"/>
          </p:cNvSpPr>
          <p:nvPr>
            <p:ph type="pic" sz="quarter" idx="29" hasCustomPrompt="1"/>
          </p:nvPr>
        </p:nvSpPr>
        <p:spPr>
          <a:xfrm>
            <a:off x="996269"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5" name="Picture Placeholder 162">
            <a:extLst>
              <a:ext uri="{FF2B5EF4-FFF2-40B4-BE49-F238E27FC236}">
                <a16:creationId xmlns:a16="http://schemas.microsoft.com/office/drawing/2014/main" id="{0B34566A-075E-4302-6355-07070E55EFF9}"/>
              </a:ext>
            </a:extLst>
          </p:cNvPr>
          <p:cNvSpPr>
            <a:spLocks noGrp="1" noChangeAspect="1"/>
          </p:cNvSpPr>
          <p:nvPr>
            <p:ph type="pic" sz="quarter" idx="30" hasCustomPrompt="1"/>
          </p:nvPr>
        </p:nvSpPr>
        <p:spPr>
          <a:xfrm>
            <a:off x="3864160" y="1891300"/>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8" name="Picture Placeholder 162">
            <a:extLst>
              <a:ext uri="{FF2B5EF4-FFF2-40B4-BE49-F238E27FC236}">
                <a16:creationId xmlns:a16="http://schemas.microsoft.com/office/drawing/2014/main" id="{CEBB2959-4385-438D-6428-21153CE10DFF}"/>
              </a:ext>
            </a:extLst>
          </p:cNvPr>
          <p:cNvSpPr>
            <a:spLocks noGrp="1" noChangeAspect="1"/>
          </p:cNvSpPr>
          <p:nvPr>
            <p:ph type="pic" sz="quarter" idx="33" hasCustomPrompt="1"/>
          </p:nvPr>
        </p:nvSpPr>
        <p:spPr>
          <a:xfrm>
            <a:off x="996269"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29" name="Picture Placeholder 162">
            <a:extLst>
              <a:ext uri="{FF2B5EF4-FFF2-40B4-BE49-F238E27FC236}">
                <a16:creationId xmlns:a16="http://schemas.microsoft.com/office/drawing/2014/main" id="{76ABE277-32B5-ED54-E23A-395799B5B55D}"/>
              </a:ext>
            </a:extLst>
          </p:cNvPr>
          <p:cNvSpPr>
            <a:spLocks noGrp="1" noChangeAspect="1"/>
          </p:cNvSpPr>
          <p:nvPr>
            <p:ph type="pic" sz="quarter" idx="34" hasCustomPrompt="1"/>
          </p:nvPr>
        </p:nvSpPr>
        <p:spPr>
          <a:xfrm>
            <a:off x="3864160" y="4179548"/>
            <a:ext cx="1401762" cy="1399032"/>
          </a:xfrm>
        </p:spPr>
        <p:txBody>
          <a:bodyPr anchor="ctr"/>
          <a:lstStyle>
            <a:lvl1pPr marL="0" indent="0" algn="ctr">
              <a:buNone/>
              <a:defRPr sz="1800">
                <a:solidFill>
                  <a:schemeClr val="tx1"/>
                </a:solidFill>
              </a:defRPr>
            </a:lvl1pPr>
          </a:lstStyle>
          <a:p>
            <a:r>
              <a:rPr lang="en-AU" dirty="0"/>
              <a:t>Click icon to add icon</a:t>
            </a:r>
          </a:p>
        </p:txBody>
      </p:sp>
      <p:sp>
        <p:nvSpPr>
          <p:cNvPr id="3" name="Content Placeholder 3">
            <a:extLst>
              <a:ext uri="{FF2B5EF4-FFF2-40B4-BE49-F238E27FC236}">
                <a16:creationId xmlns:a16="http://schemas.microsoft.com/office/drawing/2014/main" id="{91D42E0E-E654-CE10-74EC-A6809A96936A}"/>
              </a:ext>
            </a:extLst>
          </p:cNvPr>
          <p:cNvSpPr>
            <a:spLocks noGrp="1"/>
          </p:cNvSpPr>
          <p:nvPr>
            <p:ph sz="half" idx="2" hasCustomPrompt="1"/>
          </p:nvPr>
        </p:nvSpPr>
        <p:spPr>
          <a:xfrm>
            <a:off x="6334125" y="1714500"/>
            <a:ext cx="5248276" cy="4495800"/>
          </a:xfrm>
        </p:spPr>
        <p:txBody>
          <a:bodyPr/>
          <a:lstStyle>
            <a:lvl1pPr>
              <a:defRPr sz="2400"/>
            </a:lvl1pPr>
            <a:lvl2pPr>
              <a:defRPr sz="2000"/>
            </a:lvl2pPr>
            <a:lvl3pPr>
              <a:defRPr sz="1800"/>
            </a:lvl3pPr>
            <a:lvl4pPr>
              <a:defRPr sz="1600"/>
            </a:lvl4pPr>
            <a:lvl5pPr>
              <a:defRPr sz="1600"/>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437889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ull Screen Photo">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5DE8161-89FB-4C0E-91DC-BB077E8FD54C}"/>
              </a:ext>
            </a:extLst>
          </p:cNvPr>
          <p:cNvSpPr>
            <a:spLocks noGrp="1"/>
          </p:cNvSpPr>
          <p:nvPr>
            <p:ph type="pic" sz="quarter" idx="10"/>
          </p:nvPr>
        </p:nvSpPr>
        <p:spPr>
          <a:xfrm>
            <a:off x="0" y="1"/>
            <a:ext cx="12192000" cy="6857998"/>
          </a:xfrm>
          <a:solidFill>
            <a:schemeClr val="bg2"/>
          </a:solidFill>
        </p:spPr>
        <p:txBody>
          <a:bodyPr anchor="ctr">
            <a:noAutofit/>
          </a:bodyPr>
          <a:lstStyle>
            <a:lvl1pPr marL="0" indent="0" algn="ctr">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picture</a:t>
            </a:r>
          </a:p>
        </p:txBody>
      </p:sp>
    </p:spTree>
    <p:extLst>
      <p:ext uri="{BB962C8B-B14F-4D97-AF65-F5344CB8AC3E}">
        <p14:creationId xmlns:p14="http://schemas.microsoft.com/office/powerpoint/2010/main" val="1256977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Customer logo wall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Customer logo wall layout</a:t>
            </a:r>
          </a:p>
        </p:txBody>
      </p:sp>
      <p:sp>
        <p:nvSpPr>
          <p:cNvPr id="3" name="Date Placeholder 2">
            <a:extLst>
              <a:ext uri="{FF2B5EF4-FFF2-40B4-BE49-F238E27FC236}">
                <a16:creationId xmlns:a16="http://schemas.microsoft.com/office/drawing/2014/main" id="{D4046C62-58BE-4875-9CF1-988E9FBC80B5}"/>
              </a:ext>
            </a:extLst>
          </p:cNvPr>
          <p:cNvSpPr>
            <a:spLocks noGrp="1"/>
          </p:cNvSpPr>
          <p:nvPr>
            <p:ph type="dt" sz="half" idx="10"/>
          </p:nvPr>
        </p:nvSpPr>
        <p:spPr/>
        <p:txBody>
          <a:bodyPr/>
          <a:lstStyle>
            <a:lvl1pPr>
              <a:defRPr b="0" i="0">
                <a:latin typeface="Amazon Ember Display" panose="020F0603020204020204" pitchFamily="34" charset="0"/>
              </a:defRPr>
            </a:lvl1pPr>
          </a:lstStyle>
          <a:p>
            <a:fld id="{C3A8789C-A0D1-A74F-A15D-501FE221905E}" type="datetime1">
              <a:rPr lang="en-US" smtClean="0"/>
              <a:pPr/>
              <a:t>12/9/25</a:t>
            </a:fld>
            <a:endParaRPr lang="en-US" dirty="0"/>
          </a:p>
        </p:txBody>
      </p:sp>
      <p:sp>
        <p:nvSpPr>
          <p:cNvPr id="4" name="Footer Placeholder 3">
            <a:extLst>
              <a:ext uri="{FF2B5EF4-FFF2-40B4-BE49-F238E27FC236}">
                <a16:creationId xmlns:a16="http://schemas.microsoft.com/office/drawing/2014/main" id="{C09F8648-DA5C-4249-B315-5FCC6764F2E8}"/>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790841"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9572359"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3718014"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6645187" y="2194560"/>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790841"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9572359"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3718014"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6645187" y="4059936"/>
            <a:ext cx="1828800" cy="1097280"/>
          </a:xfrm>
        </p:spPr>
        <p:txBody>
          <a:bodyPr>
            <a:noAutofit/>
          </a:bodyPr>
          <a:lstStyle>
            <a:lvl1pPr marL="0" indent="0">
              <a:buNone/>
              <a:defRPr sz="11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buNone/>
              <a:defRPr/>
            </a:lvl2pPr>
            <a:lvl3pPr marL="628650" indent="0">
              <a:buNone/>
              <a:defRPr/>
            </a:lvl3pPr>
            <a:lvl4pPr marL="858838" indent="0">
              <a:buNone/>
              <a:defRPr/>
            </a:lvl4pPr>
            <a:lvl5pPr marL="1030288" indent="0">
              <a:buNone/>
              <a:defRPr/>
            </a:lvl5pPr>
          </a:lstStyle>
          <a:p>
            <a:pPr lvl="0"/>
            <a:r>
              <a:rPr lang="en-US" dirty="0"/>
              <a:t>Click photo icon to add logo</a:t>
            </a:r>
          </a:p>
        </p:txBody>
      </p:sp>
    </p:spTree>
    <p:extLst>
      <p:ext uri="{BB962C8B-B14F-4D97-AF65-F5344CB8AC3E}">
        <p14:creationId xmlns:p14="http://schemas.microsoft.com/office/powerpoint/2010/main" val="3884084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3_Case Study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456862" y="1355036"/>
            <a:ext cx="6055200" cy="535531"/>
          </a:xfrm>
          <a:prstGeom prst="rect">
            <a:avLst/>
          </a:prstGeom>
        </p:spPr>
        <p:txBody>
          <a:bodyPr/>
          <a:lstStyle>
            <a:lvl1pPr>
              <a:defRPr b="0"/>
            </a:lvl1pPr>
          </a:lstStyle>
          <a:p>
            <a:r>
              <a:rPr lang="en-US" dirty="0"/>
              <a:t>Case Study</a:t>
            </a: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7" name="Picture Placeholder 6">
            <a:extLst>
              <a:ext uri="{FF2B5EF4-FFF2-40B4-BE49-F238E27FC236}">
                <a16:creationId xmlns:a16="http://schemas.microsoft.com/office/drawing/2014/main" id="{2097E380-42BC-798E-C23B-33F98A4A57DE}"/>
              </a:ext>
            </a:extLst>
          </p:cNvPr>
          <p:cNvSpPr>
            <a:spLocks noGrp="1"/>
          </p:cNvSpPr>
          <p:nvPr>
            <p:ph type="pic" sz="quarter" idx="13" hasCustomPrompt="1"/>
          </p:nvPr>
        </p:nvSpPr>
        <p:spPr>
          <a:xfrm>
            <a:off x="520701" y="342900"/>
            <a:ext cx="4572543" cy="5867400"/>
          </a:xfrm>
          <a:prstGeom prst="roundRect">
            <a:avLst>
              <a:gd name="adj" fmla="val 5034"/>
            </a:avLst>
          </a:prstGeom>
          <a:effectLst/>
        </p:spPr>
        <p:txBody>
          <a:bodyPr anchor="ctr"/>
          <a:lstStyle>
            <a:lvl1pPr marL="0" indent="0" algn="ctr">
              <a:buNone/>
              <a:defRPr/>
            </a:lvl1pPr>
          </a:lstStyle>
          <a:p>
            <a:r>
              <a:rPr lang="en-US" dirty="0"/>
              <a:t>Click icon to add image</a:t>
            </a:r>
            <a:br>
              <a:rPr lang="en-US" dirty="0"/>
            </a:br>
            <a:br>
              <a:rPr lang="en-US" dirty="0"/>
            </a:br>
            <a:endParaRPr lang="en-US" dirty="0"/>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5456863" y="2502067"/>
            <a:ext cx="6204133" cy="1374374"/>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p:nvPr>
        </p:nvSpPr>
        <p:spPr>
          <a:xfrm>
            <a:off x="5456862" y="2074967"/>
            <a:ext cx="6204133"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5456863" y="4495729"/>
            <a:ext cx="2988289"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p:nvPr>
        </p:nvSpPr>
        <p:spPr>
          <a:xfrm>
            <a:off x="5456862" y="4068628"/>
            <a:ext cx="298828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2" name="Text Placeholder 12">
            <a:extLst>
              <a:ext uri="{FF2B5EF4-FFF2-40B4-BE49-F238E27FC236}">
                <a16:creationId xmlns:a16="http://schemas.microsoft.com/office/drawing/2014/main" id="{3A41421E-A766-DC5E-8EF9-8405BA3F32E4}"/>
              </a:ext>
            </a:extLst>
          </p:cNvPr>
          <p:cNvSpPr>
            <a:spLocks noGrp="1"/>
          </p:cNvSpPr>
          <p:nvPr>
            <p:ph type="body" sz="quarter" idx="25"/>
          </p:nvPr>
        </p:nvSpPr>
        <p:spPr>
          <a:xfrm>
            <a:off x="8672706" y="4495729"/>
            <a:ext cx="2988289"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a:p>
        </p:txBody>
      </p:sp>
      <p:sp>
        <p:nvSpPr>
          <p:cNvPr id="13" name="Text Placeholder 12">
            <a:extLst>
              <a:ext uri="{FF2B5EF4-FFF2-40B4-BE49-F238E27FC236}">
                <a16:creationId xmlns:a16="http://schemas.microsoft.com/office/drawing/2014/main" id="{6020A649-DDA4-757A-B190-A531088B62E0}"/>
              </a:ext>
            </a:extLst>
          </p:cNvPr>
          <p:cNvSpPr>
            <a:spLocks noGrp="1"/>
          </p:cNvSpPr>
          <p:nvPr>
            <p:ph type="body" sz="quarter" idx="26"/>
          </p:nvPr>
        </p:nvSpPr>
        <p:spPr>
          <a:xfrm>
            <a:off x="8672705" y="4068628"/>
            <a:ext cx="298828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4" name="Picture Placeholder 5">
            <a:extLst>
              <a:ext uri="{FF2B5EF4-FFF2-40B4-BE49-F238E27FC236}">
                <a16:creationId xmlns:a16="http://schemas.microsoft.com/office/drawing/2014/main" id="{B6088F55-730E-38B1-7DA1-6DE43FF4FC82}"/>
              </a:ext>
            </a:extLst>
          </p:cNvPr>
          <p:cNvSpPr>
            <a:spLocks noGrp="1"/>
          </p:cNvSpPr>
          <p:nvPr>
            <p:ph type="pic" sz="quarter" idx="29" hasCustomPrompt="1"/>
          </p:nvPr>
        </p:nvSpPr>
        <p:spPr>
          <a:xfrm>
            <a:off x="5456863" y="342900"/>
            <a:ext cx="2431886" cy="819949"/>
          </a:xfrm>
        </p:spPr>
        <p:txBody>
          <a:bodyPr/>
          <a:lstStyle>
            <a:lvl1pPr marL="0" indent="0">
              <a:buNone/>
              <a:defRPr sz="2000"/>
            </a:lvl1pPr>
          </a:lstStyle>
          <a:p>
            <a:r>
              <a:rPr lang="en-US" dirty="0"/>
              <a:t>Click icon to add company logo</a:t>
            </a:r>
          </a:p>
        </p:txBody>
      </p:sp>
    </p:spTree>
    <p:extLst>
      <p:ext uri="{BB962C8B-B14F-4D97-AF65-F5344CB8AC3E}">
        <p14:creationId xmlns:p14="http://schemas.microsoft.com/office/powerpoint/2010/main" val="1055932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3_Case Study 2">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117954"/>
            <a:ext cx="6824577" cy="1612764"/>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p:nvPr>
        </p:nvSpPr>
        <p:spPr>
          <a:xfrm>
            <a:off x="626089" y="1690854"/>
            <a:ext cx="6824577"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626089" y="4495729"/>
            <a:ext cx="3291840"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p:nvPr>
        </p:nvSpPr>
        <p:spPr>
          <a:xfrm>
            <a:off x="626088" y="4068628"/>
            <a:ext cx="3291840"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2" name="Text Placeholder 12">
            <a:extLst>
              <a:ext uri="{FF2B5EF4-FFF2-40B4-BE49-F238E27FC236}">
                <a16:creationId xmlns:a16="http://schemas.microsoft.com/office/drawing/2014/main" id="{3A41421E-A766-DC5E-8EF9-8405BA3F32E4}"/>
              </a:ext>
            </a:extLst>
          </p:cNvPr>
          <p:cNvSpPr>
            <a:spLocks noGrp="1"/>
          </p:cNvSpPr>
          <p:nvPr>
            <p:ph type="body" sz="quarter" idx="25"/>
          </p:nvPr>
        </p:nvSpPr>
        <p:spPr>
          <a:xfrm>
            <a:off x="4158827" y="4495729"/>
            <a:ext cx="3291840" cy="169251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a:p>
        </p:txBody>
      </p:sp>
      <p:sp>
        <p:nvSpPr>
          <p:cNvPr id="13" name="Text Placeholder 12">
            <a:extLst>
              <a:ext uri="{FF2B5EF4-FFF2-40B4-BE49-F238E27FC236}">
                <a16:creationId xmlns:a16="http://schemas.microsoft.com/office/drawing/2014/main" id="{6020A649-DDA4-757A-B190-A531088B62E0}"/>
              </a:ext>
            </a:extLst>
          </p:cNvPr>
          <p:cNvSpPr>
            <a:spLocks noGrp="1"/>
          </p:cNvSpPr>
          <p:nvPr>
            <p:ph type="body" sz="quarter" idx="26"/>
          </p:nvPr>
        </p:nvSpPr>
        <p:spPr>
          <a:xfrm>
            <a:off x="4158826" y="4068628"/>
            <a:ext cx="3291840"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4" name="Picture Placeholder 5">
            <a:extLst>
              <a:ext uri="{FF2B5EF4-FFF2-40B4-BE49-F238E27FC236}">
                <a16:creationId xmlns:a16="http://schemas.microsoft.com/office/drawing/2014/main" id="{B6088F55-730E-38B1-7DA1-6DE43FF4FC82}"/>
              </a:ext>
            </a:extLst>
          </p:cNvPr>
          <p:cNvSpPr>
            <a:spLocks noGrp="1"/>
          </p:cNvSpPr>
          <p:nvPr>
            <p:ph type="pic" sz="quarter" idx="29" hasCustomPrompt="1"/>
          </p:nvPr>
        </p:nvSpPr>
        <p:spPr>
          <a:xfrm>
            <a:off x="8613885" y="5538949"/>
            <a:ext cx="2431886" cy="646331"/>
          </a:xfrm>
        </p:spPr>
        <p:txBody>
          <a:bodyPr/>
          <a:lstStyle>
            <a:lvl1pPr marL="0" indent="0" algn="ctr">
              <a:buNone/>
              <a:defRPr sz="2000"/>
            </a:lvl1pPr>
          </a:lstStyle>
          <a:p>
            <a:r>
              <a:rPr lang="en-US" dirty="0"/>
              <a:t>Click icon to add company logo</a:t>
            </a:r>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10972800" cy="535531"/>
          </a:xfrm>
          <a:prstGeom prst="rect">
            <a:avLst/>
          </a:prstGeom>
        </p:spPr>
        <p:txBody>
          <a:bodyPr/>
          <a:lstStyle>
            <a:lvl1pPr>
              <a:defRPr b="0"/>
            </a:lvl1pPr>
          </a:lstStyle>
          <a:p>
            <a:r>
              <a:rPr lang="en-US" dirty="0"/>
              <a:t>Case Study 2</a:t>
            </a:r>
          </a:p>
        </p:txBody>
      </p:sp>
      <p:sp>
        <p:nvSpPr>
          <p:cNvPr id="16" name="Picture Placeholder 12">
            <a:extLst>
              <a:ext uri="{FF2B5EF4-FFF2-40B4-BE49-F238E27FC236}">
                <a16:creationId xmlns:a16="http://schemas.microsoft.com/office/drawing/2014/main" id="{998BCA1B-3BBC-26D4-BCE5-C012115FB6A9}"/>
              </a:ext>
            </a:extLst>
          </p:cNvPr>
          <p:cNvSpPr>
            <a:spLocks noGrp="1"/>
          </p:cNvSpPr>
          <p:nvPr>
            <p:ph type="pic" sz="quarter" idx="33" hasCustomPrompt="1"/>
          </p:nvPr>
        </p:nvSpPr>
        <p:spPr>
          <a:xfrm>
            <a:off x="7987257" y="1679419"/>
            <a:ext cx="3685143" cy="3685143"/>
          </a:xfrm>
          <a:prstGeom prst="ellipse">
            <a:avLst/>
          </a:prstGeom>
        </p:spPr>
        <p:txBody>
          <a:bodyPr anchor="ctr">
            <a:noAutofit/>
          </a:bodyPr>
          <a:lstStyle>
            <a:lvl1pPr marL="0" indent="0" algn="ctr">
              <a:buNone/>
              <a:defRPr sz="1800"/>
            </a:lvl1pPr>
          </a:lstStyle>
          <a:p>
            <a:r>
              <a:rPr lang="en-US" dirty="0"/>
              <a:t>Click icon to add image</a:t>
            </a:r>
          </a:p>
          <a:p>
            <a:endParaRPr lang="en-US" dirty="0"/>
          </a:p>
          <a:p>
            <a:endParaRPr lang="en-US" dirty="0"/>
          </a:p>
        </p:txBody>
      </p:sp>
    </p:spTree>
    <p:extLst>
      <p:ext uri="{BB962C8B-B14F-4D97-AF65-F5344CB8AC3E}">
        <p14:creationId xmlns:p14="http://schemas.microsoft.com/office/powerpoint/2010/main" val="2582986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3_Case Study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50CDD2-8616-1FB1-617F-2EB38F3EC6EF}"/>
              </a:ext>
            </a:extLst>
          </p:cNvPr>
          <p:cNvSpPr/>
          <p:nvPr userDrawn="1"/>
        </p:nvSpPr>
        <p:spPr>
          <a:xfrm>
            <a:off x="0" y="1589192"/>
            <a:ext cx="6186311" cy="4619698"/>
          </a:xfrm>
          <a:prstGeom prst="rect">
            <a:avLst/>
          </a:prstGeom>
          <a:solidFill>
            <a:schemeClr val="accent1">
              <a:lumMod val="50000"/>
              <a:alpha val="5746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err="1"/>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117954"/>
            <a:ext cx="5232843" cy="393289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p:nvPr>
        </p:nvSpPr>
        <p:spPr>
          <a:xfrm>
            <a:off x="626089" y="1690854"/>
            <a:ext cx="5232843"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10972800" cy="535531"/>
          </a:xfrm>
          <a:prstGeom prst="rect">
            <a:avLst/>
          </a:prstGeom>
        </p:spPr>
        <p:txBody>
          <a:bodyPr/>
          <a:lstStyle>
            <a:lvl1pPr>
              <a:defRPr b="0"/>
            </a:lvl1pPr>
          </a:lstStyle>
          <a:p>
            <a:r>
              <a:rPr lang="en-US" dirty="0"/>
              <a:t>Case Study 3</a:t>
            </a:r>
          </a:p>
        </p:txBody>
      </p:sp>
      <p:sp>
        <p:nvSpPr>
          <p:cNvPr id="17" name="Picture Placeholder 15">
            <a:extLst>
              <a:ext uri="{FF2B5EF4-FFF2-40B4-BE49-F238E27FC236}">
                <a16:creationId xmlns:a16="http://schemas.microsoft.com/office/drawing/2014/main" id="{05E52E99-6C01-3E37-30FA-E6A2233C6BAC}"/>
              </a:ext>
            </a:extLst>
          </p:cNvPr>
          <p:cNvSpPr>
            <a:spLocks noGrp="1"/>
          </p:cNvSpPr>
          <p:nvPr>
            <p:ph type="pic" sz="quarter" idx="16" hasCustomPrompt="1"/>
          </p:nvPr>
        </p:nvSpPr>
        <p:spPr>
          <a:xfrm>
            <a:off x="10745747" y="1821055"/>
            <a:ext cx="881497" cy="811606"/>
          </a:xfrm>
          <a:prstGeom prst="rect">
            <a:avLst/>
          </a:prstGeom>
        </p:spPr>
        <p:txBody>
          <a:bodyPr/>
          <a:lstStyle>
            <a:lvl1pPr algn="ctr">
              <a:lnSpc>
                <a:spcPct val="90000"/>
              </a:lnSpc>
              <a:defRPr sz="1000"/>
            </a:lvl1pPr>
          </a:lstStyle>
          <a:p>
            <a:r>
              <a:rPr lang="en-US" dirty="0"/>
              <a:t>Click icon to add image</a:t>
            </a:r>
          </a:p>
        </p:txBody>
      </p:sp>
      <p:sp>
        <p:nvSpPr>
          <p:cNvPr id="18" name="Text Placeholder 24">
            <a:extLst>
              <a:ext uri="{FF2B5EF4-FFF2-40B4-BE49-F238E27FC236}">
                <a16:creationId xmlns:a16="http://schemas.microsoft.com/office/drawing/2014/main" id="{FC900C61-5415-EBE1-C04C-6D93F2751D36}"/>
              </a:ext>
            </a:extLst>
          </p:cNvPr>
          <p:cNvSpPr>
            <a:spLocks noGrp="1"/>
          </p:cNvSpPr>
          <p:nvPr>
            <p:ph type="body" sz="quarter" idx="17"/>
          </p:nvPr>
        </p:nvSpPr>
        <p:spPr>
          <a:xfrm>
            <a:off x="10745747" y="2643293"/>
            <a:ext cx="881497" cy="365125"/>
          </a:xfrm>
          <a:prstGeom prst="rect">
            <a:avLst/>
          </a:prstGeom>
        </p:spPr>
        <p:txBody>
          <a:bodyPr/>
          <a:lstStyle>
            <a:lvl1pPr marL="0" indent="0" algn="ctr">
              <a:lnSpc>
                <a:spcPct val="90000"/>
              </a:lnSpc>
              <a:spcAft>
                <a:spcPts val="0"/>
              </a:spcAft>
              <a:buNone/>
              <a:defRPr sz="1000"/>
            </a:lvl1pPr>
            <a:lvl2pPr>
              <a:defRPr sz="1000"/>
            </a:lvl2pPr>
            <a:lvl3pPr>
              <a:defRPr sz="1000"/>
            </a:lvl3pPr>
            <a:lvl4pPr>
              <a:defRPr sz="1000"/>
            </a:lvl4pPr>
            <a:lvl5pPr>
              <a:defRPr sz="1000"/>
            </a:lvl5pPr>
          </a:lstStyle>
          <a:p>
            <a:pPr lvl="0"/>
            <a:endParaRPr lang="en-US" dirty="0"/>
          </a:p>
        </p:txBody>
      </p:sp>
      <p:sp>
        <p:nvSpPr>
          <p:cNvPr id="19" name="Picture Placeholder 15">
            <a:extLst>
              <a:ext uri="{FF2B5EF4-FFF2-40B4-BE49-F238E27FC236}">
                <a16:creationId xmlns:a16="http://schemas.microsoft.com/office/drawing/2014/main" id="{432AE8D0-14B7-F697-5697-A392E7EDF029}"/>
              </a:ext>
            </a:extLst>
          </p:cNvPr>
          <p:cNvSpPr>
            <a:spLocks noGrp="1"/>
          </p:cNvSpPr>
          <p:nvPr>
            <p:ph type="pic" sz="quarter" idx="18" hasCustomPrompt="1"/>
          </p:nvPr>
        </p:nvSpPr>
        <p:spPr>
          <a:xfrm>
            <a:off x="10745747" y="3287406"/>
            <a:ext cx="881497" cy="811606"/>
          </a:xfrm>
          <a:prstGeom prst="rect">
            <a:avLst/>
          </a:prstGeom>
        </p:spPr>
        <p:txBody>
          <a:bodyPr/>
          <a:lstStyle>
            <a:lvl1pPr algn="ctr">
              <a:lnSpc>
                <a:spcPct val="90000"/>
              </a:lnSpc>
              <a:defRPr sz="1000"/>
            </a:lvl1pPr>
          </a:lstStyle>
          <a:p>
            <a:r>
              <a:rPr lang="en-US" dirty="0"/>
              <a:t>Click icon to add image</a:t>
            </a:r>
          </a:p>
        </p:txBody>
      </p:sp>
      <p:sp>
        <p:nvSpPr>
          <p:cNvPr id="20" name="Text Placeholder 24">
            <a:extLst>
              <a:ext uri="{FF2B5EF4-FFF2-40B4-BE49-F238E27FC236}">
                <a16:creationId xmlns:a16="http://schemas.microsoft.com/office/drawing/2014/main" id="{5359107A-09FF-83CA-5A80-83736EA086E2}"/>
              </a:ext>
            </a:extLst>
          </p:cNvPr>
          <p:cNvSpPr>
            <a:spLocks noGrp="1"/>
          </p:cNvSpPr>
          <p:nvPr>
            <p:ph type="body" sz="quarter" idx="19"/>
          </p:nvPr>
        </p:nvSpPr>
        <p:spPr>
          <a:xfrm>
            <a:off x="10745747" y="4109644"/>
            <a:ext cx="881497" cy="365125"/>
          </a:xfrm>
          <a:prstGeom prst="rect">
            <a:avLst/>
          </a:prstGeom>
        </p:spPr>
        <p:txBody>
          <a:bodyPr/>
          <a:lstStyle>
            <a:lvl1pPr marL="0" indent="0" algn="ctr">
              <a:lnSpc>
                <a:spcPct val="90000"/>
              </a:lnSpc>
              <a:spcAft>
                <a:spcPts val="0"/>
              </a:spcAft>
              <a:buNone/>
              <a:defRPr sz="1000"/>
            </a:lvl1pPr>
            <a:lvl2pPr>
              <a:defRPr sz="1000"/>
            </a:lvl2pPr>
            <a:lvl3pPr>
              <a:defRPr sz="1000"/>
            </a:lvl3pPr>
            <a:lvl4pPr>
              <a:defRPr sz="1000"/>
            </a:lvl4pPr>
            <a:lvl5pPr>
              <a:defRPr sz="1000"/>
            </a:lvl5pPr>
          </a:lstStyle>
          <a:p>
            <a:pPr lvl="0"/>
            <a:endParaRPr lang="en-US" dirty="0"/>
          </a:p>
        </p:txBody>
      </p:sp>
      <p:sp>
        <p:nvSpPr>
          <p:cNvPr id="21" name="Picture Placeholder 15">
            <a:extLst>
              <a:ext uri="{FF2B5EF4-FFF2-40B4-BE49-F238E27FC236}">
                <a16:creationId xmlns:a16="http://schemas.microsoft.com/office/drawing/2014/main" id="{42B9F47A-49B2-EC3A-7865-A91D6EFF5F03}"/>
              </a:ext>
            </a:extLst>
          </p:cNvPr>
          <p:cNvSpPr>
            <a:spLocks noGrp="1"/>
          </p:cNvSpPr>
          <p:nvPr>
            <p:ph type="pic" sz="quarter" idx="20" hasCustomPrompt="1"/>
          </p:nvPr>
        </p:nvSpPr>
        <p:spPr>
          <a:xfrm>
            <a:off x="10745747" y="4751417"/>
            <a:ext cx="881497" cy="811606"/>
          </a:xfrm>
          <a:prstGeom prst="rect">
            <a:avLst/>
          </a:prstGeom>
        </p:spPr>
        <p:txBody>
          <a:bodyPr/>
          <a:lstStyle>
            <a:lvl1pPr algn="ctr">
              <a:lnSpc>
                <a:spcPct val="90000"/>
              </a:lnSpc>
              <a:defRPr sz="1000"/>
            </a:lvl1pPr>
          </a:lstStyle>
          <a:p>
            <a:r>
              <a:rPr lang="en-US" dirty="0"/>
              <a:t>Click icon to add image</a:t>
            </a:r>
          </a:p>
        </p:txBody>
      </p:sp>
      <p:sp>
        <p:nvSpPr>
          <p:cNvPr id="22" name="Text Placeholder 24">
            <a:extLst>
              <a:ext uri="{FF2B5EF4-FFF2-40B4-BE49-F238E27FC236}">
                <a16:creationId xmlns:a16="http://schemas.microsoft.com/office/drawing/2014/main" id="{E1F56D4C-2253-9189-9361-CE546C9F527E}"/>
              </a:ext>
            </a:extLst>
          </p:cNvPr>
          <p:cNvSpPr>
            <a:spLocks noGrp="1"/>
          </p:cNvSpPr>
          <p:nvPr>
            <p:ph type="body" sz="quarter" idx="21"/>
          </p:nvPr>
        </p:nvSpPr>
        <p:spPr>
          <a:xfrm>
            <a:off x="10745747" y="5573655"/>
            <a:ext cx="881497" cy="365125"/>
          </a:xfrm>
          <a:prstGeom prst="rect">
            <a:avLst/>
          </a:prstGeom>
        </p:spPr>
        <p:txBody>
          <a:bodyPr/>
          <a:lstStyle>
            <a:lvl1pPr marL="0" indent="0" algn="ctr">
              <a:lnSpc>
                <a:spcPct val="90000"/>
              </a:lnSpc>
              <a:spcAft>
                <a:spcPts val="0"/>
              </a:spcAft>
              <a:buNone/>
              <a:defRPr sz="1000"/>
            </a:lvl1pPr>
            <a:lvl2pPr>
              <a:defRPr sz="1000"/>
            </a:lvl2pPr>
            <a:lvl3pPr>
              <a:defRPr sz="1000"/>
            </a:lvl3pPr>
            <a:lvl4pPr>
              <a:defRPr sz="1000"/>
            </a:lvl4pPr>
            <a:lvl5pPr>
              <a:defRPr sz="1000"/>
            </a:lvl5pPr>
          </a:lstStyle>
          <a:p>
            <a:pPr lvl="0"/>
            <a:endParaRPr lang="en-US" dirty="0"/>
          </a:p>
        </p:txBody>
      </p:sp>
      <p:sp>
        <p:nvSpPr>
          <p:cNvPr id="23" name="Text Placeholder 12">
            <a:extLst>
              <a:ext uri="{FF2B5EF4-FFF2-40B4-BE49-F238E27FC236}">
                <a16:creationId xmlns:a16="http://schemas.microsoft.com/office/drawing/2014/main" id="{FF547B8D-9FF3-288E-B531-9ACECE935495}"/>
              </a:ext>
            </a:extLst>
          </p:cNvPr>
          <p:cNvSpPr>
            <a:spLocks noGrp="1"/>
          </p:cNvSpPr>
          <p:nvPr>
            <p:ph type="body" sz="quarter" idx="23"/>
          </p:nvPr>
        </p:nvSpPr>
        <p:spPr>
          <a:xfrm>
            <a:off x="6423376" y="2117954"/>
            <a:ext cx="4131734" cy="3932890"/>
          </a:xfrm>
        </p:spPr>
        <p:txBody>
          <a:bodyPr anchor="t">
            <a:normAutofit/>
          </a:bodyPr>
          <a:lstStyle>
            <a:lvl1pPr marL="0" indent="0" algn="l">
              <a:lnSpc>
                <a:spcPct val="100000"/>
              </a:lnSpc>
              <a:buNone/>
              <a:defRPr lang="en-US" sz="16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4" name="Text Placeholder 12">
            <a:extLst>
              <a:ext uri="{FF2B5EF4-FFF2-40B4-BE49-F238E27FC236}">
                <a16:creationId xmlns:a16="http://schemas.microsoft.com/office/drawing/2014/main" id="{0026890D-1941-D09A-2651-F5C972B2ADA3}"/>
              </a:ext>
            </a:extLst>
          </p:cNvPr>
          <p:cNvSpPr>
            <a:spLocks noGrp="1"/>
          </p:cNvSpPr>
          <p:nvPr>
            <p:ph type="body" sz="quarter" idx="24"/>
          </p:nvPr>
        </p:nvSpPr>
        <p:spPr>
          <a:xfrm>
            <a:off x="6423375" y="1690854"/>
            <a:ext cx="4131734"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Tree>
    <p:extLst>
      <p:ext uri="{BB962C8B-B14F-4D97-AF65-F5344CB8AC3E}">
        <p14:creationId xmlns:p14="http://schemas.microsoft.com/office/powerpoint/2010/main" val="4292518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3_Case Study 4">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754737"/>
            <a:ext cx="4032504" cy="161276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hasCustomPrompt="1"/>
          </p:nvPr>
        </p:nvSpPr>
        <p:spPr>
          <a:xfrm>
            <a:off x="626089" y="2327637"/>
            <a:ext cx="4032504"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Outcome:</a:t>
            </a:r>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626089" y="4954596"/>
            <a:ext cx="4032504" cy="123068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p:nvPr>
        </p:nvSpPr>
        <p:spPr>
          <a:xfrm>
            <a:off x="626088" y="4527495"/>
            <a:ext cx="4032504"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4123050" cy="535531"/>
          </a:xfrm>
          <a:prstGeom prst="rect">
            <a:avLst/>
          </a:prstGeom>
        </p:spPr>
        <p:txBody>
          <a:bodyPr/>
          <a:lstStyle>
            <a:lvl1pPr>
              <a:defRPr b="0"/>
            </a:lvl1pPr>
          </a:lstStyle>
          <a:p>
            <a:r>
              <a:rPr lang="en-US" dirty="0"/>
              <a:t>Case Study 4</a:t>
            </a:r>
          </a:p>
        </p:txBody>
      </p:sp>
      <p:sp>
        <p:nvSpPr>
          <p:cNvPr id="2" name="Text Placeholder 12">
            <a:extLst>
              <a:ext uri="{FF2B5EF4-FFF2-40B4-BE49-F238E27FC236}">
                <a16:creationId xmlns:a16="http://schemas.microsoft.com/office/drawing/2014/main" id="{BBDE53EA-F186-A89A-5CCC-6FDCEA39C803}"/>
              </a:ext>
            </a:extLst>
          </p:cNvPr>
          <p:cNvSpPr>
            <a:spLocks noGrp="1"/>
          </p:cNvSpPr>
          <p:nvPr>
            <p:ph type="body" sz="quarter" idx="34" hasCustomPrompt="1"/>
          </p:nvPr>
        </p:nvSpPr>
        <p:spPr>
          <a:xfrm>
            <a:off x="626090" y="1581461"/>
            <a:ext cx="4036222"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Click to add service</a:t>
            </a:r>
          </a:p>
        </p:txBody>
      </p:sp>
      <p:cxnSp>
        <p:nvCxnSpPr>
          <p:cNvPr id="7" name="Straight Connector 6">
            <a:extLst>
              <a:ext uri="{FF2B5EF4-FFF2-40B4-BE49-F238E27FC236}">
                <a16:creationId xmlns:a16="http://schemas.microsoft.com/office/drawing/2014/main" id="{E45EF553-7308-7448-A79D-CE5BF137E57A}"/>
              </a:ext>
            </a:extLst>
          </p:cNvPr>
          <p:cNvCxnSpPr>
            <a:cxnSpLocks/>
          </p:cNvCxnSpPr>
          <p:nvPr userDrawn="1"/>
        </p:nvCxnSpPr>
        <p:spPr>
          <a:xfrm>
            <a:off x="626088" y="2111022"/>
            <a:ext cx="4023360" cy="0"/>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B56485A-B9AC-EEEF-282A-C9DA1EF4E90D}"/>
              </a:ext>
            </a:extLst>
          </p:cNvPr>
          <p:cNvCxnSpPr>
            <a:cxnSpLocks/>
          </p:cNvCxnSpPr>
          <p:nvPr userDrawn="1"/>
        </p:nvCxnSpPr>
        <p:spPr>
          <a:xfrm>
            <a:off x="4888648" y="1009008"/>
            <a:ext cx="0" cy="5202566"/>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sp>
        <p:nvSpPr>
          <p:cNvPr id="25" name="Text Placeholder 12">
            <a:extLst>
              <a:ext uri="{FF2B5EF4-FFF2-40B4-BE49-F238E27FC236}">
                <a16:creationId xmlns:a16="http://schemas.microsoft.com/office/drawing/2014/main" id="{479F3244-0D99-1260-9E84-C2091A8DD16D}"/>
              </a:ext>
            </a:extLst>
          </p:cNvPr>
          <p:cNvSpPr>
            <a:spLocks noGrp="1"/>
          </p:cNvSpPr>
          <p:nvPr>
            <p:ph type="body" sz="quarter" idx="35" hasCustomPrompt="1"/>
          </p:nvPr>
        </p:nvSpPr>
        <p:spPr>
          <a:xfrm>
            <a:off x="5132777" y="1581461"/>
            <a:ext cx="3088783" cy="338554"/>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Click to add text</a:t>
            </a:r>
          </a:p>
        </p:txBody>
      </p:sp>
      <p:sp>
        <p:nvSpPr>
          <p:cNvPr id="26" name="Text Placeholder 12">
            <a:extLst>
              <a:ext uri="{FF2B5EF4-FFF2-40B4-BE49-F238E27FC236}">
                <a16:creationId xmlns:a16="http://schemas.microsoft.com/office/drawing/2014/main" id="{AA759F4A-3396-4734-4BC0-716C8E577024}"/>
              </a:ext>
            </a:extLst>
          </p:cNvPr>
          <p:cNvSpPr>
            <a:spLocks noGrp="1"/>
          </p:cNvSpPr>
          <p:nvPr>
            <p:ph type="body" sz="quarter" idx="36"/>
          </p:nvPr>
        </p:nvSpPr>
        <p:spPr>
          <a:xfrm>
            <a:off x="5132778" y="1996366"/>
            <a:ext cx="3085938" cy="418891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7" name="Text Placeholder 12">
            <a:extLst>
              <a:ext uri="{FF2B5EF4-FFF2-40B4-BE49-F238E27FC236}">
                <a16:creationId xmlns:a16="http://schemas.microsoft.com/office/drawing/2014/main" id="{9E73D8EB-63D1-737E-250A-8AE35866D823}"/>
              </a:ext>
            </a:extLst>
          </p:cNvPr>
          <p:cNvSpPr>
            <a:spLocks noGrp="1"/>
          </p:cNvSpPr>
          <p:nvPr>
            <p:ph type="body" sz="quarter" idx="37"/>
          </p:nvPr>
        </p:nvSpPr>
        <p:spPr>
          <a:xfrm>
            <a:off x="8381201" y="4954596"/>
            <a:ext cx="3291199" cy="123068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8" name="Text Placeholder 12">
            <a:extLst>
              <a:ext uri="{FF2B5EF4-FFF2-40B4-BE49-F238E27FC236}">
                <a16:creationId xmlns:a16="http://schemas.microsoft.com/office/drawing/2014/main" id="{6BB39C13-58CA-1234-9174-D02EBB3BB892}"/>
              </a:ext>
            </a:extLst>
          </p:cNvPr>
          <p:cNvSpPr>
            <a:spLocks noGrp="1"/>
          </p:cNvSpPr>
          <p:nvPr>
            <p:ph type="body" sz="quarter" idx="38" hasCustomPrompt="1"/>
          </p:nvPr>
        </p:nvSpPr>
        <p:spPr>
          <a:xfrm>
            <a:off x="8381200" y="4527495"/>
            <a:ext cx="329119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Customer info:</a:t>
            </a:r>
          </a:p>
        </p:txBody>
      </p:sp>
      <p:sp>
        <p:nvSpPr>
          <p:cNvPr id="29" name="Picture Placeholder 5">
            <a:extLst>
              <a:ext uri="{FF2B5EF4-FFF2-40B4-BE49-F238E27FC236}">
                <a16:creationId xmlns:a16="http://schemas.microsoft.com/office/drawing/2014/main" id="{559834F9-5A77-7147-57FB-0323A1784355}"/>
              </a:ext>
            </a:extLst>
          </p:cNvPr>
          <p:cNvSpPr>
            <a:spLocks noGrp="1"/>
          </p:cNvSpPr>
          <p:nvPr>
            <p:ph type="pic" sz="quarter" idx="29" hasCustomPrompt="1"/>
          </p:nvPr>
        </p:nvSpPr>
        <p:spPr>
          <a:xfrm>
            <a:off x="9240513" y="672720"/>
            <a:ext cx="2431886" cy="819949"/>
          </a:xfrm>
        </p:spPr>
        <p:txBody>
          <a:bodyPr/>
          <a:lstStyle>
            <a:lvl1pPr marL="0" indent="0">
              <a:buNone/>
              <a:defRPr sz="2000"/>
            </a:lvl1pPr>
          </a:lstStyle>
          <a:p>
            <a:r>
              <a:rPr lang="en-US" dirty="0"/>
              <a:t>Click icon to add company logo</a:t>
            </a:r>
          </a:p>
        </p:txBody>
      </p:sp>
      <p:sp>
        <p:nvSpPr>
          <p:cNvPr id="30" name="Text Placeholder 12">
            <a:extLst>
              <a:ext uri="{FF2B5EF4-FFF2-40B4-BE49-F238E27FC236}">
                <a16:creationId xmlns:a16="http://schemas.microsoft.com/office/drawing/2014/main" id="{D18C1C92-4B74-E72A-F39E-AE94A2C9FFAD}"/>
              </a:ext>
            </a:extLst>
          </p:cNvPr>
          <p:cNvSpPr>
            <a:spLocks noGrp="1"/>
          </p:cNvSpPr>
          <p:nvPr>
            <p:ph type="body" sz="quarter" idx="39" hasCustomPrompt="1"/>
          </p:nvPr>
        </p:nvSpPr>
        <p:spPr>
          <a:xfrm>
            <a:off x="8382162" y="1581461"/>
            <a:ext cx="3290199" cy="2435368"/>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“Insert quote”</a:t>
            </a:r>
          </a:p>
        </p:txBody>
      </p:sp>
      <p:sp>
        <p:nvSpPr>
          <p:cNvPr id="31" name="Text Placeholder 12">
            <a:extLst>
              <a:ext uri="{FF2B5EF4-FFF2-40B4-BE49-F238E27FC236}">
                <a16:creationId xmlns:a16="http://schemas.microsoft.com/office/drawing/2014/main" id="{CE10E531-7EB3-0FA6-B200-50F98BC1514E}"/>
              </a:ext>
            </a:extLst>
          </p:cNvPr>
          <p:cNvSpPr>
            <a:spLocks noGrp="1"/>
          </p:cNvSpPr>
          <p:nvPr>
            <p:ph type="body" sz="quarter" idx="40" hasCustomPrompt="1"/>
          </p:nvPr>
        </p:nvSpPr>
        <p:spPr>
          <a:xfrm>
            <a:off x="8381201" y="4089181"/>
            <a:ext cx="3291199" cy="421985"/>
          </a:xfrm>
        </p:spPr>
        <p:txBody>
          <a:bodyPr tIns="0" anchor="t">
            <a:normAutofit/>
          </a:bodyPr>
          <a:lstStyle>
            <a:lvl1pPr marL="0" indent="0" algn="l">
              <a:lnSpc>
                <a:spcPct val="100000"/>
              </a:lnSpc>
              <a:buNone/>
              <a:defRPr lang="en-US" sz="12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r>
              <a:rPr lang="en-US" dirty="0"/>
              <a:t>Name</a:t>
            </a:r>
            <a:br>
              <a:rPr lang="en-US" dirty="0"/>
            </a:br>
            <a:r>
              <a:rPr lang="en-US" dirty="0"/>
              <a:t>Title, Company</a:t>
            </a:r>
          </a:p>
        </p:txBody>
      </p:sp>
    </p:spTree>
    <p:extLst>
      <p:ext uri="{BB962C8B-B14F-4D97-AF65-F5344CB8AC3E}">
        <p14:creationId xmlns:p14="http://schemas.microsoft.com/office/powerpoint/2010/main" val="4085278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3_Case Study 5">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FF9F275-EEE5-D323-0EC8-FBFD66CCA362}"/>
              </a:ext>
            </a:extLst>
          </p:cNvPr>
          <p:cNvSpPr/>
          <p:nvPr userDrawn="1"/>
        </p:nvSpPr>
        <p:spPr>
          <a:xfrm>
            <a:off x="615074" y="4707146"/>
            <a:ext cx="1048470" cy="29943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8" name="Rectangle 17">
            <a:extLst>
              <a:ext uri="{FF2B5EF4-FFF2-40B4-BE49-F238E27FC236}">
                <a16:creationId xmlns:a16="http://schemas.microsoft.com/office/drawing/2014/main" id="{85131251-138A-EE53-91FF-AE2AD14D63CF}"/>
              </a:ext>
            </a:extLst>
          </p:cNvPr>
          <p:cNvSpPr/>
          <p:nvPr userDrawn="1"/>
        </p:nvSpPr>
        <p:spPr>
          <a:xfrm>
            <a:off x="615074" y="3131734"/>
            <a:ext cx="1224744" cy="29943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17" name="Rectangle 16">
            <a:extLst>
              <a:ext uri="{FF2B5EF4-FFF2-40B4-BE49-F238E27FC236}">
                <a16:creationId xmlns:a16="http://schemas.microsoft.com/office/drawing/2014/main" id="{2A692D6A-E0F7-3F33-BBBD-910BE5280E2E}"/>
              </a:ext>
            </a:extLst>
          </p:cNvPr>
          <p:cNvSpPr/>
          <p:nvPr userDrawn="1"/>
        </p:nvSpPr>
        <p:spPr>
          <a:xfrm>
            <a:off x="615073" y="1578356"/>
            <a:ext cx="1830671" cy="2994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AU" dirty="0" err="1">
              <a:solidFill>
                <a:schemeClr val="tx1"/>
              </a:solidFill>
            </a:endParaRPr>
          </a:p>
        </p:txBody>
      </p:sp>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789379" y="1968500"/>
            <a:ext cx="7364021" cy="914400"/>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539262" y="917577"/>
            <a:ext cx="4123050" cy="535531"/>
          </a:xfrm>
          <a:prstGeom prst="rect">
            <a:avLst/>
          </a:prstGeom>
        </p:spPr>
        <p:txBody>
          <a:bodyPr/>
          <a:lstStyle>
            <a:lvl1pPr>
              <a:defRPr b="0"/>
            </a:lvl1pPr>
          </a:lstStyle>
          <a:p>
            <a:r>
              <a:rPr lang="en-US" dirty="0"/>
              <a:t>Case Study 5</a:t>
            </a:r>
          </a:p>
        </p:txBody>
      </p:sp>
      <p:sp>
        <p:nvSpPr>
          <p:cNvPr id="2" name="Text Placeholder 12">
            <a:extLst>
              <a:ext uri="{FF2B5EF4-FFF2-40B4-BE49-F238E27FC236}">
                <a16:creationId xmlns:a16="http://schemas.microsoft.com/office/drawing/2014/main" id="{BBDE53EA-F186-A89A-5CCC-6FDCEA39C803}"/>
              </a:ext>
            </a:extLst>
          </p:cNvPr>
          <p:cNvSpPr>
            <a:spLocks noGrp="1"/>
          </p:cNvSpPr>
          <p:nvPr>
            <p:ph type="body" sz="quarter" idx="34" hasCustomPrompt="1"/>
          </p:nvPr>
        </p:nvSpPr>
        <p:spPr>
          <a:xfrm>
            <a:off x="623580" y="1581461"/>
            <a:ext cx="2028975" cy="296325"/>
          </a:xfrm>
        </p:spPr>
        <p:txBody>
          <a:bodyPr lIns="91440"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Business Need</a:t>
            </a:r>
          </a:p>
        </p:txBody>
      </p:sp>
      <p:sp>
        <p:nvSpPr>
          <p:cNvPr id="27" name="Text Placeholder 12">
            <a:extLst>
              <a:ext uri="{FF2B5EF4-FFF2-40B4-BE49-F238E27FC236}">
                <a16:creationId xmlns:a16="http://schemas.microsoft.com/office/drawing/2014/main" id="{9E73D8EB-63D1-737E-250A-8AE35866D823}"/>
              </a:ext>
            </a:extLst>
          </p:cNvPr>
          <p:cNvSpPr>
            <a:spLocks noGrp="1"/>
          </p:cNvSpPr>
          <p:nvPr>
            <p:ph type="body" sz="quarter" idx="37"/>
          </p:nvPr>
        </p:nvSpPr>
        <p:spPr>
          <a:xfrm>
            <a:off x="8381201" y="4954596"/>
            <a:ext cx="3291199" cy="123068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8" name="Text Placeholder 12">
            <a:extLst>
              <a:ext uri="{FF2B5EF4-FFF2-40B4-BE49-F238E27FC236}">
                <a16:creationId xmlns:a16="http://schemas.microsoft.com/office/drawing/2014/main" id="{6BB39C13-58CA-1234-9174-D02EBB3BB892}"/>
              </a:ext>
            </a:extLst>
          </p:cNvPr>
          <p:cNvSpPr>
            <a:spLocks noGrp="1"/>
          </p:cNvSpPr>
          <p:nvPr>
            <p:ph type="body" sz="quarter" idx="38" hasCustomPrompt="1"/>
          </p:nvPr>
        </p:nvSpPr>
        <p:spPr>
          <a:xfrm>
            <a:off x="8381200" y="4527495"/>
            <a:ext cx="3291199" cy="338554"/>
          </a:xfrm>
        </p:spPr>
        <p:txBody>
          <a:bodyPr anchor="b"/>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Customer info:</a:t>
            </a:r>
          </a:p>
        </p:txBody>
      </p:sp>
      <p:sp>
        <p:nvSpPr>
          <p:cNvPr id="29" name="Picture Placeholder 5">
            <a:extLst>
              <a:ext uri="{FF2B5EF4-FFF2-40B4-BE49-F238E27FC236}">
                <a16:creationId xmlns:a16="http://schemas.microsoft.com/office/drawing/2014/main" id="{559834F9-5A77-7147-57FB-0323A1784355}"/>
              </a:ext>
            </a:extLst>
          </p:cNvPr>
          <p:cNvSpPr>
            <a:spLocks noGrp="1"/>
          </p:cNvSpPr>
          <p:nvPr>
            <p:ph type="pic" sz="quarter" idx="29" hasCustomPrompt="1"/>
          </p:nvPr>
        </p:nvSpPr>
        <p:spPr>
          <a:xfrm>
            <a:off x="9240513" y="672720"/>
            <a:ext cx="2431886" cy="819949"/>
          </a:xfrm>
        </p:spPr>
        <p:txBody>
          <a:bodyPr/>
          <a:lstStyle>
            <a:lvl1pPr marL="0" indent="0">
              <a:buNone/>
              <a:defRPr sz="2000"/>
            </a:lvl1pPr>
          </a:lstStyle>
          <a:p>
            <a:r>
              <a:rPr lang="en-US" dirty="0"/>
              <a:t>Click icon to add company logo</a:t>
            </a:r>
          </a:p>
        </p:txBody>
      </p:sp>
      <p:sp>
        <p:nvSpPr>
          <p:cNvPr id="30" name="Text Placeholder 12">
            <a:extLst>
              <a:ext uri="{FF2B5EF4-FFF2-40B4-BE49-F238E27FC236}">
                <a16:creationId xmlns:a16="http://schemas.microsoft.com/office/drawing/2014/main" id="{D18C1C92-4B74-E72A-F39E-AE94A2C9FFAD}"/>
              </a:ext>
            </a:extLst>
          </p:cNvPr>
          <p:cNvSpPr>
            <a:spLocks noGrp="1"/>
          </p:cNvSpPr>
          <p:nvPr>
            <p:ph type="body" sz="quarter" idx="39" hasCustomPrompt="1"/>
          </p:nvPr>
        </p:nvSpPr>
        <p:spPr>
          <a:xfrm>
            <a:off x="8382162" y="1581461"/>
            <a:ext cx="3290199" cy="2435368"/>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“Insert quote”</a:t>
            </a:r>
          </a:p>
        </p:txBody>
      </p:sp>
      <p:sp>
        <p:nvSpPr>
          <p:cNvPr id="31" name="Text Placeholder 12">
            <a:extLst>
              <a:ext uri="{FF2B5EF4-FFF2-40B4-BE49-F238E27FC236}">
                <a16:creationId xmlns:a16="http://schemas.microsoft.com/office/drawing/2014/main" id="{CE10E531-7EB3-0FA6-B200-50F98BC1514E}"/>
              </a:ext>
            </a:extLst>
          </p:cNvPr>
          <p:cNvSpPr>
            <a:spLocks noGrp="1"/>
          </p:cNvSpPr>
          <p:nvPr>
            <p:ph type="body" sz="quarter" idx="40" hasCustomPrompt="1"/>
          </p:nvPr>
        </p:nvSpPr>
        <p:spPr>
          <a:xfrm>
            <a:off x="8381201" y="4089181"/>
            <a:ext cx="3291199" cy="421985"/>
          </a:xfrm>
        </p:spPr>
        <p:txBody>
          <a:bodyPr tIns="0" anchor="t">
            <a:normAutofit/>
          </a:bodyPr>
          <a:lstStyle>
            <a:lvl1pPr marL="0" indent="0" algn="l">
              <a:lnSpc>
                <a:spcPct val="100000"/>
              </a:lnSpc>
              <a:buNone/>
              <a:defRPr lang="en-US" sz="12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r>
              <a:rPr lang="en-US" dirty="0"/>
              <a:t>Name</a:t>
            </a:r>
            <a:br>
              <a:rPr lang="en-US" dirty="0"/>
            </a:br>
            <a:r>
              <a:rPr lang="en-US" dirty="0"/>
              <a:t>Title, Company</a:t>
            </a:r>
          </a:p>
        </p:txBody>
      </p:sp>
      <p:cxnSp>
        <p:nvCxnSpPr>
          <p:cNvPr id="3" name="Straight Connector 2">
            <a:extLst>
              <a:ext uri="{FF2B5EF4-FFF2-40B4-BE49-F238E27FC236}">
                <a16:creationId xmlns:a16="http://schemas.microsoft.com/office/drawing/2014/main" id="{05DC722D-AA1A-AAAE-B3DF-A3DEC6D8E100}"/>
              </a:ext>
            </a:extLst>
          </p:cNvPr>
          <p:cNvCxnSpPr>
            <a:cxnSpLocks/>
          </p:cNvCxnSpPr>
          <p:nvPr userDrawn="1"/>
        </p:nvCxnSpPr>
        <p:spPr>
          <a:xfrm>
            <a:off x="625535" y="1614452"/>
            <a:ext cx="0" cy="4606924"/>
          </a:xfrm>
          <a:prstGeom prst="line">
            <a:avLst/>
          </a:prstGeom>
          <a:ln w="19050" cap="rnd">
            <a:gradFill>
              <a:gsLst>
                <a:gs pos="0">
                  <a:schemeClr val="accent1"/>
                </a:gs>
                <a:gs pos="54000">
                  <a:schemeClr val="accent1">
                    <a:lumMod val="75000"/>
                  </a:schemeClr>
                </a:gs>
                <a:gs pos="100000">
                  <a:schemeClr val="accent1">
                    <a:lumMod val="5000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Text Placeholder 12">
            <a:extLst>
              <a:ext uri="{FF2B5EF4-FFF2-40B4-BE49-F238E27FC236}">
                <a16:creationId xmlns:a16="http://schemas.microsoft.com/office/drawing/2014/main" id="{FB392F59-CB1E-A404-D28B-D35601317B24}"/>
              </a:ext>
            </a:extLst>
          </p:cNvPr>
          <p:cNvSpPr>
            <a:spLocks noGrp="1"/>
          </p:cNvSpPr>
          <p:nvPr>
            <p:ph type="body" sz="quarter" idx="41"/>
          </p:nvPr>
        </p:nvSpPr>
        <p:spPr>
          <a:xfrm>
            <a:off x="789379" y="3528341"/>
            <a:ext cx="7364021" cy="914400"/>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3" name="Text Placeholder 12">
            <a:extLst>
              <a:ext uri="{FF2B5EF4-FFF2-40B4-BE49-F238E27FC236}">
                <a16:creationId xmlns:a16="http://schemas.microsoft.com/office/drawing/2014/main" id="{F548AF4B-A4A8-DD76-72CF-8922E0D3EECD}"/>
              </a:ext>
            </a:extLst>
          </p:cNvPr>
          <p:cNvSpPr>
            <a:spLocks noGrp="1"/>
          </p:cNvSpPr>
          <p:nvPr>
            <p:ph type="body" sz="quarter" idx="42" hasCustomPrompt="1"/>
          </p:nvPr>
        </p:nvSpPr>
        <p:spPr>
          <a:xfrm>
            <a:off x="623580" y="3124973"/>
            <a:ext cx="2639592" cy="338554"/>
          </a:xfrm>
        </p:spPr>
        <p:txBody>
          <a:bodyPr lIns="91440"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Solution</a:t>
            </a:r>
          </a:p>
        </p:txBody>
      </p:sp>
      <p:sp>
        <p:nvSpPr>
          <p:cNvPr id="14" name="Text Placeholder 12">
            <a:extLst>
              <a:ext uri="{FF2B5EF4-FFF2-40B4-BE49-F238E27FC236}">
                <a16:creationId xmlns:a16="http://schemas.microsoft.com/office/drawing/2014/main" id="{9E689673-AD8E-EA8E-4B26-4B5101D494D6}"/>
              </a:ext>
            </a:extLst>
          </p:cNvPr>
          <p:cNvSpPr>
            <a:spLocks noGrp="1"/>
          </p:cNvSpPr>
          <p:nvPr>
            <p:ph type="body" sz="quarter" idx="43"/>
          </p:nvPr>
        </p:nvSpPr>
        <p:spPr>
          <a:xfrm>
            <a:off x="789379" y="5088101"/>
            <a:ext cx="7364021" cy="914400"/>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6" name="Text Placeholder 12">
            <a:extLst>
              <a:ext uri="{FF2B5EF4-FFF2-40B4-BE49-F238E27FC236}">
                <a16:creationId xmlns:a16="http://schemas.microsoft.com/office/drawing/2014/main" id="{8B7F696C-B079-428F-390C-B217A2D3109F}"/>
              </a:ext>
            </a:extLst>
          </p:cNvPr>
          <p:cNvSpPr>
            <a:spLocks noGrp="1"/>
          </p:cNvSpPr>
          <p:nvPr>
            <p:ph type="body" sz="quarter" idx="44" hasCustomPrompt="1"/>
          </p:nvPr>
        </p:nvSpPr>
        <p:spPr>
          <a:xfrm>
            <a:off x="623580" y="4684733"/>
            <a:ext cx="2639592" cy="338554"/>
          </a:xfrm>
        </p:spPr>
        <p:txBody>
          <a:bodyPr lIns="91440"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Impact</a:t>
            </a:r>
          </a:p>
        </p:txBody>
      </p:sp>
    </p:spTree>
    <p:extLst>
      <p:ext uri="{BB962C8B-B14F-4D97-AF65-F5344CB8AC3E}">
        <p14:creationId xmlns:p14="http://schemas.microsoft.com/office/powerpoint/2010/main" val="2805840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4_AWS Roles">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BB02A07-9279-4389-95B8-CFF5307F9EBB}"/>
              </a:ext>
            </a:extLst>
          </p:cNvPr>
          <p:cNvSpPr>
            <a:spLocks noGrp="1"/>
          </p:cNvSpPr>
          <p:nvPr>
            <p:ph type="dt" sz="half" idx="10"/>
          </p:nvPr>
        </p:nvSpPr>
        <p:spPr/>
        <p:txBody>
          <a:bodyPr/>
          <a:lstStyle/>
          <a:p>
            <a:fld id="{B9026E32-37D5-A446-8A01-9B6BBEB5E690}" type="datetime1">
              <a:rPr lang="en-US" smtClean="0"/>
              <a:t>12/9/25</a:t>
            </a:fld>
            <a:endParaRPr lang="en-US"/>
          </a:p>
        </p:txBody>
      </p:sp>
      <p:sp>
        <p:nvSpPr>
          <p:cNvPr id="5" name="Footer Placeholder 4">
            <a:extLst>
              <a:ext uri="{FF2B5EF4-FFF2-40B4-BE49-F238E27FC236}">
                <a16:creationId xmlns:a16="http://schemas.microsoft.com/office/drawing/2014/main" id="{5D24D072-A634-4E51-88E3-AFF4BBF53F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fld id="{EB4B8DE2-A4E8-46E4-8BBF-D75455EFF32C}" type="slidenum">
              <a:rPr lang="en-US" smtClean="0"/>
              <a:pPr/>
              <a:t>‹#›</a:t>
            </a:fld>
            <a:endParaRPr lang="en-US"/>
          </a:p>
        </p:txBody>
      </p:sp>
      <p:sp>
        <p:nvSpPr>
          <p:cNvPr id="8" name="Text Placeholder 12">
            <a:extLst>
              <a:ext uri="{FF2B5EF4-FFF2-40B4-BE49-F238E27FC236}">
                <a16:creationId xmlns:a16="http://schemas.microsoft.com/office/drawing/2014/main" id="{39A47C77-853C-6033-AF12-CD4127DD09BB}"/>
              </a:ext>
            </a:extLst>
          </p:cNvPr>
          <p:cNvSpPr>
            <a:spLocks noGrp="1"/>
          </p:cNvSpPr>
          <p:nvPr>
            <p:ph type="body" sz="quarter" idx="14"/>
          </p:nvPr>
        </p:nvSpPr>
        <p:spPr>
          <a:xfrm>
            <a:off x="626090" y="2254189"/>
            <a:ext cx="4032504" cy="2101174"/>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9" name="Text Placeholder 12">
            <a:extLst>
              <a:ext uri="{FF2B5EF4-FFF2-40B4-BE49-F238E27FC236}">
                <a16:creationId xmlns:a16="http://schemas.microsoft.com/office/drawing/2014/main" id="{63AF26E0-DA32-A32D-2148-423D2B3C5996}"/>
              </a:ext>
            </a:extLst>
          </p:cNvPr>
          <p:cNvSpPr>
            <a:spLocks noGrp="1"/>
          </p:cNvSpPr>
          <p:nvPr>
            <p:ph type="body" sz="quarter" idx="22" hasCustomPrompt="1"/>
          </p:nvPr>
        </p:nvSpPr>
        <p:spPr>
          <a:xfrm>
            <a:off x="626089" y="1827089"/>
            <a:ext cx="4032504" cy="338554"/>
          </a:xfrm>
        </p:spPr>
        <p:txBody>
          <a:bodyPr anchor="t"/>
          <a:lstStyle>
            <a:lvl1pPr marL="0" indent="0" algn="l">
              <a:lnSpc>
                <a:spcPct val="100000"/>
              </a:lnSpc>
              <a:buNone/>
              <a:defRPr lang="en-US" sz="1600" b="1" i="0" kern="12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Profile:</a:t>
            </a:r>
          </a:p>
        </p:txBody>
      </p:sp>
      <p:sp>
        <p:nvSpPr>
          <p:cNvPr id="10" name="Text Placeholder 12">
            <a:extLst>
              <a:ext uri="{FF2B5EF4-FFF2-40B4-BE49-F238E27FC236}">
                <a16:creationId xmlns:a16="http://schemas.microsoft.com/office/drawing/2014/main" id="{0A580A9B-0CE5-34F7-764C-492309D5BAB6}"/>
              </a:ext>
            </a:extLst>
          </p:cNvPr>
          <p:cNvSpPr>
            <a:spLocks noGrp="1"/>
          </p:cNvSpPr>
          <p:nvPr>
            <p:ph type="body" sz="quarter" idx="23"/>
          </p:nvPr>
        </p:nvSpPr>
        <p:spPr>
          <a:xfrm>
            <a:off x="626089" y="4954596"/>
            <a:ext cx="4032504" cy="1230684"/>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1" name="Text Placeholder 12">
            <a:extLst>
              <a:ext uri="{FF2B5EF4-FFF2-40B4-BE49-F238E27FC236}">
                <a16:creationId xmlns:a16="http://schemas.microsoft.com/office/drawing/2014/main" id="{FDB0775D-D2FF-4511-6629-E6C696057A51}"/>
              </a:ext>
            </a:extLst>
          </p:cNvPr>
          <p:cNvSpPr>
            <a:spLocks noGrp="1"/>
          </p:cNvSpPr>
          <p:nvPr>
            <p:ph type="body" sz="quarter" idx="24" hasCustomPrompt="1"/>
          </p:nvPr>
        </p:nvSpPr>
        <p:spPr>
          <a:xfrm>
            <a:off x="626088" y="4527495"/>
            <a:ext cx="4032504" cy="338554"/>
          </a:xfrm>
        </p:spPr>
        <p:txBody>
          <a:bodyPr anchor="b"/>
          <a:lstStyle>
            <a:lvl1pPr marL="0" indent="0" algn="l">
              <a:lnSpc>
                <a:spcPct val="100000"/>
              </a:lnSpc>
              <a:buNone/>
              <a:defRPr lang="en-US" sz="1600" b="1" i="0" kern="12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Key Competencies:</a:t>
            </a:r>
          </a:p>
        </p:txBody>
      </p:sp>
      <p:sp>
        <p:nvSpPr>
          <p:cNvPr id="15" name="Title 1">
            <a:extLst>
              <a:ext uri="{FF2B5EF4-FFF2-40B4-BE49-F238E27FC236}">
                <a16:creationId xmlns:a16="http://schemas.microsoft.com/office/drawing/2014/main" id="{BF345D68-2982-CDFE-DF20-7C69E910A39E}"/>
              </a:ext>
            </a:extLst>
          </p:cNvPr>
          <p:cNvSpPr>
            <a:spLocks noGrp="1"/>
          </p:cNvSpPr>
          <p:nvPr>
            <p:ph type="title" hasCustomPrompt="1"/>
          </p:nvPr>
        </p:nvSpPr>
        <p:spPr>
          <a:xfrm>
            <a:off x="1473240" y="402216"/>
            <a:ext cx="3236322" cy="500487"/>
          </a:xfrm>
          <a:prstGeom prst="rect">
            <a:avLst/>
          </a:prstGeom>
        </p:spPr>
        <p:txBody>
          <a:bodyPr lIns="0"/>
          <a:lstStyle>
            <a:lvl1pPr>
              <a:defRPr b="0"/>
            </a:lvl1pPr>
          </a:lstStyle>
          <a:p>
            <a:r>
              <a:rPr lang="en-US" dirty="0"/>
              <a:t>Name</a:t>
            </a:r>
          </a:p>
        </p:txBody>
      </p:sp>
      <p:sp>
        <p:nvSpPr>
          <p:cNvPr id="2" name="Text Placeholder 12">
            <a:extLst>
              <a:ext uri="{FF2B5EF4-FFF2-40B4-BE49-F238E27FC236}">
                <a16:creationId xmlns:a16="http://schemas.microsoft.com/office/drawing/2014/main" id="{BBDE53EA-F186-A89A-5CCC-6FDCEA39C803}"/>
              </a:ext>
            </a:extLst>
          </p:cNvPr>
          <p:cNvSpPr>
            <a:spLocks noGrp="1"/>
          </p:cNvSpPr>
          <p:nvPr>
            <p:ph type="body" sz="quarter" idx="34" hasCustomPrompt="1"/>
          </p:nvPr>
        </p:nvSpPr>
        <p:spPr>
          <a:xfrm>
            <a:off x="1453267" y="947006"/>
            <a:ext cx="3256294" cy="351802"/>
          </a:xfrm>
        </p:spPr>
        <p:txBody>
          <a:bodyPr anchor="t"/>
          <a:lstStyle>
            <a:lvl1pPr marL="0" indent="0" algn="l">
              <a:lnSpc>
                <a:spcPct val="100000"/>
              </a:lnSpc>
              <a:buNone/>
              <a:defRPr lang="en-US" sz="1600" b="1" i="0" kern="12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Click to add service</a:t>
            </a:r>
          </a:p>
        </p:txBody>
      </p:sp>
      <p:cxnSp>
        <p:nvCxnSpPr>
          <p:cNvPr id="7" name="Straight Connector 6">
            <a:extLst>
              <a:ext uri="{FF2B5EF4-FFF2-40B4-BE49-F238E27FC236}">
                <a16:creationId xmlns:a16="http://schemas.microsoft.com/office/drawing/2014/main" id="{E45EF553-7308-7448-A79D-CE5BF137E57A}"/>
              </a:ext>
            </a:extLst>
          </p:cNvPr>
          <p:cNvCxnSpPr>
            <a:cxnSpLocks/>
          </p:cNvCxnSpPr>
          <p:nvPr userDrawn="1"/>
        </p:nvCxnSpPr>
        <p:spPr>
          <a:xfrm>
            <a:off x="626088" y="1566409"/>
            <a:ext cx="4023360" cy="0"/>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B56485A-B9AC-EEEF-282A-C9DA1EF4E90D}"/>
              </a:ext>
            </a:extLst>
          </p:cNvPr>
          <p:cNvCxnSpPr>
            <a:cxnSpLocks/>
          </p:cNvCxnSpPr>
          <p:nvPr userDrawn="1"/>
        </p:nvCxnSpPr>
        <p:spPr>
          <a:xfrm>
            <a:off x="4888648" y="454226"/>
            <a:ext cx="0" cy="5757348"/>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sp>
        <p:nvSpPr>
          <p:cNvPr id="25" name="Text Placeholder 12">
            <a:extLst>
              <a:ext uri="{FF2B5EF4-FFF2-40B4-BE49-F238E27FC236}">
                <a16:creationId xmlns:a16="http://schemas.microsoft.com/office/drawing/2014/main" id="{479F3244-0D99-1260-9E84-C2091A8DD16D}"/>
              </a:ext>
            </a:extLst>
          </p:cNvPr>
          <p:cNvSpPr>
            <a:spLocks noGrp="1"/>
          </p:cNvSpPr>
          <p:nvPr>
            <p:ph type="body" sz="quarter" idx="35" hasCustomPrompt="1"/>
          </p:nvPr>
        </p:nvSpPr>
        <p:spPr>
          <a:xfrm>
            <a:off x="5132777" y="947006"/>
            <a:ext cx="3088783" cy="338554"/>
          </a:xfrm>
        </p:spPr>
        <p:txBody>
          <a:bodyPr anchor="t"/>
          <a:lstStyle>
            <a:lvl1pPr marL="0" indent="0" algn="l">
              <a:lnSpc>
                <a:spcPct val="100000"/>
              </a:lnSpc>
              <a:buNone/>
              <a:defRPr lang="en-US" sz="1600" b="1" i="0" kern="12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Experience:</a:t>
            </a:r>
          </a:p>
        </p:txBody>
      </p:sp>
      <p:sp>
        <p:nvSpPr>
          <p:cNvPr id="26" name="Text Placeholder 12">
            <a:extLst>
              <a:ext uri="{FF2B5EF4-FFF2-40B4-BE49-F238E27FC236}">
                <a16:creationId xmlns:a16="http://schemas.microsoft.com/office/drawing/2014/main" id="{AA759F4A-3396-4734-4BC0-716C8E577024}"/>
              </a:ext>
            </a:extLst>
          </p:cNvPr>
          <p:cNvSpPr>
            <a:spLocks noGrp="1"/>
          </p:cNvSpPr>
          <p:nvPr>
            <p:ph type="body" sz="quarter" idx="36"/>
          </p:nvPr>
        </p:nvSpPr>
        <p:spPr>
          <a:xfrm>
            <a:off x="5132777" y="1361911"/>
            <a:ext cx="6539611" cy="2708644"/>
          </a:xfrm>
        </p:spPr>
        <p:txBody>
          <a:bodyPr anchor="t">
            <a:normAutofit/>
          </a:bodyPr>
          <a:lstStyle>
            <a:lvl1pPr marL="0" indent="0" algn="l">
              <a:lnSpc>
                <a:spcPct val="100000"/>
              </a:lnSpc>
              <a:buNone/>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7" name="Text Placeholder 12">
            <a:extLst>
              <a:ext uri="{FF2B5EF4-FFF2-40B4-BE49-F238E27FC236}">
                <a16:creationId xmlns:a16="http://schemas.microsoft.com/office/drawing/2014/main" id="{9E73D8EB-63D1-737E-250A-8AE35866D823}"/>
              </a:ext>
            </a:extLst>
          </p:cNvPr>
          <p:cNvSpPr>
            <a:spLocks noGrp="1"/>
          </p:cNvSpPr>
          <p:nvPr>
            <p:ph type="body" sz="quarter" idx="37"/>
          </p:nvPr>
        </p:nvSpPr>
        <p:spPr>
          <a:xfrm>
            <a:off x="8381201" y="4724294"/>
            <a:ext cx="3291199" cy="1460985"/>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28" name="Text Placeholder 12">
            <a:extLst>
              <a:ext uri="{FF2B5EF4-FFF2-40B4-BE49-F238E27FC236}">
                <a16:creationId xmlns:a16="http://schemas.microsoft.com/office/drawing/2014/main" id="{6BB39C13-58CA-1234-9174-D02EBB3BB892}"/>
              </a:ext>
            </a:extLst>
          </p:cNvPr>
          <p:cNvSpPr>
            <a:spLocks noGrp="1"/>
          </p:cNvSpPr>
          <p:nvPr>
            <p:ph type="body" sz="quarter" idx="38" hasCustomPrompt="1"/>
          </p:nvPr>
        </p:nvSpPr>
        <p:spPr>
          <a:xfrm>
            <a:off x="8381200" y="4297194"/>
            <a:ext cx="3291199" cy="338554"/>
          </a:xfrm>
        </p:spPr>
        <p:txBody>
          <a:bodyPr anchor="b"/>
          <a:lstStyle>
            <a:lvl1pPr marL="0" indent="0" algn="l">
              <a:lnSpc>
                <a:spcPct val="100000"/>
              </a:lnSpc>
              <a:buNone/>
              <a:defRPr lang="en-US" sz="1600" b="1" i="0" kern="12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Certifications:</a:t>
            </a:r>
          </a:p>
        </p:txBody>
      </p:sp>
      <p:sp>
        <p:nvSpPr>
          <p:cNvPr id="3" name="Picture Placeholder 29">
            <a:extLst>
              <a:ext uri="{FF2B5EF4-FFF2-40B4-BE49-F238E27FC236}">
                <a16:creationId xmlns:a16="http://schemas.microsoft.com/office/drawing/2014/main" id="{3057B651-E0F1-13B2-E1A2-043C59C9E650}"/>
              </a:ext>
            </a:extLst>
          </p:cNvPr>
          <p:cNvSpPr>
            <a:spLocks noGrp="1" noChangeAspect="1"/>
          </p:cNvSpPr>
          <p:nvPr>
            <p:ph type="pic" sz="quarter" idx="48"/>
          </p:nvPr>
        </p:nvSpPr>
        <p:spPr>
          <a:xfrm>
            <a:off x="519601" y="454226"/>
            <a:ext cx="774553" cy="774553"/>
          </a:xfrm>
          <a:prstGeom prst="ellipse">
            <a:avLst/>
          </a:prstGeom>
          <a:solidFill>
            <a:schemeClr val="tx2">
              <a:lumMod val="10000"/>
              <a:lumOff val="90000"/>
            </a:schemeClr>
          </a:solidFill>
        </p:spPr>
        <p:txBody>
          <a:bodyPr anchor="ctr"/>
          <a:lstStyle>
            <a:lvl1pPr marL="0" indent="0">
              <a:buNone/>
              <a:defRPr sz="1200"/>
            </a:lvl1pPr>
          </a:lstStyle>
          <a:p>
            <a:endParaRPr lang="en-AU"/>
          </a:p>
        </p:txBody>
      </p:sp>
      <p:sp>
        <p:nvSpPr>
          <p:cNvPr id="13" name="Text Placeholder 12">
            <a:extLst>
              <a:ext uri="{FF2B5EF4-FFF2-40B4-BE49-F238E27FC236}">
                <a16:creationId xmlns:a16="http://schemas.microsoft.com/office/drawing/2014/main" id="{D9F14C1A-7473-BEA3-CBA9-6EE4DCC461A0}"/>
              </a:ext>
            </a:extLst>
          </p:cNvPr>
          <p:cNvSpPr>
            <a:spLocks noGrp="1"/>
          </p:cNvSpPr>
          <p:nvPr>
            <p:ph type="body" sz="quarter" idx="49"/>
          </p:nvPr>
        </p:nvSpPr>
        <p:spPr>
          <a:xfrm>
            <a:off x="5136557" y="4724294"/>
            <a:ext cx="3085004" cy="1460985"/>
          </a:xfrm>
        </p:spPr>
        <p:txBody>
          <a:bodyPr anchor="t">
            <a:normAutofit/>
          </a:bodyPr>
          <a:lstStyle>
            <a:lvl1pPr marL="182880" indent="-182880" algn="l">
              <a:lnSpc>
                <a:spcPct val="100000"/>
              </a:lnSpc>
              <a:spcAft>
                <a:spcPts val="600"/>
              </a:spcAft>
              <a:buFont typeface="Arial" panose="020B0604020202020204" pitchFamily="34" charset="0"/>
              <a:buChar char="•"/>
              <a:defRPr lang="en-US" sz="1400" kern="1200" dirty="0">
                <a:solidFill>
                  <a:schemeClr val="tx1"/>
                </a:solidFill>
                <a:latin typeface="+mn-lt"/>
                <a:ea typeface="+mn-ea"/>
                <a:cs typeface="+mn-cs"/>
              </a:defRPr>
            </a:lvl1pPr>
            <a:lvl2pPr marL="228600" indent="0">
              <a:buNone/>
              <a:defRPr/>
            </a:lvl2pPr>
            <a:lvl3pPr marL="457200" indent="0">
              <a:buNone/>
              <a:defRPr/>
            </a:lvl3pPr>
            <a:lvl4pPr marL="685800" indent="0">
              <a:buNone/>
              <a:defRPr/>
            </a:lvl4pPr>
            <a:lvl5pPr marL="685800" indent="0">
              <a:buNone/>
              <a:defRPr/>
            </a:lvl5pPr>
          </a:lstStyle>
          <a:p>
            <a:pPr lvl="0"/>
            <a:endParaRPr lang="en-US" dirty="0"/>
          </a:p>
        </p:txBody>
      </p:sp>
      <p:sp>
        <p:nvSpPr>
          <p:cNvPr id="14" name="Text Placeholder 12">
            <a:extLst>
              <a:ext uri="{FF2B5EF4-FFF2-40B4-BE49-F238E27FC236}">
                <a16:creationId xmlns:a16="http://schemas.microsoft.com/office/drawing/2014/main" id="{EC4E8F36-8F01-CC10-0F17-E851F8B0CB39}"/>
              </a:ext>
            </a:extLst>
          </p:cNvPr>
          <p:cNvSpPr>
            <a:spLocks noGrp="1"/>
          </p:cNvSpPr>
          <p:nvPr>
            <p:ph type="body" sz="quarter" idx="50" hasCustomPrompt="1"/>
          </p:nvPr>
        </p:nvSpPr>
        <p:spPr>
          <a:xfrm>
            <a:off x="5136556" y="4297194"/>
            <a:ext cx="3085004" cy="338554"/>
          </a:xfrm>
        </p:spPr>
        <p:txBody>
          <a:bodyPr anchor="b"/>
          <a:lstStyle>
            <a:lvl1pPr marL="0" indent="0" algn="l">
              <a:lnSpc>
                <a:spcPct val="100000"/>
              </a:lnSpc>
              <a:buNone/>
              <a:defRPr lang="en-US" sz="1600" b="1" i="0" kern="12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28600" indent="0">
              <a:buNone/>
              <a:defRPr/>
            </a:lvl2pPr>
            <a:lvl3pPr marL="457200" indent="0">
              <a:buNone/>
              <a:defRPr/>
            </a:lvl3pPr>
            <a:lvl4pPr marL="685800" indent="0">
              <a:buNone/>
              <a:defRPr/>
            </a:lvl4pPr>
            <a:lvl5pPr marL="685800" indent="0">
              <a:buNone/>
              <a:defRPr/>
            </a:lvl5pPr>
          </a:lstStyle>
          <a:p>
            <a:pPr lvl="0"/>
            <a:r>
              <a:rPr lang="en-US" dirty="0"/>
              <a:t>Education:</a:t>
            </a:r>
          </a:p>
        </p:txBody>
      </p:sp>
      <p:pic>
        <p:nvPicPr>
          <p:cNvPr id="16" name="Graphic 15">
            <a:extLst>
              <a:ext uri="{FF2B5EF4-FFF2-40B4-BE49-F238E27FC236}">
                <a16:creationId xmlns:a16="http://schemas.microsoft.com/office/drawing/2014/main" id="{B16E1F8E-7622-4CAB-CC45-D45CB320E69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60604" y="456627"/>
            <a:ext cx="991547" cy="594928"/>
          </a:xfrm>
          <a:prstGeom prst="rect">
            <a:avLst/>
          </a:prstGeom>
        </p:spPr>
      </p:pic>
    </p:spTree>
    <p:extLst>
      <p:ext uri="{BB962C8B-B14F-4D97-AF65-F5344CB8AC3E}">
        <p14:creationId xmlns:p14="http://schemas.microsoft.com/office/powerpoint/2010/main" val="2421343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6.xml><?xml version="1.0" encoding="utf-8"?>
<p:sldLayout xmlns:a="http://schemas.openxmlformats.org/drawingml/2006/main" xmlns:r="http://schemas.openxmlformats.org/officeDocument/2006/relationships" xmlns:p="http://schemas.openxmlformats.org/presentationml/2006/main" type="twoObj" preserve="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2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C3285F99-D5A6-480F-A674-A76B9194560B}"/>
              </a:ext>
            </a:extLst>
          </p:cNvPr>
          <p:cNvSpPr>
            <a:spLocks noGrp="1"/>
          </p:cNvSpPr>
          <p:nvPr>
            <p:ph type="dt" sz="half" idx="10"/>
          </p:nvPr>
        </p:nvSpPr>
        <p:spPr/>
        <p:txBody>
          <a:bodyPr/>
          <a:lstStyle>
            <a:lvl1pPr>
              <a:defRPr b="0" i="0">
                <a:latin typeface="Amazon Ember Display" panose="020F0603020204020204" pitchFamily="34" charset="0"/>
              </a:defRPr>
            </a:lvl1pPr>
          </a:lstStyle>
          <a:p>
            <a:fld id="{9C031CC3-E800-D94E-ACE2-59E99B1146F6}" type="datetime1">
              <a:rPr lang="en-US" smtClean="0"/>
              <a:pPr/>
              <a:t>12/9/25</a:t>
            </a:fld>
            <a:endParaRPr lang="en-US" dirty="0"/>
          </a:p>
        </p:txBody>
      </p:sp>
      <p:sp>
        <p:nvSpPr>
          <p:cNvPr id="6" name="Footer Placeholder 5">
            <a:extLst>
              <a:ext uri="{FF2B5EF4-FFF2-40B4-BE49-F238E27FC236}">
                <a16:creationId xmlns:a16="http://schemas.microsoft.com/office/drawing/2014/main" id="{A46AC62E-3DD2-43DB-9AAA-009DDB88F8DD}"/>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3460603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with subtitle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0"/>
            <a:ext cx="5248274"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598"/>
            <a:ext cx="5248276" cy="2574038"/>
          </a:xfrm>
        </p:spPr>
        <p:txBody>
          <a:bodyPr/>
          <a:lstStyle>
            <a:lvl1pPr marL="0" indent="0">
              <a:spcAft>
                <a:spcPts val="1800"/>
              </a:spcAft>
              <a:buNone/>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285750" indent="0">
              <a:spcAft>
                <a:spcPts val="180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628650" indent="0">
              <a:spcAft>
                <a:spcPts val="1800"/>
              </a:spcAft>
              <a:buNone/>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9144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143000" indent="0">
              <a:spcAft>
                <a:spcPts val="1800"/>
              </a:spcAft>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B7882DCB-3FBB-4107-96D9-358054987DA9}"/>
              </a:ext>
            </a:extLst>
          </p:cNvPr>
          <p:cNvSpPr>
            <a:spLocks noGrp="1"/>
          </p:cNvSpPr>
          <p:nvPr>
            <p:ph type="dt" sz="half" idx="11"/>
          </p:nvPr>
        </p:nvSpPr>
        <p:spPr/>
        <p:txBody>
          <a:bodyPr/>
          <a:lstStyle>
            <a:lvl1pPr>
              <a:defRPr b="0" i="0">
                <a:latin typeface="Amazon Ember Display" panose="020F0603020204020204" pitchFamily="34" charset="0"/>
              </a:defRPr>
            </a:lvl1pPr>
          </a:lstStyle>
          <a:p>
            <a:fld id="{344B5C68-7AAF-714C-BA5C-79EE2A2BF521}" type="datetime1">
              <a:rPr lang="en-US" smtClean="0"/>
              <a:pPr/>
              <a:t>12/9/25</a:t>
            </a:fld>
            <a:endParaRPr lang="en-US" dirty="0"/>
          </a:p>
        </p:txBody>
      </p:sp>
      <p:sp>
        <p:nvSpPr>
          <p:cNvPr id="7" name="Footer Placeholder 6">
            <a:extLst>
              <a:ext uri="{FF2B5EF4-FFF2-40B4-BE49-F238E27FC236}">
                <a16:creationId xmlns:a16="http://schemas.microsoft.com/office/drawing/2014/main" id="{DE50B923-C7E4-4160-8DCE-6199F6C430EF}"/>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149554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subtitle,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2133601"/>
            <a:ext cx="5248274"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2133600"/>
            <a:ext cx="5248276" cy="1983107"/>
          </a:xfrm>
        </p:spPr>
        <p:txBody>
          <a:bodyPr/>
          <a:lstStyle>
            <a:lvl1pPr marL="3429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001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619125" y="1455968"/>
            <a:ext cx="10972800" cy="341632"/>
          </a:xfrm>
        </p:spPr>
        <p:txBody>
          <a:bodyPr/>
          <a:lstStyle>
            <a:lvl1pPr marL="0" indent="0">
              <a:buNone/>
              <a:defRPr lang="en-US" sz="1800" b="0" i="0" kern="1200" cap="none" spc="0" baseline="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dirty="0"/>
              <a:t>Enter subtitle</a:t>
            </a:r>
          </a:p>
        </p:txBody>
      </p:sp>
      <p:sp>
        <p:nvSpPr>
          <p:cNvPr id="6" name="Date Placeholder 5">
            <a:extLst>
              <a:ext uri="{FF2B5EF4-FFF2-40B4-BE49-F238E27FC236}">
                <a16:creationId xmlns:a16="http://schemas.microsoft.com/office/drawing/2014/main" id="{CFEA9DE9-1720-43CB-BEB4-4A471EA86C1F}"/>
              </a:ext>
            </a:extLst>
          </p:cNvPr>
          <p:cNvSpPr>
            <a:spLocks noGrp="1"/>
          </p:cNvSpPr>
          <p:nvPr>
            <p:ph type="dt" sz="half" idx="11"/>
          </p:nvPr>
        </p:nvSpPr>
        <p:spPr/>
        <p:txBody>
          <a:bodyPr/>
          <a:lstStyle>
            <a:lvl1pPr>
              <a:defRPr b="0" i="0">
                <a:latin typeface="Amazon Ember Display" panose="020F0603020204020204" pitchFamily="34" charset="0"/>
              </a:defRPr>
            </a:lvl1pPr>
          </a:lstStyle>
          <a:p>
            <a:fld id="{122D055C-F955-814B-8E36-6633B2B2BF72}" type="datetime1">
              <a:rPr lang="en-US" smtClean="0"/>
              <a:pPr/>
              <a:t>12/9/25</a:t>
            </a:fld>
            <a:endParaRPr lang="en-US" dirty="0"/>
          </a:p>
        </p:txBody>
      </p:sp>
      <p:sp>
        <p:nvSpPr>
          <p:cNvPr id="7" name="Footer Placeholder 6">
            <a:extLst>
              <a:ext uri="{FF2B5EF4-FFF2-40B4-BE49-F238E27FC236}">
                <a16:creationId xmlns:a16="http://schemas.microsoft.com/office/drawing/2014/main" id="{C644196F-CE34-473D-A802-821F7968F214}"/>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449691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81763FF7-5605-71F8-6697-EB254219C7B0}"/>
              </a:ext>
            </a:extLst>
          </p:cNvPr>
          <p:cNvSpPr/>
          <p:nvPr userDrawn="1"/>
        </p:nvSpPr>
        <p:spPr>
          <a:xfrm>
            <a:off x="512957" y="501806"/>
            <a:ext cx="11240428" cy="5708494"/>
          </a:xfrm>
          <a:prstGeom prst="roundRect">
            <a:avLst>
              <a:gd name="adj" fmla="val 1532"/>
            </a:avLst>
          </a:prstGeom>
          <a:solidFill>
            <a:srgbClr val="1D262F"/>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b="0" i="0" dirty="0" err="1">
              <a:solidFill>
                <a:schemeClr val="tx1"/>
              </a:solidFill>
              <a:latin typeface="Amazon Ember Display" panose="020F0603020204020204" pitchFamily="34" charset="0"/>
            </a:endParaRP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pic>
        <p:nvPicPr>
          <p:cNvPr id="15" name="Picture 14">
            <a:extLst>
              <a:ext uri="{FF2B5EF4-FFF2-40B4-BE49-F238E27FC236}">
                <a16:creationId xmlns:a16="http://schemas.microsoft.com/office/drawing/2014/main" id="{39B32C00-084F-28C0-BB8F-C28174CF1CE5}"/>
              </a:ext>
            </a:extLst>
          </p:cNvPr>
          <p:cNvPicPr>
            <a:picLocks noChangeAspect="1"/>
          </p:cNvPicPr>
          <p:nvPr userDrawn="1"/>
        </p:nvPicPr>
        <p:blipFill>
          <a:blip r:embed="rId2" cstate="hqprint">
            <a:extLst>
              <a:ext uri="{28A0092B-C50C-407E-A947-70E740481C1C}">
                <a14:useLocalDpi xmlns:a14="http://schemas.microsoft.com/office/drawing/2010/main"/>
              </a:ext>
            </a:extLst>
          </a:blip>
          <a:srcRect/>
          <a:stretch/>
        </p:blipFill>
        <p:spPr>
          <a:xfrm>
            <a:off x="1065928" y="1942480"/>
            <a:ext cx="398998" cy="338709"/>
          </a:xfrm>
          <a:prstGeom prst="rect">
            <a:avLst/>
          </a:prstGeom>
        </p:spPr>
      </p:pic>
      <p:sp>
        <p:nvSpPr>
          <p:cNvPr id="16" name="Title 1">
            <a:extLst>
              <a:ext uri="{FF2B5EF4-FFF2-40B4-BE49-F238E27FC236}">
                <a16:creationId xmlns:a16="http://schemas.microsoft.com/office/drawing/2014/main" id="{B57A2FB6-579C-8BDA-C03C-733FDD502CE2}"/>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Tree>
    <p:extLst>
      <p:ext uri="{BB962C8B-B14F-4D97-AF65-F5344CB8AC3E}">
        <p14:creationId xmlns:p14="http://schemas.microsoft.com/office/powerpoint/2010/main" val="1003821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464" userDrawn="1">
          <p15:clr>
            <a:srgbClr val="FBAE40"/>
          </p15:clr>
        </p15:guide>
        <p15:guide id="2" orient="horz" pos="2592">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Quote Gradient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E5C7669-14A6-5D54-857D-1FADC64750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pic>
        <p:nvPicPr>
          <p:cNvPr id="14" name="Picture 13">
            <a:extLst>
              <a:ext uri="{FF2B5EF4-FFF2-40B4-BE49-F238E27FC236}">
                <a16:creationId xmlns:a16="http://schemas.microsoft.com/office/drawing/2014/main" id="{520B9D2A-5256-0C86-DBF9-819E149FDD50}"/>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pic>
        <p:nvPicPr>
          <p:cNvPr id="13" name="Picture 12">
            <a:extLst>
              <a:ext uri="{FF2B5EF4-FFF2-40B4-BE49-F238E27FC236}">
                <a16:creationId xmlns:a16="http://schemas.microsoft.com/office/drawing/2014/main" id="{7F237FD4-93CF-BE6F-8A01-F39EF1E259EE}"/>
              </a:ext>
            </a:extLst>
          </p:cNvPr>
          <p:cNvPicPr>
            <a:picLocks noChangeAspect="1"/>
          </p:cNvPicPr>
          <p:nvPr userDrawn="1"/>
        </p:nvPicPr>
        <p:blipFill>
          <a:blip r:embed="rId4" cstate="hqprint">
            <a:extLst>
              <a:ext uri="{28A0092B-C50C-407E-A947-70E740481C1C}">
                <a14:useLocalDpi xmlns:a14="http://schemas.microsoft.com/office/drawing/2010/main"/>
              </a:ext>
            </a:extLst>
          </a:blip>
          <a:srcRect/>
          <a:stretch/>
        </p:blipFill>
        <p:spPr>
          <a:xfrm>
            <a:off x="1065928" y="1942480"/>
            <a:ext cx="398997" cy="338709"/>
          </a:xfrm>
          <a:prstGeom prst="rect">
            <a:avLst/>
          </a:prstGeom>
        </p:spPr>
      </p:pic>
      <p:sp>
        <p:nvSpPr>
          <p:cNvPr id="17" name="Title 1">
            <a:extLst>
              <a:ext uri="{FF2B5EF4-FFF2-40B4-BE49-F238E27FC236}">
                <a16:creationId xmlns:a16="http://schemas.microsoft.com/office/drawing/2014/main" id="{74CEA261-0749-39A4-C724-57029DDE91BD}"/>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2" name="TextBox 1">
            <a:extLst>
              <a:ext uri="{FF2B5EF4-FFF2-40B4-BE49-F238E27FC236}">
                <a16:creationId xmlns:a16="http://schemas.microsoft.com/office/drawing/2014/main" id="{56535D67-78F5-7BA1-BD0B-1D00E07C56FE}"/>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71720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Quote Gradient 2">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8D0445-6250-D8A7-DA99-8E3E6B1939E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pic>
        <p:nvPicPr>
          <p:cNvPr id="14" name="Picture 13">
            <a:extLst>
              <a:ext uri="{FF2B5EF4-FFF2-40B4-BE49-F238E27FC236}">
                <a16:creationId xmlns:a16="http://schemas.microsoft.com/office/drawing/2014/main" id="{3216E5BB-D7F1-57B7-F47C-38FAC1D8C9F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pic>
        <p:nvPicPr>
          <p:cNvPr id="6" name="Picture 5">
            <a:extLst>
              <a:ext uri="{FF2B5EF4-FFF2-40B4-BE49-F238E27FC236}">
                <a16:creationId xmlns:a16="http://schemas.microsoft.com/office/drawing/2014/main" id="{4ABE8694-CEBE-FC6B-2826-A3C160A81068}"/>
              </a:ext>
            </a:extLst>
          </p:cNvPr>
          <p:cNvPicPr>
            <a:picLocks noChangeAspect="1"/>
          </p:cNvPicPr>
          <p:nvPr userDrawn="1"/>
        </p:nvPicPr>
        <p:blipFill>
          <a:blip r:embed="rId4" cstate="hqprint">
            <a:extLst>
              <a:ext uri="{28A0092B-C50C-407E-A947-70E740481C1C}">
                <a14:useLocalDpi xmlns:a14="http://schemas.microsoft.com/office/drawing/2010/main"/>
              </a:ext>
            </a:extLst>
          </a:blip>
          <a:srcRect/>
          <a:stretch/>
        </p:blipFill>
        <p:spPr>
          <a:xfrm>
            <a:off x="1065928" y="1942480"/>
            <a:ext cx="398997" cy="338709"/>
          </a:xfrm>
          <a:prstGeom prst="rect">
            <a:avLst/>
          </a:prstGeom>
        </p:spPr>
      </p:pic>
      <p:sp>
        <p:nvSpPr>
          <p:cNvPr id="7" name="TextBox 6">
            <a:extLst>
              <a:ext uri="{FF2B5EF4-FFF2-40B4-BE49-F238E27FC236}">
                <a16:creationId xmlns:a16="http://schemas.microsoft.com/office/drawing/2014/main" id="{C98D8595-BBD7-0D52-08B7-E7A39E7DB4FC}"/>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884478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Quote Gradient 3">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5B3E4E87-E0BD-16D9-98F9-BB7B231C4B2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1540082" y="4127500"/>
            <a:ext cx="8067261" cy="369332"/>
          </a:xfrm>
        </p:spPr>
        <p:txBody>
          <a:bodyPr/>
          <a:lstStyle>
            <a:lvl1pPr marL="0" indent="0">
              <a:spcAft>
                <a:spcPts val="0"/>
              </a:spcAft>
              <a:buNone/>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1540082" y="4496832"/>
            <a:ext cx="806726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Quoted person’s affiliation</a:t>
            </a:r>
          </a:p>
        </p:txBody>
      </p:sp>
      <p:sp>
        <p:nvSpPr>
          <p:cNvPr id="3" name="Date Placeholder 2">
            <a:extLst>
              <a:ext uri="{FF2B5EF4-FFF2-40B4-BE49-F238E27FC236}">
                <a16:creationId xmlns:a16="http://schemas.microsoft.com/office/drawing/2014/main" id="{B11DEF90-4BC7-4449-B8ED-B9BEFD74704A}"/>
              </a:ext>
            </a:extLst>
          </p:cNvPr>
          <p:cNvSpPr>
            <a:spLocks noGrp="1"/>
          </p:cNvSpPr>
          <p:nvPr>
            <p:ph type="dt" sz="half" idx="17"/>
          </p:nvPr>
        </p:nvSpPr>
        <p:spPr/>
        <p:txBody>
          <a:bodyPr/>
          <a:lstStyle>
            <a:lvl1pPr>
              <a:defRPr b="0" i="0">
                <a:latin typeface="Amazon Ember Display" panose="020F0603020204020204" pitchFamily="34" charset="0"/>
              </a:defRPr>
            </a:lvl1pPr>
          </a:lstStyle>
          <a:p>
            <a:fld id="{82BEA218-CD6F-B44E-B26C-C64BF244E0F0}" type="datetime1">
              <a:rPr lang="en-US" smtClean="0"/>
              <a:pPr/>
              <a:t>12/9/25</a:t>
            </a:fld>
            <a:endParaRPr lang="en-US" dirty="0"/>
          </a:p>
        </p:txBody>
      </p:sp>
      <p:sp>
        <p:nvSpPr>
          <p:cNvPr id="4" name="Footer Placeholder 3">
            <a:extLst>
              <a:ext uri="{FF2B5EF4-FFF2-40B4-BE49-F238E27FC236}">
                <a16:creationId xmlns:a16="http://schemas.microsoft.com/office/drawing/2014/main" id="{580F1DAA-08EC-40A3-9CC6-57B8099A6FAA}"/>
              </a:ext>
            </a:extLst>
          </p:cNvPr>
          <p:cNvSpPr>
            <a:spLocks noGrp="1"/>
          </p:cNvSpPr>
          <p:nvPr>
            <p:ph type="ftr" sz="quarter" idx="18"/>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pic>
        <p:nvPicPr>
          <p:cNvPr id="16" name="Picture 15">
            <a:extLst>
              <a:ext uri="{FF2B5EF4-FFF2-40B4-BE49-F238E27FC236}">
                <a16:creationId xmlns:a16="http://schemas.microsoft.com/office/drawing/2014/main" id="{AC7AAD79-AAE6-EC0F-FBB1-3EC2FA0CE8BD}"/>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pic>
        <p:nvPicPr>
          <p:cNvPr id="10" name="Picture 9">
            <a:extLst>
              <a:ext uri="{FF2B5EF4-FFF2-40B4-BE49-F238E27FC236}">
                <a16:creationId xmlns:a16="http://schemas.microsoft.com/office/drawing/2014/main" id="{A52BD0C7-FA87-6543-491D-C8D901F52BAB}"/>
              </a:ext>
            </a:extLst>
          </p:cNvPr>
          <p:cNvPicPr>
            <a:picLocks noChangeAspect="1"/>
          </p:cNvPicPr>
          <p:nvPr userDrawn="1"/>
        </p:nvPicPr>
        <p:blipFill>
          <a:blip r:embed="rId4" cstate="hqprint">
            <a:extLst>
              <a:ext uri="{28A0092B-C50C-407E-A947-70E740481C1C}">
                <a14:useLocalDpi xmlns:a14="http://schemas.microsoft.com/office/drawing/2010/main"/>
              </a:ext>
            </a:extLst>
          </a:blip>
          <a:srcRect/>
          <a:stretch/>
        </p:blipFill>
        <p:spPr>
          <a:xfrm>
            <a:off x="1065928" y="1942480"/>
            <a:ext cx="398998" cy="338709"/>
          </a:xfrm>
          <a:prstGeom prst="rect">
            <a:avLst/>
          </a:prstGeom>
        </p:spPr>
      </p:pic>
      <p:sp>
        <p:nvSpPr>
          <p:cNvPr id="13" name="Title 1">
            <a:extLst>
              <a:ext uri="{FF2B5EF4-FFF2-40B4-BE49-F238E27FC236}">
                <a16:creationId xmlns:a16="http://schemas.microsoft.com/office/drawing/2014/main" id="{41DB773A-50B4-2838-9D40-23B240064E7C}"/>
              </a:ext>
            </a:extLst>
          </p:cNvPr>
          <p:cNvSpPr>
            <a:spLocks noGrp="1"/>
          </p:cNvSpPr>
          <p:nvPr>
            <p:ph type="title" hasCustomPrompt="1"/>
          </p:nvPr>
        </p:nvSpPr>
        <p:spPr>
          <a:xfrm>
            <a:off x="1540082" y="1975199"/>
            <a:ext cx="8067261" cy="1920526"/>
          </a:xfrm>
          <a:prstGeom prst="rect">
            <a:avLst/>
          </a:prstGeom>
        </p:spPr>
        <p:txBody>
          <a:bodyPr anchor="b"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quote here. Reposition quote mark graphics to frame the quote.</a:t>
            </a:r>
          </a:p>
        </p:txBody>
      </p:sp>
      <p:sp>
        <p:nvSpPr>
          <p:cNvPr id="2" name="TextBox 1">
            <a:extLst>
              <a:ext uri="{FF2B5EF4-FFF2-40B4-BE49-F238E27FC236}">
                <a16:creationId xmlns:a16="http://schemas.microsoft.com/office/drawing/2014/main" id="{5D2A280E-1F22-90E7-BB51-EF7B10FDA930}"/>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592245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Section Header Option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A54A48E-55BF-C7C1-29F2-A6FC948011C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3" name="Picture 2">
            <a:extLst>
              <a:ext uri="{FF2B5EF4-FFF2-40B4-BE49-F238E27FC236}">
                <a16:creationId xmlns:a16="http://schemas.microsoft.com/office/drawing/2014/main" id="{37116990-AF13-5F3A-8ED1-EFBA6434906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9" name="TextBox 8">
            <a:extLst>
              <a:ext uri="{FF2B5EF4-FFF2-40B4-BE49-F238E27FC236}">
                <a16:creationId xmlns:a16="http://schemas.microsoft.com/office/drawing/2014/main" id="{EB63D60B-8582-3FE3-755F-630EDE073AAA}"/>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071841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1_Section Header Option 2 Imag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A54A48E-55BF-C7C1-29F2-A6FC948011C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6555129"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3" name="Picture 2">
            <a:extLst>
              <a:ext uri="{FF2B5EF4-FFF2-40B4-BE49-F238E27FC236}">
                <a16:creationId xmlns:a16="http://schemas.microsoft.com/office/drawing/2014/main" id="{37116990-AF13-5F3A-8ED1-EFBA6434906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9" name="Rectangle 8">
            <a:extLst>
              <a:ext uri="{FF2B5EF4-FFF2-40B4-BE49-F238E27FC236}">
                <a16:creationId xmlns:a16="http://schemas.microsoft.com/office/drawing/2014/main" id="{949508DC-CEB8-F888-E96D-4DD5D080AEEC}"/>
              </a:ext>
            </a:extLst>
          </p:cNvPr>
          <p:cNvSpPr/>
          <p:nvPr userDrawn="1"/>
        </p:nvSpPr>
        <p:spPr>
          <a:xfrm>
            <a:off x="7837601" y="883938"/>
            <a:ext cx="3834686" cy="53231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Picture Placeholder 13">
            <a:extLst>
              <a:ext uri="{FF2B5EF4-FFF2-40B4-BE49-F238E27FC236}">
                <a16:creationId xmlns:a16="http://schemas.microsoft.com/office/drawing/2014/main" id="{D36BD0E8-3612-528F-5F9A-8E3671EA0E26}"/>
              </a:ext>
            </a:extLst>
          </p:cNvPr>
          <p:cNvSpPr>
            <a:spLocks noGrp="1"/>
          </p:cNvSpPr>
          <p:nvPr>
            <p:ph type="pic" sz="quarter" idx="14"/>
          </p:nvPr>
        </p:nvSpPr>
        <p:spPr>
          <a:xfrm>
            <a:off x="8040444" y="1071491"/>
            <a:ext cx="3429000" cy="4948009"/>
          </a:xfrm>
          <a:prstGeom prst="rect">
            <a:avLst/>
          </a:prstGeom>
          <a:solidFill>
            <a:schemeClr val="bg1">
              <a:lumMod val="95000"/>
            </a:schemeClr>
          </a:solidFill>
        </p:spPr>
        <p:txBody>
          <a:bodyPr/>
          <a:lstStyle/>
          <a:p>
            <a:r>
              <a:rPr lang="en-US" dirty="0"/>
              <a:t>Click icon to add picture</a:t>
            </a:r>
          </a:p>
        </p:txBody>
      </p:sp>
      <p:sp>
        <p:nvSpPr>
          <p:cNvPr id="11" name="TextBox 10">
            <a:extLst>
              <a:ext uri="{FF2B5EF4-FFF2-40B4-BE49-F238E27FC236}">
                <a16:creationId xmlns:a16="http://schemas.microsoft.com/office/drawing/2014/main" id="{0F711795-0437-AF97-0E0F-732DBAE99E69}"/>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1294323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Section Header Option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046E6-CE12-7F6E-8811-7DF794DE7DB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A79B369C-4812-6B2A-CCF0-6346B4600A50}"/>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5" name="TextBox 4">
            <a:extLst>
              <a:ext uri="{FF2B5EF4-FFF2-40B4-BE49-F238E27FC236}">
                <a16:creationId xmlns:a16="http://schemas.microsoft.com/office/drawing/2014/main" id="{0E025CB0-66EE-B810-B162-915F418FAACD}"/>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4901273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_Section Header Option 1 Im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046E6-CE12-7F6E-8811-7DF794DE7DB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653198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A79B369C-4812-6B2A-CCF0-6346B4600A50}"/>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5" name="Rectangle 4">
            <a:extLst>
              <a:ext uri="{FF2B5EF4-FFF2-40B4-BE49-F238E27FC236}">
                <a16:creationId xmlns:a16="http://schemas.microsoft.com/office/drawing/2014/main" id="{B7CCF13B-F947-C041-02E4-0E7B7E4136F8}"/>
              </a:ext>
            </a:extLst>
          </p:cNvPr>
          <p:cNvSpPr/>
          <p:nvPr userDrawn="1"/>
        </p:nvSpPr>
        <p:spPr>
          <a:xfrm>
            <a:off x="7837601" y="883938"/>
            <a:ext cx="3834686" cy="53231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9" name="Picture Placeholder 13">
            <a:extLst>
              <a:ext uri="{FF2B5EF4-FFF2-40B4-BE49-F238E27FC236}">
                <a16:creationId xmlns:a16="http://schemas.microsoft.com/office/drawing/2014/main" id="{CFD0985D-C8B7-04C9-5AE6-8881BBCFD7F3}"/>
              </a:ext>
            </a:extLst>
          </p:cNvPr>
          <p:cNvSpPr>
            <a:spLocks noGrp="1"/>
          </p:cNvSpPr>
          <p:nvPr>
            <p:ph type="pic" sz="quarter" idx="14"/>
          </p:nvPr>
        </p:nvSpPr>
        <p:spPr>
          <a:xfrm>
            <a:off x="8040444" y="1071491"/>
            <a:ext cx="3429000" cy="4948009"/>
          </a:xfrm>
          <a:prstGeom prst="rect">
            <a:avLst/>
          </a:prstGeom>
          <a:solidFill>
            <a:schemeClr val="bg1">
              <a:lumMod val="95000"/>
            </a:schemeClr>
          </a:solidFill>
        </p:spPr>
        <p:txBody>
          <a:bodyPr/>
          <a:lstStyle/>
          <a:p>
            <a:r>
              <a:rPr lang="en-US" dirty="0"/>
              <a:t>Click icon to add picture</a:t>
            </a:r>
          </a:p>
        </p:txBody>
      </p:sp>
      <p:sp>
        <p:nvSpPr>
          <p:cNvPr id="10" name="TextBox 9">
            <a:extLst>
              <a:ext uri="{FF2B5EF4-FFF2-40B4-BE49-F238E27FC236}">
                <a16:creationId xmlns:a16="http://schemas.microsoft.com/office/drawing/2014/main" id="{EB93A39D-E96A-CDF5-6A11-3D86096C09A2}"/>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921470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Section Header Option 3">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4D5A327-DE22-15C5-BDAA-59E2DD0AB55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7823200"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3" name="Picture 2">
            <a:extLst>
              <a:ext uri="{FF2B5EF4-FFF2-40B4-BE49-F238E27FC236}">
                <a16:creationId xmlns:a16="http://schemas.microsoft.com/office/drawing/2014/main" id="{8D45EC76-5973-D100-2A27-71BAEC1CC4D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9" name="TextBox 8">
            <a:extLst>
              <a:ext uri="{FF2B5EF4-FFF2-40B4-BE49-F238E27FC236}">
                <a16:creationId xmlns:a16="http://schemas.microsoft.com/office/drawing/2014/main" id="{AE226C61-AF43-C52E-A8F5-7E0CA17F4177}"/>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655085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1_Section Header Option 3 Imag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4D5A327-DE22-15C5-BDAA-59E2DD0AB55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18036"/>
            <a:ext cx="6555129" cy="1421928"/>
          </a:xfrm>
          <a:prstGeom prst="rect">
            <a:avLst/>
          </a:prstGeom>
        </p:spPr>
        <p:txBody>
          <a:bodyPr anchor="ctr" anchorCtr="0"/>
          <a:lstStyle>
            <a:lvl1pPr>
              <a:defRPr sz="48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12/9/25</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3" name="Picture 2">
            <a:extLst>
              <a:ext uri="{FF2B5EF4-FFF2-40B4-BE49-F238E27FC236}">
                <a16:creationId xmlns:a16="http://schemas.microsoft.com/office/drawing/2014/main" id="{8D45EC76-5973-D100-2A27-71BAEC1CC4D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9" name="Rectangle 8">
            <a:extLst>
              <a:ext uri="{FF2B5EF4-FFF2-40B4-BE49-F238E27FC236}">
                <a16:creationId xmlns:a16="http://schemas.microsoft.com/office/drawing/2014/main" id="{C57476F9-4E30-E56B-1993-745746C78631}"/>
              </a:ext>
            </a:extLst>
          </p:cNvPr>
          <p:cNvSpPr/>
          <p:nvPr userDrawn="1"/>
        </p:nvSpPr>
        <p:spPr>
          <a:xfrm>
            <a:off x="7837601" y="883938"/>
            <a:ext cx="3834686" cy="532311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Picture Placeholder 13">
            <a:extLst>
              <a:ext uri="{FF2B5EF4-FFF2-40B4-BE49-F238E27FC236}">
                <a16:creationId xmlns:a16="http://schemas.microsoft.com/office/drawing/2014/main" id="{B9461883-D31F-0566-B62B-8BCF2D2268AD}"/>
              </a:ext>
            </a:extLst>
          </p:cNvPr>
          <p:cNvSpPr>
            <a:spLocks noGrp="1"/>
          </p:cNvSpPr>
          <p:nvPr>
            <p:ph type="pic" sz="quarter" idx="14"/>
          </p:nvPr>
        </p:nvSpPr>
        <p:spPr>
          <a:xfrm>
            <a:off x="8040444" y="1071491"/>
            <a:ext cx="3429000" cy="4948009"/>
          </a:xfrm>
          <a:prstGeom prst="rect">
            <a:avLst/>
          </a:prstGeom>
          <a:solidFill>
            <a:schemeClr val="bg1">
              <a:lumMod val="95000"/>
            </a:schemeClr>
          </a:solidFill>
        </p:spPr>
        <p:txBody>
          <a:bodyPr/>
          <a:lstStyle/>
          <a:p>
            <a:r>
              <a:rPr lang="en-US" dirty="0"/>
              <a:t>Click icon to add picture</a:t>
            </a:r>
          </a:p>
        </p:txBody>
      </p:sp>
      <p:sp>
        <p:nvSpPr>
          <p:cNvPr id="11" name="TextBox 10">
            <a:extLst>
              <a:ext uri="{FF2B5EF4-FFF2-40B4-BE49-F238E27FC236}">
                <a16:creationId xmlns:a16="http://schemas.microsoft.com/office/drawing/2014/main" id="{B47FD040-9E05-1220-5E89-8F3096480180}"/>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129290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type="obj" preserve="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Code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609600" y="1714500"/>
            <a:ext cx="10972800" cy="1903085"/>
          </a:xfrm>
        </p:spPr>
        <p:txBody>
          <a:bodyPr/>
          <a:lstStyle>
            <a:lvl1pPr marL="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1pPr>
            <a:lvl2pPr marL="2286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2pPr>
            <a:lvl3pPr marL="4572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3pPr>
            <a:lvl4pPr marL="6858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4pPr>
            <a:lvl5pPr marL="9144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5pPr>
          </a:lstStyle>
          <a:p>
            <a:pPr lvl="0"/>
            <a:r>
              <a:rPr lang="en-US" dirty="0"/>
              <a:t>Type or paste plain-text code here; or click icon to add image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A09EAB3-8007-4FDC-BADB-BADCE0CE1871}"/>
              </a:ext>
            </a:extLst>
          </p:cNvPr>
          <p:cNvSpPr>
            <a:spLocks noGrp="1"/>
          </p:cNvSpPr>
          <p:nvPr>
            <p:ph type="dt" sz="half" idx="10"/>
          </p:nvPr>
        </p:nvSpPr>
        <p:spPr/>
        <p:txBody>
          <a:bodyPr/>
          <a:lstStyle>
            <a:lvl1pPr>
              <a:defRPr b="0" i="0">
                <a:latin typeface="Amazon Ember Display" panose="020F0603020204020204" pitchFamily="34" charset="0"/>
              </a:defRPr>
            </a:lvl1pPr>
          </a:lstStyle>
          <a:p>
            <a:fld id="{14000039-AC38-8C4D-BBF6-A4179217D919}" type="datetime1">
              <a:rPr lang="en-US" smtClean="0"/>
              <a:pPr/>
              <a:t>12/9/25</a:t>
            </a:fld>
            <a:endParaRPr lang="en-US" dirty="0"/>
          </a:p>
        </p:txBody>
      </p:sp>
      <p:sp>
        <p:nvSpPr>
          <p:cNvPr id="5" name="Footer Placeholder 4">
            <a:extLst>
              <a:ext uri="{FF2B5EF4-FFF2-40B4-BE49-F238E27FC236}">
                <a16:creationId xmlns:a16="http://schemas.microsoft.com/office/drawing/2014/main" id="{A5375AEC-53B6-4043-9677-30AD83B02F4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63F51AD4-FDAE-4E07-B685-874180F1021C}"/>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174574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0.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a:xfrm>
            <a:off x="539262"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Two-column code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609600" y="1714500"/>
            <a:ext cx="5248274" cy="1903085"/>
          </a:xfrm>
        </p:spPr>
        <p:txBody>
          <a:bodyPr/>
          <a:lstStyle>
            <a:lvl1pPr marL="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1pPr>
            <a:lvl2pPr marL="2286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2pPr>
            <a:lvl3pPr marL="4572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3pPr>
            <a:lvl4pPr marL="6858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4pPr>
            <a:lvl5pPr marL="9144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5pPr>
          </a:lstStyle>
          <a:p>
            <a:pPr lvl="0"/>
            <a:r>
              <a:rPr lang="en-US" dirty="0"/>
              <a:t>Enter code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6334125" y="1714500"/>
            <a:ext cx="5248276" cy="1903085"/>
          </a:xfrm>
        </p:spPr>
        <p:txBody>
          <a:bodyPr/>
          <a:lstStyle>
            <a:lvl1pPr marL="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1pPr>
            <a:lvl2pPr marL="2286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2pPr>
            <a:lvl3pPr marL="4572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3pPr>
            <a:lvl4pPr marL="6858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4pPr>
            <a:lvl5pPr marL="914400" indent="0">
              <a:spcAft>
                <a:spcPts val="600"/>
              </a:spcAft>
              <a:buNone/>
              <a:defRPr sz="1800" b="0" i="0">
                <a:latin typeface="Amazon Ember Mono" panose="020B0509020204020204" pitchFamily="49" charset="0"/>
                <a:ea typeface="Amazon Ember Display" panose="020F0603020204020204" pitchFamily="34" charset="0"/>
                <a:cs typeface="Amazon Ember Display" panose="020F0603020204020204" pitchFamily="34" charset="0"/>
              </a:defRPr>
            </a:lvl5pPr>
          </a:lstStyle>
          <a:p>
            <a:pPr lvl="0"/>
            <a:r>
              <a:rPr lang="en-US" dirty="0"/>
              <a:t>Enter code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D810155-AFE0-49FD-8E9F-C55D662327A4}"/>
              </a:ext>
            </a:extLst>
          </p:cNvPr>
          <p:cNvSpPr>
            <a:spLocks noGrp="1"/>
          </p:cNvSpPr>
          <p:nvPr>
            <p:ph type="dt" sz="half" idx="10"/>
          </p:nvPr>
        </p:nvSpPr>
        <p:spPr/>
        <p:txBody>
          <a:bodyPr/>
          <a:lstStyle>
            <a:lvl1pPr>
              <a:defRPr b="0" i="0">
                <a:latin typeface="Amazon Ember Display" panose="020F0603020204020204" pitchFamily="34" charset="0"/>
              </a:defRPr>
            </a:lvl1pPr>
          </a:lstStyle>
          <a:p>
            <a:fld id="{BA838F1F-E927-864D-8933-A87A9B46D340}" type="datetime1">
              <a:rPr lang="en-US" smtClean="0"/>
              <a:pPr/>
              <a:t>12/9/25</a:t>
            </a:fld>
            <a:endParaRPr lang="en-US" dirty="0"/>
          </a:p>
        </p:txBody>
      </p:sp>
      <p:sp>
        <p:nvSpPr>
          <p:cNvPr id="6" name="Footer Placeholder 5">
            <a:extLst>
              <a:ext uri="{FF2B5EF4-FFF2-40B4-BE49-F238E27FC236}">
                <a16:creationId xmlns:a16="http://schemas.microsoft.com/office/drawing/2014/main" id="{C99A757A-A572-48F6-B0E7-EBDAFBA598C6}"/>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7" name="Slide Number Placeholder 6">
            <a:extLst>
              <a:ext uri="{FF2B5EF4-FFF2-40B4-BE49-F238E27FC236}">
                <a16:creationId xmlns:a16="http://schemas.microsoft.com/office/drawing/2014/main" id="{76BBE49C-423E-451A-A0D2-7D73F2531B98}"/>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Tree>
    <p:extLst>
      <p:ext uri="{BB962C8B-B14F-4D97-AF65-F5344CB8AC3E}">
        <p14:creationId xmlns:p14="http://schemas.microsoft.com/office/powerpoint/2010/main" val="2496192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90820-803B-4C55-BA9E-AE3223753EEA}"/>
              </a:ext>
            </a:extLst>
          </p:cNvPr>
          <p:cNvSpPr>
            <a:spLocks noGrp="1"/>
          </p:cNvSpPr>
          <p:nvPr>
            <p:ph type="title" hasCustomPrompt="1"/>
          </p:nvPr>
        </p:nvSpPr>
        <p:spPr>
          <a:xfrm>
            <a:off x="653256" y="3226552"/>
            <a:ext cx="6823869" cy="750238"/>
          </a:xfrm>
          <a:prstGeom prst="rect">
            <a:avLst/>
          </a:prstGeom>
        </p:spPr>
        <p:txBody>
          <a:bodyPr/>
          <a:lstStyle>
            <a:lvl1pPr>
              <a:defRPr sz="2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subtitle</a:t>
            </a:r>
          </a:p>
        </p:txBody>
      </p:sp>
      <p:sp>
        <p:nvSpPr>
          <p:cNvPr id="3" name="Date Placeholder 2">
            <a:extLst>
              <a:ext uri="{FF2B5EF4-FFF2-40B4-BE49-F238E27FC236}">
                <a16:creationId xmlns:a16="http://schemas.microsoft.com/office/drawing/2014/main" id="{35841FE7-5B7D-4299-B262-F8E574B50BA0}"/>
              </a:ext>
            </a:extLst>
          </p:cNvPr>
          <p:cNvSpPr>
            <a:spLocks noGrp="1"/>
          </p:cNvSpPr>
          <p:nvPr>
            <p:ph type="dt" sz="half" idx="10"/>
          </p:nvPr>
        </p:nvSpPr>
        <p:spPr/>
        <p:txBody>
          <a:bodyPr/>
          <a:lstStyle>
            <a:lvl1pPr>
              <a:defRPr b="0" i="0">
                <a:latin typeface="Amazon Ember Display" panose="020F0603020204020204" pitchFamily="34" charset="0"/>
              </a:defRPr>
            </a:lvl1pPr>
          </a:lstStyle>
          <a:p>
            <a:fld id="{F5CD9E88-8D52-D44B-9301-05276D5B5248}" type="datetime1">
              <a:rPr lang="en-US" smtClean="0"/>
              <a:pPr/>
              <a:t>12/9/25</a:t>
            </a:fld>
            <a:endParaRPr lang="en-US" dirty="0"/>
          </a:p>
        </p:txBody>
      </p:sp>
      <p:sp>
        <p:nvSpPr>
          <p:cNvPr id="4" name="Footer Placeholder 3">
            <a:extLst>
              <a:ext uri="{FF2B5EF4-FFF2-40B4-BE49-F238E27FC236}">
                <a16:creationId xmlns:a16="http://schemas.microsoft.com/office/drawing/2014/main" id="{728617C0-A817-49E3-9857-07752AB40137}"/>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D2B99A66-7F1A-495E-B008-D2DB34B05B5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6" name="TextBox 5">
            <a:extLst>
              <a:ext uri="{FF2B5EF4-FFF2-40B4-BE49-F238E27FC236}">
                <a16:creationId xmlns:a16="http://schemas.microsoft.com/office/drawing/2014/main" id="{90F7951E-E6AB-4553-9142-A91D5BC58C21}"/>
              </a:ext>
            </a:extLst>
          </p:cNvPr>
          <p:cNvSpPr txBox="1"/>
          <p:nvPr userDrawn="1"/>
        </p:nvSpPr>
        <p:spPr>
          <a:xfrm>
            <a:off x="609599" y="2428875"/>
            <a:ext cx="6867525" cy="955666"/>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Q&amp;A</a:t>
            </a:r>
          </a:p>
        </p:txBody>
      </p:sp>
    </p:spTree>
    <p:extLst>
      <p:ext uri="{BB962C8B-B14F-4D97-AF65-F5344CB8AC3E}">
        <p14:creationId xmlns:p14="http://schemas.microsoft.com/office/powerpoint/2010/main" val="1105406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Video or Demo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609600" y="2773436"/>
            <a:ext cx="7823200" cy="1311128"/>
          </a:xfrm>
          <a:prstGeom prst="rect">
            <a:avLst/>
          </a:prstGeom>
        </p:spPr>
        <p:txBody>
          <a:bodyPr anchor="ctr" anchorCtr="0"/>
          <a:lstStyle>
            <a:lvl1pPr>
              <a:defRPr sz="44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Video or demo divider: Enter “Video” or “Demo” here</a:t>
            </a:r>
          </a:p>
        </p:txBody>
      </p:sp>
    </p:spTree>
    <p:extLst>
      <p:ext uri="{BB962C8B-B14F-4D97-AF65-F5344CB8AC3E}">
        <p14:creationId xmlns:p14="http://schemas.microsoft.com/office/powerpoint/2010/main" val="27066053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C300D94-E16B-4268-9D8D-053D71D5DCA2}"/>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4994672" y="2327672"/>
            <a:ext cx="2202656" cy="2202656"/>
          </a:xfrm>
          <a:prstGeom prst="rect">
            <a:avLst/>
          </a:prstGeom>
        </p:spPr>
      </p:pic>
      <p:sp>
        <p:nvSpPr>
          <p:cNvPr id="7" name="Media Placeholder 6">
            <a:extLst>
              <a:ext uri="{FF2B5EF4-FFF2-40B4-BE49-F238E27FC236}">
                <a16:creationId xmlns:a16="http://schemas.microsoft.com/office/drawing/2014/main" id="{6100FBD5-D226-4B79-8009-A3AA42458FC8}"/>
              </a:ext>
            </a:extLst>
          </p:cNvPr>
          <p:cNvSpPr>
            <a:spLocks noGrp="1"/>
          </p:cNvSpPr>
          <p:nvPr>
            <p:ph type="media" sz="quarter" idx="10"/>
          </p:nvPr>
        </p:nvSpPr>
        <p:spPr>
          <a:xfrm>
            <a:off x="0" y="0"/>
            <a:ext cx="12192000" cy="6858000"/>
          </a:xfrm>
          <a:solidFill>
            <a:schemeClr val="bg2"/>
          </a:solidFill>
        </p:spPr>
        <p:txBody>
          <a:bodyPr lIns="548640" anchor="ctr">
            <a:noAutofit/>
          </a:bodyPr>
          <a:lstStyle>
            <a:lvl1pPr marL="0" indent="0" algn="ctr">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icon to add media</a:t>
            </a:r>
          </a:p>
        </p:txBody>
      </p:sp>
    </p:spTree>
    <p:extLst>
      <p:ext uri="{BB962C8B-B14F-4D97-AF65-F5344CB8AC3E}">
        <p14:creationId xmlns:p14="http://schemas.microsoft.com/office/powerpoint/2010/main" val="100911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539262" y="914401"/>
            <a:ext cx="10972800" cy="646331"/>
          </a:xfrm>
          <a:prstGeom prst="rect">
            <a:avLst/>
          </a:prstGeom>
        </p:spPr>
        <p:txBody>
          <a:bodyPr anchor="t" anchorCtr="0">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Content with caption layout</a:t>
            </a:r>
          </a:p>
        </p:txBody>
      </p:sp>
      <p:sp>
        <p:nvSpPr>
          <p:cNvPr id="3" name="Content Placeholder 2">
            <a:extLst>
              <a:ext uri="{FF2B5EF4-FFF2-40B4-BE49-F238E27FC236}">
                <a16:creationId xmlns:a16="http://schemas.microsoft.com/office/drawing/2014/main" id="{54F6EECF-7227-4AD4-BC6B-F6715716A80F}"/>
              </a:ext>
            </a:extLst>
          </p:cNvPr>
          <p:cNvSpPr>
            <a:spLocks noGrp="1"/>
          </p:cNvSpPr>
          <p:nvPr>
            <p:ph idx="1" hasCustomPrompt="1"/>
          </p:nvPr>
        </p:nvSpPr>
        <p:spPr>
          <a:xfrm>
            <a:off x="6210300" y="1714501"/>
            <a:ext cx="5372100" cy="2232406"/>
          </a:xfrm>
        </p:spPr>
        <p:txBody>
          <a:bodyPr/>
          <a:lstStyle>
            <a:lvl1pPr marL="457200" indent="-457200">
              <a:buFont typeface="Arial" panose="020B0604020202020204" pitchFamily="34" charset="0"/>
              <a:buChar char="•"/>
              <a:defRPr sz="28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sz="2400"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buFont typeface="Arial" panose="020B0604020202020204" pitchFamily="34" charset="0"/>
              <a:buChar char="•"/>
              <a:defRPr sz="2000"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sz="1800" b="0" i="0">
                <a:latin typeface="Amazon Ember Display" panose="020F0603020204020204" pitchFamily="34" charset="0"/>
                <a:ea typeface="Amazon Ember Display" panose="020F0603020204020204" pitchFamily="34" charset="0"/>
                <a:cs typeface="Amazon Ember Display" panose="020F0603020204020204" pitchFamily="34" charset="0"/>
              </a:defRPr>
            </a:lvl5pPr>
            <a:lvl6pPr>
              <a:defRPr sz="2000"/>
            </a:lvl6pPr>
            <a:lvl7pPr>
              <a:defRPr sz="2000"/>
            </a:lvl7pPr>
            <a:lvl8pPr>
              <a:defRPr sz="2000"/>
            </a:lvl8pPr>
            <a:lvl9pPr>
              <a:defRPr sz="2000"/>
            </a:lvl9pPr>
          </a:lstStyle>
          <a:p>
            <a:pPr lvl="0"/>
            <a:r>
              <a:rPr lang="en-US" dirty="0"/>
              <a:t>Enter text or click icon to add media</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a:xfrm>
            <a:off x="609598" y="1725611"/>
            <a:ext cx="5372101" cy="313932"/>
          </a:xfrm>
        </p:spPr>
        <p:txBody>
          <a:bodyPr/>
          <a:lstStyle>
            <a:lvl1pPr marL="0" indent="0">
              <a:buNone/>
              <a:defRPr sz="1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Enter descriptive text here</a:t>
            </a:r>
          </a:p>
        </p:txBody>
      </p:sp>
    </p:spTree>
    <p:extLst>
      <p:ext uri="{BB962C8B-B14F-4D97-AF65-F5344CB8AC3E}">
        <p14:creationId xmlns:p14="http://schemas.microsoft.com/office/powerpoint/2010/main" val="12791509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hank You Option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FB9EFE0-8E44-C90C-B937-EC90601AF07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pic>
        <p:nvPicPr>
          <p:cNvPr id="4" name="Picture 3">
            <a:extLst>
              <a:ext uri="{FF2B5EF4-FFF2-40B4-BE49-F238E27FC236}">
                <a16:creationId xmlns:a16="http://schemas.microsoft.com/office/drawing/2014/main" id="{DF991574-CEFD-26D9-588F-1C0FFBCDA2FA}"/>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2" name="TextBox 1">
            <a:extLst>
              <a:ext uri="{FF2B5EF4-FFF2-40B4-BE49-F238E27FC236}">
                <a16:creationId xmlns:a16="http://schemas.microsoft.com/office/drawing/2014/main" id="{EA8C7E34-CF30-2AED-4C9C-32CE310B5A51}"/>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58040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1_Thank You Option 1 im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FB9EFE0-8E44-C90C-B937-EC90601AF07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pic>
        <p:nvPicPr>
          <p:cNvPr id="4" name="Picture 3">
            <a:extLst>
              <a:ext uri="{FF2B5EF4-FFF2-40B4-BE49-F238E27FC236}">
                <a16:creationId xmlns:a16="http://schemas.microsoft.com/office/drawing/2014/main" id="{DF991574-CEFD-26D9-588F-1C0FFBCDA2FA}"/>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5" name="Picture Placeholder 5">
            <a:extLst>
              <a:ext uri="{FF2B5EF4-FFF2-40B4-BE49-F238E27FC236}">
                <a16:creationId xmlns:a16="http://schemas.microsoft.com/office/drawing/2014/main" id="{31C0B4F4-5C91-D28C-418E-795D960CDF95}"/>
              </a:ext>
            </a:extLst>
          </p:cNvPr>
          <p:cNvSpPr>
            <a:spLocks noGrp="1"/>
          </p:cNvSpPr>
          <p:nvPr>
            <p:ph type="pic" sz="quarter" idx="16"/>
          </p:nvPr>
        </p:nvSpPr>
        <p:spPr>
          <a:xfrm>
            <a:off x="6273479" y="707923"/>
            <a:ext cx="5307238" cy="4465961"/>
          </a:xfrm>
          <a:prstGeom prst="roundRect">
            <a:avLst>
              <a:gd name="adj" fmla="val 4410"/>
            </a:avLst>
          </a:prstGeom>
          <a:solidFill>
            <a:schemeClr val="bg1"/>
          </a:solidFill>
        </p:spPr>
        <p:txBody>
          <a:bodyPr/>
          <a:lstStyle/>
          <a:p>
            <a:endParaRPr lang="en-US"/>
          </a:p>
        </p:txBody>
      </p:sp>
      <p:sp>
        <p:nvSpPr>
          <p:cNvPr id="6" name="TextBox 5">
            <a:extLst>
              <a:ext uri="{FF2B5EF4-FFF2-40B4-BE49-F238E27FC236}">
                <a16:creationId xmlns:a16="http://schemas.microsoft.com/office/drawing/2014/main" id="{B0D38B49-EEFA-E272-014E-A579FE8D9DB5}"/>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4840564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hank You Option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92306B6-0447-DE92-96EA-90340D62C6C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Text Placeholder 7">
            <a:extLst>
              <a:ext uri="{FF2B5EF4-FFF2-40B4-BE49-F238E27FC236}">
                <a16:creationId xmlns:a16="http://schemas.microsoft.com/office/drawing/2014/main" id="{F4CEAE59-88AB-067D-8305-5D60E5C0CC94}"/>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7ED4E7E8-6939-47DD-F50C-1BE8D7C7AB1B}"/>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B0E08B7E-513C-0B0B-9DC0-33A10068E811}"/>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1EF1BFC-F8EA-31FF-2ECB-6FE640057D1C}"/>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7" name="Text Placeholder 7">
            <a:extLst>
              <a:ext uri="{FF2B5EF4-FFF2-40B4-BE49-F238E27FC236}">
                <a16:creationId xmlns:a16="http://schemas.microsoft.com/office/drawing/2014/main" id="{BCF5D785-7779-B4A7-1593-D9E4005D4186}"/>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9" name="Text Placeholder 9">
            <a:extLst>
              <a:ext uri="{FF2B5EF4-FFF2-40B4-BE49-F238E27FC236}">
                <a16:creationId xmlns:a16="http://schemas.microsoft.com/office/drawing/2014/main" id="{6C67EAE0-22D8-7774-6075-2E7C8D357946}"/>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8B073B14-3FCE-9EBE-8EF4-076D31F5D3A9}"/>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2B64E461-542C-9DF0-B91E-B36341643F32}"/>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pic>
        <p:nvPicPr>
          <p:cNvPr id="8" name="Picture 7">
            <a:extLst>
              <a:ext uri="{FF2B5EF4-FFF2-40B4-BE49-F238E27FC236}">
                <a16:creationId xmlns:a16="http://schemas.microsoft.com/office/drawing/2014/main" id="{113BB739-DBCB-A674-9F3C-97310C1F9F27}"/>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11" name="TextBox 10">
            <a:extLst>
              <a:ext uri="{FF2B5EF4-FFF2-40B4-BE49-F238E27FC236}">
                <a16:creationId xmlns:a16="http://schemas.microsoft.com/office/drawing/2014/main" id="{9AE045F5-0BBC-3B40-95D3-B2F9D9531EB1}"/>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398598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1_Thank You Option 2 imag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92306B6-0447-DE92-96EA-90340D62C6C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Text Placeholder 7">
            <a:extLst>
              <a:ext uri="{FF2B5EF4-FFF2-40B4-BE49-F238E27FC236}">
                <a16:creationId xmlns:a16="http://schemas.microsoft.com/office/drawing/2014/main" id="{F4CEAE59-88AB-067D-8305-5D60E5C0CC94}"/>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7ED4E7E8-6939-47DD-F50C-1BE8D7C7AB1B}"/>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B0E08B7E-513C-0B0B-9DC0-33A10068E811}"/>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1EF1BFC-F8EA-31FF-2ECB-6FE640057D1C}"/>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8B073B14-3FCE-9EBE-8EF4-076D31F5D3A9}"/>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2B64E461-542C-9DF0-B91E-B36341643F32}"/>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pic>
        <p:nvPicPr>
          <p:cNvPr id="8" name="Picture 7">
            <a:extLst>
              <a:ext uri="{FF2B5EF4-FFF2-40B4-BE49-F238E27FC236}">
                <a16:creationId xmlns:a16="http://schemas.microsoft.com/office/drawing/2014/main" id="{113BB739-DBCB-A674-9F3C-97310C1F9F27}"/>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11" name="Picture Placeholder 5">
            <a:extLst>
              <a:ext uri="{FF2B5EF4-FFF2-40B4-BE49-F238E27FC236}">
                <a16:creationId xmlns:a16="http://schemas.microsoft.com/office/drawing/2014/main" id="{316DD463-CB58-CB2E-C54E-893168FDA356}"/>
              </a:ext>
            </a:extLst>
          </p:cNvPr>
          <p:cNvSpPr>
            <a:spLocks noGrp="1"/>
          </p:cNvSpPr>
          <p:nvPr>
            <p:ph type="pic" sz="quarter" idx="16"/>
          </p:nvPr>
        </p:nvSpPr>
        <p:spPr>
          <a:xfrm>
            <a:off x="6273479" y="707923"/>
            <a:ext cx="5307238" cy="4465961"/>
          </a:xfrm>
          <a:prstGeom prst="roundRect">
            <a:avLst>
              <a:gd name="adj" fmla="val 4410"/>
            </a:avLst>
          </a:prstGeom>
          <a:solidFill>
            <a:schemeClr val="bg1"/>
          </a:solidFill>
        </p:spPr>
        <p:txBody>
          <a:bodyPr/>
          <a:lstStyle/>
          <a:p>
            <a:endParaRPr lang="en-US"/>
          </a:p>
        </p:txBody>
      </p:sp>
      <p:sp>
        <p:nvSpPr>
          <p:cNvPr id="12" name="TextBox 11">
            <a:extLst>
              <a:ext uri="{FF2B5EF4-FFF2-40B4-BE49-F238E27FC236}">
                <a16:creationId xmlns:a16="http://schemas.microsoft.com/office/drawing/2014/main" id="{D42014BB-CD5D-F45F-5C17-9794375ACB13}"/>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2273823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hank You Option 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B132DE-7B4D-84B4-29EF-A28CEB1958F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8" name="Picture 7">
            <a:extLst>
              <a:ext uri="{FF2B5EF4-FFF2-40B4-BE49-F238E27FC236}">
                <a16:creationId xmlns:a16="http://schemas.microsoft.com/office/drawing/2014/main" id="{06618CA2-623A-29DB-A6D4-EB10D6D59A21}"/>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3" name="Text Placeholder 7">
            <a:extLst>
              <a:ext uri="{FF2B5EF4-FFF2-40B4-BE49-F238E27FC236}">
                <a16:creationId xmlns:a16="http://schemas.microsoft.com/office/drawing/2014/main" id="{C3E01366-E822-32FE-65C0-B3B4125945BA}"/>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1E78FCF9-F25E-3767-EB4A-8D919FAD0C7D}"/>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4A1C9D7C-4935-7A74-21C6-B88B45377B89}"/>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0D6E1ED-92EF-4477-D94E-EDA210EF8854}"/>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7" name="Text Placeholder 7">
            <a:extLst>
              <a:ext uri="{FF2B5EF4-FFF2-40B4-BE49-F238E27FC236}">
                <a16:creationId xmlns:a16="http://schemas.microsoft.com/office/drawing/2014/main" id="{3F1AB78F-B9B6-3B94-6F03-015F0598F319}"/>
              </a:ext>
            </a:extLst>
          </p:cNvPr>
          <p:cNvSpPr>
            <a:spLocks noGrp="1"/>
          </p:cNvSpPr>
          <p:nvPr>
            <p:ph type="body" sz="quarter" idx="14" hasCustomPrompt="1"/>
          </p:nvPr>
        </p:nvSpPr>
        <p:spPr>
          <a:xfrm>
            <a:off x="4810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9" name="Text Placeholder 9">
            <a:extLst>
              <a:ext uri="{FF2B5EF4-FFF2-40B4-BE49-F238E27FC236}">
                <a16:creationId xmlns:a16="http://schemas.microsoft.com/office/drawing/2014/main" id="{7B0FD9D2-77A6-9253-CB15-84E1C403FB55}"/>
              </a:ext>
            </a:extLst>
          </p:cNvPr>
          <p:cNvSpPr>
            <a:spLocks noGrp="1"/>
          </p:cNvSpPr>
          <p:nvPr>
            <p:ph type="body" sz="quarter" idx="15" hasCustomPrompt="1"/>
          </p:nvPr>
        </p:nvSpPr>
        <p:spPr>
          <a:xfrm>
            <a:off x="4810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DAE79A02-C451-B664-9107-9D196F3382D7}"/>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1416FB4C-1D1E-4119-B730-03DD2E265086}"/>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sp>
        <p:nvSpPr>
          <p:cNvPr id="11" name="TextBox 10">
            <a:extLst>
              <a:ext uri="{FF2B5EF4-FFF2-40B4-BE49-F238E27FC236}">
                <a16:creationId xmlns:a16="http://schemas.microsoft.com/office/drawing/2014/main" id="{6F710E2F-3B1B-CA59-A019-A4EA23CA59FF}"/>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1099431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1_Thank You Option 3 imag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B132DE-7B4D-84B4-29EF-A28CEB1958F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8" name="Picture 7">
            <a:extLst>
              <a:ext uri="{FF2B5EF4-FFF2-40B4-BE49-F238E27FC236}">
                <a16:creationId xmlns:a16="http://schemas.microsoft.com/office/drawing/2014/main" id="{06618CA2-623A-29DB-A6D4-EB10D6D59A21}"/>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602686" y="5616413"/>
            <a:ext cx="979714" cy="586152"/>
          </a:xfrm>
          <a:prstGeom prst="rect">
            <a:avLst/>
          </a:prstGeom>
        </p:spPr>
      </p:pic>
      <p:sp>
        <p:nvSpPr>
          <p:cNvPr id="3" name="Text Placeholder 7">
            <a:extLst>
              <a:ext uri="{FF2B5EF4-FFF2-40B4-BE49-F238E27FC236}">
                <a16:creationId xmlns:a16="http://schemas.microsoft.com/office/drawing/2014/main" id="{C3E01366-E822-32FE-65C0-B3B4125945BA}"/>
              </a:ext>
            </a:extLst>
          </p:cNvPr>
          <p:cNvSpPr>
            <a:spLocks noGrp="1"/>
          </p:cNvSpPr>
          <p:nvPr>
            <p:ph type="body" sz="quarter" idx="10" hasCustomPrompt="1"/>
          </p:nvPr>
        </p:nvSpPr>
        <p:spPr>
          <a:xfrm>
            <a:off x="6191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4" name="Text Placeholder 9">
            <a:extLst>
              <a:ext uri="{FF2B5EF4-FFF2-40B4-BE49-F238E27FC236}">
                <a16:creationId xmlns:a16="http://schemas.microsoft.com/office/drawing/2014/main" id="{1E78FCF9-F25E-3767-EB4A-8D919FAD0C7D}"/>
              </a:ext>
            </a:extLst>
          </p:cNvPr>
          <p:cNvSpPr>
            <a:spLocks noGrp="1"/>
          </p:cNvSpPr>
          <p:nvPr>
            <p:ph type="body" sz="quarter" idx="11" hasCustomPrompt="1"/>
          </p:nvPr>
        </p:nvSpPr>
        <p:spPr>
          <a:xfrm>
            <a:off x="6191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5" name="Text Placeholder 7">
            <a:extLst>
              <a:ext uri="{FF2B5EF4-FFF2-40B4-BE49-F238E27FC236}">
                <a16:creationId xmlns:a16="http://schemas.microsoft.com/office/drawing/2014/main" id="{4A1C9D7C-4935-7A74-21C6-B88B45377B89}"/>
              </a:ext>
            </a:extLst>
          </p:cNvPr>
          <p:cNvSpPr>
            <a:spLocks noGrp="1"/>
          </p:cNvSpPr>
          <p:nvPr>
            <p:ph type="body" sz="quarter" idx="12" hasCustomPrompt="1"/>
          </p:nvPr>
        </p:nvSpPr>
        <p:spPr>
          <a:xfrm>
            <a:off x="2714625" y="3621643"/>
            <a:ext cx="1994088" cy="369332"/>
          </a:xfrm>
        </p:spPr>
        <p:txBody>
          <a:bodyPr anchor="b" anchorCtr="0"/>
          <a:lstStyle>
            <a:lvl1pPr marL="0" indent="0">
              <a:buNone/>
              <a:defRPr sz="20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name</a:t>
            </a:r>
          </a:p>
        </p:txBody>
      </p:sp>
      <p:sp>
        <p:nvSpPr>
          <p:cNvPr id="6" name="Text Placeholder 9">
            <a:extLst>
              <a:ext uri="{FF2B5EF4-FFF2-40B4-BE49-F238E27FC236}">
                <a16:creationId xmlns:a16="http://schemas.microsoft.com/office/drawing/2014/main" id="{20D6E1ED-92EF-4477-D94E-EDA210EF8854}"/>
              </a:ext>
            </a:extLst>
          </p:cNvPr>
          <p:cNvSpPr>
            <a:spLocks noGrp="1"/>
          </p:cNvSpPr>
          <p:nvPr>
            <p:ph type="body" sz="quarter" idx="13" hasCustomPrompt="1"/>
          </p:nvPr>
        </p:nvSpPr>
        <p:spPr>
          <a:xfrm>
            <a:off x="2714625" y="3990975"/>
            <a:ext cx="1994088" cy="535531"/>
          </a:xfrm>
        </p:spPr>
        <p:txBody>
          <a:bodyPr/>
          <a:lstStyle>
            <a:lvl1pPr marL="0" indent="0">
              <a:spcAft>
                <a:spcPts val="600"/>
              </a:spcAft>
              <a:buNone/>
              <a:defRPr sz="1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lvl="0"/>
            <a:r>
              <a:rPr lang="en-US" dirty="0"/>
              <a:t>Speaker contact info (email or socials)</a:t>
            </a:r>
          </a:p>
        </p:txBody>
      </p:sp>
      <p:sp>
        <p:nvSpPr>
          <p:cNvPr id="20" name="TextBox 19">
            <a:extLst>
              <a:ext uri="{FF2B5EF4-FFF2-40B4-BE49-F238E27FC236}">
                <a16:creationId xmlns:a16="http://schemas.microsoft.com/office/drawing/2014/main" id="{DAE79A02-C451-B664-9107-9D196F3382D7}"/>
              </a:ext>
            </a:extLst>
          </p:cNvPr>
          <p:cNvSpPr txBox="1"/>
          <p:nvPr userDrawn="1"/>
        </p:nvSpPr>
        <p:spPr>
          <a:xfrm>
            <a:off x="609599" y="2461211"/>
            <a:ext cx="6867525" cy="923330"/>
          </a:xfrm>
          <a:prstGeom prst="rect">
            <a:avLst/>
          </a:prstGeom>
          <a:noFill/>
        </p:spPr>
        <p:txBody>
          <a:bodyPr wrap="square" lIns="0" rtlCol="0">
            <a:noAutofit/>
          </a:bodyPr>
          <a:lstStyle/>
          <a:p>
            <a:r>
              <a:rPr lang="en-US" sz="4800" b="0" i="0" dirty="0">
                <a:solidFill>
                  <a:schemeClr val="tx2"/>
                </a:solidFill>
                <a:latin typeface="Amazon Ember Display" panose="020F0603020204020204" pitchFamily="34" charset="0"/>
              </a:rPr>
              <a:t>Thank you!</a:t>
            </a:r>
          </a:p>
        </p:txBody>
      </p:sp>
      <p:sp>
        <p:nvSpPr>
          <p:cNvPr id="21" name="TextBox 20">
            <a:extLst>
              <a:ext uri="{FF2B5EF4-FFF2-40B4-BE49-F238E27FC236}">
                <a16:creationId xmlns:a16="http://schemas.microsoft.com/office/drawing/2014/main" id="{1416FB4C-1D1E-4119-B730-03DD2E265086}"/>
              </a:ext>
            </a:extLst>
          </p:cNvPr>
          <p:cNvSpPr txBox="1"/>
          <p:nvPr userDrawn="1"/>
        </p:nvSpPr>
        <p:spPr>
          <a:xfrm>
            <a:off x="-1352550" y="3771900"/>
            <a:ext cx="65" cy="369332"/>
          </a:xfrm>
          <a:prstGeom prst="rect">
            <a:avLst/>
          </a:prstGeom>
          <a:noFill/>
        </p:spPr>
        <p:txBody>
          <a:bodyPr wrap="none" lIns="0" rIns="0" rtlCol="0">
            <a:spAutoFit/>
          </a:bodyPr>
          <a:lstStyle/>
          <a:p>
            <a:pPr algn="l"/>
            <a:endParaRPr lang="en-US" b="0" i="0" dirty="0" err="1">
              <a:latin typeface="Amazon Ember Display" panose="020F0603020204020204" pitchFamily="34" charset="0"/>
            </a:endParaRPr>
          </a:p>
        </p:txBody>
      </p:sp>
      <p:sp>
        <p:nvSpPr>
          <p:cNvPr id="11" name="Picture Placeholder 5">
            <a:extLst>
              <a:ext uri="{FF2B5EF4-FFF2-40B4-BE49-F238E27FC236}">
                <a16:creationId xmlns:a16="http://schemas.microsoft.com/office/drawing/2014/main" id="{029BC9C8-1960-217A-EB0B-91F589DC0599}"/>
              </a:ext>
            </a:extLst>
          </p:cNvPr>
          <p:cNvSpPr>
            <a:spLocks noGrp="1"/>
          </p:cNvSpPr>
          <p:nvPr>
            <p:ph type="pic" sz="quarter" idx="16"/>
          </p:nvPr>
        </p:nvSpPr>
        <p:spPr>
          <a:xfrm>
            <a:off x="6273479" y="707923"/>
            <a:ext cx="5307238" cy="4465961"/>
          </a:xfrm>
          <a:prstGeom prst="roundRect">
            <a:avLst>
              <a:gd name="adj" fmla="val 4410"/>
            </a:avLst>
          </a:prstGeom>
          <a:solidFill>
            <a:schemeClr val="bg1"/>
          </a:solidFill>
        </p:spPr>
        <p:txBody>
          <a:bodyPr/>
          <a:lstStyle/>
          <a:p>
            <a:endParaRPr lang="en-US"/>
          </a:p>
        </p:txBody>
      </p:sp>
      <p:sp>
        <p:nvSpPr>
          <p:cNvPr id="12" name="TextBox 11">
            <a:extLst>
              <a:ext uri="{FF2B5EF4-FFF2-40B4-BE49-F238E27FC236}">
                <a16:creationId xmlns:a16="http://schemas.microsoft.com/office/drawing/2014/main" id="{503E0E1F-0E0C-6C17-570E-1467BE8C39F6}"/>
              </a:ext>
            </a:extLst>
          </p:cNvPr>
          <p:cNvSpPr txBox="1"/>
          <p:nvPr userDrawn="1"/>
        </p:nvSpPr>
        <p:spPr>
          <a:xfrm>
            <a:off x="527767" y="6017899"/>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50763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33D-5535-4C9A-8FE3-B37ABA63B4C7}"/>
              </a:ext>
            </a:extLst>
          </p:cNvPr>
          <p:cNvSpPr>
            <a:spLocks noGrp="1"/>
          </p:cNvSpPr>
          <p:nvPr>
            <p:ph type="title"/>
          </p:nvPr>
        </p:nvSpPr>
        <p:spPr>
          <a:xfrm>
            <a:off x="609600" y="914401"/>
            <a:ext cx="10972800" cy="535531"/>
          </a:xfrm>
          <a:prstGeom prst="rect">
            <a:avLst/>
          </a:prstGeom>
        </p:spPr>
        <p:txBody>
          <a:bodyPr>
            <a:no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9E93D77A-024C-472F-B312-4E06A5BAE0BA}"/>
              </a:ext>
            </a:extLst>
          </p:cNvPr>
          <p:cNvSpPr>
            <a:spLocks noGrp="1"/>
          </p:cNvSpPr>
          <p:nvPr>
            <p:ph type="body" orient="vert" idx="1"/>
          </p:nvPr>
        </p:nvSpPr>
        <p:spPr>
          <a:xfrm>
            <a:off x="9435402" y="1718982"/>
            <a:ext cx="2146998" cy="4491317"/>
          </a:xfrm>
        </p:spPr>
        <p:txBody>
          <a:bodyPr vert="eaVert"/>
          <a:lstStyle>
            <a:lvl1pPr marL="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4572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9144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3716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1828800" indent="0">
              <a:buFontTx/>
              <a:buNone/>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D7BCF1F-274F-4C05-8696-189CDAE0C33B}"/>
              </a:ext>
            </a:extLst>
          </p:cNvPr>
          <p:cNvSpPr>
            <a:spLocks noGrp="1"/>
          </p:cNvSpPr>
          <p:nvPr>
            <p:ph type="dt" sz="half" idx="10"/>
          </p:nvPr>
        </p:nvSpPr>
        <p:spPr/>
        <p:txBody>
          <a:bodyPr/>
          <a:lstStyle>
            <a:lvl1pPr>
              <a:defRPr b="0" i="0">
                <a:latin typeface="Amazon Ember Display" panose="020F0603020204020204" pitchFamily="34" charset="0"/>
              </a:defRPr>
            </a:lvl1pPr>
          </a:lstStyle>
          <a:p>
            <a:fld id="{8DF6AC9B-6FB6-E64C-9786-C40DFE89F624}" type="datetime1">
              <a:rPr lang="en-US" smtClean="0"/>
              <a:pPr/>
              <a:t>12/9/25</a:t>
            </a:fld>
            <a:endParaRPr lang="en-US" dirty="0"/>
          </a:p>
        </p:txBody>
      </p:sp>
      <p:sp>
        <p:nvSpPr>
          <p:cNvPr id="5" name="Footer Placeholder 4">
            <a:extLst>
              <a:ext uri="{FF2B5EF4-FFF2-40B4-BE49-F238E27FC236}">
                <a16:creationId xmlns:a16="http://schemas.microsoft.com/office/drawing/2014/main" id="{34FBB62C-DD5C-4CC6-98BC-330285579B79}"/>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310D4DAD-D906-4444-864A-7CED33CEDEB5}"/>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625061DB-7406-41C8-A121-52D8D4484FD1}" type="slidenum">
              <a:rPr lang="en-US" smtClean="0"/>
              <a:pPr/>
              <a:t>‹#›</a:t>
            </a:fld>
            <a:endParaRPr lang="en-US" dirty="0"/>
          </a:p>
        </p:txBody>
      </p:sp>
    </p:spTree>
    <p:extLst>
      <p:ext uri="{BB962C8B-B14F-4D97-AF65-F5344CB8AC3E}">
        <p14:creationId xmlns:p14="http://schemas.microsoft.com/office/powerpoint/2010/main" val="44570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F2CA4B-F100-498A-9F95-D1048E98B369}"/>
              </a:ext>
            </a:extLst>
          </p:cNvPr>
          <p:cNvSpPr>
            <a:spLocks noGrp="1"/>
          </p:cNvSpPr>
          <p:nvPr>
            <p:ph type="title" orient="vert"/>
          </p:nvPr>
        </p:nvSpPr>
        <p:spPr>
          <a:xfrm>
            <a:off x="8724900" y="914399"/>
            <a:ext cx="2857500" cy="5295901"/>
          </a:xfrm>
          <a:prstGeom prst="rect">
            <a:avLst/>
          </a:prstGeom>
        </p:spPr>
        <p:txBody>
          <a:bodyPr vert="eaVert">
            <a:normAutofit/>
          </a:bodyPr>
          <a:lstStyle>
            <a:lvl1pPr>
              <a:defRPr sz="36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64442DEB-18AA-41C3-A034-B81C2006971D}"/>
              </a:ext>
            </a:extLst>
          </p:cNvPr>
          <p:cNvSpPr>
            <a:spLocks noGrp="1"/>
          </p:cNvSpPr>
          <p:nvPr>
            <p:ph type="body" orient="vert" idx="1"/>
          </p:nvPr>
        </p:nvSpPr>
        <p:spPr>
          <a:xfrm>
            <a:off x="6425502" y="914399"/>
            <a:ext cx="2146998" cy="5295901"/>
          </a:xfrm>
        </p:spPr>
        <p:txBody>
          <a:bodyPr vert="eaVert"/>
          <a:lstStyle>
            <a:lvl1pPr marL="457200" indent="-4572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buFont typeface="Arial" panose="020B0604020202020204" pitchFamily="34" charset="0"/>
              <a:buChar char="•"/>
              <a:defRPr b="0" i="0">
                <a:latin typeface="Amazon Ember Display" panose="020F0603020204020204" pitchFamily="34" charset="0"/>
                <a:ea typeface="Amazon Ember Display" panose="020F0603020204020204" pitchFamily="34" charset="0"/>
                <a:cs typeface="Amazon Ember Display" panose="020F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D98874D-2362-4107-9CFB-6624C519CF0C}"/>
              </a:ext>
            </a:extLst>
          </p:cNvPr>
          <p:cNvSpPr>
            <a:spLocks noGrp="1"/>
          </p:cNvSpPr>
          <p:nvPr>
            <p:ph type="dt" sz="half" idx="10"/>
          </p:nvPr>
        </p:nvSpPr>
        <p:spPr/>
        <p:txBody>
          <a:bodyPr/>
          <a:lstStyle>
            <a:lvl1pPr>
              <a:defRPr b="0" i="0">
                <a:latin typeface="Amazon Ember Display" panose="020F0603020204020204" pitchFamily="34" charset="0"/>
              </a:defRPr>
            </a:lvl1pPr>
          </a:lstStyle>
          <a:p>
            <a:fld id="{21DD148F-2774-EA45-8C22-2C39149188FB}" type="datetime1">
              <a:rPr lang="en-US" smtClean="0"/>
              <a:pPr/>
              <a:t>12/9/25</a:t>
            </a:fld>
            <a:endParaRPr lang="en-US" dirty="0"/>
          </a:p>
        </p:txBody>
      </p:sp>
      <p:sp>
        <p:nvSpPr>
          <p:cNvPr id="5" name="Footer Placeholder 4">
            <a:extLst>
              <a:ext uri="{FF2B5EF4-FFF2-40B4-BE49-F238E27FC236}">
                <a16:creationId xmlns:a16="http://schemas.microsoft.com/office/drawing/2014/main" id="{0C81FEF1-5834-4539-A37C-ED5E275C6D22}"/>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F0AA1474-147C-4D4E-B55D-24F747B205EB}"/>
              </a:ext>
            </a:extLst>
          </p:cNvPr>
          <p:cNvSpPr>
            <a:spLocks noGrp="1"/>
          </p:cNvSpPr>
          <p:nvPr>
            <p:ph type="sldNum" sz="quarter" idx="12"/>
          </p:nvPr>
        </p:nvSpPr>
        <p:spPr/>
        <p:txBody>
          <a:bodyPr/>
          <a:lstStyle>
            <a:lvl1pPr>
              <a:defRPr b="0" i="0">
                <a:latin typeface="Amazon Ember Display" panose="020F0603020204020204" pitchFamily="34" charset="0"/>
              </a:defRPr>
            </a:lvl1pPr>
          </a:lstStyle>
          <a:p>
            <a:fld id="{625061DB-7406-41C8-A121-52D8D4484FD1}" type="slidenum">
              <a:rPr lang="en-US" smtClean="0"/>
              <a:pPr/>
              <a:t>‹#›</a:t>
            </a:fld>
            <a:endParaRPr lang="en-US" dirty="0"/>
          </a:p>
        </p:txBody>
      </p:sp>
    </p:spTree>
    <p:extLst>
      <p:ext uri="{BB962C8B-B14F-4D97-AF65-F5344CB8AC3E}">
        <p14:creationId xmlns:p14="http://schemas.microsoft.com/office/powerpoint/2010/main" val="3600132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1_Do Not Us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4731D4-24B7-407D-A119-09109E0E0D80}"/>
              </a:ext>
            </a:extLst>
          </p:cNvPr>
          <p:cNvSpPr txBox="1"/>
          <p:nvPr userDrawn="1"/>
        </p:nvSpPr>
        <p:spPr>
          <a:xfrm>
            <a:off x="3486150" y="2512370"/>
            <a:ext cx="7353300" cy="1874103"/>
          </a:xfrm>
          <a:prstGeom prst="rect">
            <a:avLst/>
          </a:prstGeom>
          <a:noFill/>
        </p:spPr>
        <p:txBody>
          <a:bodyPr wrap="square" rtlCol="0">
            <a:spAutoFit/>
          </a:bodyPr>
          <a:lstStyle/>
          <a:p>
            <a:pPr algn="l">
              <a:lnSpc>
                <a:spcPct val="80000"/>
              </a:lnSpc>
            </a:pPr>
            <a:r>
              <a:rPr lang="en-US" sz="6000" dirty="0">
                <a:latin typeface="+mj-lt"/>
              </a:rPr>
              <a:t>Do not use layouts after this slide.</a:t>
            </a:r>
            <a:br>
              <a:rPr lang="en-US" sz="6000" dirty="0">
                <a:latin typeface="+mj-lt"/>
              </a:rPr>
            </a:br>
            <a:r>
              <a:rPr lang="en-US" sz="2000" dirty="0">
                <a:latin typeface="+mj-lt"/>
              </a:rPr>
              <a:t>They are not part of the official template.</a:t>
            </a:r>
            <a:endParaRPr lang="en-US" sz="6000" dirty="0">
              <a:latin typeface="+mj-lt"/>
            </a:endParaRPr>
          </a:p>
        </p:txBody>
      </p:sp>
      <p:pic>
        <p:nvPicPr>
          <p:cNvPr id="7" name="Graphic 6" descr="Stop sign">
            <a:extLst>
              <a:ext uri="{FF2B5EF4-FFF2-40B4-BE49-F238E27FC236}">
                <a16:creationId xmlns:a16="http://schemas.microsoft.com/office/drawing/2014/main" id="{2E1D490C-0B7A-44B5-A2CC-97504831122D}"/>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7250" y="2114549"/>
            <a:ext cx="2628900" cy="2628900"/>
          </a:xfrm>
          <a:prstGeom prst="rect">
            <a:avLst/>
          </a:prstGeom>
        </p:spPr>
      </p:pic>
      <p:sp>
        <p:nvSpPr>
          <p:cNvPr id="8" name="Rectangle 7">
            <a:extLst>
              <a:ext uri="{FF2B5EF4-FFF2-40B4-BE49-F238E27FC236}">
                <a16:creationId xmlns:a16="http://schemas.microsoft.com/office/drawing/2014/main" id="{A56A91D7-A142-41A9-9775-90FA8A0EC8F4}"/>
              </a:ext>
            </a:extLst>
          </p:cNvPr>
          <p:cNvSpPr/>
          <p:nvPr userDrawn="1"/>
        </p:nvSpPr>
        <p:spPr>
          <a:xfrm>
            <a:off x="380999" y="6337300"/>
            <a:ext cx="4943475" cy="5207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mazon Ember Display" panose="020F0603020204020204" pitchFamily="34" charset="0"/>
            </a:endParaRPr>
          </a:p>
        </p:txBody>
      </p:sp>
    </p:spTree>
    <p:extLst>
      <p:ext uri="{BB962C8B-B14F-4D97-AF65-F5344CB8AC3E}">
        <p14:creationId xmlns:p14="http://schemas.microsoft.com/office/powerpoint/2010/main" val="746906762"/>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123.xml"/><Relationship Id="rId21" Type="http://schemas.openxmlformats.org/officeDocument/2006/relationships/slideLayout" Target="../slideLayouts/slideLayout118.xml"/><Relationship Id="rId42" Type="http://schemas.openxmlformats.org/officeDocument/2006/relationships/slideLayout" Target="../slideLayouts/slideLayout139.xml"/><Relationship Id="rId47" Type="http://schemas.openxmlformats.org/officeDocument/2006/relationships/slideLayout" Target="../slideLayouts/slideLayout144.xml"/><Relationship Id="rId63" Type="http://schemas.openxmlformats.org/officeDocument/2006/relationships/slideLayout" Target="../slideLayouts/slideLayout160.xml"/><Relationship Id="rId68" Type="http://schemas.openxmlformats.org/officeDocument/2006/relationships/slideLayout" Target="../slideLayouts/slideLayout165.xml"/><Relationship Id="rId84" Type="http://schemas.openxmlformats.org/officeDocument/2006/relationships/slideLayout" Target="../slideLayouts/slideLayout181.xml"/><Relationship Id="rId89" Type="http://schemas.openxmlformats.org/officeDocument/2006/relationships/slideLayout" Target="../slideLayouts/slideLayout186.xml"/><Relationship Id="rId16" Type="http://schemas.openxmlformats.org/officeDocument/2006/relationships/slideLayout" Target="../slideLayouts/slideLayout113.xml"/><Relationship Id="rId11" Type="http://schemas.openxmlformats.org/officeDocument/2006/relationships/slideLayout" Target="../slideLayouts/slideLayout108.xml"/><Relationship Id="rId32" Type="http://schemas.openxmlformats.org/officeDocument/2006/relationships/slideLayout" Target="../slideLayouts/slideLayout129.xml"/><Relationship Id="rId37" Type="http://schemas.openxmlformats.org/officeDocument/2006/relationships/slideLayout" Target="../slideLayouts/slideLayout134.xml"/><Relationship Id="rId53" Type="http://schemas.openxmlformats.org/officeDocument/2006/relationships/slideLayout" Target="../slideLayouts/slideLayout150.xml"/><Relationship Id="rId58" Type="http://schemas.openxmlformats.org/officeDocument/2006/relationships/slideLayout" Target="../slideLayouts/slideLayout155.xml"/><Relationship Id="rId74" Type="http://schemas.openxmlformats.org/officeDocument/2006/relationships/slideLayout" Target="../slideLayouts/slideLayout171.xml"/><Relationship Id="rId79" Type="http://schemas.openxmlformats.org/officeDocument/2006/relationships/slideLayout" Target="../slideLayouts/slideLayout176.xml"/><Relationship Id="rId5" Type="http://schemas.openxmlformats.org/officeDocument/2006/relationships/slideLayout" Target="../slideLayouts/slideLayout102.xml"/><Relationship Id="rId90" Type="http://schemas.openxmlformats.org/officeDocument/2006/relationships/slideLayout" Target="../slideLayouts/slideLayout187.xml"/><Relationship Id="rId95" Type="http://schemas.openxmlformats.org/officeDocument/2006/relationships/slideLayout" Target="../slideLayouts/slideLayout192.xml"/><Relationship Id="rId22" Type="http://schemas.openxmlformats.org/officeDocument/2006/relationships/slideLayout" Target="../slideLayouts/slideLayout119.xml"/><Relationship Id="rId27" Type="http://schemas.openxmlformats.org/officeDocument/2006/relationships/slideLayout" Target="../slideLayouts/slideLayout124.xml"/><Relationship Id="rId43" Type="http://schemas.openxmlformats.org/officeDocument/2006/relationships/slideLayout" Target="../slideLayouts/slideLayout140.xml"/><Relationship Id="rId48" Type="http://schemas.openxmlformats.org/officeDocument/2006/relationships/slideLayout" Target="../slideLayouts/slideLayout145.xml"/><Relationship Id="rId64" Type="http://schemas.openxmlformats.org/officeDocument/2006/relationships/slideLayout" Target="../slideLayouts/slideLayout161.xml"/><Relationship Id="rId69" Type="http://schemas.openxmlformats.org/officeDocument/2006/relationships/slideLayout" Target="../slideLayouts/slideLayout166.xml"/><Relationship Id="rId80" Type="http://schemas.openxmlformats.org/officeDocument/2006/relationships/slideLayout" Target="../slideLayouts/slideLayout177.xml"/><Relationship Id="rId85" Type="http://schemas.openxmlformats.org/officeDocument/2006/relationships/slideLayout" Target="../slideLayouts/slideLayout182.xml"/><Relationship Id="rId3" Type="http://schemas.openxmlformats.org/officeDocument/2006/relationships/slideLayout" Target="../slideLayouts/slideLayout100.xml"/><Relationship Id="rId12" Type="http://schemas.openxmlformats.org/officeDocument/2006/relationships/slideLayout" Target="../slideLayouts/slideLayout109.xml"/><Relationship Id="rId17" Type="http://schemas.openxmlformats.org/officeDocument/2006/relationships/slideLayout" Target="../slideLayouts/slideLayout114.xml"/><Relationship Id="rId25" Type="http://schemas.openxmlformats.org/officeDocument/2006/relationships/slideLayout" Target="../slideLayouts/slideLayout122.xml"/><Relationship Id="rId33" Type="http://schemas.openxmlformats.org/officeDocument/2006/relationships/slideLayout" Target="../slideLayouts/slideLayout130.xml"/><Relationship Id="rId38" Type="http://schemas.openxmlformats.org/officeDocument/2006/relationships/slideLayout" Target="../slideLayouts/slideLayout135.xml"/><Relationship Id="rId46" Type="http://schemas.openxmlformats.org/officeDocument/2006/relationships/slideLayout" Target="../slideLayouts/slideLayout143.xml"/><Relationship Id="rId59" Type="http://schemas.openxmlformats.org/officeDocument/2006/relationships/slideLayout" Target="../slideLayouts/slideLayout156.xml"/><Relationship Id="rId67" Type="http://schemas.openxmlformats.org/officeDocument/2006/relationships/slideLayout" Target="../slideLayouts/slideLayout164.xml"/><Relationship Id="rId20" Type="http://schemas.openxmlformats.org/officeDocument/2006/relationships/slideLayout" Target="../slideLayouts/slideLayout117.xml"/><Relationship Id="rId41" Type="http://schemas.openxmlformats.org/officeDocument/2006/relationships/slideLayout" Target="../slideLayouts/slideLayout138.xml"/><Relationship Id="rId54" Type="http://schemas.openxmlformats.org/officeDocument/2006/relationships/slideLayout" Target="../slideLayouts/slideLayout151.xml"/><Relationship Id="rId62" Type="http://schemas.openxmlformats.org/officeDocument/2006/relationships/slideLayout" Target="../slideLayouts/slideLayout159.xml"/><Relationship Id="rId70" Type="http://schemas.openxmlformats.org/officeDocument/2006/relationships/slideLayout" Target="../slideLayouts/slideLayout167.xml"/><Relationship Id="rId75" Type="http://schemas.openxmlformats.org/officeDocument/2006/relationships/slideLayout" Target="../slideLayouts/slideLayout172.xml"/><Relationship Id="rId83" Type="http://schemas.openxmlformats.org/officeDocument/2006/relationships/slideLayout" Target="../slideLayouts/slideLayout180.xml"/><Relationship Id="rId88" Type="http://schemas.openxmlformats.org/officeDocument/2006/relationships/slideLayout" Target="../slideLayouts/slideLayout185.xml"/><Relationship Id="rId91" Type="http://schemas.openxmlformats.org/officeDocument/2006/relationships/slideLayout" Target="../slideLayouts/slideLayout188.xml"/><Relationship Id="rId96" Type="http://schemas.openxmlformats.org/officeDocument/2006/relationships/slideLayout" Target="../slideLayouts/slideLayout193.xml"/><Relationship Id="rId1" Type="http://schemas.openxmlformats.org/officeDocument/2006/relationships/slideLayout" Target="../slideLayouts/slideLayout98.xml"/><Relationship Id="rId6" Type="http://schemas.openxmlformats.org/officeDocument/2006/relationships/slideLayout" Target="../slideLayouts/slideLayout103.xml"/><Relationship Id="rId15" Type="http://schemas.openxmlformats.org/officeDocument/2006/relationships/slideLayout" Target="../slideLayouts/slideLayout112.xml"/><Relationship Id="rId23" Type="http://schemas.openxmlformats.org/officeDocument/2006/relationships/slideLayout" Target="../slideLayouts/slideLayout120.xml"/><Relationship Id="rId28" Type="http://schemas.openxmlformats.org/officeDocument/2006/relationships/slideLayout" Target="../slideLayouts/slideLayout125.xml"/><Relationship Id="rId36" Type="http://schemas.openxmlformats.org/officeDocument/2006/relationships/slideLayout" Target="../slideLayouts/slideLayout133.xml"/><Relationship Id="rId49" Type="http://schemas.openxmlformats.org/officeDocument/2006/relationships/slideLayout" Target="../slideLayouts/slideLayout146.xml"/><Relationship Id="rId57" Type="http://schemas.openxmlformats.org/officeDocument/2006/relationships/slideLayout" Target="../slideLayouts/slideLayout154.xml"/><Relationship Id="rId10" Type="http://schemas.openxmlformats.org/officeDocument/2006/relationships/slideLayout" Target="../slideLayouts/slideLayout107.xml"/><Relationship Id="rId31" Type="http://schemas.openxmlformats.org/officeDocument/2006/relationships/slideLayout" Target="../slideLayouts/slideLayout128.xml"/><Relationship Id="rId44" Type="http://schemas.openxmlformats.org/officeDocument/2006/relationships/slideLayout" Target="../slideLayouts/slideLayout141.xml"/><Relationship Id="rId52" Type="http://schemas.openxmlformats.org/officeDocument/2006/relationships/slideLayout" Target="../slideLayouts/slideLayout149.xml"/><Relationship Id="rId60" Type="http://schemas.openxmlformats.org/officeDocument/2006/relationships/slideLayout" Target="../slideLayouts/slideLayout157.xml"/><Relationship Id="rId65" Type="http://schemas.openxmlformats.org/officeDocument/2006/relationships/slideLayout" Target="../slideLayouts/slideLayout162.xml"/><Relationship Id="rId73" Type="http://schemas.openxmlformats.org/officeDocument/2006/relationships/slideLayout" Target="../slideLayouts/slideLayout170.xml"/><Relationship Id="rId78" Type="http://schemas.openxmlformats.org/officeDocument/2006/relationships/slideLayout" Target="../slideLayouts/slideLayout175.xml"/><Relationship Id="rId81" Type="http://schemas.openxmlformats.org/officeDocument/2006/relationships/slideLayout" Target="../slideLayouts/slideLayout178.xml"/><Relationship Id="rId86" Type="http://schemas.openxmlformats.org/officeDocument/2006/relationships/slideLayout" Target="../slideLayouts/slideLayout183.xml"/><Relationship Id="rId94" Type="http://schemas.openxmlformats.org/officeDocument/2006/relationships/slideLayout" Target="../slideLayouts/slideLayout191.xml"/><Relationship Id="rId4" Type="http://schemas.openxmlformats.org/officeDocument/2006/relationships/slideLayout" Target="../slideLayouts/slideLayout101.xml"/><Relationship Id="rId9" Type="http://schemas.openxmlformats.org/officeDocument/2006/relationships/slideLayout" Target="../slideLayouts/slideLayout106.xml"/><Relationship Id="rId13" Type="http://schemas.openxmlformats.org/officeDocument/2006/relationships/slideLayout" Target="../slideLayouts/slideLayout110.xml"/><Relationship Id="rId18" Type="http://schemas.openxmlformats.org/officeDocument/2006/relationships/slideLayout" Target="../slideLayouts/slideLayout115.xml"/><Relationship Id="rId39" Type="http://schemas.openxmlformats.org/officeDocument/2006/relationships/slideLayout" Target="../slideLayouts/slideLayout136.xml"/><Relationship Id="rId34" Type="http://schemas.openxmlformats.org/officeDocument/2006/relationships/slideLayout" Target="../slideLayouts/slideLayout131.xml"/><Relationship Id="rId50" Type="http://schemas.openxmlformats.org/officeDocument/2006/relationships/slideLayout" Target="../slideLayouts/slideLayout147.xml"/><Relationship Id="rId55" Type="http://schemas.openxmlformats.org/officeDocument/2006/relationships/slideLayout" Target="../slideLayouts/slideLayout152.xml"/><Relationship Id="rId76" Type="http://schemas.openxmlformats.org/officeDocument/2006/relationships/slideLayout" Target="../slideLayouts/slideLayout173.xml"/><Relationship Id="rId97" Type="http://schemas.openxmlformats.org/officeDocument/2006/relationships/theme" Target="../theme/theme2.xml"/><Relationship Id="rId7" Type="http://schemas.openxmlformats.org/officeDocument/2006/relationships/slideLayout" Target="../slideLayouts/slideLayout104.xml"/><Relationship Id="rId71" Type="http://schemas.openxmlformats.org/officeDocument/2006/relationships/slideLayout" Target="../slideLayouts/slideLayout168.xml"/><Relationship Id="rId92" Type="http://schemas.openxmlformats.org/officeDocument/2006/relationships/slideLayout" Target="../slideLayouts/slideLayout189.xml"/><Relationship Id="rId2" Type="http://schemas.openxmlformats.org/officeDocument/2006/relationships/slideLayout" Target="../slideLayouts/slideLayout99.xml"/><Relationship Id="rId29" Type="http://schemas.openxmlformats.org/officeDocument/2006/relationships/slideLayout" Target="../slideLayouts/slideLayout126.xml"/><Relationship Id="rId24" Type="http://schemas.openxmlformats.org/officeDocument/2006/relationships/slideLayout" Target="../slideLayouts/slideLayout121.xml"/><Relationship Id="rId40" Type="http://schemas.openxmlformats.org/officeDocument/2006/relationships/slideLayout" Target="../slideLayouts/slideLayout137.xml"/><Relationship Id="rId45" Type="http://schemas.openxmlformats.org/officeDocument/2006/relationships/slideLayout" Target="../slideLayouts/slideLayout142.xml"/><Relationship Id="rId66" Type="http://schemas.openxmlformats.org/officeDocument/2006/relationships/slideLayout" Target="../slideLayouts/slideLayout163.xml"/><Relationship Id="rId87" Type="http://schemas.openxmlformats.org/officeDocument/2006/relationships/slideLayout" Target="../slideLayouts/slideLayout184.xml"/><Relationship Id="rId61" Type="http://schemas.openxmlformats.org/officeDocument/2006/relationships/slideLayout" Target="../slideLayouts/slideLayout158.xml"/><Relationship Id="rId82" Type="http://schemas.openxmlformats.org/officeDocument/2006/relationships/slideLayout" Target="../slideLayouts/slideLayout179.xml"/><Relationship Id="rId19" Type="http://schemas.openxmlformats.org/officeDocument/2006/relationships/slideLayout" Target="../slideLayouts/slideLayout116.xml"/><Relationship Id="rId14" Type="http://schemas.openxmlformats.org/officeDocument/2006/relationships/slideLayout" Target="../slideLayouts/slideLayout111.xml"/><Relationship Id="rId30" Type="http://schemas.openxmlformats.org/officeDocument/2006/relationships/slideLayout" Target="../slideLayouts/slideLayout127.xml"/><Relationship Id="rId35" Type="http://schemas.openxmlformats.org/officeDocument/2006/relationships/slideLayout" Target="../slideLayouts/slideLayout132.xml"/><Relationship Id="rId56" Type="http://schemas.openxmlformats.org/officeDocument/2006/relationships/slideLayout" Target="../slideLayouts/slideLayout153.xml"/><Relationship Id="rId77" Type="http://schemas.openxmlformats.org/officeDocument/2006/relationships/slideLayout" Target="../slideLayouts/slideLayout174.xml"/><Relationship Id="rId8" Type="http://schemas.openxmlformats.org/officeDocument/2006/relationships/slideLayout" Target="../slideLayouts/slideLayout105.xml"/><Relationship Id="rId51" Type="http://schemas.openxmlformats.org/officeDocument/2006/relationships/slideLayout" Target="../slideLayouts/slideLayout148.xml"/><Relationship Id="rId72" Type="http://schemas.openxmlformats.org/officeDocument/2006/relationships/slideLayout" Target="../slideLayouts/slideLayout169.xml"/><Relationship Id="rId93" Type="http://schemas.openxmlformats.org/officeDocument/2006/relationships/slideLayout" Target="../slideLayouts/slideLayout190.xml"/><Relationship Id="rId98" Type="http://schemas.openxmlformats.org/officeDocument/2006/relationships/image" Target="../media/image17.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4928EF9-1BCD-42D2-8B21-6150BBD86FBB}"/>
              </a:ext>
            </a:extLst>
          </p:cNvPr>
          <p:cNvSpPr>
            <a:spLocks noGrp="1"/>
          </p:cNvSpPr>
          <p:nvPr>
            <p:ph type="body" idx="1"/>
          </p:nvPr>
        </p:nvSpPr>
        <p:spPr>
          <a:xfrm>
            <a:off x="609600" y="1718983"/>
            <a:ext cx="10972800" cy="2203680"/>
          </a:xfrm>
          <a:prstGeom prst="rect">
            <a:avLst/>
          </a:prstGeom>
        </p:spPr>
        <p:txBody>
          <a:bodyPr vert="horz" wrap="square" lIns="0" tIns="45720" rIns="0" bIns="4572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F484D14-2EC8-4252-96DA-F75A75EAF30C}"/>
              </a:ext>
            </a:extLst>
          </p:cNvPr>
          <p:cNvSpPr>
            <a:spLocks noGrp="1"/>
          </p:cNvSpPr>
          <p:nvPr>
            <p:ph type="dt" sz="half" idx="2"/>
          </p:nvPr>
        </p:nvSpPr>
        <p:spPr>
          <a:xfrm>
            <a:off x="838200" y="6953250"/>
            <a:ext cx="2743200" cy="365125"/>
          </a:xfrm>
          <a:prstGeom prst="rect">
            <a:avLst/>
          </a:prstGeom>
        </p:spPr>
        <p:txBody>
          <a:bodyPr vert="horz" lIns="91440" tIns="45720" rIns="91440" bIns="45720" rtlCol="0" anchor="ctr"/>
          <a:lstStyle>
            <a:lvl1pPr algn="l">
              <a:defRPr sz="900" b="0" i="0">
                <a:solidFill>
                  <a:schemeClr val="tx1">
                    <a:tint val="75000"/>
                  </a:schemeClr>
                </a:solidFill>
                <a:latin typeface="Amazon Ember Display" panose="020F0603020204020204" pitchFamily="34" charset="0"/>
              </a:defRPr>
            </a:lvl1pPr>
          </a:lstStyle>
          <a:p>
            <a:fld id="{3B1EF3D5-2436-9240-B6D0-2048A71FFF33}" type="datetime1">
              <a:rPr lang="en-US" smtClean="0"/>
              <a:pPr/>
              <a:t>12/9/25</a:t>
            </a:fld>
            <a:endParaRPr lang="en-US" dirty="0"/>
          </a:p>
        </p:txBody>
      </p:sp>
      <p:sp>
        <p:nvSpPr>
          <p:cNvPr id="5" name="Footer Placeholder 4">
            <a:extLst>
              <a:ext uri="{FF2B5EF4-FFF2-40B4-BE49-F238E27FC236}">
                <a16:creationId xmlns:a16="http://schemas.microsoft.com/office/drawing/2014/main" id="{125B18F2-2506-4A8B-983C-1A77A245E650}"/>
              </a:ext>
            </a:extLst>
          </p:cNvPr>
          <p:cNvSpPr>
            <a:spLocks noGrp="1"/>
          </p:cNvSpPr>
          <p:nvPr>
            <p:ph type="ftr" sz="quarter" idx="3"/>
          </p:nvPr>
        </p:nvSpPr>
        <p:spPr>
          <a:xfrm>
            <a:off x="4038600" y="6953250"/>
            <a:ext cx="4114800" cy="365125"/>
          </a:xfrm>
          <a:prstGeom prst="rect">
            <a:avLst/>
          </a:prstGeom>
        </p:spPr>
        <p:txBody>
          <a:bodyPr vert="horz" lIns="91440" tIns="45720" rIns="91440" bIns="45720" rtlCol="0" anchor="ctr"/>
          <a:lstStyle>
            <a:lvl1pPr algn="ctr">
              <a:defRPr sz="900" b="0" i="0">
                <a:solidFill>
                  <a:schemeClr val="tx1">
                    <a:tint val="75000"/>
                  </a:schemeClr>
                </a:solidFill>
                <a:latin typeface="Amazon Ember Display" panose="020F0603020204020204" pitchFamily="34" charset="0"/>
              </a:defRPr>
            </a:lvl1pPr>
          </a:lstStyle>
          <a:p>
            <a:endParaRPr lang="en-US" dirty="0"/>
          </a:p>
        </p:txBody>
      </p:sp>
      <p:sp>
        <p:nvSpPr>
          <p:cNvPr id="6" name="Slide Number Placeholder 5">
            <a:extLst>
              <a:ext uri="{FF2B5EF4-FFF2-40B4-BE49-F238E27FC236}">
                <a16:creationId xmlns:a16="http://schemas.microsoft.com/office/drawing/2014/main" id="{09925A29-F4EF-4A12-9095-1B88A1BDDE58}"/>
              </a:ext>
            </a:extLst>
          </p:cNvPr>
          <p:cNvSpPr>
            <a:spLocks noGrp="1"/>
          </p:cNvSpPr>
          <p:nvPr>
            <p:ph type="sldNum" sz="quarter" idx="4"/>
          </p:nvPr>
        </p:nvSpPr>
        <p:spPr>
          <a:xfrm>
            <a:off x="8929200" y="6289500"/>
            <a:ext cx="2743200" cy="365125"/>
          </a:xfrm>
          <a:prstGeom prst="rect">
            <a:avLst/>
          </a:prstGeom>
        </p:spPr>
        <p:txBody>
          <a:bodyPr vert="horz" lIns="91440" tIns="45720" rIns="91440" bIns="45720" rtlCol="0" anchor="ctr"/>
          <a:lstStyle>
            <a:lvl1pPr algn="r">
              <a:defRPr sz="900"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13" name="TextBox 12">
            <a:extLst>
              <a:ext uri="{FF2B5EF4-FFF2-40B4-BE49-F238E27FC236}">
                <a16:creationId xmlns:a16="http://schemas.microsoft.com/office/drawing/2014/main" id="{123D8171-6606-4DC3-AA28-D2EE5F0EC812}"/>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8" name="Picture 7">
            <a:extLst>
              <a:ext uri="{FF2B5EF4-FFF2-40B4-BE49-F238E27FC236}">
                <a16:creationId xmlns:a16="http://schemas.microsoft.com/office/drawing/2014/main" id="{467F50F9-4909-422B-A8DD-8362E9484737}"/>
              </a:ext>
            </a:extLst>
          </p:cNvPr>
          <p:cNvPicPr>
            <a:picLocks noChangeAspect="1"/>
          </p:cNvPicPr>
          <p:nvPr userDrawn="1"/>
        </p:nvPicPr>
        <p:blipFill>
          <a:blip r:embed="rId99" cstate="hqprint">
            <a:extLst>
              <a:ext uri="{28A0092B-C50C-407E-A947-70E740481C1C}">
                <a14:useLocalDpi xmlns:a14="http://schemas.microsoft.com/office/drawing/2010/main"/>
              </a:ext>
            </a:extLst>
          </a:blip>
          <a:stretch>
            <a:fillRect/>
          </a:stretch>
        </p:blipFill>
        <p:spPr>
          <a:xfrm>
            <a:off x="595295" y="6338002"/>
            <a:ext cx="365760" cy="219048"/>
          </a:xfrm>
          <a:prstGeom prst="rect">
            <a:avLst/>
          </a:prstGeom>
        </p:spPr>
      </p:pic>
      <p:sp>
        <p:nvSpPr>
          <p:cNvPr id="20" name="Title Placeholder 19">
            <a:extLst>
              <a:ext uri="{FF2B5EF4-FFF2-40B4-BE49-F238E27FC236}">
                <a16:creationId xmlns:a16="http://schemas.microsoft.com/office/drawing/2014/main" id="{4797D856-648E-41D7-7250-C248B908D216}"/>
              </a:ext>
            </a:extLst>
          </p:cNvPr>
          <p:cNvSpPr>
            <a:spLocks noGrp="1"/>
          </p:cNvSpPr>
          <p:nvPr>
            <p:ph type="title"/>
          </p:nvPr>
        </p:nvSpPr>
        <p:spPr>
          <a:xfrm>
            <a:off x="609600" y="304800"/>
            <a:ext cx="10515600" cy="1325563"/>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471148940"/>
      </p:ext>
    </p:extLst>
  </p:cSld>
  <p:clrMap bg1="lt1" tx1="dk1" bg2="lt2" tx2="dk2" accent1="accent1" accent2="accent2" accent3="accent3" accent4="accent4" accent5="accent5" accent6="accent6" hlink="hlink" folHlink="folHlink"/>
  <p:sldLayoutIdLst>
    <p:sldLayoutId id="2147483649" r:id="rId1"/>
    <p:sldLayoutId id="2147483710" r:id="rId2"/>
    <p:sldLayoutId id="2147483711" r:id="rId3"/>
    <p:sldLayoutId id="2147483713" r:id="rId4"/>
    <p:sldLayoutId id="2147483712" r:id="rId5"/>
    <p:sldLayoutId id="2147483731" r:id="rId6"/>
    <p:sldLayoutId id="2147483786" r:id="rId7"/>
    <p:sldLayoutId id="2147483787" r:id="rId8"/>
    <p:sldLayoutId id="2147483785" r:id="rId9"/>
    <p:sldLayoutId id="2147483661" r:id="rId10"/>
    <p:sldLayoutId id="2147483723" r:id="rId11"/>
    <p:sldLayoutId id="2147483722" r:id="rId12"/>
    <p:sldLayoutId id="2147483788" r:id="rId13"/>
    <p:sldLayoutId id="2147483789" r:id="rId14"/>
    <p:sldLayoutId id="2147483790" r:id="rId15"/>
    <p:sldLayoutId id="2147483654" r:id="rId16"/>
    <p:sldLayoutId id="2147483725" r:id="rId17"/>
    <p:sldLayoutId id="2147483662" r:id="rId18"/>
    <p:sldLayoutId id="2147483724" r:id="rId19"/>
    <p:sldLayoutId id="2147483663" r:id="rId20"/>
    <p:sldLayoutId id="2147483655" r:id="rId21"/>
    <p:sldLayoutId id="2147483650" r:id="rId22"/>
    <p:sldLayoutId id="2147483664" r:id="rId23"/>
    <p:sldLayoutId id="2147483666" r:id="rId24"/>
    <p:sldLayoutId id="2147483667" r:id="rId25"/>
    <p:sldLayoutId id="2147483665" r:id="rId26"/>
    <p:sldLayoutId id="2147483729" r:id="rId27"/>
    <p:sldLayoutId id="2147483668" r:id="rId28"/>
    <p:sldLayoutId id="2147483791" r:id="rId29"/>
    <p:sldLayoutId id="2147483730" r:id="rId30"/>
    <p:sldLayoutId id="2147483653" r:id="rId31"/>
    <p:sldLayoutId id="2147483792" r:id="rId32"/>
    <p:sldLayoutId id="2147483652" r:id="rId33"/>
    <p:sldLayoutId id="2147483669" r:id="rId34"/>
    <p:sldLayoutId id="2147483670" r:id="rId35"/>
    <p:sldLayoutId id="2147483814" r:id="rId36"/>
    <p:sldLayoutId id="2147483815" r:id="rId37"/>
    <p:sldLayoutId id="2147483818" r:id="rId38"/>
    <p:sldLayoutId id="2147483816" r:id="rId39"/>
    <p:sldLayoutId id="2147483817" r:id="rId40"/>
    <p:sldLayoutId id="2147483689" r:id="rId41"/>
    <p:sldLayoutId id="2147483819" r:id="rId42"/>
    <p:sldLayoutId id="2147483820" r:id="rId43"/>
    <p:sldLayoutId id="2147483821" r:id="rId44"/>
    <p:sldLayoutId id="2147483796" r:id="rId45"/>
    <p:sldLayoutId id="2147483794" r:id="rId46"/>
    <p:sldLayoutId id="2147483795" r:id="rId47"/>
    <p:sldLayoutId id="2147483691" r:id="rId48"/>
    <p:sldLayoutId id="2147483793" r:id="rId49"/>
    <p:sldLayoutId id="2147483690" r:id="rId50"/>
    <p:sldLayoutId id="2147483798" r:id="rId51"/>
    <p:sldLayoutId id="2147483799" r:id="rId52"/>
    <p:sldLayoutId id="2147483800" r:id="rId53"/>
    <p:sldLayoutId id="2147483822" r:id="rId54"/>
    <p:sldLayoutId id="2147483797" r:id="rId55"/>
    <p:sldLayoutId id="2147483801" r:id="rId56"/>
    <p:sldLayoutId id="2147483657" r:id="rId57"/>
    <p:sldLayoutId id="2147483808" r:id="rId58"/>
    <p:sldLayoutId id="2147483809" r:id="rId59"/>
    <p:sldLayoutId id="2147483811" r:id="rId60"/>
    <p:sldLayoutId id="2147483810" r:id="rId61"/>
    <p:sldLayoutId id="2147483812" r:id="rId62"/>
    <p:sldLayoutId id="2147483813" r:id="rId63"/>
    <p:sldLayoutId id="2147483692" r:id="rId64"/>
    <p:sldLayoutId id="2147483693" r:id="rId65"/>
    <p:sldLayoutId id="2147483802" r:id="rId66"/>
    <p:sldLayoutId id="2147483803" r:id="rId67"/>
    <p:sldLayoutId id="2147483804" r:id="rId68"/>
    <p:sldLayoutId id="2147483805" r:id="rId69"/>
    <p:sldLayoutId id="2147483806" r:id="rId70"/>
    <p:sldLayoutId id="2147483807" r:id="rId71"/>
    <p:sldLayoutId id="2147483673" r:id="rId72"/>
    <p:sldLayoutId id="2147483726" r:id="rId73"/>
    <p:sldLayoutId id="2147483728" r:id="rId74"/>
    <p:sldLayoutId id="2147483727" r:id="rId75"/>
    <p:sldLayoutId id="2147483717" r:id="rId76"/>
    <p:sldLayoutId id="2147483823" r:id="rId77"/>
    <p:sldLayoutId id="2147483651" r:id="rId78"/>
    <p:sldLayoutId id="2147483824" r:id="rId79"/>
    <p:sldLayoutId id="2147483716" r:id="rId80"/>
    <p:sldLayoutId id="2147483825" r:id="rId81"/>
    <p:sldLayoutId id="2147483671" r:id="rId82"/>
    <p:sldLayoutId id="2147483672" r:id="rId83"/>
    <p:sldLayoutId id="2147483695" r:id="rId84"/>
    <p:sldLayoutId id="2147483674" r:id="rId85"/>
    <p:sldLayoutId id="2147483675" r:id="rId86"/>
    <p:sldLayoutId id="2147483656" r:id="rId87"/>
    <p:sldLayoutId id="2147483676" r:id="rId88"/>
    <p:sldLayoutId id="2147483826" r:id="rId89"/>
    <p:sldLayoutId id="2147483721" r:id="rId90"/>
    <p:sldLayoutId id="2147483827" r:id="rId91"/>
    <p:sldLayoutId id="2147483720" r:id="rId92"/>
    <p:sldLayoutId id="2147483828" r:id="rId93"/>
    <p:sldLayoutId id="2147483707" r:id="rId94"/>
    <p:sldLayoutId id="2147483708" r:id="rId95"/>
    <p:sldLayoutId id="2147483678" r:id="rId96"/>
    <p:sldLayoutId id="2147483709" r:id="rId9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600" b="0" i="0" kern="120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p:titleStyle>
    <p:bodyStyle>
      <a:lvl1pPr marL="457200" indent="-457200" algn="l" defTabSz="914400" rtl="0" eaLnBrk="1" latinLnBrk="0" hangingPunct="1">
        <a:lnSpc>
          <a:spcPct val="90000"/>
        </a:lnSpc>
        <a:spcBef>
          <a:spcPts val="0"/>
        </a:spcBef>
        <a:spcAft>
          <a:spcPts val="1200"/>
        </a:spcAft>
        <a:buSzPct val="90000"/>
        <a:buFont typeface="Arial" panose="020B0604020202020204" pitchFamily="34" charset="0"/>
        <a:buChar char="•"/>
        <a:defRPr sz="2800" b="0" i="0" kern="1200" baseline="0">
          <a:solidFill>
            <a:schemeClr val="tx2"/>
          </a:solidFill>
          <a:latin typeface="Amazon Ember Display" panose="020F0603020204020204" pitchFamily="34" charset="0"/>
          <a:ea typeface="+mn-ea"/>
          <a:cs typeface="+mn-cs"/>
        </a:defRPr>
      </a:lvl1pPr>
      <a:lvl2pPr marL="628650" indent="-342900" algn="l" defTabSz="914400" rtl="0" eaLnBrk="1" latinLnBrk="0" hangingPunct="1">
        <a:lnSpc>
          <a:spcPct val="90000"/>
        </a:lnSpc>
        <a:spcBef>
          <a:spcPts val="0"/>
        </a:spcBef>
        <a:spcAft>
          <a:spcPts val="1200"/>
        </a:spcAft>
        <a:buSzPct val="90000"/>
        <a:buFont typeface="Arial" panose="020B0604020202020204" pitchFamily="34" charset="0"/>
        <a:buChar char="•"/>
        <a:defRPr sz="2400" b="0" i="0" kern="1200" baseline="0">
          <a:solidFill>
            <a:schemeClr val="tx2"/>
          </a:solidFill>
          <a:latin typeface="Amazon Ember Display" panose="020F0603020204020204" pitchFamily="34" charset="0"/>
          <a:ea typeface="+mn-ea"/>
          <a:cs typeface="+mn-cs"/>
        </a:defRPr>
      </a:lvl2pPr>
      <a:lvl3pPr marL="971550" indent="-342900" algn="l" defTabSz="914400" rtl="0" eaLnBrk="1" latinLnBrk="0" hangingPunct="1">
        <a:lnSpc>
          <a:spcPct val="90000"/>
        </a:lnSpc>
        <a:spcBef>
          <a:spcPts val="0"/>
        </a:spcBef>
        <a:spcAft>
          <a:spcPts val="1200"/>
        </a:spcAft>
        <a:buFont typeface="Arial" panose="020B0604020202020204" pitchFamily="34" charset="0"/>
        <a:buChar char="•"/>
        <a:defRPr sz="2000" b="0" i="0" kern="1200" baseline="0">
          <a:solidFill>
            <a:schemeClr val="tx2"/>
          </a:solidFill>
          <a:latin typeface="Amazon Ember Display" panose="020F0603020204020204" pitchFamily="34" charset="0"/>
          <a:ea typeface="+mn-ea"/>
          <a:cs typeface="+mn-cs"/>
        </a:defRPr>
      </a:lvl3pPr>
      <a:lvl4pPr marL="1144588" indent="-285750" algn="l" defTabSz="914400" rtl="0" eaLnBrk="1" latinLnBrk="0" hangingPunct="1">
        <a:lnSpc>
          <a:spcPct val="90000"/>
        </a:lnSpc>
        <a:spcBef>
          <a:spcPts val="0"/>
        </a:spcBef>
        <a:spcAft>
          <a:spcPts val="1200"/>
        </a:spcAft>
        <a:buFont typeface="Arial" panose="020B0604020202020204" pitchFamily="34" charset="0"/>
        <a:buChar char="•"/>
        <a:defRPr sz="1800" b="0" i="0" kern="1200" baseline="0">
          <a:solidFill>
            <a:schemeClr val="tx2"/>
          </a:solidFill>
          <a:latin typeface="Amazon Ember Display" panose="020F0603020204020204" pitchFamily="34" charset="0"/>
          <a:ea typeface="+mn-ea"/>
          <a:cs typeface="+mn-cs"/>
        </a:defRPr>
      </a:lvl4pPr>
      <a:lvl5pPr marL="1316038" indent="-285750" algn="l" defTabSz="914400" rtl="0" eaLnBrk="1" latinLnBrk="0" hangingPunct="1">
        <a:lnSpc>
          <a:spcPct val="90000"/>
        </a:lnSpc>
        <a:spcBef>
          <a:spcPts val="0"/>
        </a:spcBef>
        <a:spcAft>
          <a:spcPts val="1200"/>
        </a:spcAft>
        <a:buFont typeface="Arial" panose="020B0604020202020204" pitchFamily="34" charset="0"/>
        <a:buChar char="•"/>
        <a:defRPr sz="1800" b="0" i="0" kern="1200" baseline="0">
          <a:solidFill>
            <a:schemeClr val="tx2"/>
          </a:solidFill>
          <a:latin typeface="Amazon Ember Display" panose="020F06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F26B43"/>
          </p15:clr>
        </p15:guide>
        <p15:guide id="2" pos="7296" userDrawn="1">
          <p15:clr>
            <a:srgbClr val="F26B43"/>
          </p15:clr>
        </p15:guide>
        <p15:guide id="3" orient="horz" pos="192" userDrawn="1">
          <p15:clr>
            <a:srgbClr val="F26B43"/>
          </p15:clr>
        </p15:guide>
        <p15:guide id="4" orient="horz" pos="3912" userDrawn="1">
          <p15:clr>
            <a:srgbClr val="F26B43"/>
          </p15:clr>
        </p15:guide>
        <p15:guide id="5" orient="horz" pos="1080" userDrawn="1">
          <p15:clr>
            <a:srgbClr val="F26B43"/>
          </p15:clr>
        </p15:guide>
        <p15:guide id="6" orient="horz" pos="57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A174A381-7875-51BF-E8F6-ADD8CD0BFC47}"/>
              </a:ext>
            </a:extLst>
          </p:cNvPr>
          <p:cNvPicPr>
            <a:picLocks noChangeAspect="1"/>
          </p:cNvPicPr>
          <p:nvPr userDrawn="1"/>
        </p:nvPicPr>
        <p:blipFill>
          <a:blip r:embed="rId98" cstate="hqprint">
            <a:extLst>
              <a:ext uri="{28A0092B-C50C-407E-A947-70E740481C1C}">
                <a14:useLocalDpi xmlns:a14="http://schemas.microsoft.com/office/drawing/2010/main"/>
              </a:ext>
            </a:extLst>
          </a:blip>
          <a:stretch>
            <a:fillRect/>
          </a:stretch>
        </p:blipFill>
        <p:spPr>
          <a:xfrm>
            <a:off x="595295" y="6338002"/>
            <a:ext cx="365760" cy="218830"/>
          </a:xfrm>
          <a:prstGeom prst="rect">
            <a:avLst/>
          </a:prstGeom>
        </p:spPr>
      </p:pic>
      <p:sp>
        <p:nvSpPr>
          <p:cNvPr id="7" name="Text Placeholder 2">
            <a:extLst>
              <a:ext uri="{FF2B5EF4-FFF2-40B4-BE49-F238E27FC236}">
                <a16:creationId xmlns:a16="http://schemas.microsoft.com/office/drawing/2014/main" id="{1B6ADCB0-6DD7-43B0-7350-0FCDAB6812CE}"/>
              </a:ext>
            </a:extLst>
          </p:cNvPr>
          <p:cNvSpPr>
            <a:spLocks noGrp="1"/>
          </p:cNvSpPr>
          <p:nvPr>
            <p:ph type="body" idx="1"/>
          </p:nvPr>
        </p:nvSpPr>
        <p:spPr>
          <a:xfrm>
            <a:off x="609600" y="1718983"/>
            <a:ext cx="10972800" cy="1844608"/>
          </a:xfrm>
          <a:prstGeom prst="rect">
            <a:avLst/>
          </a:prstGeom>
        </p:spPr>
        <p:txBody>
          <a:bodyPr vert="horz" wrap="square" lIns="0" tIns="45720" rIns="0" bIns="4572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3">
            <a:extLst>
              <a:ext uri="{FF2B5EF4-FFF2-40B4-BE49-F238E27FC236}">
                <a16:creationId xmlns:a16="http://schemas.microsoft.com/office/drawing/2014/main" id="{A6D05899-77E5-196B-EA14-086F9A5A5E55}"/>
              </a:ext>
            </a:extLst>
          </p:cNvPr>
          <p:cNvSpPr>
            <a:spLocks noGrp="1"/>
          </p:cNvSpPr>
          <p:nvPr>
            <p:ph type="dt" sz="half" idx="2"/>
          </p:nvPr>
        </p:nvSpPr>
        <p:spPr>
          <a:xfrm>
            <a:off x="838200" y="6953250"/>
            <a:ext cx="2743200" cy="365125"/>
          </a:xfrm>
          <a:prstGeom prst="rect">
            <a:avLst/>
          </a:prstGeom>
        </p:spPr>
        <p:txBody>
          <a:bodyPr vert="horz" lIns="91440" tIns="45720" rIns="91440" bIns="45720" rtlCol="0" anchor="ctr"/>
          <a:lstStyle>
            <a:lvl1pPr algn="l">
              <a:defRPr sz="900" b="0" i="0">
                <a:solidFill>
                  <a:schemeClr val="tx1">
                    <a:tint val="75000"/>
                  </a:schemeClr>
                </a:solidFill>
                <a:latin typeface="Amazon Ember Display" panose="020F0603020204020204" pitchFamily="34" charset="0"/>
              </a:defRPr>
            </a:lvl1pPr>
          </a:lstStyle>
          <a:p>
            <a:fld id="{3B1EF3D5-2436-9240-B6D0-2048A71FFF33}" type="datetime1">
              <a:rPr lang="en-US" smtClean="0"/>
              <a:pPr/>
              <a:t>12/9/25</a:t>
            </a:fld>
            <a:endParaRPr lang="en-US" dirty="0"/>
          </a:p>
        </p:txBody>
      </p:sp>
      <p:sp>
        <p:nvSpPr>
          <p:cNvPr id="9" name="Footer Placeholder 4">
            <a:extLst>
              <a:ext uri="{FF2B5EF4-FFF2-40B4-BE49-F238E27FC236}">
                <a16:creationId xmlns:a16="http://schemas.microsoft.com/office/drawing/2014/main" id="{D22683EA-DD71-1EA1-728E-AE69D57D6485}"/>
              </a:ext>
            </a:extLst>
          </p:cNvPr>
          <p:cNvSpPr>
            <a:spLocks noGrp="1"/>
          </p:cNvSpPr>
          <p:nvPr>
            <p:ph type="ftr" sz="quarter" idx="3"/>
          </p:nvPr>
        </p:nvSpPr>
        <p:spPr>
          <a:xfrm>
            <a:off x="4038600" y="6953250"/>
            <a:ext cx="4114800" cy="365125"/>
          </a:xfrm>
          <a:prstGeom prst="rect">
            <a:avLst/>
          </a:prstGeom>
        </p:spPr>
        <p:txBody>
          <a:bodyPr vert="horz" lIns="91440" tIns="45720" rIns="91440" bIns="45720" rtlCol="0" anchor="ctr"/>
          <a:lstStyle>
            <a:lvl1pPr algn="ctr">
              <a:defRPr sz="900" b="0" i="0">
                <a:solidFill>
                  <a:schemeClr val="tx1">
                    <a:tint val="75000"/>
                  </a:schemeClr>
                </a:solidFill>
                <a:latin typeface="Amazon Ember Display" panose="020F0603020204020204" pitchFamily="34" charset="0"/>
              </a:defRPr>
            </a:lvl1pPr>
          </a:lstStyle>
          <a:p>
            <a:endParaRPr lang="en-US" dirty="0"/>
          </a:p>
        </p:txBody>
      </p:sp>
      <p:sp>
        <p:nvSpPr>
          <p:cNvPr id="10" name="Slide Number Placeholder 5">
            <a:extLst>
              <a:ext uri="{FF2B5EF4-FFF2-40B4-BE49-F238E27FC236}">
                <a16:creationId xmlns:a16="http://schemas.microsoft.com/office/drawing/2014/main" id="{E9EBCBEF-599C-1ADB-12ED-CECFECA745CE}"/>
              </a:ext>
            </a:extLst>
          </p:cNvPr>
          <p:cNvSpPr>
            <a:spLocks noGrp="1"/>
          </p:cNvSpPr>
          <p:nvPr>
            <p:ph type="sldNum" sz="quarter" idx="4"/>
          </p:nvPr>
        </p:nvSpPr>
        <p:spPr>
          <a:xfrm>
            <a:off x="8929200" y="6289500"/>
            <a:ext cx="2743200" cy="365125"/>
          </a:xfrm>
          <a:prstGeom prst="rect">
            <a:avLst/>
          </a:prstGeom>
        </p:spPr>
        <p:txBody>
          <a:bodyPr vert="horz" lIns="91440" tIns="45720" rIns="91440" bIns="45720" rtlCol="0" anchor="ctr"/>
          <a:lstStyle>
            <a:lvl1pPr algn="r">
              <a:defRPr sz="900"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11" name="TextBox 10">
            <a:extLst>
              <a:ext uri="{FF2B5EF4-FFF2-40B4-BE49-F238E27FC236}">
                <a16:creationId xmlns:a16="http://schemas.microsoft.com/office/drawing/2014/main" id="{B433C312-F607-20F9-BC64-57A8B6A590DF}"/>
              </a:ext>
            </a:extLst>
          </p:cNvPr>
          <p:cNvSpPr txBox="1"/>
          <p:nvPr userDrawn="1"/>
        </p:nvSpPr>
        <p:spPr>
          <a:xfrm>
            <a:off x="1141084" y="6389813"/>
            <a:ext cx="3937296" cy="184666"/>
          </a:xfrm>
          <a:prstGeom prst="rect">
            <a:avLst/>
          </a:prstGeom>
          <a:noFill/>
        </p:spPr>
        <p:txBody>
          <a:bodyPr wrap="none" rtlCol="0">
            <a:spAutoFit/>
          </a:bodyPr>
          <a:lstStyle/>
          <a:p>
            <a:pPr algn="l"/>
            <a:r>
              <a:rPr lang="en-US" sz="600" b="0" i="0" dirty="0">
                <a:solidFill>
                  <a:schemeClr val="tx2"/>
                </a:solidFill>
                <a:latin typeface="Amazon Ember Display" panose="020F0603020204020204" pitchFamily="34" charset="0"/>
              </a:rPr>
              <a:t>© 2026, Amazon Web Services, Inc. or its affiliates. All rights reserved. Amazon Confidential and Trademark.</a:t>
            </a:r>
          </a:p>
        </p:txBody>
      </p:sp>
      <p:sp>
        <p:nvSpPr>
          <p:cNvPr id="13" name="Title Placeholder 19">
            <a:extLst>
              <a:ext uri="{FF2B5EF4-FFF2-40B4-BE49-F238E27FC236}">
                <a16:creationId xmlns:a16="http://schemas.microsoft.com/office/drawing/2014/main" id="{6BA9B5C3-6371-84F6-B7DD-E715A774767A}"/>
              </a:ext>
            </a:extLst>
          </p:cNvPr>
          <p:cNvSpPr>
            <a:spLocks noGrp="1"/>
          </p:cNvSpPr>
          <p:nvPr>
            <p:ph type="title"/>
          </p:nvPr>
        </p:nvSpPr>
        <p:spPr>
          <a:xfrm>
            <a:off x="609600" y="304800"/>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14" name="Slide Number Placeholder 5">
            <a:extLst>
              <a:ext uri="{FF2B5EF4-FFF2-40B4-BE49-F238E27FC236}">
                <a16:creationId xmlns:a16="http://schemas.microsoft.com/office/drawing/2014/main" id="{3F537074-EC04-07B4-5B9A-060DF4EDD805}"/>
              </a:ext>
            </a:extLst>
          </p:cNvPr>
          <p:cNvSpPr txBox="1">
            <a:spLocks/>
          </p:cNvSpPr>
          <p:nvPr userDrawn="1"/>
        </p:nvSpPr>
        <p:spPr>
          <a:xfrm>
            <a:off x="8929200" y="628949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B4B8DE2-A4E8-46E4-8BBF-D75455EFF32C}" type="slidenum">
              <a:rPr lang="en-US" b="0" i="0" smtClean="0">
                <a:latin typeface="Amazon Ember Display" panose="020F0603020204020204" pitchFamily="34" charset="0"/>
              </a:rPr>
              <a:pPr/>
              <a:t>‹#›</a:t>
            </a:fld>
            <a:endParaRPr lang="en-US" b="0" i="0" dirty="0">
              <a:latin typeface="Amazon Ember Display" panose="020F0603020204020204" pitchFamily="34" charset="0"/>
            </a:endParaRPr>
          </a:p>
        </p:txBody>
      </p:sp>
    </p:spTree>
    <p:extLst>
      <p:ext uri="{BB962C8B-B14F-4D97-AF65-F5344CB8AC3E}">
        <p14:creationId xmlns:p14="http://schemas.microsoft.com/office/powerpoint/2010/main" val="364748558"/>
      </p:ext>
    </p:extLst>
  </p:cSld>
  <p:clrMap bg1="dk1" tx1="lt1" bg2="dk2" tx2="lt2" accent1="accent1" accent2="accent2" accent3="accent3" accent4="accent4" accent5="accent5" accent6="accent6" hlink="hlink" folHlink="folHlink"/>
  <p:sldLayoutIdLst>
    <p:sldLayoutId id="2147483733" r:id="rId1"/>
    <p:sldLayoutId id="2147483735" r:id="rId2"/>
    <p:sldLayoutId id="2147483734" r:id="rId3"/>
    <p:sldLayoutId id="2147483736" r:id="rId4"/>
    <p:sldLayoutId id="2147483737" r:id="rId5"/>
    <p:sldLayoutId id="2147483738" r:id="rId6"/>
    <p:sldLayoutId id="2147483739" r:id="rId7"/>
    <p:sldLayoutId id="2147483740" r:id="rId8"/>
    <p:sldLayoutId id="2147483741" r:id="rId9"/>
    <p:sldLayoutId id="2147483829" r:id="rId10"/>
    <p:sldLayoutId id="2147483830" r:id="rId11"/>
    <p:sldLayoutId id="2147483831" r:id="rId12"/>
    <p:sldLayoutId id="2147483742" r:id="rId13"/>
    <p:sldLayoutId id="2147483743" r:id="rId14"/>
    <p:sldLayoutId id="2147483744" r:id="rId15"/>
    <p:sldLayoutId id="2147483745" r:id="rId16"/>
    <p:sldLayoutId id="2147483746" r:id="rId17"/>
    <p:sldLayoutId id="2147483747" r:id="rId18"/>
    <p:sldLayoutId id="2147483748" r:id="rId19"/>
    <p:sldLayoutId id="2147483749" r:id="rId20"/>
    <p:sldLayoutId id="2147483750" r:id="rId21"/>
    <p:sldLayoutId id="2147483751" r:id="rId22"/>
    <p:sldLayoutId id="2147483752" r:id="rId23"/>
    <p:sldLayoutId id="2147483753" r:id="rId24"/>
    <p:sldLayoutId id="2147483754" r:id="rId25"/>
    <p:sldLayoutId id="2147483832" r:id="rId26"/>
    <p:sldLayoutId id="2147483755" r:id="rId27"/>
    <p:sldLayoutId id="2147483756"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757" r:id="rId38"/>
    <p:sldLayoutId id="2147483842" r:id="rId39"/>
    <p:sldLayoutId id="2147483843" r:id="rId40"/>
    <p:sldLayoutId id="2147483844" r:id="rId41"/>
    <p:sldLayoutId id="2147483845" r:id="rId42"/>
    <p:sldLayoutId id="2147483846" r:id="rId43"/>
    <p:sldLayoutId id="2147483847" r:id="rId44"/>
    <p:sldLayoutId id="2147483849" r:id="rId45"/>
    <p:sldLayoutId id="2147483758" r:id="rId46"/>
    <p:sldLayoutId id="2147483759" r:id="rId47"/>
    <p:sldLayoutId id="2147483850" r:id="rId48"/>
    <p:sldLayoutId id="2147483851" r:id="rId49"/>
    <p:sldLayoutId id="2147483852" r:id="rId50"/>
    <p:sldLayoutId id="2147483853" r:id="rId51"/>
    <p:sldLayoutId id="2147483854" r:id="rId52"/>
    <p:sldLayoutId id="2147483855" r:id="rId53"/>
    <p:sldLayoutId id="2147483760" r:id="rId54"/>
    <p:sldLayoutId id="2147483856" r:id="rId55"/>
    <p:sldLayoutId id="2147483857" r:id="rId56"/>
    <p:sldLayoutId id="2147483858" r:id="rId57"/>
    <p:sldLayoutId id="2147483859" r:id="rId58"/>
    <p:sldLayoutId id="2147483860" r:id="rId59"/>
    <p:sldLayoutId id="2147483861" r:id="rId60"/>
    <p:sldLayoutId id="2147483761" r:id="rId61"/>
    <p:sldLayoutId id="2147483762" r:id="rId62"/>
    <p:sldLayoutId id="2147483862" r:id="rId63"/>
    <p:sldLayoutId id="2147483863" r:id="rId64"/>
    <p:sldLayoutId id="2147483864" r:id="rId65"/>
    <p:sldLayoutId id="2147483865" r:id="rId66"/>
    <p:sldLayoutId id="2147483866" r:id="rId67"/>
    <p:sldLayoutId id="2147483867" r:id="rId68"/>
    <p:sldLayoutId id="2147483764" r:id="rId69"/>
    <p:sldLayoutId id="2147483765" r:id="rId70"/>
    <p:sldLayoutId id="2147483766" r:id="rId71"/>
    <p:sldLayoutId id="2147483767" r:id="rId72"/>
    <p:sldLayoutId id="2147483768" r:id="rId73"/>
    <p:sldLayoutId id="2147483769" r:id="rId74"/>
    <p:sldLayoutId id="2147483770" r:id="rId75"/>
    <p:sldLayoutId id="2147483771" r:id="rId76"/>
    <p:sldLayoutId id="2147483868" r:id="rId77"/>
    <p:sldLayoutId id="2147483772" r:id="rId78"/>
    <p:sldLayoutId id="2147483869" r:id="rId79"/>
    <p:sldLayoutId id="2147483773" r:id="rId80"/>
    <p:sldLayoutId id="2147483870" r:id="rId81"/>
    <p:sldLayoutId id="2147483774" r:id="rId82"/>
    <p:sldLayoutId id="2147483775" r:id="rId83"/>
    <p:sldLayoutId id="2147483776" r:id="rId84"/>
    <p:sldLayoutId id="2147483777" r:id="rId85"/>
    <p:sldLayoutId id="2147483778" r:id="rId86"/>
    <p:sldLayoutId id="2147483779" r:id="rId87"/>
    <p:sldLayoutId id="2147483780" r:id="rId88"/>
    <p:sldLayoutId id="2147483871" r:id="rId89"/>
    <p:sldLayoutId id="2147483781" r:id="rId90"/>
    <p:sldLayoutId id="2147483872" r:id="rId91"/>
    <p:sldLayoutId id="2147483782" r:id="rId92"/>
    <p:sldLayoutId id="2147483873" r:id="rId93"/>
    <p:sldLayoutId id="2147483783" r:id="rId94"/>
    <p:sldLayoutId id="2147483784" r:id="rId95"/>
    <p:sldLayoutId id="2147483874" r:id="rId96"/>
  </p:sldLayoutIdLst>
  <p:txStyles>
    <p:titleStyle>
      <a:lvl1pPr algn="l" defTabSz="914400" rtl="0" eaLnBrk="1" latinLnBrk="0" hangingPunct="1">
        <a:lnSpc>
          <a:spcPct val="90000"/>
        </a:lnSpc>
        <a:spcBef>
          <a:spcPct val="0"/>
        </a:spcBef>
        <a:buNone/>
        <a:defRPr sz="4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p:titleStyle>
    <p:bodyStyle>
      <a:lvl1pPr marL="457200" indent="-4572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vl2pPr marL="800100" indent="-3429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2pPr>
      <a:lvl3pPr marL="1257300" indent="-3429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3pPr>
      <a:lvl4pPr marL="1657350" indent="-28575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4pPr>
      <a:lvl5pPr marL="2114550" indent="-28575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xml"/><Relationship Id="rId1" Type="http://schemas.openxmlformats.org/officeDocument/2006/relationships/slideLayout" Target="../slideLayouts/slideLayout16.xml"/><Relationship Id="rId5" Type="http://schemas.openxmlformats.org/officeDocument/2006/relationships/image" Target="../media/image62.png"/><Relationship Id="rId4" Type="http://schemas.openxmlformats.org/officeDocument/2006/relationships/image" Target="../media/image61.png"/></Relationships>
</file>

<file path=ppt/slides/_rels/slide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hyperlink" Target="https://brand.amazon.com/aws/video-guidelines-2/video-tenents/" TargetMode="External"/><Relationship Id="rId2" Type="http://schemas.openxmlformats.org/officeDocument/2006/relationships/hyperlink" Target="https://w.amazon.com/bin/view/AWS/GlobalEventsDesign/" TargetMode="Externa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hyperlink" Target="https://aws.amazon.com/" TargetMode="External"/><Relationship Id="rId2" Type="http://schemas.openxmlformats.org/officeDocument/2006/relationships/notesSlide" Target="../notesSlides/notesSlide2.xml"/><Relationship Id="rId1" Type="http://schemas.openxmlformats.org/officeDocument/2006/relationships/slideLayout" Target="../slideLayouts/slideLayout16.xml"/><Relationship Id="rId4" Type="http://schemas.openxmlformats.org/officeDocument/2006/relationships/image" Target="../media/image64.png"/></Relationships>
</file>

<file path=ppt/slides/_rels/slide6.xml.rels><?xml version="1.0" encoding="UTF-8" standalone="yes"?>
<Relationships xmlns="http://schemas.openxmlformats.org/package/2006/relationships"><Relationship Id="rId3" Type="http://schemas.openxmlformats.org/officeDocument/2006/relationships/hyperlink" Target="https://support.microsoft.com/en-us/office/make-your-powerpoint-presentations-accessible-to-people-with-disabilities-6f7772b2-2f33-4bd2-8ca7-dae3b2b3ef25" TargetMode="External"/><Relationship Id="rId2" Type="http://schemas.openxmlformats.org/officeDocument/2006/relationships/hyperlink" Target="https://www.w3.org/WAI/WCAG21/Understanding/contrast-minimum.html" TargetMode="Externa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8" Type="http://schemas.openxmlformats.org/officeDocument/2006/relationships/image" Target="../media/image66.jpeg"/><Relationship Id="rId3" Type="http://schemas.openxmlformats.org/officeDocument/2006/relationships/hyperlink" Target="https://brand.amazon.com/aws/" TargetMode="External"/><Relationship Id="rId7" Type="http://schemas.openxmlformats.org/officeDocument/2006/relationships/image" Target="../media/image65.png"/><Relationship Id="rId2" Type="http://schemas.openxmlformats.org/officeDocument/2006/relationships/notesSlide" Target="../notesSlides/notesSlide3.xml"/><Relationship Id="rId1" Type="http://schemas.openxmlformats.org/officeDocument/2006/relationships/slideLayout" Target="../slideLayouts/slideLayout16.xml"/><Relationship Id="rId6" Type="http://schemas.openxmlformats.org/officeDocument/2006/relationships/hyperlink" Target="https://aws.amazon.com/architecture/icons/" TargetMode="External"/><Relationship Id="rId5" Type="http://schemas.openxmlformats.org/officeDocument/2006/relationships/hyperlink" Target="https://spark.adobe.com/page/cnvHGbPyCWnFR/" TargetMode="External"/><Relationship Id="rId10" Type="http://schemas.openxmlformats.org/officeDocument/2006/relationships/image" Target="../media/image17.png"/><Relationship Id="rId4" Type="http://schemas.openxmlformats.org/officeDocument/2006/relationships/hyperlink" Target="https://freeway.amazon.com/" TargetMode="External"/><Relationship Id="rId9" Type="http://schemas.openxmlformats.org/officeDocument/2006/relationships/image" Target="../media/image67.png"/></Relationships>
</file>

<file path=ppt/slides/_rels/slide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xml"/><Relationship Id="rId1" Type="http://schemas.openxmlformats.org/officeDocument/2006/relationships/slideLayout" Target="../slideLayouts/slideLayout16.xml"/><Relationship Id="rId4" Type="http://schemas.openxmlformats.org/officeDocument/2006/relationships/image" Target="../media/image6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69.xml"/></Relationships>
</file>

<file path=ppt/slides/_rels/slide6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7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6.xml"/></Relationships>
</file>

<file path=ppt/slides/_rels/slide71.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jpeg"/><Relationship Id="rId1" Type="http://schemas.openxmlformats.org/officeDocument/2006/relationships/slideLayout" Target="../slideLayouts/slideLayout48.xml"/><Relationship Id="rId4" Type="http://schemas.openxmlformats.org/officeDocument/2006/relationships/image" Target="../media/image72.jpe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74.xml.rels><?xml version="1.0" encoding="UTF-8" standalone="yes"?>
<Relationships xmlns="http://schemas.openxmlformats.org/package/2006/relationships"><Relationship Id="rId2" Type="http://schemas.openxmlformats.org/officeDocument/2006/relationships/image" Target="../media/image73.jpeg"/><Relationship Id="rId1" Type="http://schemas.openxmlformats.org/officeDocument/2006/relationships/slideLayout" Target="../slideLayouts/slideLayout87.xml"/></Relationships>
</file>

<file path=ppt/slides/_rels/slide75.xml.rels><?xml version="1.0" encoding="UTF-8" standalone="yes"?>
<Relationships xmlns="http://schemas.openxmlformats.org/package/2006/relationships"><Relationship Id="rId3" Type="http://schemas.openxmlformats.org/officeDocument/2006/relationships/image" Target="../media/image75.jpeg"/><Relationship Id="rId2" Type="http://schemas.openxmlformats.org/officeDocument/2006/relationships/image" Target="../media/image74.png"/><Relationship Id="rId1" Type="http://schemas.openxmlformats.org/officeDocument/2006/relationships/slideLayout" Target="../slideLayouts/slideLayout64.xml"/></Relationships>
</file>

<file path=ppt/slides/_rels/slide76.xml.rels><?xml version="1.0" encoding="UTF-8" standalone="yes"?>
<Relationships xmlns="http://schemas.openxmlformats.org/package/2006/relationships"><Relationship Id="rId8" Type="http://schemas.openxmlformats.org/officeDocument/2006/relationships/hyperlink" Target="NULL" TargetMode="External"/><Relationship Id="rId13" Type="http://schemas.openxmlformats.org/officeDocument/2006/relationships/hyperlink" Target="https://w.amazon.com/bin/view/AWS_Event_Content_Editing" TargetMode="External"/><Relationship Id="rId3" Type="http://schemas.openxmlformats.org/officeDocument/2006/relationships/image" Target="../media/image76.png"/><Relationship Id="rId7" Type="http://schemas.openxmlformats.org/officeDocument/2006/relationships/hyperlink" Target="https://356labs.com/podcast/" TargetMode="External"/><Relationship Id="rId12" Type="http://schemas.openxmlformats.org/officeDocument/2006/relationships/image" Target="../media/image79.png"/><Relationship Id="rId2" Type="http://schemas.openxmlformats.org/officeDocument/2006/relationships/hyperlink" Target="http://barcodes.corp.amazon.com/api/qr/http%3A%2F%2Fbarcodes.corp.amazon.com%2Findex.html%23qr" TargetMode="External"/><Relationship Id="rId1" Type="http://schemas.openxmlformats.org/officeDocument/2006/relationships/slideLayout" Target="../slideLayouts/slideLayout16.xml"/><Relationship Id="rId6" Type="http://schemas.openxmlformats.org/officeDocument/2006/relationships/hyperlink" Target="https://www.linkedin.com/learning/paths/master-microsoft-powerpoint?trk=learning-serp_learning_search-card&amp;upsellOrderOrigin=homepage-learning_learning-search-bar_search-submit" TargetMode="External"/><Relationship Id="rId11" Type="http://schemas.openxmlformats.org/officeDocument/2006/relationships/hyperlink" Target="NULL" TargetMode="External"/><Relationship Id="rId5" Type="http://schemas.openxmlformats.org/officeDocument/2006/relationships/hyperlink" Target="https://support.microsoft.com/en-us/powerpoint" TargetMode="External"/><Relationship Id="rId10" Type="http://schemas.openxmlformats.org/officeDocument/2006/relationships/hyperlink" Target="https://www.brightcarbon.com/events/" TargetMode="External"/><Relationship Id="rId4" Type="http://schemas.openxmlformats.org/officeDocument/2006/relationships/image" Target="../media/image77.png"/><Relationship Id="rId9" Type="http://schemas.openxmlformats.org/officeDocument/2006/relationships/image" Target="../media/image78.png"/></Relationships>
</file>

<file path=ppt/slides/_rels/slide77.xml.rels><?xml version="1.0" encoding="UTF-8" standalone="yes"?>
<Relationships xmlns="http://schemas.openxmlformats.org/package/2006/relationships"><Relationship Id="rId3" Type="http://schemas.openxmlformats.org/officeDocument/2006/relationships/hyperlink" Target="https://support.microsoft.com/en-us/office/use-charts-and-graphs-in-your-presentation-c74616f1-a5b2-4a37-8695-fbcc043bf526" TargetMode="External"/><Relationship Id="rId2" Type="http://schemas.openxmlformats.org/officeDocument/2006/relationships/hyperlink" Target="https://design.amazon.com/styleguide/9188F3F120Af/aws/visual-identity/data-visualization/" TargetMode="External"/><Relationship Id="rId1" Type="http://schemas.openxmlformats.org/officeDocument/2006/relationships/slideLayout" Target="../slideLayouts/slideLayout21.xml"/></Relationships>
</file>

<file path=ppt/slides/_rels/slide7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1.xml"/></Relationships>
</file>

<file path=ppt/slides/_rels/slide79.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1.xml"/></Relationships>
</file>

<file path=ppt/slides/_rels/slide80.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1.xml"/></Relationships>
</file>

<file path=ppt/slides/_rels/slide81.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21.xml"/></Relationships>
</file>

<file path=ppt/slides/_rels/slide82.xml.rels><?xml version="1.0" encoding="UTF-8" standalone="yes"?>
<Relationships xmlns="http://schemas.openxmlformats.org/package/2006/relationships"><Relationship Id="rId3" Type="http://schemas.openxmlformats.org/officeDocument/2006/relationships/image" Target="../media/image660.png"/><Relationship Id="rId2" Type="http://schemas.microsoft.com/office/2014/relationships/chartEx" Target="../charts/chartEx1.xml"/><Relationship Id="rId1" Type="http://schemas.openxmlformats.org/officeDocument/2006/relationships/slideLayout" Target="../slideLayouts/slideLayout21.xml"/></Relationships>
</file>

<file path=ppt/slides/_rels/slide83.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21.xml"/></Relationships>
</file>

<file path=ppt/slides/_rels/slide84.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21.xml"/></Relationships>
</file>

<file path=ppt/slides/_rels/slide85.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21.xml"/></Relationships>
</file>

<file path=ppt/slides/_rels/slide86.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21.xml"/></Relationships>
</file>

<file path=ppt/slides/_rels/slide87.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21.xml"/></Relationships>
</file>

<file path=ppt/slides/_rels/slide88.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21.xml"/></Relationships>
</file>

<file path=ppt/slides/_rels/slide89.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21.xml"/></Relationships>
</file>

<file path=ppt/slides/_rels/slide90.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2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97.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21.xml"/></Relationships>
</file>

<file path=ppt/slides/_rels/slide98.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21.xml"/></Relationships>
</file>

<file path=ppt/slides/_rels/slide99.xml.rels><?xml version="1.0" encoding="UTF-8" standalone="yes"?>
<Relationships xmlns="http://schemas.openxmlformats.org/package/2006/relationships"><Relationship Id="rId2" Type="http://schemas.openxmlformats.org/officeDocument/2006/relationships/chart" Target="../charts/chart18.xml"/><Relationship Id="rId1" Type="http://schemas.openxmlformats.org/officeDocument/2006/relationships/slideLayout" Target="../slideLayouts/slideLayout21.xml"/></Relationships>
</file>

<file path=ppt/slides/_rels/slide100.xml.rels><?xml version="1.0" encoding="UTF-8" standalone="yes"?>
<Relationships xmlns="http://schemas.openxmlformats.org/package/2006/relationships"><Relationship Id="rId2" Type="http://schemas.openxmlformats.org/officeDocument/2006/relationships/chart" Target="../charts/chart19.xml"/><Relationship Id="rId1" Type="http://schemas.openxmlformats.org/officeDocument/2006/relationships/slideLayout" Target="../slideLayouts/slideLayout2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6.xml.rels><?xml version="1.0" encoding="UTF-8" standalone="yes"?>
<Relationships xmlns="http://schemas.openxmlformats.org/package/2006/relationships"><Relationship Id="rId3" Type="http://schemas.openxmlformats.org/officeDocument/2006/relationships/image" Target="../media/image81.svg"/><Relationship Id="rId2" Type="http://schemas.openxmlformats.org/officeDocument/2006/relationships/image" Target="../media/image80.png"/><Relationship Id="rId1" Type="http://schemas.openxmlformats.org/officeDocument/2006/relationships/slideLayout" Target="../slideLayouts/slideLayout2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9.xml.rels><?xml version="1.0" encoding="UTF-8" standalone="yes"?>
<Relationships xmlns="http://schemas.openxmlformats.org/package/2006/relationships"><Relationship Id="rId3" Type="http://schemas.openxmlformats.org/officeDocument/2006/relationships/image" Target="../media/image83.svg"/><Relationship Id="rId2" Type="http://schemas.openxmlformats.org/officeDocument/2006/relationships/image" Target="../media/image82.png"/><Relationship Id="rId1" Type="http://schemas.openxmlformats.org/officeDocument/2006/relationships/slideLayout" Target="../slideLayouts/slideLayout21.xml"/></Relationships>
</file>

<file path=ppt/slides/_rels/slide110.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chart" Target="../charts/chart20.xml"/><Relationship Id="rId1" Type="http://schemas.openxmlformats.org/officeDocument/2006/relationships/slideLayout" Target="../slideLayouts/slideLayout2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12.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Content Placeholder 4">
            <a:extLst>
              <a:ext uri="{FF2B5EF4-FFF2-40B4-BE49-F238E27FC236}">
                <a16:creationId xmlns:a16="http://schemas.microsoft.com/office/drawing/2014/main" id="{5A97E23F-85FD-4125-BB1E-C9BDAC5E7E96}"/>
              </a:ext>
            </a:extLst>
          </p:cNvPr>
          <p:cNvSpPr txBox="1">
            <a:spLocks/>
          </p:cNvSpPr>
          <p:nvPr/>
        </p:nvSpPr>
        <p:spPr>
          <a:xfrm>
            <a:off x="609600" y="1711804"/>
            <a:ext cx="5161752" cy="4191000"/>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Dark and light slide options</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400" dirty="0">
                <a:latin typeface="Amazon Ember Display" panose="020F0603020204020204" pitchFamily="34" charset="0"/>
              </a:rPr>
              <a:t>Use light mode in light presentation environments, </a:t>
            </a:r>
            <a:br>
              <a:rPr lang="en-US" sz="1400" dirty="0">
                <a:latin typeface="Amazon Ember Display" panose="020F0603020204020204" pitchFamily="34" charset="0"/>
              </a:rPr>
            </a:br>
            <a:r>
              <a:rPr lang="en-US" sz="1400" dirty="0">
                <a:latin typeface="Amazon Ember Display" panose="020F0603020204020204" pitchFamily="34" charset="0"/>
              </a:rPr>
              <a:t>and use dark mode in dark presentation environments.</a:t>
            </a:r>
          </a:p>
          <a:p>
            <a:pPr marL="0" indent="0">
              <a:buFont typeface="Arial" panose="020B0604020202020204" pitchFamily="34" charset="0"/>
              <a:buNone/>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Cover slide and divider slide options</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400" dirty="0">
                <a:latin typeface="Amazon Ember Display" panose="020F0603020204020204" pitchFamily="34" charset="0"/>
              </a:rPr>
              <a:t>Mix and match the cover slides with the divider slides. </a:t>
            </a:r>
            <a:br>
              <a:rPr lang="en-US" sz="1400" dirty="0">
                <a:latin typeface="Amazon Ember Display" panose="020F0603020204020204" pitchFamily="34" charset="0"/>
              </a:rPr>
            </a:br>
            <a:r>
              <a:rPr lang="en-US" sz="1400" dirty="0">
                <a:latin typeface="Amazon Ember Display" panose="020F0603020204020204" pitchFamily="34" charset="0"/>
              </a:rPr>
              <a:t>You can use any combination of gradient, pattern, or block backgrounds.</a:t>
            </a:r>
          </a:p>
          <a:p>
            <a:pPr marL="0" indent="0">
              <a:buFont typeface="Arial" panose="020B0604020202020204" pitchFamily="34" charset="0"/>
              <a:buNone/>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Content slides</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400" dirty="0">
                <a:latin typeface="Amazon Ember Display" panose="020F0603020204020204" pitchFamily="34" charset="0"/>
              </a:rPr>
              <a:t>Use these empty layouts to build your deck. A sample of the options are shown. You can add or change layouts on the Home tab.</a:t>
            </a:r>
          </a:p>
          <a:p>
            <a:pPr marL="0" indent="0">
              <a:buFont typeface="Arial" panose="020B0604020202020204" pitchFamily="34" charset="0"/>
              <a:buNone/>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Examples of application</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400" dirty="0">
                <a:latin typeface="Amazon Ember Display" panose="020F0603020204020204" pitchFamily="34" charset="0"/>
              </a:rPr>
              <a:t>Refer to these slides for examples of how to use the layouts. </a:t>
            </a:r>
          </a:p>
          <a:p>
            <a:pPr marL="0" indent="0">
              <a:buNone/>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Data visualization</a:t>
            </a:r>
            <a:br>
              <a:rPr lang="en-US" sz="14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400" dirty="0">
                <a:latin typeface="Amazon Ember Display" panose="020F0603020204020204" pitchFamily="34" charset="0"/>
                <a:ea typeface="Amazon Ember Display" panose="020F0603020204020204" pitchFamily="34" charset="0"/>
                <a:cs typeface="Amazon Ember Display" panose="020F0603020204020204" pitchFamily="34" charset="0"/>
              </a:rPr>
              <a:t>Use data visualizations, unique to AWS.</a:t>
            </a:r>
            <a:endPar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0" indent="0">
              <a:buFont typeface="Arial" panose="020B0604020202020204" pitchFamily="34" charset="0"/>
              <a:buNone/>
            </a:pPr>
            <a:endParaRPr lang="en-US" sz="1400" dirty="0">
              <a:latin typeface="Amazon Ember Display" panose="020F0603020204020204" pitchFamily="34" charset="0"/>
            </a:endParaRPr>
          </a:p>
          <a:p>
            <a:pPr marL="0" indent="0">
              <a:buFont typeface="Arial" panose="020B0604020202020204" pitchFamily="34" charset="0"/>
              <a:buNone/>
            </a:pPr>
            <a:endParaRPr lang="en-US" sz="1400" dirty="0">
              <a:latin typeface="Amazon Ember Display" panose="020F0603020204020204" pitchFamily="34" charset="0"/>
            </a:endParaRPr>
          </a:p>
        </p:txBody>
      </p:sp>
      <p:sp>
        <p:nvSpPr>
          <p:cNvPr id="9" name="Title 8">
            <a:extLst>
              <a:ext uri="{FF2B5EF4-FFF2-40B4-BE49-F238E27FC236}">
                <a16:creationId xmlns:a16="http://schemas.microsoft.com/office/drawing/2014/main" id="{1DAF8C56-ACB8-4760-A95E-49D9806D17A5}"/>
              </a:ext>
            </a:extLst>
          </p:cNvPr>
          <p:cNvSpPr>
            <a:spLocks noGrp="1"/>
          </p:cNvSpPr>
          <p:nvPr>
            <p:ph type="title"/>
          </p:nvPr>
        </p:nvSpPr>
        <p:spPr/>
        <p:txBody>
          <a:bodyPr/>
          <a:lstStyle/>
          <a:p>
            <a:r>
              <a:rPr lang="en-US" dirty="0"/>
              <a:t>This template includes</a:t>
            </a:r>
          </a:p>
        </p:txBody>
      </p:sp>
      <p:sp>
        <p:nvSpPr>
          <p:cNvPr id="2" name="Slide Number Placeholder 1">
            <a:extLst>
              <a:ext uri="{FF2B5EF4-FFF2-40B4-BE49-F238E27FC236}">
                <a16:creationId xmlns:a16="http://schemas.microsoft.com/office/drawing/2014/main" id="{1AE6F246-71F1-7344-B4D8-3235667038E0}"/>
              </a:ext>
            </a:extLst>
          </p:cNvPr>
          <p:cNvSpPr>
            <a:spLocks noGrp="1"/>
          </p:cNvSpPr>
          <p:nvPr>
            <p:ph type="sldNum" sz="quarter" idx="12"/>
          </p:nvPr>
        </p:nvSpPr>
        <p:spPr/>
        <p:txBody>
          <a:bodyPr/>
          <a:lstStyle/>
          <a:p>
            <a:fld id="{EB4B8DE2-A4E8-46E4-8BBF-D75455EFF32C}" type="slidenum">
              <a:rPr lang="en-US" smtClean="0"/>
              <a:pPr/>
              <a:t>1</a:t>
            </a:fld>
            <a:endParaRPr lang="en-US" dirty="0"/>
          </a:p>
        </p:txBody>
      </p:sp>
      <p:sp>
        <p:nvSpPr>
          <p:cNvPr id="13" name="Rounded Rectangle 12">
            <a:extLst>
              <a:ext uri="{FF2B5EF4-FFF2-40B4-BE49-F238E27FC236}">
                <a16:creationId xmlns:a16="http://schemas.microsoft.com/office/drawing/2014/main" id="{93D7B8F1-F8B8-E256-C4C3-13641EAA3527}"/>
              </a:ext>
            </a:extLst>
          </p:cNvPr>
          <p:cNvSpPr/>
          <p:nvPr/>
        </p:nvSpPr>
        <p:spPr>
          <a:xfrm>
            <a:off x="6206768" y="4020403"/>
            <a:ext cx="5229857" cy="1691309"/>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14" name="TextBox 13">
            <a:extLst>
              <a:ext uri="{FF2B5EF4-FFF2-40B4-BE49-F238E27FC236}">
                <a16:creationId xmlns:a16="http://schemas.microsoft.com/office/drawing/2014/main" id="{BDAF804E-F4A9-8229-477E-8EAE09E712B9}"/>
              </a:ext>
            </a:extLst>
          </p:cNvPr>
          <p:cNvSpPr txBox="1"/>
          <p:nvPr/>
        </p:nvSpPr>
        <p:spPr>
          <a:xfrm>
            <a:off x="6462750" y="4745504"/>
            <a:ext cx="2113870" cy="800219"/>
          </a:xfrm>
          <a:prstGeom prst="rect">
            <a:avLst/>
          </a:prstGeom>
          <a:noFill/>
        </p:spPr>
        <p:txBody>
          <a:bodyPr wrap="square" lIns="152400" tIns="121920" rIns="152400" bIns="121920" rtlCol="0">
            <a:spAutoFit/>
          </a:bodyPr>
          <a:lstStyle/>
          <a:p>
            <a:pPr>
              <a:lnSpc>
                <a:spcPct val="90000"/>
              </a:lnSpc>
              <a:spcAft>
                <a:spcPts val="1500"/>
              </a:spcAft>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100+ available </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slide layouts</a:t>
            </a:r>
          </a:p>
        </p:txBody>
      </p:sp>
      <p:pic>
        <p:nvPicPr>
          <p:cNvPr id="15" name="Picture 14">
            <a:extLst>
              <a:ext uri="{FF2B5EF4-FFF2-40B4-BE49-F238E27FC236}">
                <a16:creationId xmlns:a16="http://schemas.microsoft.com/office/drawing/2014/main" id="{74B287E0-4195-CFF7-28EF-B1900DC4730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541135" y="4230281"/>
            <a:ext cx="1677109" cy="1363693"/>
          </a:xfrm>
          <a:prstGeom prst="roundRect">
            <a:avLst>
              <a:gd name="adj" fmla="val 3708"/>
            </a:avLst>
          </a:prstGeom>
        </p:spPr>
      </p:pic>
      <p:pic>
        <p:nvPicPr>
          <p:cNvPr id="17" name="Picture 16">
            <a:extLst>
              <a:ext uri="{FF2B5EF4-FFF2-40B4-BE49-F238E27FC236}">
                <a16:creationId xmlns:a16="http://schemas.microsoft.com/office/drawing/2014/main" id="{B273C2DF-A6F7-6D46-3CF6-51E5A66018E0}"/>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8517563" y="4151081"/>
            <a:ext cx="1465954" cy="698542"/>
          </a:xfrm>
          <a:prstGeom prst="roundRect">
            <a:avLst>
              <a:gd name="adj" fmla="val 8866"/>
            </a:avLst>
          </a:prstGeom>
          <a:ln>
            <a:noFill/>
          </a:ln>
          <a:effectLst>
            <a:outerShdw blurRad="292100" dist="139700" dir="2700000" algn="tl" rotWithShape="0">
              <a:srgbClr val="333333">
                <a:alpha val="65000"/>
              </a:srgbClr>
            </a:outerShdw>
          </a:effectLst>
        </p:spPr>
      </p:pic>
      <p:sp>
        <p:nvSpPr>
          <p:cNvPr id="18" name="Content Placeholder 4">
            <a:extLst>
              <a:ext uri="{FF2B5EF4-FFF2-40B4-BE49-F238E27FC236}">
                <a16:creationId xmlns:a16="http://schemas.microsoft.com/office/drawing/2014/main" id="{92096180-D07D-AA28-E4FE-62FC4728B48A}"/>
              </a:ext>
            </a:extLst>
          </p:cNvPr>
          <p:cNvSpPr txBox="1">
            <a:spLocks/>
          </p:cNvSpPr>
          <p:nvPr/>
        </p:nvSpPr>
        <p:spPr>
          <a:xfrm>
            <a:off x="6096000" y="1711805"/>
            <a:ext cx="5486400" cy="4190999"/>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Speaker vs reader</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400" dirty="0">
                <a:effectLst/>
                <a:latin typeface="Amazon Ember Display" panose="020F0603020204020204" pitchFamily="34" charset="0"/>
              </a:rPr>
              <a:t>When creating your presentation, consider how it will be viewed. If </a:t>
            </a:r>
            <a:r>
              <a:rPr lang="en-US" sz="1400" dirty="0">
                <a:latin typeface="Amazon Ember Display" panose="020F0603020204020204" pitchFamily="34" charset="0"/>
              </a:rPr>
              <a:t>the PowerPoint will be viewed by many, in a presentation setting, keep slide content to a minimum and make sure font size is large enough to be read from the furthest reasonable distance. </a:t>
            </a:r>
          </a:p>
          <a:p>
            <a:pPr marL="0" indent="0">
              <a:buFont typeface="Arial" panose="020B0604020202020204" pitchFamily="34" charset="0"/>
              <a:buNone/>
            </a:pPr>
            <a:r>
              <a:rPr lang="en-US" sz="1400" dirty="0">
                <a:latin typeface="Amazon Ember Display" panose="020F0603020204020204" pitchFamily="34" charset="0"/>
              </a:rPr>
              <a:t>If the PowerPoint will be viewed on individual devices, you can include more content at a smaller size per slide. We still recommend keeping content as minimal as possible. Less is more.</a:t>
            </a:r>
          </a:p>
        </p:txBody>
      </p:sp>
      <p:grpSp>
        <p:nvGrpSpPr>
          <p:cNvPr id="5" name="Group 4">
            <a:extLst>
              <a:ext uri="{FF2B5EF4-FFF2-40B4-BE49-F238E27FC236}">
                <a16:creationId xmlns:a16="http://schemas.microsoft.com/office/drawing/2014/main" id="{5918E26B-A38E-275D-4779-853E1209C8B6}"/>
              </a:ext>
            </a:extLst>
          </p:cNvPr>
          <p:cNvGrpSpPr/>
          <p:nvPr/>
        </p:nvGrpSpPr>
        <p:grpSpPr>
          <a:xfrm>
            <a:off x="6096000" y="596821"/>
            <a:ext cx="5486400" cy="542662"/>
            <a:chOff x="6096000" y="883938"/>
            <a:chExt cx="5486400" cy="542662"/>
          </a:xfrm>
        </p:grpSpPr>
        <p:sp>
          <p:nvSpPr>
            <p:cNvPr id="3" name="Rectangle 2">
              <a:extLst>
                <a:ext uri="{FF2B5EF4-FFF2-40B4-BE49-F238E27FC236}">
                  <a16:creationId xmlns:a16="http://schemas.microsoft.com/office/drawing/2014/main" id="{B78AC377-AABE-A845-6AEB-1B3C287E5DBA}"/>
                </a:ext>
              </a:extLst>
            </p:cNvPr>
            <p:cNvSpPr/>
            <p:nvPr/>
          </p:nvSpPr>
          <p:spPr>
            <a:xfrm>
              <a:off x="6096001" y="883938"/>
              <a:ext cx="5340624" cy="54266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4" name="Content Placeholder 4">
              <a:extLst>
                <a:ext uri="{FF2B5EF4-FFF2-40B4-BE49-F238E27FC236}">
                  <a16:creationId xmlns:a16="http://schemas.microsoft.com/office/drawing/2014/main" id="{21DB6499-4F9C-1CEC-C283-FF0A2D05FDC9}"/>
                </a:ext>
              </a:extLst>
            </p:cNvPr>
            <p:cNvSpPr txBox="1">
              <a:spLocks/>
            </p:cNvSpPr>
            <p:nvPr/>
          </p:nvSpPr>
          <p:spPr>
            <a:xfrm>
              <a:off x="6096000" y="1003348"/>
              <a:ext cx="5486400" cy="361914"/>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50" b="1" dirty="0">
                  <a:solidFill>
                    <a:schemeClr val="accent5">
                      <a:lumMod val="50000"/>
                    </a:schemeClr>
                  </a:solidFill>
                  <a:latin typeface="Amazon Ember Display" panose="020F0603020204020204" pitchFamily="34" charset="0"/>
                  <a:ea typeface="Amazon Ember Display" panose="020F0603020204020204" pitchFamily="34" charset="0"/>
                  <a:cs typeface="Amazon Ember Display" panose="020F0603020204020204" pitchFamily="34" charset="0"/>
                </a:rPr>
                <a:t>Do not change headers font size or placement</a:t>
              </a:r>
              <a:endParaRPr lang="en-US" sz="1850" b="1" dirty="0">
                <a:solidFill>
                  <a:schemeClr val="accent5">
                    <a:lumMod val="50000"/>
                  </a:schemeClr>
                </a:solidFill>
                <a:latin typeface="Amazon Ember Display" panose="020F0603020204020204" pitchFamily="34" charset="0"/>
              </a:endParaRPr>
            </a:p>
          </p:txBody>
        </p:sp>
      </p:grpSp>
      <p:grpSp>
        <p:nvGrpSpPr>
          <p:cNvPr id="6" name="Group 5">
            <a:extLst>
              <a:ext uri="{FF2B5EF4-FFF2-40B4-BE49-F238E27FC236}">
                <a16:creationId xmlns:a16="http://schemas.microsoft.com/office/drawing/2014/main" id="{2E967825-6413-AE50-C88B-64F40C2B9C41}"/>
              </a:ext>
            </a:extLst>
          </p:cNvPr>
          <p:cNvGrpSpPr/>
          <p:nvPr/>
        </p:nvGrpSpPr>
        <p:grpSpPr>
          <a:xfrm>
            <a:off x="6096000" y="1138924"/>
            <a:ext cx="5486400" cy="542663"/>
            <a:chOff x="6096000" y="883937"/>
            <a:chExt cx="5486400" cy="542663"/>
          </a:xfrm>
        </p:grpSpPr>
        <p:sp>
          <p:nvSpPr>
            <p:cNvPr id="7" name="Rectangle 6">
              <a:extLst>
                <a:ext uri="{FF2B5EF4-FFF2-40B4-BE49-F238E27FC236}">
                  <a16:creationId xmlns:a16="http://schemas.microsoft.com/office/drawing/2014/main" id="{D8984B3C-BD59-35DB-EDB3-FDB8434F1BC0}"/>
                </a:ext>
              </a:extLst>
            </p:cNvPr>
            <p:cNvSpPr/>
            <p:nvPr/>
          </p:nvSpPr>
          <p:spPr>
            <a:xfrm>
              <a:off x="6096001" y="883937"/>
              <a:ext cx="5340624" cy="54266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0" name="Content Placeholder 4">
              <a:extLst>
                <a:ext uri="{FF2B5EF4-FFF2-40B4-BE49-F238E27FC236}">
                  <a16:creationId xmlns:a16="http://schemas.microsoft.com/office/drawing/2014/main" id="{645A9B2B-017B-DFA2-CCD7-CD1328196A62}"/>
                </a:ext>
              </a:extLst>
            </p:cNvPr>
            <p:cNvSpPr txBox="1">
              <a:spLocks/>
            </p:cNvSpPr>
            <p:nvPr/>
          </p:nvSpPr>
          <p:spPr>
            <a:xfrm>
              <a:off x="6096000" y="979275"/>
              <a:ext cx="5486400" cy="361914"/>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50" b="1" dirty="0">
                  <a:solidFill>
                    <a:schemeClr val="accent6">
                      <a:lumMod val="50000"/>
                    </a:schemeClr>
                  </a:solidFill>
                  <a:latin typeface="Amazon Ember Display" panose="020F0603020204020204" pitchFamily="34" charset="0"/>
                  <a:ea typeface="Amazon Ember Display" panose="020F0603020204020204" pitchFamily="34" charset="0"/>
                  <a:cs typeface="Amazon Ember Display" panose="020F0603020204020204" pitchFamily="34" charset="0"/>
                </a:rPr>
                <a:t>Guidance for combining decks on page 2</a:t>
              </a:r>
              <a:endParaRPr lang="en-US" sz="1850" b="1" dirty="0">
                <a:solidFill>
                  <a:schemeClr val="accent6">
                    <a:lumMod val="50000"/>
                  </a:schemeClr>
                </a:solidFill>
                <a:latin typeface="Amazon Ember Display" panose="020F0603020204020204" pitchFamily="34" charset="0"/>
              </a:endParaRPr>
            </a:p>
          </p:txBody>
        </p:sp>
      </p:grpSp>
    </p:spTree>
    <p:extLst>
      <p:ext uri="{BB962C8B-B14F-4D97-AF65-F5344CB8AC3E}">
        <p14:creationId xmlns:p14="http://schemas.microsoft.com/office/powerpoint/2010/main" val="3240097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DE0F3AC-7CF5-F942-ED08-A35DDEDAF4A8}"/>
              </a:ext>
            </a:extLst>
          </p:cNvPr>
          <p:cNvSpPr/>
          <p:nvPr/>
        </p:nvSpPr>
        <p:spPr>
          <a:xfrm>
            <a:off x="6367084" y="1685080"/>
            <a:ext cx="4290756" cy="66187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endParaRPr>
          </a:p>
        </p:txBody>
      </p:sp>
      <p:sp>
        <p:nvSpPr>
          <p:cNvPr id="15" name="Rounded Rectangle 14">
            <a:extLst>
              <a:ext uri="{FF2B5EF4-FFF2-40B4-BE49-F238E27FC236}">
                <a16:creationId xmlns:a16="http://schemas.microsoft.com/office/drawing/2014/main" id="{12BB1CFA-F96F-F51D-6FE5-C74D53491F8D}"/>
              </a:ext>
            </a:extLst>
          </p:cNvPr>
          <p:cNvSpPr/>
          <p:nvPr/>
        </p:nvSpPr>
        <p:spPr>
          <a:xfrm>
            <a:off x="609600" y="3961445"/>
            <a:ext cx="5229857" cy="2248855"/>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 name="Title 1"/>
          <p:cNvSpPr>
            <a:spLocks noGrp="1"/>
          </p:cNvSpPr>
          <p:nvPr>
            <p:ph type="title"/>
          </p:nvPr>
        </p:nvSpPr>
        <p:spPr>
          <a:xfrm>
            <a:off x="511626" y="914401"/>
            <a:ext cx="10972800" cy="590931"/>
          </a:xfrm>
        </p:spPr>
        <p:txBody>
          <a:bodyPr/>
          <a:lstStyle/>
          <a:p>
            <a:r>
              <a:rPr lang="en-US" dirty="0"/>
              <a:t>How to add or reuse content</a:t>
            </a:r>
          </a:p>
        </p:txBody>
      </p:sp>
      <p:sp>
        <p:nvSpPr>
          <p:cNvPr id="7" name="Slide Number Placeholder 6">
            <a:extLst>
              <a:ext uri="{FF2B5EF4-FFF2-40B4-BE49-F238E27FC236}">
                <a16:creationId xmlns:a16="http://schemas.microsoft.com/office/drawing/2014/main" id="{C9E10639-C594-F144-9EAF-C6B771DD4C9F}"/>
              </a:ext>
            </a:extLst>
          </p:cNvPr>
          <p:cNvSpPr>
            <a:spLocks noGrp="1"/>
          </p:cNvSpPr>
          <p:nvPr>
            <p:ph type="sldNum" sz="quarter" idx="12"/>
          </p:nvPr>
        </p:nvSpPr>
        <p:spPr/>
        <p:txBody>
          <a:bodyPr/>
          <a:lstStyle/>
          <a:p>
            <a:fld id="{EB4B8DE2-A4E8-46E4-8BBF-D75455EFF32C}" type="slidenum">
              <a:rPr lang="en-US" smtClean="0"/>
              <a:pPr/>
              <a:t>2</a:t>
            </a:fld>
            <a:endParaRPr lang="en-US" dirty="0"/>
          </a:p>
        </p:txBody>
      </p:sp>
      <p:sp>
        <p:nvSpPr>
          <p:cNvPr id="4" name="TextBox 3"/>
          <p:cNvSpPr txBox="1"/>
          <p:nvPr/>
        </p:nvSpPr>
        <p:spPr>
          <a:xfrm>
            <a:off x="6352544" y="1654531"/>
            <a:ext cx="5496555" cy="4647554"/>
          </a:xfrm>
          <a:prstGeom prst="rect">
            <a:avLst/>
          </a:prstGeom>
          <a:noFill/>
        </p:spPr>
        <p:txBody>
          <a:bodyPr wrap="square" lIns="152400" tIns="121920" rIns="152400" bIns="121920" rtlCol="0">
            <a:spAutoFit/>
          </a:bodyPr>
          <a:lstStyle/>
          <a:p>
            <a:pPr>
              <a:lnSpc>
                <a:spcPct val="90000"/>
              </a:lnSpc>
              <a:spcAft>
                <a:spcPts val="1500"/>
              </a:spcAft>
            </a:pPr>
            <a:r>
              <a:rPr lang="en-US" sz="1667" dirty="0">
                <a:latin typeface="Amazon Ember Display" panose="020F0603020204020204" pitchFamily="34" charset="0"/>
              </a:rPr>
              <a:t>Follow these steps to apply this template </a:t>
            </a:r>
            <a:br>
              <a:rPr lang="en-US" sz="1667" dirty="0">
                <a:latin typeface="Amazon Ember Display" panose="020F0603020204020204" pitchFamily="34" charset="0"/>
              </a:rPr>
            </a:br>
            <a:r>
              <a:rPr lang="en-US" sz="1667" dirty="0">
                <a:latin typeface="Amazon Ember Display" panose="020F0603020204020204" pitchFamily="34" charset="0"/>
              </a:rPr>
              <a:t>to your </a:t>
            </a:r>
            <a:r>
              <a:rPr lang="en-US" sz="1667" dirty="0">
                <a:solidFill>
                  <a:schemeClr val="accent2"/>
                </a:solidFill>
                <a:latin typeface="Amazon Ember Display" panose="020F0603020204020204" pitchFamily="34" charset="0"/>
              </a:rPr>
              <a:t>existing slide deck</a:t>
            </a:r>
            <a:r>
              <a:rPr lang="en-US" sz="1667" dirty="0">
                <a:latin typeface="Amazon Ember Display" panose="020F0603020204020204" pitchFamily="34" charset="0"/>
              </a:rPr>
              <a:t>:</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Select all of the slides in the left-hand pane of this template file and delete them (click on one and press Ctrl + A and then Delete). </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Open the deck you’ve already created and select all of the slides in the left-hand pane (Ctrl + A) and copy them (Ctrl + C).</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In the template file, right-click in the empty left-hand pane and click Use Destination Theme (use this same method to transfer individual slides).</a:t>
            </a: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r>
              <a:rPr lang="en-US" sz="1200" dirty="0">
                <a:latin typeface="Amazon Ember Display" panose="020F0603020204020204" pitchFamily="34" charset="0"/>
              </a:rPr>
              <a:t>For each slide in your deck, apply the appropriate layout (Home tab &gt; Slides section &gt; Layout).</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Reset the slides (Home tab &gt; Slides section &gt; Reset) and ensure all content is in the appropriate placeholders and resets to the correct location. If needed, copy-paste the content into the correct placeholders.</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Save the file and create/revise content as described to the left.</a:t>
            </a:r>
          </a:p>
        </p:txBody>
      </p:sp>
      <p:grpSp>
        <p:nvGrpSpPr>
          <p:cNvPr id="8" name="Group 7"/>
          <p:cNvGrpSpPr/>
          <p:nvPr/>
        </p:nvGrpSpPr>
        <p:grpSpPr>
          <a:xfrm>
            <a:off x="6810531" y="3757967"/>
            <a:ext cx="1295270" cy="904080"/>
            <a:chOff x="10379951" y="1783009"/>
            <a:chExt cx="2272273" cy="1586015"/>
          </a:xfrm>
        </p:grpSpPr>
        <p:pic>
          <p:nvPicPr>
            <p:cNvPr id="6" name="Picture 5"/>
            <p:cNvPicPr>
              <a:picLocks noChangeAspect="1"/>
            </p:cNvPicPr>
            <p:nvPr/>
          </p:nvPicPr>
          <p:blipFill>
            <a:blip r:embed="rId3"/>
            <a:stretch>
              <a:fillRect/>
            </a:stretch>
          </p:blipFill>
          <p:spPr>
            <a:xfrm>
              <a:off x="10379951" y="1783009"/>
              <a:ext cx="2272273" cy="1586015"/>
            </a:xfrm>
            <a:prstGeom prst="rect">
              <a:avLst/>
            </a:prstGeom>
          </p:spPr>
        </p:pic>
        <p:sp>
          <p:nvSpPr>
            <p:cNvPr id="12" name="Rectangle 11"/>
            <p:cNvSpPr/>
            <p:nvPr/>
          </p:nvSpPr>
          <p:spPr bwMode="auto">
            <a:xfrm>
              <a:off x="10732088" y="2141307"/>
              <a:ext cx="518493" cy="463890"/>
            </a:xfrm>
            <a:prstGeom prst="rect">
              <a:avLst/>
            </a:prstGeom>
            <a:noFill/>
            <a:ln w="38100">
              <a:solidFill>
                <a:schemeClr val="accent2"/>
              </a:solidFill>
              <a:miter lim="800000"/>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lIns="152400" tIns="121920" rIns="152400" bIns="121920"/>
            <a:lstStyle/>
            <a:p>
              <a:pPr algn="ctr" defTabSz="777029">
                <a:lnSpc>
                  <a:spcPct val="90000"/>
                </a:lnSpc>
                <a:defRPr/>
              </a:pPr>
              <a:endParaRPr lang="en-US" sz="2000"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sp>
        <p:nvSpPr>
          <p:cNvPr id="20" name="TextBox 19"/>
          <p:cNvSpPr txBox="1"/>
          <p:nvPr/>
        </p:nvSpPr>
        <p:spPr>
          <a:xfrm>
            <a:off x="440444" y="1654531"/>
            <a:ext cx="5399013" cy="2306914"/>
          </a:xfrm>
          <a:prstGeom prst="rect">
            <a:avLst/>
          </a:prstGeom>
          <a:noFill/>
        </p:spPr>
        <p:txBody>
          <a:bodyPr wrap="square" lIns="152400" tIns="121920" rIns="152400" bIns="121920" rtlCol="0">
            <a:spAutoFit/>
          </a:bodyPr>
          <a:lstStyle/>
          <a:p>
            <a:pPr>
              <a:lnSpc>
                <a:spcPct val="90000"/>
              </a:lnSpc>
              <a:spcAft>
                <a:spcPts val="1500"/>
              </a:spcAft>
            </a:pPr>
            <a:r>
              <a:rPr lang="en-US" sz="1667" dirty="0">
                <a:latin typeface="Amazon Ember Display" panose="020F0603020204020204" pitchFamily="34" charset="0"/>
              </a:rPr>
              <a:t>Follow these steps to use this template </a:t>
            </a:r>
            <a:br>
              <a:rPr lang="en-US" sz="1667" dirty="0">
                <a:latin typeface="Amazon Ember Display" panose="020F0603020204020204" pitchFamily="34" charset="0"/>
              </a:rPr>
            </a:br>
            <a:r>
              <a:rPr lang="en-US" sz="1667" dirty="0">
                <a:latin typeface="Amazon Ember Display" panose="020F0603020204020204" pitchFamily="34" charset="0"/>
              </a:rPr>
              <a:t>to create a </a:t>
            </a:r>
            <a:r>
              <a:rPr lang="en-US" sz="1667" dirty="0">
                <a:solidFill>
                  <a:schemeClr val="accent2"/>
                </a:solidFill>
                <a:latin typeface="Amazon Ember Display" panose="020F0603020204020204" pitchFamily="34" charset="0"/>
              </a:rPr>
              <a:t>new slide deck</a:t>
            </a:r>
            <a:r>
              <a:rPr lang="en-US" sz="1667" dirty="0">
                <a:latin typeface="Amazon Ember Display" panose="020F0603020204020204" pitchFamily="34" charset="0"/>
              </a:rPr>
              <a:t>:</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Enter your content on the blank slides and delete any unneeded or hidden slides.</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If you want to add more slides, on the Insert tab, select the little arrow under New Slide, and then select your desired layout from the options displayed (shown below). Fill out your slide content using the preformatted context placeholders.</a:t>
            </a:r>
          </a:p>
          <a:p>
            <a:pPr marL="242084" indent="-242084">
              <a:lnSpc>
                <a:spcPct val="90000"/>
              </a:lnSpc>
              <a:spcAft>
                <a:spcPts val="250"/>
              </a:spcAft>
              <a:buFont typeface="+mj-lt"/>
              <a:buAutoNum type="arabicPeriod"/>
            </a:pPr>
            <a:r>
              <a:rPr lang="en-US" sz="1200" dirty="0">
                <a:latin typeface="Amazon Ember Display" panose="020F0603020204020204" pitchFamily="34" charset="0"/>
              </a:rPr>
              <a:t>End the deck with the Thank You slide and then the Survey Reminder slide layouts.</a:t>
            </a:r>
          </a:p>
        </p:txBody>
      </p:sp>
      <p:pic>
        <p:nvPicPr>
          <p:cNvPr id="3" name="Picture 2"/>
          <p:cNvPicPr>
            <a:picLocks noChangeAspect="1"/>
          </p:cNvPicPr>
          <p:nvPr/>
        </p:nvPicPr>
        <p:blipFill>
          <a:blip r:embed="rId4"/>
          <a:stretch>
            <a:fillRect/>
          </a:stretch>
        </p:blipFill>
        <p:spPr>
          <a:xfrm>
            <a:off x="7245600" y="4011169"/>
            <a:ext cx="1982108" cy="328163"/>
          </a:xfrm>
          <a:prstGeom prst="rect">
            <a:avLst/>
          </a:prstGeom>
          <a:effectLst>
            <a:outerShdw blurRad="63500" sx="102000" sy="102000" algn="ctr" rotWithShape="0">
              <a:prstClr val="black">
                <a:alpha val="40000"/>
              </a:prstClr>
            </a:outerShdw>
          </a:effectLst>
        </p:spPr>
      </p:pic>
      <p:sp>
        <p:nvSpPr>
          <p:cNvPr id="13" name="TextBox 12"/>
          <p:cNvSpPr txBox="1"/>
          <p:nvPr/>
        </p:nvSpPr>
        <p:spPr>
          <a:xfrm>
            <a:off x="683449" y="4573170"/>
            <a:ext cx="2113870" cy="800219"/>
          </a:xfrm>
          <a:prstGeom prst="rect">
            <a:avLst/>
          </a:prstGeom>
          <a:noFill/>
        </p:spPr>
        <p:txBody>
          <a:bodyPr wrap="square" lIns="152400" tIns="121920" rIns="152400" bIns="121920" rtlCol="0">
            <a:spAutoFit/>
          </a:bodyPr>
          <a:lstStyle/>
          <a:p>
            <a:pPr algn="r">
              <a:lnSpc>
                <a:spcPct val="90000"/>
              </a:lnSpc>
              <a:spcAft>
                <a:spcPts val="1500"/>
              </a:spcAft>
            </a:pP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100+ available </a:t>
            </a:r>
            <a:b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2000" dirty="0">
                <a:latin typeface="Amazon Ember Display" panose="020F0603020204020204" pitchFamily="34" charset="0"/>
                <a:ea typeface="Amazon Ember Display" panose="020F0603020204020204" pitchFamily="34" charset="0"/>
                <a:cs typeface="Amazon Ember Display" panose="020F0603020204020204" pitchFamily="34" charset="0"/>
              </a:rPr>
              <a:t>slide layouts</a:t>
            </a:r>
          </a:p>
        </p:txBody>
      </p:sp>
      <p:cxnSp>
        <p:nvCxnSpPr>
          <p:cNvPr id="14" name="Straight Connector 13">
            <a:extLst>
              <a:ext uri="{FF2B5EF4-FFF2-40B4-BE49-F238E27FC236}">
                <a16:creationId xmlns:a16="http://schemas.microsoft.com/office/drawing/2014/main" id="{5B28192E-BED8-44C3-91BC-C2AC1B9F66F1}"/>
              </a:ext>
            </a:extLst>
          </p:cNvPr>
          <p:cNvCxnSpPr>
            <a:cxnSpLocks/>
          </p:cNvCxnSpPr>
          <p:nvPr/>
        </p:nvCxnSpPr>
        <p:spPr>
          <a:xfrm>
            <a:off x="6169310" y="1714500"/>
            <a:ext cx="0" cy="4495800"/>
          </a:xfrm>
          <a:prstGeom prst="line">
            <a:avLst/>
          </a:prstGeom>
          <a:ln w="9525" cap="rnd">
            <a:solidFill>
              <a:schemeClr val="tx1"/>
            </a:solidFill>
            <a:headEnd type="none" w="lg" len="lg"/>
            <a:tailEnd type="none" w="lg" len="lg"/>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5298C408-C0A0-023C-1648-1D2F28474F2C}"/>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3263622" y="4257423"/>
            <a:ext cx="2113871" cy="1718833"/>
          </a:xfrm>
          <a:prstGeom prst="rect">
            <a:avLst/>
          </a:prstGeom>
        </p:spPr>
      </p:pic>
    </p:spTree>
    <p:extLst>
      <p:ext uri="{BB962C8B-B14F-4D97-AF65-F5344CB8AC3E}">
        <p14:creationId xmlns:p14="http://schemas.microsoft.com/office/powerpoint/2010/main" val="140852694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C9AD7A7-5131-42C1-8DDA-EF3D5C929C56}"/>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745438" y="3351900"/>
            <a:ext cx="4770941" cy="2591699"/>
          </a:xfrm>
          <a:prstGeom prst="rect">
            <a:avLst/>
          </a:prstGeom>
          <a:ln w="12700">
            <a:solidFill>
              <a:schemeClr val="accent1"/>
            </a:solidFill>
          </a:ln>
        </p:spPr>
      </p:pic>
      <p:sp>
        <p:nvSpPr>
          <p:cNvPr id="3" name="Content Placeholder 4">
            <a:extLst>
              <a:ext uri="{FF2B5EF4-FFF2-40B4-BE49-F238E27FC236}">
                <a16:creationId xmlns:a16="http://schemas.microsoft.com/office/drawing/2014/main" id="{60C20B31-5EC1-4BED-88AA-10BD39AB6F87}"/>
              </a:ext>
            </a:extLst>
          </p:cNvPr>
          <p:cNvSpPr txBox="1">
            <a:spLocks/>
          </p:cNvSpPr>
          <p:nvPr/>
        </p:nvSpPr>
        <p:spPr>
          <a:xfrm>
            <a:off x="609600" y="1711804"/>
            <a:ext cx="10972800" cy="1758780"/>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Aft>
                <a:spcPts val="1800"/>
              </a:spcAft>
            </a:pPr>
            <a:r>
              <a:rPr lang="en-US" sz="1600" dirty="0">
                <a:latin typeface="Amazon Ember Display" panose="020F0603020204020204" pitchFamily="34" charset="0"/>
              </a:rPr>
              <a:t>Go to View &gt; Master &gt; Slide Master </a:t>
            </a:r>
          </a:p>
          <a:p>
            <a:pPr>
              <a:spcAft>
                <a:spcPts val="1800"/>
              </a:spcAft>
            </a:pPr>
            <a:r>
              <a:rPr 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t>The master slide is the very first one in the Slide Master view (see below)</a:t>
            </a:r>
          </a:p>
          <a:p>
            <a:pPr>
              <a:spcAft>
                <a:spcPts val="1800"/>
              </a:spcAft>
            </a:pPr>
            <a:r>
              <a:rPr 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t>You can edit or delete the document title and page numbers here. </a:t>
            </a:r>
            <a:br>
              <a:rPr 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t>All changes will flow down to the child page layouts.</a:t>
            </a:r>
          </a:p>
          <a:p>
            <a:pPr marL="0" indent="0">
              <a:buFont typeface="Arial" panose="020B0604020202020204" pitchFamily="34" charset="0"/>
              <a:buNone/>
            </a:pPr>
            <a:endParaRPr lang="en-US" sz="1600" dirty="0">
              <a:latin typeface="Amazon Ember Display" panose="020F0603020204020204" pitchFamily="34" charset="0"/>
            </a:endParaRPr>
          </a:p>
        </p:txBody>
      </p:sp>
      <p:sp>
        <p:nvSpPr>
          <p:cNvPr id="7" name="Title 6">
            <a:extLst>
              <a:ext uri="{FF2B5EF4-FFF2-40B4-BE49-F238E27FC236}">
                <a16:creationId xmlns:a16="http://schemas.microsoft.com/office/drawing/2014/main" id="{043F7A68-65CD-4387-A54A-ED8049E038CB}"/>
              </a:ext>
            </a:extLst>
          </p:cNvPr>
          <p:cNvSpPr>
            <a:spLocks noGrp="1"/>
          </p:cNvSpPr>
          <p:nvPr>
            <p:ph type="title"/>
          </p:nvPr>
        </p:nvSpPr>
        <p:spPr/>
        <p:txBody>
          <a:bodyPr/>
          <a:lstStyle/>
          <a:p>
            <a:r>
              <a:rPr lang="en-US" dirty="0"/>
              <a:t>Editing the master slide</a:t>
            </a:r>
          </a:p>
        </p:txBody>
      </p:sp>
      <p:sp>
        <p:nvSpPr>
          <p:cNvPr id="2" name="Slide Number Placeholder 1">
            <a:extLst>
              <a:ext uri="{FF2B5EF4-FFF2-40B4-BE49-F238E27FC236}">
                <a16:creationId xmlns:a16="http://schemas.microsoft.com/office/drawing/2014/main" id="{F4E6199B-1694-C645-AFC6-338E9C67F306}"/>
              </a:ext>
            </a:extLst>
          </p:cNvPr>
          <p:cNvSpPr>
            <a:spLocks noGrp="1"/>
          </p:cNvSpPr>
          <p:nvPr>
            <p:ph type="sldNum" sz="quarter" idx="12"/>
          </p:nvPr>
        </p:nvSpPr>
        <p:spPr/>
        <p:txBody>
          <a:bodyPr/>
          <a:lstStyle/>
          <a:p>
            <a:fld id="{EB4B8DE2-A4E8-46E4-8BBF-D75455EFF32C}" type="slidenum">
              <a:rPr lang="en-US" smtClean="0"/>
              <a:pPr/>
              <a:t>3</a:t>
            </a:fld>
            <a:endParaRPr lang="en-US" dirty="0"/>
          </a:p>
        </p:txBody>
      </p:sp>
    </p:spTree>
    <p:extLst>
      <p:ext uri="{BB962C8B-B14F-4D97-AF65-F5344CB8AC3E}">
        <p14:creationId xmlns:p14="http://schemas.microsoft.com/office/powerpoint/2010/main" val="509877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7CEFE-4CAB-4F59-94F8-BCCF589F1B21}"/>
              </a:ext>
            </a:extLst>
          </p:cNvPr>
          <p:cNvSpPr>
            <a:spLocks noGrp="1"/>
          </p:cNvSpPr>
          <p:nvPr>
            <p:ph type="title"/>
          </p:nvPr>
        </p:nvSpPr>
        <p:spPr>
          <a:xfrm>
            <a:off x="527955" y="914401"/>
            <a:ext cx="10972800" cy="590931"/>
          </a:xfrm>
        </p:spPr>
        <p:txBody>
          <a:bodyPr/>
          <a:lstStyle/>
          <a:p>
            <a:r>
              <a:rPr lang="en-US" dirty="0"/>
              <a:t>Some caveats</a:t>
            </a:r>
          </a:p>
        </p:txBody>
      </p:sp>
      <p:sp>
        <p:nvSpPr>
          <p:cNvPr id="4" name="Slide Number Placeholder 3">
            <a:extLst>
              <a:ext uri="{FF2B5EF4-FFF2-40B4-BE49-F238E27FC236}">
                <a16:creationId xmlns:a16="http://schemas.microsoft.com/office/drawing/2014/main" id="{8D5C838A-C4D9-C240-B017-5A43CEBE6414}"/>
              </a:ext>
            </a:extLst>
          </p:cNvPr>
          <p:cNvSpPr>
            <a:spLocks noGrp="1"/>
          </p:cNvSpPr>
          <p:nvPr>
            <p:ph type="sldNum" sz="quarter" idx="12"/>
          </p:nvPr>
        </p:nvSpPr>
        <p:spPr/>
        <p:txBody>
          <a:bodyPr/>
          <a:lstStyle/>
          <a:p>
            <a:fld id="{EB4B8DE2-A4E8-46E4-8BBF-D75455EFF32C}" type="slidenum">
              <a:rPr lang="en-US" smtClean="0"/>
              <a:pPr/>
              <a:t>4</a:t>
            </a:fld>
            <a:endParaRPr lang="en-US" dirty="0"/>
          </a:p>
        </p:txBody>
      </p:sp>
      <p:sp>
        <p:nvSpPr>
          <p:cNvPr id="3" name="Content Placeholder 4">
            <a:extLst>
              <a:ext uri="{FF2B5EF4-FFF2-40B4-BE49-F238E27FC236}">
                <a16:creationId xmlns:a16="http://schemas.microsoft.com/office/drawing/2014/main" id="{CE81320E-EE77-4520-81AF-578287185BAC}"/>
              </a:ext>
            </a:extLst>
          </p:cNvPr>
          <p:cNvSpPr txBox="1">
            <a:spLocks/>
          </p:cNvSpPr>
          <p:nvPr/>
        </p:nvSpPr>
        <p:spPr>
          <a:xfrm>
            <a:off x="609600" y="1747880"/>
            <a:ext cx="10972800" cy="3803515"/>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1800"/>
              </a:spcAft>
              <a:buFont typeface="Arial" panose="020B0604020202020204" pitchFamily="34" charset="0"/>
              <a:buNone/>
            </a:pPr>
            <a:r>
              <a:rPr lang="en-US" sz="2100" dirty="0">
                <a:latin typeface="Amazon Ember Display" panose="020F0603020204020204" pitchFamily="34" charset="0"/>
                <a:ea typeface="Amazon Ember Display" panose="020F0603020204020204" pitchFamily="34" charset="0"/>
                <a:cs typeface="Amazon Ember Display" panose="020F0603020204020204" pitchFamily="34" charset="0"/>
              </a:rPr>
              <a:t>This template is not intended for global events.</a:t>
            </a:r>
            <a:br>
              <a:rPr lang="en-US" sz="2400" dirty="0">
                <a:latin typeface="Amazon Ember Display" panose="020F0603020204020204" pitchFamily="34" charset="0"/>
              </a:rPr>
            </a:br>
            <a:r>
              <a:rPr lang="en-US" sz="1600" dirty="0">
                <a:latin typeface="Amazon Ember Display" panose="020F0603020204020204" pitchFamily="34" charset="0"/>
              </a:rPr>
              <a:t>Global events have unique templates that align to the Global Event's style guide. </a:t>
            </a:r>
            <a:br>
              <a:rPr lang="en-US" sz="1600" dirty="0">
                <a:latin typeface="Amazon Ember Display" panose="020F0603020204020204" pitchFamily="34" charset="0"/>
              </a:rPr>
            </a:br>
            <a:r>
              <a:rPr lang="en-US" sz="1600" dirty="0">
                <a:latin typeface="Amazon Ember Display" panose="020F0603020204020204" pitchFamily="34" charset="0"/>
              </a:rPr>
              <a:t>Contact the Events team for assistance: </a:t>
            </a:r>
            <a:r>
              <a:rPr lang="en-US" sz="1600" dirty="0">
                <a:latin typeface="Amazon Ember Display" panose="020F0603020204020204" pitchFamily="34" charset="0"/>
                <a:hlinkClick r:id="rId2" tooltip="Global Events Design wiki"/>
              </a:rPr>
              <a:t>Global Events Design wiki</a:t>
            </a:r>
            <a:endParaRPr lang="en-US" sz="1600" dirty="0">
              <a:latin typeface="Amazon Ember Display" panose="020F0603020204020204" pitchFamily="34" charset="0"/>
            </a:endParaRPr>
          </a:p>
          <a:p>
            <a:pPr marL="0" indent="0">
              <a:spcAft>
                <a:spcPts val="1800"/>
              </a:spcAft>
              <a:buFont typeface="Arial" panose="020B0604020202020204" pitchFamily="34" charset="0"/>
              <a:buNone/>
            </a:pPr>
            <a:r>
              <a:rPr lang="en-US" sz="2100" dirty="0">
                <a:latin typeface="Amazon Ember Display" panose="020F0603020204020204" pitchFamily="34" charset="0"/>
                <a:ea typeface="Amazon Ember Display" panose="020F0603020204020204" pitchFamily="34" charset="0"/>
                <a:cs typeface="Amazon Ember Display" panose="020F0603020204020204" pitchFamily="34" charset="0"/>
              </a:rPr>
              <a:t>This template can be used for broadcast.</a:t>
            </a:r>
            <a:br>
              <a:rPr lang="en-US" sz="24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t>Please note that this template’s title safe areas </a:t>
            </a:r>
            <a:r>
              <a:rPr lang="en-US" sz="1600" dirty="0">
                <a:latin typeface="Amazon Ember Display" panose="020F0603020204020204" pitchFamily="34" charset="0"/>
              </a:rPr>
              <a:t>have not been tested for every monitor or all scenarios. Be sure to consider this when using for broadcast purposes.</a:t>
            </a:r>
          </a:p>
          <a:p>
            <a:pPr marL="0" indent="0">
              <a:spcAft>
                <a:spcPts val="1800"/>
              </a:spcAft>
              <a:buFont typeface="Arial" panose="020B0604020202020204" pitchFamily="34" charset="0"/>
              <a:buNone/>
            </a:pPr>
            <a:r>
              <a:rPr lang="en-US" sz="1600" dirty="0">
                <a:latin typeface="Amazon Ember Display" panose="020F0603020204020204" pitchFamily="34" charset="0"/>
              </a:rPr>
              <a:t>For more information: </a:t>
            </a:r>
            <a:r>
              <a:rPr lang="en-US" sz="1600" dirty="0">
                <a:latin typeface="Amazon Ember Display" panose="020F0603020204020204" pitchFamily="34" charset="0"/>
                <a:hlinkClick r:id="rId3" tooltip="Video guidelines on the Brand portal"/>
              </a:rPr>
              <a:t>Video guidelines on the Brand portal</a:t>
            </a:r>
            <a:endParaRPr lang="en-US" sz="1600" dirty="0">
              <a:latin typeface="Amazon Ember Display" panose="020F0603020204020204" pitchFamily="34" charset="0"/>
            </a:endParaRPr>
          </a:p>
          <a:p>
            <a:pPr marL="0" indent="0">
              <a:buFont typeface="Arial" panose="020B0604020202020204" pitchFamily="34" charset="0"/>
              <a:buNone/>
            </a:pPr>
            <a:endParaRPr lang="en-US" sz="2400" dirty="0">
              <a:latin typeface="Amazon Ember Display" panose="020F0603020204020204" pitchFamily="34" charset="0"/>
            </a:endParaRPr>
          </a:p>
        </p:txBody>
      </p:sp>
    </p:spTree>
    <p:extLst>
      <p:ext uri="{BB962C8B-B14F-4D97-AF65-F5344CB8AC3E}">
        <p14:creationId xmlns:p14="http://schemas.microsoft.com/office/powerpoint/2010/main" val="2101578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70A2F1C6-1E86-94CC-900F-4C6952CE89E0}"/>
              </a:ext>
            </a:extLst>
          </p:cNvPr>
          <p:cNvSpPr/>
          <p:nvPr/>
        </p:nvSpPr>
        <p:spPr>
          <a:xfrm>
            <a:off x="609600" y="4279768"/>
            <a:ext cx="10972800" cy="1930531"/>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 name="Title 1"/>
          <p:cNvSpPr>
            <a:spLocks noGrp="1"/>
          </p:cNvSpPr>
          <p:nvPr>
            <p:ph type="title"/>
          </p:nvPr>
        </p:nvSpPr>
        <p:spPr>
          <a:xfrm>
            <a:off x="527955" y="914401"/>
            <a:ext cx="10972800" cy="590931"/>
          </a:xfrm>
        </p:spPr>
        <p:txBody>
          <a:bodyPr/>
          <a:lstStyle/>
          <a:p>
            <a:r>
              <a:rPr lang="en-US" dirty="0"/>
              <a:t>Font guidance</a:t>
            </a:r>
          </a:p>
        </p:txBody>
      </p:sp>
      <p:sp>
        <p:nvSpPr>
          <p:cNvPr id="3" name="Slide Number Placeholder 2">
            <a:extLst>
              <a:ext uri="{FF2B5EF4-FFF2-40B4-BE49-F238E27FC236}">
                <a16:creationId xmlns:a16="http://schemas.microsoft.com/office/drawing/2014/main" id="{51ED06BE-E779-ED4B-9DB2-DA4D9F406433}"/>
              </a:ext>
            </a:extLst>
          </p:cNvPr>
          <p:cNvSpPr>
            <a:spLocks noGrp="1"/>
          </p:cNvSpPr>
          <p:nvPr>
            <p:ph type="sldNum" sz="quarter" idx="12"/>
          </p:nvPr>
        </p:nvSpPr>
        <p:spPr/>
        <p:txBody>
          <a:bodyPr/>
          <a:lstStyle/>
          <a:p>
            <a:fld id="{EB4B8DE2-A4E8-46E4-8BBF-D75455EFF32C}" type="slidenum">
              <a:rPr lang="en-US" smtClean="0"/>
              <a:pPr/>
              <a:t>5</a:t>
            </a:fld>
            <a:endParaRPr lang="en-US" dirty="0"/>
          </a:p>
        </p:txBody>
      </p:sp>
      <p:sp>
        <p:nvSpPr>
          <p:cNvPr id="7" name="Rectangle 6"/>
          <p:cNvSpPr/>
          <p:nvPr/>
        </p:nvSpPr>
        <p:spPr>
          <a:xfrm>
            <a:off x="582271" y="1738077"/>
            <a:ext cx="4932410" cy="2365071"/>
          </a:xfrm>
          <a:prstGeom prst="rect">
            <a:avLst/>
          </a:prstGeom>
        </p:spPr>
        <p:txBody>
          <a:bodyPr wrap="square">
            <a:spAutoFit/>
          </a:bodyPr>
          <a:lstStyle/>
          <a:p>
            <a:pPr>
              <a:lnSpc>
                <a:spcPct val="90000"/>
              </a:lnSpc>
              <a:spcBef>
                <a:spcPct val="20000"/>
              </a:spcBef>
              <a:spcAft>
                <a:spcPts val="667"/>
              </a:spcAft>
              <a:buSzPct val="90000"/>
            </a:pPr>
            <a:r>
              <a:rPr lang="en-US" sz="2333" dirty="0">
                <a:latin typeface="Amazon Ember Display" panose="020F0603020204020204" pitchFamily="34" charset="0"/>
                <a:ea typeface="Amazon Ember Display" panose="020F0603020204020204" pitchFamily="34" charset="0"/>
                <a:cs typeface="Amazon Ember Display" panose="020F0603020204020204" pitchFamily="34" charset="0"/>
              </a:rPr>
              <a:t>Font family</a:t>
            </a:r>
          </a:p>
          <a:p>
            <a:pPr>
              <a:lnSpc>
                <a:spcPct val="90000"/>
              </a:lnSpc>
              <a:spcBef>
                <a:spcPct val="20000"/>
              </a:spcBef>
              <a:spcAft>
                <a:spcPts val="667"/>
              </a:spcAft>
              <a:buSzPct val="90000"/>
            </a:pPr>
            <a:r>
              <a:rPr lang="en-US" sz="1667" dirty="0">
                <a:latin typeface="Amazon Ember Display" panose="020F0603020204020204" pitchFamily="34" charset="0"/>
                <a:ea typeface="Amazon Ember Display" panose="020F0603020204020204" pitchFamily="34" charset="0"/>
                <a:cs typeface="Amazon Ember Display" panose="020F0603020204020204" pitchFamily="34" charset="0"/>
              </a:rPr>
              <a:t>Use AWS brand fonts. </a:t>
            </a:r>
          </a:p>
          <a:p>
            <a:pPr>
              <a:lnSpc>
                <a:spcPct val="90000"/>
              </a:lnSpc>
              <a:spcBef>
                <a:spcPct val="20000"/>
              </a:spcBef>
              <a:spcAft>
                <a:spcPts val="667"/>
              </a:spcAft>
              <a:buSzPct val="90000"/>
            </a:pPr>
            <a:r>
              <a:rPr lang="en-US" sz="1667" dirty="0">
                <a:solidFill>
                  <a:schemeClr val="accent2"/>
                </a:solidFill>
                <a:latin typeface="Amazon Ember Display" panose="020F0603020204020204" pitchFamily="34" charset="0"/>
                <a:ea typeface="Amazon Ember Display" panose="020F0603020204020204" pitchFamily="34" charset="0"/>
                <a:cs typeface="Amazon Ember Display" panose="020F0603020204020204" pitchFamily="34" charset="0"/>
              </a:rPr>
              <a:t>Amazon Ember Display Regular, </a:t>
            </a:r>
            <a:r>
              <a:rPr lang="en-US" sz="1667" dirty="0">
                <a:latin typeface="Amazon Ember Display" panose="020F0603020204020204" pitchFamily="34" charset="0"/>
                <a:ea typeface="Amazon Ember Display" panose="020F0603020204020204" pitchFamily="34" charset="0"/>
                <a:cs typeface="Amazon Ember Display" panose="020F0603020204020204" pitchFamily="34" charset="0"/>
              </a:rPr>
              <a:t>sentence case, for titles and copy.</a:t>
            </a:r>
          </a:p>
          <a:p>
            <a:pPr>
              <a:lnSpc>
                <a:spcPct val="90000"/>
              </a:lnSpc>
              <a:spcBef>
                <a:spcPct val="20000"/>
              </a:spcBef>
              <a:spcAft>
                <a:spcPts val="667"/>
              </a:spcAft>
              <a:buSzPct val="90000"/>
            </a:pPr>
            <a:r>
              <a:rPr lang="en-US" sz="1667" dirty="0">
                <a:solidFill>
                  <a:schemeClr val="accent2"/>
                </a:solidFill>
                <a:latin typeface="Amazon Ember Mono" panose="020B0509020204020204" pitchFamily="49" charset="0"/>
                <a:ea typeface="Amazon Ember Mono" panose="020B0509020204020204" pitchFamily="49" charset="0"/>
                <a:cs typeface="Amazon Ember Mono" panose="020B0509020204020204" pitchFamily="49" charset="0"/>
              </a:rPr>
              <a:t>Amazon Ember Mono Regular, </a:t>
            </a:r>
            <a:r>
              <a:rPr lang="en-US" sz="1667" dirty="0">
                <a:latin typeface="Amazon Ember Mono" panose="020B0509020204020204" pitchFamily="49" charset="0"/>
                <a:ea typeface="Amazon Ember Mono" panose="020B0509020204020204" pitchFamily="49" charset="0"/>
                <a:cs typeface="Amazon Ember Mono" panose="020B0509020204020204" pitchFamily="49" charset="0"/>
              </a:rPr>
              <a:t>all caps, </a:t>
            </a:r>
            <a:r>
              <a:rPr lang="en-US" sz="1667" dirty="0">
                <a:latin typeface="Amazon Ember Display" panose="020F0603020204020204" pitchFamily="34" charset="0"/>
                <a:ea typeface="Amazon Ember Display" panose="020F0603020204020204" pitchFamily="34" charset="0"/>
                <a:cs typeface="Amazon Ember Display" panose="020F0603020204020204" pitchFamily="34" charset="0"/>
              </a:rPr>
              <a:t>for eyebrow text. </a:t>
            </a:r>
          </a:p>
          <a:p>
            <a:pPr>
              <a:lnSpc>
                <a:spcPct val="90000"/>
              </a:lnSpc>
              <a:spcBef>
                <a:spcPct val="20000"/>
              </a:spcBef>
              <a:spcAft>
                <a:spcPts val="667"/>
              </a:spcAft>
              <a:buSzPct val="90000"/>
            </a:pPr>
            <a:r>
              <a:rPr lang="en-US" sz="1667" dirty="0">
                <a:latin typeface="Amazon Ember Display" panose="020F0603020204020204" pitchFamily="34" charset="0"/>
                <a:ea typeface="Amazon Ember Display" panose="020F0603020204020204" pitchFamily="34" charset="0"/>
                <a:cs typeface="Amazon Ember Display" panose="020F0603020204020204" pitchFamily="34" charset="0"/>
              </a:rPr>
              <a:t>For code use </a:t>
            </a:r>
            <a:r>
              <a:rPr lang="en-US" sz="1600" dirty="0">
                <a:solidFill>
                  <a:schemeClr val="accent2"/>
                </a:solidFill>
                <a:latin typeface="Lucida Console" panose="020B0609040504020204" pitchFamily="49" charset="0"/>
                <a:ea typeface="Amazon Ember Display" panose="020F0603020204020204" pitchFamily="34" charset="0"/>
                <a:cs typeface="Amazon Ember Display" panose="020F0603020204020204" pitchFamily="34" charset="0"/>
              </a:rPr>
              <a:t>Lucida Console</a:t>
            </a:r>
            <a:r>
              <a:rPr lang="en-US" sz="1667" dirty="0">
                <a:latin typeface="Amazon Ember Display" panose="020F0603020204020204" pitchFamily="34" charset="0"/>
                <a:ea typeface="Amazon Ember Display" panose="020F0603020204020204" pitchFamily="34" charset="0"/>
                <a:cs typeface="Amazon Ember Display" panose="020F0603020204020204" pitchFamily="34" charset="0"/>
              </a:rPr>
              <a:t>.</a:t>
            </a:r>
          </a:p>
        </p:txBody>
      </p:sp>
      <p:sp>
        <p:nvSpPr>
          <p:cNvPr id="9" name="Rectangle 8"/>
          <p:cNvSpPr/>
          <p:nvPr/>
        </p:nvSpPr>
        <p:spPr>
          <a:xfrm>
            <a:off x="6155418" y="1738077"/>
            <a:ext cx="5175602" cy="1710918"/>
          </a:xfrm>
          <a:prstGeom prst="rect">
            <a:avLst/>
          </a:prstGeom>
        </p:spPr>
        <p:txBody>
          <a:bodyPr wrap="square">
            <a:spAutoFit/>
          </a:bodyPr>
          <a:lstStyle/>
          <a:p>
            <a:pPr>
              <a:lnSpc>
                <a:spcPct val="90000"/>
              </a:lnSpc>
              <a:spcBef>
                <a:spcPct val="20000"/>
              </a:spcBef>
              <a:spcAft>
                <a:spcPts val="667"/>
              </a:spcAft>
              <a:buSzPct val="90000"/>
            </a:pPr>
            <a:r>
              <a:rPr lang="en-US" sz="2333" dirty="0">
                <a:latin typeface="Amazon Ember Display" panose="020F0603020204020204" pitchFamily="34" charset="0"/>
                <a:ea typeface="Amazon Ember Display" panose="020F0603020204020204" pitchFamily="34" charset="0"/>
                <a:cs typeface="Amazon Ember Display" panose="020F0603020204020204" pitchFamily="34" charset="0"/>
              </a:rPr>
              <a:t>Font styling</a:t>
            </a:r>
          </a:p>
          <a:p>
            <a:pPr>
              <a:spcAft>
                <a:spcPts val="667"/>
              </a:spcAft>
            </a:pPr>
            <a:r>
              <a:rPr lang="en-US" sz="1667" dirty="0">
                <a:latin typeface="Amazon Ember Display" panose="020F0603020204020204" pitchFamily="34" charset="0"/>
              </a:rPr>
              <a:t>Do not underline text that is not </a:t>
            </a:r>
            <a:r>
              <a:rPr lang="en-US" sz="1667" dirty="0">
                <a:solidFill>
                  <a:schemeClr val="accent1"/>
                </a:solidFill>
                <a:latin typeface="Amazon Ember Display" panose="020F0603020204020204" pitchFamily="34" charset="0"/>
                <a:hlinkClick r:id="rId3"/>
              </a:rPr>
              <a:t>a hyperlink</a:t>
            </a:r>
            <a:r>
              <a:rPr lang="en-US" sz="1667" dirty="0">
                <a:latin typeface="Amazon Ember Display" panose="020F0603020204020204" pitchFamily="34" charset="0"/>
              </a:rPr>
              <a:t>.</a:t>
            </a:r>
          </a:p>
          <a:p>
            <a:pPr>
              <a:spcAft>
                <a:spcPts val="667"/>
              </a:spcAft>
            </a:pPr>
            <a:r>
              <a:rPr lang="en-US" sz="1667" dirty="0">
                <a:latin typeface="Amazon Ember Display" panose="020F0603020204020204" pitchFamily="34" charset="0"/>
              </a:rPr>
              <a:t>Use font sizes that are at least 20 pt for slide text and at least 12 pt. for diagrams.</a:t>
            </a:r>
          </a:p>
          <a:p>
            <a:pPr>
              <a:spcAft>
                <a:spcPts val="667"/>
              </a:spcAft>
            </a:pPr>
            <a:r>
              <a:rPr lang="en-US" sz="1667" dirty="0">
                <a:latin typeface="Amazon Ember Display" panose="020F0603020204020204" pitchFamily="34" charset="0"/>
              </a:rPr>
              <a:t>If using color for </a:t>
            </a:r>
            <a:r>
              <a:rPr lang="en-US" sz="1667" dirty="0">
                <a:solidFill>
                  <a:schemeClr val="accent2"/>
                </a:solidFill>
                <a:latin typeface="Amazon Ember Display" panose="020F0603020204020204" pitchFamily="34" charset="0"/>
              </a:rPr>
              <a:t>emphasis </a:t>
            </a:r>
            <a:r>
              <a:rPr lang="en-US" sz="1667" dirty="0">
                <a:latin typeface="Amazon Ember Display" panose="020F0603020204020204" pitchFamily="34" charset="0"/>
              </a:rPr>
              <a:t>in text, use bold as well.</a:t>
            </a:r>
          </a:p>
        </p:txBody>
      </p:sp>
      <p:sp>
        <p:nvSpPr>
          <p:cNvPr id="12" name="TextBox 11"/>
          <p:cNvSpPr txBox="1"/>
          <p:nvPr/>
        </p:nvSpPr>
        <p:spPr>
          <a:xfrm>
            <a:off x="7120467" y="5318840"/>
            <a:ext cx="3397692" cy="800219"/>
          </a:xfrm>
          <a:prstGeom prst="rect">
            <a:avLst/>
          </a:prstGeom>
          <a:noFill/>
        </p:spPr>
        <p:txBody>
          <a:bodyPr wrap="square" lIns="152400" tIns="121920" rIns="152400" bIns="121920" rtlCol="0">
            <a:spAutoFit/>
          </a:bodyPr>
          <a:lstStyle/>
          <a:p>
            <a:pPr>
              <a:lnSpc>
                <a:spcPct val="90000"/>
              </a:lnSpc>
              <a:spcAft>
                <a:spcPts val="1500"/>
              </a:spcAft>
            </a:pPr>
            <a:r>
              <a:rPr lang="en-US" sz="2000" dirty="0">
                <a:gradFill>
                  <a:gsLst>
                    <a:gs pos="2917">
                      <a:schemeClr val="tx1"/>
                    </a:gs>
                    <a:gs pos="30000">
                      <a:schemeClr val="tx1"/>
                    </a:gs>
                  </a:gsLst>
                  <a:lin ang="5400000" scaled="0"/>
                </a:gradFill>
                <a:latin typeface="Amazon Ember Display" panose="020F0603020204020204" pitchFamily="34" charset="0"/>
              </a:rPr>
              <a:t>If not, contact the event manager for a font pack.</a:t>
            </a:r>
          </a:p>
        </p:txBody>
      </p:sp>
      <p:sp>
        <p:nvSpPr>
          <p:cNvPr id="15" name="TextBox 14"/>
          <p:cNvSpPr txBox="1"/>
          <p:nvPr/>
        </p:nvSpPr>
        <p:spPr>
          <a:xfrm>
            <a:off x="1673841" y="5041279"/>
            <a:ext cx="2654903" cy="892424"/>
          </a:xfrm>
          <a:prstGeom prst="rect">
            <a:avLst/>
          </a:prstGeom>
          <a:solidFill>
            <a:schemeClr val="tx1"/>
          </a:solidFill>
        </p:spPr>
        <p:txBody>
          <a:bodyPr wrap="square" lIns="152400" tIns="121920" rIns="152400" bIns="121920" rtlCol="0">
            <a:spAutoFit/>
          </a:bodyPr>
          <a:lstStyle/>
          <a:p>
            <a:pPr>
              <a:lnSpc>
                <a:spcPct val="90000"/>
              </a:lnSpc>
              <a:spcAft>
                <a:spcPts val="1500"/>
              </a:spcAft>
            </a:pPr>
            <a:r>
              <a:rPr lang="en-US" sz="2333" dirty="0">
                <a:solidFill>
                  <a:schemeClr val="bg1"/>
                </a:solidFill>
                <a:latin typeface="Amazon Ember Display" panose="020F0603020204020204" pitchFamily="34" charset="0"/>
              </a:rPr>
              <a:t>Multiple Amazon EC2 instances</a:t>
            </a:r>
          </a:p>
        </p:txBody>
      </p:sp>
      <p:sp>
        <p:nvSpPr>
          <p:cNvPr id="19" name="TextBox 18"/>
          <p:cNvSpPr txBox="1"/>
          <p:nvPr/>
        </p:nvSpPr>
        <p:spPr>
          <a:xfrm>
            <a:off x="2494963" y="4425725"/>
            <a:ext cx="3781484" cy="615618"/>
          </a:xfrm>
          <a:prstGeom prst="rect">
            <a:avLst/>
          </a:prstGeom>
          <a:noFill/>
        </p:spPr>
        <p:txBody>
          <a:bodyPr wrap="none" lIns="152400" tIns="121920" rIns="152400" bIns="121920" rtlCol="0">
            <a:spAutoFit/>
          </a:bodyPr>
          <a:lstStyle/>
          <a:p>
            <a:pPr>
              <a:lnSpc>
                <a:spcPct val="90000"/>
              </a:lnSpc>
              <a:spcAft>
                <a:spcPts val="1500"/>
              </a:spcAft>
            </a:pPr>
            <a:r>
              <a:rPr lang="en-US" sz="2667" dirty="0">
                <a:gradFill>
                  <a:gsLst>
                    <a:gs pos="2917">
                      <a:schemeClr val="tx1"/>
                    </a:gs>
                    <a:gs pos="30000">
                      <a:schemeClr val="tx1"/>
                    </a:gs>
                  </a:gsLst>
                  <a:lin ang="5400000" scaled="0"/>
                </a:gradFill>
                <a:latin typeface="Amazon Ember Display" panose="020F0603020204020204" pitchFamily="34" charset="0"/>
              </a:rPr>
              <a:t>Do these fonts match?</a:t>
            </a:r>
          </a:p>
        </p:txBody>
      </p:sp>
      <p:grpSp>
        <p:nvGrpSpPr>
          <p:cNvPr id="25" name="Group 24"/>
          <p:cNvGrpSpPr/>
          <p:nvPr/>
        </p:nvGrpSpPr>
        <p:grpSpPr>
          <a:xfrm>
            <a:off x="2052562" y="4664426"/>
            <a:ext cx="451305" cy="376853"/>
            <a:chOff x="1233714" y="6352212"/>
            <a:chExt cx="541566" cy="452223"/>
          </a:xfrm>
        </p:grpSpPr>
        <p:cxnSp>
          <p:nvCxnSpPr>
            <p:cNvPr id="21" name="Straight Arrow Connector 20"/>
            <p:cNvCxnSpPr/>
            <p:nvPr/>
          </p:nvCxnSpPr>
          <p:spPr>
            <a:xfrm>
              <a:off x="1233714" y="6352212"/>
              <a:ext cx="0" cy="452223"/>
            </a:xfrm>
            <a:prstGeom prst="straightConnector1">
              <a:avLst/>
            </a:prstGeom>
            <a:ln w="19050" cap="rnd">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a:off x="1233714" y="6352212"/>
              <a:ext cx="541566" cy="0"/>
            </a:xfrm>
            <a:prstGeom prst="line">
              <a:avLst/>
            </a:prstGeom>
            <a:ln w="19050" cap="rnd">
              <a:solidFill>
                <a:schemeClr val="tx1"/>
              </a:solidFill>
              <a:headEnd type="none" w="lg" len="lg"/>
              <a:tailEnd type="none" w="lg" len="lg"/>
            </a:ln>
          </p:spPr>
          <p:style>
            <a:lnRef idx="1">
              <a:schemeClr val="accent1"/>
            </a:lnRef>
            <a:fillRef idx="0">
              <a:schemeClr val="accent1"/>
            </a:fillRef>
            <a:effectRef idx="0">
              <a:schemeClr val="accent1"/>
            </a:effectRef>
            <a:fontRef idx="minor">
              <a:schemeClr val="tx1"/>
            </a:fontRef>
          </p:style>
        </p:cxnSp>
      </p:grpSp>
      <p:grpSp>
        <p:nvGrpSpPr>
          <p:cNvPr id="26" name="Group 25"/>
          <p:cNvGrpSpPr/>
          <p:nvPr/>
        </p:nvGrpSpPr>
        <p:grpSpPr>
          <a:xfrm flipH="1">
            <a:off x="6253022" y="4664426"/>
            <a:ext cx="451305" cy="376853"/>
            <a:chOff x="1233714" y="6352212"/>
            <a:chExt cx="541566" cy="452223"/>
          </a:xfrm>
        </p:grpSpPr>
        <p:cxnSp>
          <p:nvCxnSpPr>
            <p:cNvPr id="27" name="Straight Arrow Connector 26"/>
            <p:cNvCxnSpPr/>
            <p:nvPr/>
          </p:nvCxnSpPr>
          <p:spPr>
            <a:xfrm>
              <a:off x="1233714" y="6352212"/>
              <a:ext cx="0" cy="452223"/>
            </a:xfrm>
            <a:prstGeom prst="straightConnector1">
              <a:avLst/>
            </a:prstGeom>
            <a:ln w="19050" cap="rnd">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1233714" y="6352212"/>
              <a:ext cx="541566" cy="0"/>
            </a:xfrm>
            <a:prstGeom prst="line">
              <a:avLst/>
            </a:prstGeom>
            <a:ln w="19050" cap="rnd">
              <a:solidFill>
                <a:schemeClr val="tx1"/>
              </a:solidFill>
              <a:headEnd type="none" w="lg" len="lg"/>
              <a:tailEnd type="none" w="lg" len="lg"/>
            </a:ln>
          </p:spPr>
          <p:style>
            <a:lnRef idx="1">
              <a:schemeClr val="accent1"/>
            </a:lnRef>
            <a:fillRef idx="0">
              <a:schemeClr val="accent1"/>
            </a:fillRef>
            <a:effectRef idx="0">
              <a:schemeClr val="accent1"/>
            </a:effectRef>
            <a:fontRef idx="minor">
              <a:schemeClr val="tx1"/>
            </a:fontRef>
          </p:style>
        </p:cxnSp>
      </p:grpSp>
      <p:pic>
        <p:nvPicPr>
          <p:cNvPr id="29" name="Picture 28"/>
          <p:cNvPicPr>
            <a:picLocks noChangeAspect="1"/>
          </p:cNvPicPr>
          <p:nvPr/>
        </p:nvPicPr>
        <p:blipFill>
          <a:blip r:embed="rId4"/>
          <a:stretch>
            <a:fillRect/>
          </a:stretch>
        </p:blipFill>
        <p:spPr>
          <a:xfrm>
            <a:off x="4392270" y="5030695"/>
            <a:ext cx="2728197" cy="950043"/>
          </a:xfrm>
          <a:prstGeom prst="rect">
            <a:avLst/>
          </a:prstGeom>
          <a:ln>
            <a:noFill/>
          </a:ln>
        </p:spPr>
      </p:pic>
    </p:spTree>
    <p:extLst>
      <p:ext uri="{BB962C8B-B14F-4D97-AF65-F5344CB8AC3E}">
        <p14:creationId xmlns:p14="http://schemas.microsoft.com/office/powerpoint/2010/main" val="111687268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7FE2B2EE-B477-448C-80DC-D47B239D5426}"/>
              </a:ext>
            </a:extLst>
          </p:cNvPr>
          <p:cNvSpPr/>
          <p:nvPr/>
        </p:nvSpPr>
        <p:spPr>
          <a:xfrm>
            <a:off x="6352543" y="4111863"/>
            <a:ext cx="5229857" cy="2094725"/>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5" name="Rounded Rectangle 4">
            <a:extLst>
              <a:ext uri="{FF2B5EF4-FFF2-40B4-BE49-F238E27FC236}">
                <a16:creationId xmlns:a16="http://schemas.microsoft.com/office/drawing/2014/main" id="{384AA343-4CCD-F01A-8234-6FC01DE871F3}"/>
              </a:ext>
            </a:extLst>
          </p:cNvPr>
          <p:cNvSpPr/>
          <p:nvPr/>
        </p:nvSpPr>
        <p:spPr>
          <a:xfrm>
            <a:off x="6352543" y="1727891"/>
            <a:ext cx="5229857" cy="2194003"/>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 name="Title 1">
            <a:extLst>
              <a:ext uri="{FF2B5EF4-FFF2-40B4-BE49-F238E27FC236}">
                <a16:creationId xmlns:a16="http://schemas.microsoft.com/office/drawing/2014/main" id="{02F804F7-176D-44E9-A4CD-1BE3214B5019}"/>
              </a:ext>
            </a:extLst>
          </p:cNvPr>
          <p:cNvSpPr>
            <a:spLocks noGrp="1"/>
          </p:cNvSpPr>
          <p:nvPr>
            <p:ph type="title"/>
          </p:nvPr>
        </p:nvSpPr>
        <p:spPr>
          <a:xfrm>
            <a:off x="527955" y="914401"/>
            <a:ext cx="10972800" cy="590931"/>
          </a:xfrm>
        </p:spPr>
        <p:txBody>
          <a:bodyPr/>
          <a:lstStyle/>
          <a:p>
            <a:r>
              <a:rPr lang="en-US" dirty="0"/>
              <a:t>Accessibility guidelines</a:t>
            </a:r>
          </a:p>
        </p:txBody>
      </p:sp>
      <p:sp>
        <p:nvSpPr>
          <p:cNvPr id="4" name="Slide Number Placeholder 3">
            <a:extLst>
              <a:ext uri="{FF2B5EF4-FFF2-40B4-BE49-F238E27FC236}">
                <a16:creationId xmlns:a16="http://schemas.microsoft.com/office/drawing/2014/main" id="{7B39827E-4974-3749-9BDC-48E0351BE512}"/>
              </a:ext>
            </a:extLst>
          </p:cNvPr>
          <p:cNvSpPr>
            <a:spLocks noGrp="1"/>
          </p:cNvSpPr>
          <p:nvPr>
            <p:ph type="sldNum" sz="quarter" idx="12"/>
          </p:nvPr>
        </p:nvSpPr>
        <p:spPr/>
        <p:txBody>
          <a:bodyPr/>
          <a:lstStyle/>
          <a:p>
            <a:fld id="{EB4B8DE2-A4E8-46E4-8BBF-D75455EFF32C}" type="slidenum">
              <a:rPr lang="en-US" smtClean="0"/>
              <a:pPr/>
              <a:t>6</a:t>
            </a:fld>
            <a:endParaRPr lang="en-US" dirty="0"/>
          </a:p>
        </p:txBody>
      </p:sp>
      <p:sp>
        <p:nvSpPr>
          <p:cNvPr id="3" name="TextBox 2">
            <a:extLst>
              <a:ext uri="{FF2B5EF4-FFF2-40B4-BE49-F238E27FC236}">
                <a16:creationId xmlns:a16="http://schemas.microsoft.com/office/drawing/2014/main" id="{23AC023F-43DE-482B-A1BA-AE8BA2F1C018}"/>
              </a:ext>
            </a:extLst>
          </p:cNvPr>
          <p:cNvSpPr txBox="1"/>
          <p:nvPr/>
        </p:nvSpPr>
        <p:spPr>
          <a:xfrm>
            <a:off x="660186" y="1936735"/>
            <a:ext cx="5652727" cy="3970318"/>
          </a:xfrm>
          <a:prstGeom prst="rect">
            <a:avLst/>
          </a:prstGeom>
          <a:noFill/>
        </p:spPr>
        <p:txBody>
          <a:bodyPr wrap="square" lIns="0" rtlCol="0">
            <a:spAutoFit/>
          </a:bodyPr>
          <a:lstStyle/>
          <a:p>
            <a:r>
              <a:rPr lang="en-US" sz="1400" dirty="0">
                <a:latin typeface="Amazon Ember Display" panose="020F0603020204020204" pitchFamily="34" charset="0"/>
              </a:rPr>
              <a:t>For visibility, use a minimum 20 </a:t>
            </a:r>
            <a:r>
              <a:rPr lang="en-US" sz="1400" dirty="0" err="1">
                <a:latin typeface="Amazon Ember Display" panose="020F0603020204020204" pitchFamily="34" charset="0"/>
              </a:rPr>
              <a:t>pt</a:t>
            </a:r>
            <a:r>
              <a:rPr lang="en-US" sz="1400" dirty="0">
                <a:latin typeface="Amazon Ember Display" panose="020F0603020204020204" pitchFamily="34" charset="0"/>
              </a:rPr>
              <a:t> for slide text and 12 </a:t>
            </a:r>
            <a:r>
              <a:rPr lang="en-US" sz="1400" dirty="0" err="1">
                <a:latin typeface="Amazon Ember Display" panose="020F0603020204020204" pitchFamily="34" charset="0"/>
              </a:rPr>
              <a:t>pt</a:t>
            </a:r>
            <a:r>
              <a:rPr lang="en-US" sz="1400" dirty="0">
                <a:latin typeface="Amazon Ember Display" panose="020F0603020204020204" pitchFamily="34" charset="0"/>
              </a:rPr>
              <a:t> for diagrams. For lines, use a minimum 1.5 </a:t>
            </a:r>
            <a:r>
              <a:rPr lang="en-US" sz="1400" dirty="0" err="1">
                <a:latin typeface="Amazon Ember Display" panose="020F0603020204020204" pitchFamily="34" charset="0"/>
              </a:rPr>
              <a:t>pt</a:t>
            </a:r>
            <a:r>
              <a:rPr lang="en-US" sz="1400" dirty="0">
                <a:latin typeface="Amazon Ember Display" panose="020F0603020204020204" pitchFamily="34" charset="0"/>
              </a:rPr>
              <a:t> line weight. </a:t>
            </a:r>
          </a:p>
          <a:p>
            <a:endParaRPr lang="en-US" sz="1400" dirty="0">
              <a:latin typeface="Amazon Ember Display" panose="020F0603020204020204" pitchFamily="34" charset="0"/>
            </a:endParaRPr>
          </a:p>
          <a:p>
            <a:r>
              <a:rPr lang="en-US" sz="1400" dirty="0">
                <a:latin typeface="Amazon Ember Display" panose="020F0603020204020204" pitchFamily="34" charset="0"/>
              </a:rPr>
              <a:t>Color also affects visibility. Text (or lines) and the background should have a contrast ratio of </a:t>
            </a:r>
            <a:r>
              <a:rPr lang="en-US" sz="1400" dirty="0">
                <a:latin typeface="Amazon Ember Display" panose="020F0603020204020204" pitchFamily="34" charset="0"/>
                <a:hlinkClick r:id="rId2"/>
              </a:rPr>
              <a:t>at least 4.5:1</a:t>
            </a:r>
            <a:r>
              <a:rPr lang="en-US" sz="1400" dirty="0">
                <a:latin typeface="Amazon Ember Display" panose="020F0603020204020204" pitchFamily="34" charset="0"/>
              </a:rPr>
              <a:t>. Generally, white or black on a strongly contrasting background is the best choice. This slide shows some color choices with good contrast and some color choices with poor contrast. Avoid using color as a sole indicator of difference (for example, use labels in addition to color to differentiate lines). </a:t>
            </a:r>
          </a:p>
          <a:p>
            <a:endParaRPr lang="en-US" sz="1400" dirty="0">
              <a:latin typeface="Amazon Ember Display" panose="020F0603020204020204" pitchFamily="34" charset="0"/>
            </a:endParaRPr>
          </a:p>
          <a:p>
            <a:r>
              <a:rPr lang="en-US" sz="1400" dirty="0">
                <a:latin typeface="Amazon Ember Display" panose="020F0603020204020204" pitchFamily="34" charset="0"/>
              </a:rPr>
              <a:t>Add descriptive alt text to images, charts, and other visual assets. </a:t>
            </a:r>
          </a:p>
          <a:p>
            <a:r>
              <a:rPr lang="en-US" sz="1400" dirty="0">
                <a:latin typeface="Amazon Ember Display" panose="020F0603020204020204" pitchFamily="34" charset="0"/>
              </a:rPr>
              <a:t>Use the Accessibility Checker under Review &gt; Check Accessibility.</a:t>
            </a:r>
            <a:br>
              <a:rPr lang="en-US" sz="1400" dirty="0">
                <a:latin typeface="Amazon Ember Display" panose="020F0603020204020204" pitchFamily="34" charset="0"/>
              </a:rPr>
            </a:br>
            <a:br>
              <a:rPr lang="en-US" sz="1400" dirty="0">
                <a:latin typeface="Amazon Ember Display" panose="020F0603020204020204" pitchFamily="34" charset="0"/>
              </a:rPr>
            </a:br>
            <a:r>
              <a:rPr lang="en-US" sz="1400" dirty="0">
                <a:latin typeface="Amazon Ember Display" panose="020F0603020204020204" pitchFamily="34" charset="0"/>
              </a:rPr>
              <a:t>To make it easier for screen readers to identify a layered image, like a picture with callout lines, group them into a single image.</a:t>
            </a:r>
            <a:br>
              <a:rPr lang="en-US" sz="1400" dirty="0">
                <a:latin typeface="Amazon Ember Display" panose="020F0603020204020204" pitchFamily="34" charset="0"/>
              </a:rPr>
            </a:br>
            <a:endParaRPr lang="en-US" sz="1400" dirty="0">
              <a:latin typeface="Amazon Ember Display" panose="020F0603020204020204" pitchFamily="34" charset="0"/>
            </a:endParaRPr>
          </a:p>
          <a:p>
            <a:r>
              <a:rPr lang="en-US" sz="1400" dirty="0">
                <a:latin typeface="Amazon Ember Display" panose="020F0603020204020204" pitchFamily="34" charset="0"/>
                <a:hlinkClick r:id="rId3"/>
              </a:rPr>
              <a:t>Read more on PowerPoint accessibility from Microsoft</a:t>
            </a:r>
            <a:r>
              <a:rPr lang="en-US" sz="1400" dirty="0">
                <a:latin typeface="Amazon Ember Display" panose="020F0603020204020204" pitchFamily="34" charset="0"/>
              </a:rPr>
              <a:t>.</a:t>
            </a:r>
          </a:p>
          <a:p>
            <a:endParaRPr lang="en-US" sz="1400" dirty="0">
              <a:latin typeface="Amazon Ember Display" panose="020F0603020204020204" pitchFamily="34" charset="0"/>
            </a:endParaRPr>
          </a:p>
        </p:txBody>
      </p:sp>
      <p:sp>
        <p:nvSpPr>
          <p:cNvPr id="9" name="TextBox 8">
            <a:extLst>
              <a:ext uri="{FF2B5EF4-FFF2-40B4-BE49-F238E27FC236}">
                <a16:creationId xmlns:a16="http://schemas.microsoft.com/office/drawing/2014/main" id="{E5A906AB-B352-4A14-B945-39BC64EA00BE}"/>
              </a:ext>
            </a:extLst>
          </p:cNvPr>
          <p:cNvSpPr txBox="1"/>
          <p:nvPr/>
        </p:nvSpPr>
        <p:spPr>
          <a:xfrm>
            <a:off x="8493316" y="2205728"/>
            <a:ext cx="1004442" cy="338554"/>
          </a:xfrm>
          <a:prstGeom prst="rect">
            <a:avLst/>
          </a:prstGeom>
          <a:noFill/>
        </p:spPr>
        <p:txBody>
          <a:bodyPr wrap="none" lIns="0" rtlCol="0">
            <a:spAutoFit/>
          </a:bodyPr>
          <a:lstStyle/>
          <a:p>
            <a:pPr algn="r"/>
            <a:r>
              <a:rPr lang="en-US" sz="1600" dirty="0">
                <a:latin typeface="Amazon Ember Display" panose="020F0603020204020204" pitchFamily="34" charset="0"/>
              </a:rPr>
              <a:t>Black text</a:t>
            </a:r>
          </a:p>
        </p:txBody>
      </p:sp>
      <p:sp>
        <p:nvSpPr>
          <p:cNvPr id="13" name="TextBox 12">
            <a:extLst>
              <a:ext uri="{FF2B5EF4-FFF2-40B4-BE49-F238E27FC236}">
                <a16:creationId xmlns:a16="http://schemas.microsoft.com/office/drawing/2014/main" id="{52CE6A91-172A-4322-8F87-D282BE2381F1}"/>
              </a:ext>
            </a:extLst>
          </p:cNvPr>
          <p:cNvSpPr txBox="1"/>
          <p:nvPr/>
        </p:nvSpPr>
        <p:spPr>
          <a:xfrm>
            <a:off x="8493316" y="2710180"/>
            <a:ext cx="1063753" cy="338554"/>
          </a:xfrm>
          <a:prstGeom prst="rect">
            <a:avLst/>
          </a:prstGeom>
          <a:noFill/>
        </p:spPr>
        <p:txBody>
          <a:bodyPr wrap="none" lIns="0" rtlCol="0">
            <a:spAutoFit/>
          </a:bodyPr>
          <a:lstStyle/>
          <a:p>
            <a:pPr algn="r"/>
            <a:r>
              <a:rPr lang="en-US" sz="1600" dirty="0">
                <a:latin typeface="Amazon Ember Display" panose="020F0603020204020204" pitchFamily="34" charset="0"/>
              </a:rPr>
              <a:t>White text</a:t>
            </a:r>
          </a:p>
        </p:txBody>
      </p:sp>
      <p:sp>
        <p:nvSpPr>
          <p:cNvPr id="16" name="TextBox 15">
            <a:extLst>
              <a:ext uri="{FF2B5EF4-FFF2-40B4-BE49-F238E27FC236}">
                <a16:creationId xmlns:a16="http://schemas.microsoft.com/office/drawing/2014/main" id="{66D548DF-CEF1-4943-8D45-EE19F0551F07}"/>
              </a:ext>
            </a:extLst>
          </p:cNvPr>
          <p:cNvSpPr txBox="1"/>
          <p:nvPr/>
        </p:nvSpPr>
        <p:spPr>
          <a:xfrm>
            <a:off x="8493316" y="3214632"/>
            <a:ext cx="1009251" cy="338554"/>
          </a:xfrm>
          <a:prstGeom prst="rect">
            <a:avLst/>
          </a:prstGeom>
          <a:noFill/>
        </p:spPr>
        <p:txBody>
          <a:bodyPr wrap="none" lIns="0" rtlCol="0">
            <a:spAutoFit/>
          </a:bodyPr>
          <a:lstStyle/>
          <a:p>
            <a:pPr algn="r"/>
            <a:r>
              <a:rPr lang="en-US" sz="1600" dirty="0">
                <a:latin typeface="Amazon Ember Display" panose="020F0603020204020204" pitchFamily="34" charset="0"/>
              </a:rPr>
              <a:t>Color text</a:t>
            </a:r>
          </a:p>
        </p:txBody>
      </p:sp>
      <p:sp>
        <p:nvSpPr>
          <p:cNvPr id="26" name="TextBox 25">
            <a:extLst>
              <a:ext uri="{FF2B5EF4-FFF2-40B4-BE49-F238E27FC236}">
                <a16:creationId xmlns:a16="http://schemas.microsoft.com/office/drawing/2014/main" id="{43BB0638-1564-48E2-AE4B-204C7E94F5A8}"/>
              </a:ext>
            </a:extLst>
          </p:cNvPr>
          <p:cNvSpPr txBox="1"/>
          <p:nvPr/>
        </p:nvSpPr>
        <p:spPr>
          <a:xfrm>
            <a:off x="6684285" y="2552573"/>
            <a:ext cx="1657350" cy="646331"/>
          </a:xfrm>
          <a:prstGeom prst="rect">
            <a:avLst/>
          </a:prstGeom>
          <a:noFill/>
        </p:spPr>
        <p:txBody>
          <a:bodyPr wrap="square" lIns="0" rtlCol="0">
            <a:spAutoFit/>
          </a:bodyPr>
          <a:lstStyle/>
          <a:p>
            <a:pPr algn="l"/>
            <a:r>
              <a:rPr lang="en-US" dirty="0">
                <a:latin typeface="Amazon Ember Display" panose="020F0603020204020204" pitchFamily="34" charset="0"/>
                <a:ea typeface="Amazon Ember Display" panose="020F0603020204020204" pitchFamily="34" charset="0"/>
                <a:cs typeface="Amazon Ember Display" panose="020F0603020204020204" pitchFamily="34" charset="0"/>
              </a:rPr>
              <a:t>Visible color combos</a:t>
            </a:r>
          </a:p>
        </p:txBody>
      </p:sp>
      <p:sp>
        <p:nvSpPr>
          <p:cNvPr id="28" name="TextBox 27">
            <a:extLst>
              <a:ext uri="{FF2B5EF4-FFF2-40B4-BE49-F238E27FC236}">
                <a16:creationId xmlns:a16="http://schemas.microsoft.com/office/drawing/2014/main" id="{7AF878EA-59C9-44CE-9193-AE5EB3A6605B}"/>
              </a:ext>
            </a:extLst>
          </p:cNvPr>
          <p:cNvSpPr txBox="1"/>
          <p:nvPr/>
        </p:nvSpPr>
        <p:spPr>
          <a:xfrm>
            <a:off x="6684285" y="4816860"/>
            <a:ext cx="1657350" cy="646331"/>
          </a:xfrm>
          <a:prstGeom prst="rect">
            <a:avLst/>
          </a:prstGeom>
          <a:noFill/>
        </p:spPr>
        <p:txBody>
          <a:bodyPr wrap="square" lIns="0" rtlCol="0">
            <a:spAutoFit/>
          </a:bodyPr>
          <a:lstStyle/>
          <a:p>
            <a:pPr algn="l"/>
            <a:r>
              <a:rPr lang="en-US" dirty="0">
                <a:latin typeface="Amazon Ember Display" panose="020F0603020204020204" pitchFamily="34" charset="0"/>
                <a:ea typeface="Amazon Ember Display" panose="020F0603020204020204" pitchFamily="34" charset="0"/>
                <a:cs typeface="Amazon Ember Display" panose="020F0603020204020204" pitchFamily="34" charset="0"/>
              </a:rPr>
              <a:t>Color combos to avoid</a:t>
            </a:r>
          </a:p>
        </p:txBody>
      </p:sp>
      <p:sp>
        <p:nvSpPr>
          <p:cNvPr id="44" name="Pass Row 1, Column 2">
            <a:extLst>
              <a:ext uri="{FF2B5EF4-FFF2-40B4-BE49-F238E27FC236}">
                <a16:creationId xmlns:a16="http://schemas.microsoft.com/office/drawing/2014/main" id="{A6233CC3-9634-4C22-B325-0E2FDF28E656}"/>
              </a:ext>
            </a:extLst>
          </p:cNvPr>
          <p:cNvSpPr/>
          <p:nvPr/>
        </p:nvSpPr>
        <p:spPr>
          <a:xfrm>
            <a:off x="9631638" y="2238101"/>
            <a:ext cx="324358" cy="324358"/>
          </a:xfrm>
          <a:prstGeom prst="rect">
            <a:avLst/>
          </a:prstGeom>
          <a:solidFill>
            <a:schemeClr val="bg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tx1"/>
                </a:solidFill>
                <a:latin typeface="Amazon Ember Display" panose="020F0603020204020204" pitchFamily="34" charset="0"/>
              </a:rPr>
              <a:t>21.0</a:t>
            </a:r>
          </a:p>
        </p:txBody>
      </p:sp>
      <p:sp>
        <p:nvSpPr>
          <p:cNvPr id="46" name="Pass Row 1, Column 7">
            <a:extLst>
              <a:ext uri="{FF2B5EF4-FFF2-40B4-BE49-F238E27FC236}">
                <a16:creationId xmlns:a16="http://schemas.microsoft.com/office/drawing/2014/main" id="{F457ADC0-05D3-4582-983E-118A665AD1B1}"/>
              </a:ext>
            </a:extLst>
          </p:cNvPr>
          <p:cNvSpPr/>
          <p:nvPr/>
        </p:nvSpPr>
        <p:spPr>
          <a:xfrm>
            <a:off x="10070296" y="2238101"/>
            <a:ext cx="324358" cy="324358"/>
          </a:xfrm>
          <a:prstGeom prst="rect">
            <a:avLst/>
          </a:prstGeom>
          <a:solidFill>
            <a:schemeClr val="accent3"/>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tx1"/>
                </a:solidFill>
                <a:latin typeface="Amazon Ember Display" panose="020F0603020204020204" pitchFamily="34" charset="0"/>
              </a:rPr>
              <a:t>13.8</a:t>
            </a:r>
          </a:p>
        </p:txBody>
      </p:sp>
      <p:sp>
        <p:nvSpPr>
          <p:cNvPr id="49" name="Pass Row 1, Column 9">
            <a:extLst>
              <a:ext uri="{FF2B5EF4-FFF2-40B4-BE49-F238E27FC236}">
                <a16:creationId xmlns:a16="http://schemas.microsoft.com/office/drawing/2014/main" id="{CF7EDBE1-9147-4683-BDDB-D304994E7D4D}"/>
              </a:ext>
            </a:extLst>
          </p:cNvPr>
          <p:cNvSpPr/>
          <p:nvPr/>
        </p:nvSpPr>
        <p:spPr>
          <a:xfrm>
            <a:off x="10508954" y="2238101"/>
            <a:ext cx="324359" cy="324358"/>
          </a:xfrm>
          <a:prstGeom prst="rect">
            <a:avLst/>
          </a:prstGeom>
          <a:solidFill>
            <a:schemeClr val="accent5"/>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tx1"/>
                </a:solidFill>
                <a:latin typeface="Amazon Ember Display" panose="020F0603020204020204" pitchFamily="34" charset="0"/>
              </a:rPr>
              <a:t>17.6</a:t>
            </a:r>
          </a:p>
        </p:txBody>
      </p:sp>
      <p:sp>
        <p:nvSpPr>
          <p:cNvPr id="50" name="Pass Row 1, Column 10">
            <a:extLst>
              <a:ext uri="{FF2B5EF4-FFF2-40B4-BE49-F238E27FC236}">
                <a16:creationId xmlns:a16="http://schemas.microsoft.com/office/drawing/2014/main" id="{9B6D4CAC-83FE-4833-A824-64DBA0DF2D10}"/>
              </a:ext>
            </a:extLst>
          </p:cNvPr>
          <p:cNvSpPr/>
          <p:nvPr/>
        </p:nvSpPr>
        <p:spPr>
          <a:xfrm>
            <a:off x="10947612" y="2238101"/>
            <a:ext cx="324358" cy="324358"/>
          </a:xfrm>
          <a:prstGeom prst="rect">
            <a:avLst/>
          </a:prstGeom>
          <a:solidFill>
            <a:schemeClr val="accent6"/>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tx1"/>
                </a:solidFill>
                <a:latin typeface="Amazon Ember Display" panose="020F0603020204020204" pitchFamily="34" charset="0"/>
              </a:rPr>
              <a:t>15.7</a:t>
            </a:r>
          </a:p>
        </p:txBody>
      </p:sp>
      <p:sp>
        <p:nvSpPr>
          <p:cNvPr id="51" name="Pass Row 2, Column 1">
            <a:extLst>
              <a:ext uri="{FF2B5EF4-FFF2-40B4-BE49-F238E27FC236}">
                <a16:creationId xmlns:a16="http://schemas.microsoft.com/office/drawing/2014/main" id="{B0B7EBB3-5985-461D-8CB5-25F2B21E2328}"/>
              </a:ext>
            </a:extLst>
          </p:cNvPr>
          <p:cNvSpPr/>
          <p:nvPr/>
        </p:nvSpPr>
        <p:spPr>
          <a:xfrm>
            <a:off x="9631638" y="2748773"/>
            <a:ext cx="324358" cy="324358"/>
          </a:xfrm>
          <a:prstGeom prst="rect">
            <a:avLst/>
          </a:prstGeom>
          <a:solidFill>
            <a:schemeClr val="tx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bg1"/>
                </a:solidFill>
                <a:latin typeface="Amazon Ember Display" panose="020F0603020204020204" pitchFamily="34" charset="0"/>
              </a:rPr>
              <a:t>21.0</a:t>
            </a:r>
          </a:p>
        </p:txBody>
      </p:sp>
      <p:sp>
        <p:nvSpPr>
          <p:cNvPr id="52" name="Pass Row 2, Column 3">
            <a:extLst>
              <a:ext uri="{FF2B5EF4-FFF2-40B4-BE49-F238E27FC236}">
                <a16:creationId xmlns:a16="http://schemas.microsoft.com/office/drawing/2014/main" id="{65805520-3BB2-4B8B-837A-97E29B67C462}"/>
              </a:ext>
            </a:extLst>
          </p:cNvPr>
          <p:cNvSpPr/>
          <p:nvPr/>
        </p:nvSpPr>
        <p:spPr>
          <a:xfrm>
            <a:off x="10070294" y="2748773"/>
            <a:ext cx="324358" cy="324358"/>
          </a:xfrm>
          <a:prstGeom prst="rect">
            <a:avLst/>
          </a:prstGeom>
          <a:solidFill>
            <a:schemeClr val="tx2"/>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bg1"/>
                </a:solidFill>
                <a:latin typeface="Amazon Ember Display" panose="020F0603020204020204" pitchFamily="34" charset="0"/>
              </a:rPr>
              <a:t>13.6</a:t>
            </a:r>
          </a:p>
        </p:txBody>
      </p:sp>
      <p:sp>
        <p:nvSpPr>
          <p:cNvPr id="53" name="Pass Row 2, Column 6">
            <a:extLst>
              <a:ext uri="{FF2B5EF4-FFF2-40B4-BE49-F238E27FC236}">
                <a16:creationId xmlns:a16="http://schemas.microsoft.com/office/drawing/2014/main" id="{99AC77AC-C6C1-4F79-A80B-B13E6326F304}"/>
              </a:ext>
            </a:extLst>
          </p:cNvPr>
          <p:cNvSpPr/>
          <p:nvPr/>
        </p:nvSpPr>
        <p:spPr>
          <a:xfrm>
            <a:off x="10508950" y="2748773"/>
            <a:ext cx="324358" cy="324358"/>
          </a:xfrm>
          <a:prstGeom prst="rect">
            <a:avLst/>
          </a:prstGeom>
          <a:solidFill>
            <a:schemeClr val="accent2"/>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rmAutofit/>
          </a:bodyPr>
          <a:lstStyle/>
          <a:p>
            <a:pPr algn="ctr"/>
            <a:r>
              <a:rPr lang="en-US" sz="1100" dirty="0">
                <a:solidFill>
                  <a:schemeClr val="bg1"/>
                </a:solidFill>
                <a:latin typeface="Amazon Ember Display" panose="020F0603020204020204" pitchFamily="34" charset="0"/>
              </a:rPr>
              <a:t>4.7</a:t>
            </a:r>
          </a:p>
        </p:txBody>
      </p:sp>
      <p:sp>
        <p:nvSpPr>
          <p:cNvPr id="42" name="Pass Row 4, Column 1">
            <a:extLst>
              <a:ext uri="{FF2B5EF4-FFF2-40B4-BE49-F238E27FC236}">
                <a16:creationId xmlns:a16="http://schemas.microsoft.com/office/drawing/2014/main" id="{F76176BA-6C69-472C-9815-30EBA1395395}"/>
              </a:ext>
            </a:extLst>
          </p:cNvPr>
          <p:cNvSpPr/>
          <p:nvPr/>
        </p:nvSpPr>
        <p:spPr>
          <a:xfrm>
            <a:off x="9631638" y="3228216"/>
            <a:ext cx="324358" cy="324358"/>
          </a:xfrm>
          <a:prstGeom prst="rect">
            <a:avLst/>
          </a:prstGeom>
          <a:solidFill>
            <a:schemeClr val="bg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tx2"/>
                </a:solidFill>
                <a:latin typeface="Amazon Ember Display" panose="020F0603020204020204" pitchFamily="34" charset="0"/>
              </a:rPr>
              <a:t>13.6</a:t>
            </a:r>
          </a:p>
        </p:txBody>
      </p:sp>
      <p:sp>
        <p:nvSpPr>
          <p:cNvPr id="43" name="Pass Row 7, Column 2">
            <a:extLst>
              <a:ext uri="{FF2B5EF4-FFF2-40B4-BE49-F238E27FC236}">
                <a16:creationId xmlns:a16="http://schemas.microsoft.com/office/drawing/2014/main" id="{DD171A67-8414-406E-A68E-3FE679E9E424}"/>
              </a:ext>
            </a:extLst>
          </p:cNvPr>
          <p:cNvSpPr/>
          <p:nvPr/>
        </p:nvSpPr>
        <p:spPr>
          <a:xfrm>
            <a:off x="10085067" y="3228216"/>
            <a:ext cx="324358" cy="324358"/>
          </a:xfrm>
          <a:prstGeom prst="rect">
            <a:avLst/>
          </a:prstGeom>
          <a:solidFill>
            <a:schemeClr val="tx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3"/>
                </a:solidFill>
                <a:latin typeface="Amazon Ember Display" panose="020F0603020204020204" pitchFamily="34" charset="0"/>
              </a:rPr>
              <a:t>13.8</a:t>
            </a:r>
          </a:p>
        </p:txBody>
      </p:sp>
      <p:sp>
        <p:nvSpPr>
          <p:cNvPr id="45" name="Pass Row 9, Column 2">
            <a:extLst>
              <a:ext uri="{FF2B5EF4-FFF2-40B4-BE49-F238E27FC236}">
                <a16:creationId xmlns:a16="http://schemas.microsoft.com/office/drawing/2014/main" id="{E65CCA22-EF2A-4D1F-9EC2-35CE1028CDEB}"/>
              </a:ext>
            </a:extLst>
          </p:cNvPr>
          <p:cNvSpPr/>
          <p:nvPr/>
        </p:nvSpPr>
        <p:spPr>
          <a:xfrm>
            <a:off x="10508950" y="3222157"/>
            <a:ext cx="324358" cy="324358"/>
          </a:xfrm>
          <a:prstGeom prst="rect">
            <a:avLst/>
          </a:prstGeom>
          <a:solidFill>
            <a:schemeClr val="tx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5"/>
                </a:solidFill>
                <a:latin typeface="Amazon Ember Display" panose="020F0603020204020204" pitchFamily="34" charset="0"/>
              </a:rPr>
              <a:t>17.6</a:t>
            </a:r>
          </a:p>
        </p:txBody>
      </p:sp>
      <p:sp>
        <p:nvSpPr>
          <p:cNvPr id="47" name="Pass Row 10, Column 2">
            <a:extLst>
              <a:ext uri="{FF2B5EF4-FFF2-40B4-BE49-F238E27FC236}">
                <a16:creationId xmlns:a16="http://schemas.microsoft.com/office/drawing/2014/main" id="{327CC743-D09C-403A-B77C-7E8686BCED29}"/>
              </a:ext>
            </a:extLst>
          </p:cNvPr>
          <p:cNvSpPr/>
          <p:nvPr/>
        </p:nvSpPr>
        <p:spPr>
          <a:xfrm>
            <a:off x="10932833" y="3221168"/>
            <a:ext cx="324358" cy="324357"/>
          </a:xfrm>
          <a:prstGeom prst="rect">
            <a:avLst/>
          </a:prstGeom>
          <a:solidFill>
            <a:schemeClr val="tx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6"/>
                </a:solidFill>
                <a:latin typeface="Amazon Ember Display" panose="020F0603020204020204" pitchFamily="34" charset="0"/>
              </a:rPr>
              <a:t>15.7</a:t>
            </a:r>
          </a:p>
        </p:txBody>
      </p:sp>
      <p:sp>
        <p:nvSpPr>
          <p:cNvPr id="48" name="Fail Row 1, Column 10">
            <a:extLst>
              <a:ext uri="{FF2B5EF4-FFF2-40B4-BE49-F238E27FC236}">
                <a16:creationId xmlns:a16="http://schemas.microsoft.com/office/drawing/2014/main" id="{94C55001-D71B-46DC-B1E7-BE6F840B028C}"/>
              </a:ext>
            </a:extLst>
          </p:cNvPr>
          <p:cNvSpPr/>
          <p:nvPr/>
        </p:nvSpPr>
        <p:spPr>
          <a:xfrm>
            <a:off x="9631638" y="4234521"/>
            <a:ext cx="324358" cy="324358"/>
          </a:xfrm>
          <a:prstGeom prst="rect">
            <a:avLst/>
          </a:prstGeom>
          <a:solidFill>
            <a:schemeClr val="accent6"/>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bg1"/>
                </a:solidFill>
                <a:latin typeface="Amazon Ember Display" panose="020F0603020204020204" pitchFamily="34" charset="0"/>
              </a:rPr>
              <a:t>1.3</a:t>
            </a:r>
          </a:p>
        </p:txBody>
      </p:sp>
      <p:sp>
        <p:nvSpPr>
          <p:cNvPr id="77" name="Fail Row 3, Column 8">
            <a:extLst>
              <a:ext uri="{FF2B5EF4-FFF2-40B4-BE49-F238E27FC236}">
                <a16:creationId xmlns:a16="http://schemas.microsoft.com/office/drawing/2014/main" id="{A4F92A56-8F99-47B0-8A9B-74C7B491E2E4}"/>
              </a:ext>
            </a:extLst>
          </p:cNvPr>
          <p:cNvSpPr/>
          <p:nvPr/>
        </p:nvSpPr>
        <p:spPr>
          <a:xfrm>
            <a:off x="10071211" y="4234521"/>
            <a:ext cx="324357" cy="324358"/>
          </a:xfrm>
          <a:prstGeom prst="rect">
            <a:avLst/>
          </a:prstGeom>
          <a:solidFill>
            <a:schemeClr val="accent4"/>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bg2"/>
                </a:solidFill>
                <a:latin typeface="Amazon Ember Display" panose="020F0603020204020204" pitchFamily="34" charset="0"/>
              </a:rPr>
              <a:t>2.4</a:t>
            </a:r>
          </a:p>
        </p:txBody>
      </p:sp>
      <p:sp>
        <p:nvSpPr>
          <p:cNvPr id="78" name="Fail Row 3, Column 9">
            <a:extLst>
              <a:ext uri="{FF2B5EF4-FFF2-40B4-BE49-F238E27FC236}">
                <a16:creationId xmlns:a16="http://schemas.microsoft.com/office/drawing/2014/main" id="{65BA2ACE-1851-4526-B6D4-2EF5E2EF155F}"/>
              </a:ext>
            </a:extLst>
          </p:cNvPr>
          <p:cNvSpPr/>
          <p:nvPr/>
        </p:nvSpPr>
        <p:spPr>
          <a:xfrm>
            <a:off x="10510782" y="4234521"/>
            <a:ext cx="324358" cy="324358"/>
          </a:xfrm>
          <a:prstGeom prst="rect">
            <a:avLst/>
          </a:prstGeom>
          <a:solidFill>
            <a:schemeClr val="accent5"/>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bg2"/>
                </a:solidFill>
                <a:latin typeface="Amazon Ember Display" panose="020F0603020204020204" pitchFamily="34" charset="0"/>
              </a:rPr>
              <a:t>1.1</a:t>
            </a:r>
          </a:p>
        </p:txBody>
      </p:sp>
      <p:sp>
        <p:nvSpPr>
          <p:cNvPr id="80" name="Fail Row 4, Column 6">
            <a:extLst>
              <a:ext uri="{FF2B5EF4-FFF2-40B4-BE49-F238E27FC236}">
                <a16:creationId xmlns:a16="http://schemas.microsoft.com/office/drawing/2014/main" id="{3D5A6BAC-6AA2-486C-A844-03A832E7B361}"/>
              </a:ext>
            </a:extLst>
          </p:cNvPr>
          <p:cNvSpPr/>
          <p:nvPr/>
        </p:nvSpPr>
        <p:spPr>
          <a:xfrm>
            <a:off x="10950355" y="4234521"/>
            <a:ext cx="324358" cy="324358"/>
          </a:xfrm>
          <a:prstGeom prst="rect">
            <a:avLst/>
          </a:prstGeom>
          <a:solidFill>
            <a:schemeClr val="accent2"/>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tx2"/>
                </a:solidFill>
                <a:latin typeface="Amazon Ember Display" panose="020F0603020204020204" pitchFamily="34" charset="0"/>
              </a:rPr>
              <a:t>2.9</a:t>
            </a:r>
          </a:p>
        </p:txBody>
      </p:sp>
      <p:sp>
        <p:nvSpPr>
          <p:cNvPr id="81" name="Fail Row 5, Column 9">
            <a:extLst>
              <a:ext uri="{FF2B5EF4-FFF2-40B4-BE49-F238E27FC236}">
                <a16:creationId xmlns:a16="http://schemas.microsoft.com/office/drawing/2014/main" id="{8268146F-AC82-4E3F-80AE-0AA5AFE934E6}"/>
              </a:ext>
            </a:extLst>
          </p:cNvPr>
          <p:cNvSpPr/>
          <p:nvPr/>
        </p:nvSpPr>
        <p:spPr>
          <a:xfrm>
            <a:off x="9631638" y="4674093"/>
            <a:ext cx="324358" cy="324358"/>
          </a:xfrm>
          <a:prstGeom prst="rect">
            <a:avLst/>
          </a:prstGeom>
          <a:solidFill>
            <a:schemeClr val="accent5"/>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1"/>
                </a:solidFill>
                <a:latin typeface="Amazon Ember Display" panose="020F0603020204020204" pitchFamily="34" charset="0"/>
              </a:rPr>
              <a:t>2.0</a:t>
            </a:r>
          </a:p>
        </p:txBody>
      </p:sp>
      <p:sp>
        <p:nvSpPr>
          <p:cNvPr id="82" name="Fail Row 5, Column 10">
            <a:extLst>
              <a:ext uri="{FF2B5EF4-FFF2-40B4-BE49-F238E27FC236}">
                <a16:creationId xmlns:a16="http://schemas.microsoft.com/office/drawing/2014/main" id="{A554375C-39AE-4D80-B13F-A8AB01BE7545}"/>
              </a:ext>
            </a:extLst>
          </p:cNvPr>
          <p:cNvSpPr/>
          <p:nvPr/>
        </p:nvSpPr>
        <p:spPr>
          <a:xfrm>
            <a:off x="10071211" y="4674093"/>
            <a:ext cx="324358" cy="324358"/>
          </a:xfrm>
          <a:prstGeom prst="rect">
            <a:avLst/>
          </a:prstGeom>
          <a:solidFill>
            <a:schemeClr val="accent6"/>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1"/>
                </a:solidFill>
                <a:latin typeface="Amazon Ember Display" panose="020F0603020204020204" pitchFamily="34" charset="0"/>
              </a:rPr>
              <a:t>1.8</a:t>
            </a:r>
          </a:p>
        </p:txBody>
      </p:sp>
      <p:sp>
        <p:nvSpPr>
          <p:cNvPr id="83" name="Fail Row 6, Column 4">
            <a:extLst>
              <a:ext uri="{FF2B5EF4-FFF2-40B4-BE49-F238E27FC236}">
                <a16:creationId xmlns:a16="http://schemas.microsoft.com/office/drawing/2014/main" id="{039743EA-8326-4027-8A88-BB688A01ABCF}"/>
              </a:ext>
            </a:extLst>
          </p:cNvPr>
          <p:cNvSpPr/>
          <p:nvPr/>
        </p:nvSpPr>
        <p:spPr>
          <a:xfrm>
            <a:off x="10510783" y="4674093"/>
            <a:ext cx="324358" cy="324358"/>
          </a:xfrm>
          <a:prstGeom prst="rect">
            <a:avLst/>
          </a:prstGeom>
          <a:solidFill>
            <a:schemeClr val="tx2"/>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2"/>
                </a:solidFill>
                <a:latin typeface="Amazon Ember Display" panose="020F0603020204020204" pitchFamily="34" charset="0"/>
              </a:rPr>
              <a:t>2.9</a:t>
            </a:r>
          </a:p>
        </p:txBody>
      </p:sp>
      <p:sp>
        <p:nvSpPr>
          <p:cNvPr id="84" name="Fail Row 6, Column 7">
            <a:extLst>
              <a:ext uri="{FF2B5EF4-FFF2-40B4-BE49-F238E27FC236}">
                <a16:creationId xmlns:a16="http://schemas.microsoft.com/office/drawing/2014/main" id="{C3555554-BB40-42D6-ABD3-4BDD78BB9AFA}"/>
              </a:ext>
            </a:extLst>
          </p:cNvPr>
          <p:cNvSpPr/>
          <p:nvPr/>
        </p:nvSpPr>
        <p:spPr>
          <a:xfrm>
            <a:off x="10950355" y="4674093"/>
            <a:ext cx="324357" cy="324358"/>
          </a:xfrm>
          <a:prstGeom prst="rect">
            <a:avLst/>
          </a:prstGeom>
          <a:solidFill>
            <a:schemeClr val="accent3"/>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2"/>
                </a:solidFill>
                <a:latin typeface="Amazon Ember Display" panose="020F0603020204020204" pitchFamily="34" charset="0"/>
              </a:rPr>
              <a:t>3.1</a:t>
            </a:r>
          </a:p>
        </p:txBody>
      </p:sp>
      <p:sp>
        <p:nvSpPr>
          <p:cNvPr id="85" name="Fail Row 6, Column 10">
            <a:extLst>
              <a:ext uri="{FF2B5EF4-FFF2-40B4-BE49-F238E27FC236}">
                <a16:creationId xmlns:a16="http://schemas.microsoft.com/office/drawing/2014/main" id="{066DFBC9-A24A-4F36-B25B-497011998698}"/>
              </a:ext>
            </a:extLst>
          </p:cNvPr>
          <p:cNvSpPr/>
          <p:nvPr/>
        </p:nvSpPr>
        <p:spPr>
          <a:xfrm>
            <a:off x="9631638" y="5113666"/>
            <a:ext cx="324358" cy="324358"/>
          </a:xfrm>
          <a:prstGeom prst="rect">
            <a:avLst/>
          </a:prstGeom>
          <a:solidFill>
            <a:schemeClr val="accent6"/>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2"/>
                </a:solidFill>
                <a:latin typeface="Amazon Ember Display" panose="020F0603020204020204" pitchFamily="34" charset="0"/>
              </a:rPr>
              <a:t>3.5</a:t>
            </a:r>
          </a:p>
        </p:txBody>
      </p:sp>
      <p:sp>
        <p:nvSpPr>
          <p:cNvPr id="86" name="Fail Row 7, Column 1">
            <a:extLst>
              <a:ext uri="{FF2B5EF4-FFF2-40B4-BE49-F238E27FC236}">
                <a16:creationId xmlns:a16="http://schemas.microsoft.com/office/drawing/2014/main" id="{CE4D2406-83FA-4926-B91B-10217A994D5C}"/>
              </a:ext>
            </a:extLst>
          </p:cNvPr>
          <p:cNvSpPr/>
          <p:nvPr/>
        </p:nvSpPr>
        <p:spPr>
          <a:xfrm>
            <a:off x="10071211" y="5113666"/>
            <a:ext cx="324358" cy="324358"/>
          </a:xfrm>
          <a:prstGeom prst="rect">
            <a:avLst/>
          </a:prstGeom>
          <a:solidFill>
            <a:schemeClr val="bg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3"/>
                </a:solidFill>
                <a:latin typeface="Amazon Ember Display" panose="020F0603020204020204" pitchFamily="34" charset="0"/>
              </a:rPr>
              <a:t>1.5</a:t>
            </a:r>
          </a:p>
        </p:txBody>
      </p:sp>
      <p:sp>
        <p:nvSpPr>
          <p:cNvPr id="87" name="Fail Row 7, Column 3">
            <a:extLst>
              <a:ext uri="{FF2B5EF4-FFF2-40B4-BE49-F238E27FC236}">
                <a16:creationId xmlns:a16="http://schemas.microsoft.com/office/drawing/2014/main" id="{757F91C8-41BF-434C-BD40-97E88D80C4A2}"/>
              </a:ext>
            </a:extLst>
          </p:cNvPr>
          <p:cNvSpPr/>
          <p:nvPr/>
        </p:nvSpPr>
        <p:spPr>
          <a:xfrm>
            <a:off x="10510783" y="5113666"/>
            <a:ext cx="324357" cy="324358"/>
          </a:xfrm>
          <a:prstGeom prst="rect">
            <a:avLst/>
          </a:prstGeom>
          <a:solidFill>
            <a:schemeClr val="bg2"/>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3"/>
                </a:solidFill>
                <a:latin typeface="Amazon Ember Display" panose="020F0603020204020204" pitchFamily="34" charset="0"/>
              </a:rPr>
              <a:t>1.4</a:t>
            </a:r>
          </a:p>
        </p:txBody>
      </p:sp>
      <p:sp>
        <p:nvSpPr>
          <p:cNvPr id="88" name="Fail Row 7, Column 5">
            <a:extLst>
              <a:ext uri="{FF2B5EF4-FFF2-40B4-BE49-F238E27FC236}">
                <a16:creationId xmlns:a16="http://schemas.microsoft.com/office/drawing/2014/main" id="{AA335800-7816-4C83-849F-075510BF3BE7}"/>
              </a:ext>
            </a:extLst>
          </p:cNvPr>
          <p:cNvSpPr/>
          <p:nvPr/>
        </p:nvSpPr>
        <p:spPr>
          <a:xfrm>
            <a:off x="10950355" y="5113666"/>
            <a:ext cx="324358" cy="324358"/>
          </a:xfrm>
          <a:prstGeom prst="rect">
            <a:avLst/>
          </a:prstGeom>
          <a:solidFill>
            <a:schemeClr val="accent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3"/>
                </a:solidFill>
                <a:latin typeface="Amazon Ember Display" panose="020F0603020204020204" pitchFamily="34" charset="0"/>
              </a:rPr>
              <a:t>1.6</a:t>
            </a:r>
          </a:p>
        </p:txBody>
      </p:sp>
      <p:sp>
        <p:nvSpPr>
          <p:cNvPr id="89" name="Fail Row 7, Column 6">
            <a:extLst>
              <a:ext uri="{FF2B5EF4-FFF2-40B4-BE49-F238E27FC236}">
                <a16:creationId xmlns:a16="http://schemas.microsoft.com/office/drawing/2014/main" id="{199F9A71-532E-4A3E-9F7D-9FBBA5923699}"/>
              </a:ext>
            </a:extLst>
          </p:cNvPr>
          <p:cNvSpPr/>
          <p:nvPr/>
        </p:nvSpPr>
        <p:spPr>
          <a:xfrm>
            <a:off x="9631638" y="5553238"/>
            <a:ext cx="324358" cy="324358"/>
          </a:xfrm>
          <a:prstGeom prst="rect">
            <a:avLst/>
          </a:prstGeom>
          <a:solidFill>
            <a:schemeClr val="accent2"/>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3"/>
                </a:solidFill>
                <a:latin typeface="Amazon Ember Display" panose="020F0603020204020204" pitchFamily="34" charset="0"/>
              </a:rPr>
              <a:t>3.1</a:t>
            </a:r>
          </a:p>
        </p:txBody>
      </p:sp>
      <p:sp>
        <p:nvSpPr>
          <p:cNvPr id="90" name="Fail Row 8, Column 1">
            <a:extLst>
              <a:ext uri="{FF2B5EF4-FFF2-40B4-BE49-F238E27FC236}">
                <a16:creationId xmlns:a16="http://schemas.microsoft.com/office/drawing/2014/main" id="{713011EF-D3D6-4109-A0E5-4466D1E8823D}"/>
              </a:ext>
            </a:extLst>
          </p:cNvPr>
          <p:cNvSpPr/>
          <p:nvPr/>
        </p:nvSpPr>
        <p:spPr>
          <a:xfrm>
            <a:off x="10071211" y="5553238"/>
            <a:ext cx="324358" cy="324359"/>
          </a:xfrm>
          <a:prstGeom prst="rect">
            <a:avLst/>
          </a:prstGeom>
          <a:solidFill>
            <a:schemeClr val="bg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4"/>
                </a:solidFill>
                <a:latin typeface="Amazon Ember Display" panose="020F0603020204020204" pitchFamily="34" charset="0"/>
              </a:rPr>
              <a:t>2.7</a:t>
            </a:r>
          </a:p>
        </p:txBody>
      </p:sp>
      <p:sp>
        <p:nvSpPr>
          <p:cNvPr id="91" name="Fail Row 9, Column 7">
            <a:extLst>
              <a:ext uri="{FF2B5EF4-FFF2-40B4-BE49-F238E27FC236}">
                <a16:creationId xmlns:a16="http://schemas.microsoft.com/office/drawing/2014/main" id="{454876CA-680C-465B-B79D-F419FD507476}"/>
              </a:ext>
            </a:extLst>
          </p:cNvPr>
          <p:cNvSpPr/>
          <p:nvPr/>
        </p:nvSpPr>
        <p:spPr>
          <a:xfrm>
            <a:off x="10510783" y="5553238"/>
            <a:ext cx="324357" cy="324358"/>
          </a:xfrm>
          <a:prstGeom prst="rect">
            <a:avLst/>
          </a:prstGeom>
          <a:solidFill>
            <a:schemeClr val="accent3"/>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5"/>
                </a:solidFill>
                <a:latin typeface="Amazon Ember Display" panose="020F0603020204020204" pitchFamily="34" charset="0"/>
              </a:rPr>
              <a:t>1.3</a:t>
            </a:r>
          </a:p>
        </p:txBody>
      </p:sp>
      <p:sp>
        <p:nvSpPr>
          <p:cNvPr id="92" name="Fail Row 10, Column 5">
            <a:extLst>
              <a:ext uri="{FF2B5EF4-FFF2-40B4-BE49-F238E27FC236}">
                <a16:creationId xmlns:a16="http://schemas.microsoft.com/office/drawing/2014/main" id="{D3064639-F9B7-4A66-9E46-6FCC8E50BBD3}"/>
              </a:ext>
            </a:extLst>
          </p:cNvPr>
          <p:cNvSpPr/>
          <p:nvPr/>
        </p:nvSpPr>
        <p:spPr>
          <a:xfrm>
            <a:off x="10950355" y="5553238"/>
            <a:ext cx="324358" cy="324357"/>
          </a:xfrm>
          <a:prstGeom prst="rect">
            <a:avLst/>
          </a:prstGeom>
          <a:solidFill>
            <a:schemeClr val="accent1"/>
          </a:solidFill>
          <a:ln w="12700">
            <a:solidFill>
              <a:srgbClr val="C8C8C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100" dirty="0">
                <a:solidFill>
                  <a:schemeClr val="accent6"/>
                </a:solidFill>
                <a:latin typeface="Amazon Ember Display" panose="020F0603020204020204" pitchFamily="34" charset="0"/>
              </a:rPr>
              <a:t>1.8</a:t>
            </a:r>
          </a:p>
        </p:txBody>
      </p:sp>
    </p:spTree>
    <p:extLst>
      <p:ext uri="{BB962C8B-B14F-4D97-AF65-F5344CB8AC3E}">
        <p14:creationId xmlns:p14="http://schemas.microsoft.com/office/powerpoint/2010/main" val="1938199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47BF126E-9BB1-B8F1-5CE5-1C14C0DECD75}"/>
              </a:ext>
            </a:extLst>
          </p:cNvPr>
          <p:cNvSpPr/>
          <p:nvPr/>
        </p:nvSpPr>
        <p:spPr>
          <a:xfrm>
            <a:off x="5950226" y="936486"/>
            <a:ext cx="5640879" cy="1556027"/>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8" name="Rounded Rectangle 7">
            <a:extLst>
              <a:ext uri="{FF2B5EF4-FFF2-40B4-BE49-F238E27FC236}">
                <a16:creationId xmlns:a16="http://schemas.microsoft.com/office/drawing/2014/main" id="{3F11D142-F9D2-9D44-3F0C-63A8312CD4FC}"/>
              </a:ext>
            </a:extLst>
          </p:cNvPr>
          <p:cNvSpPr/>
          <p:nvPr/>
        </p:nvSpPr>
        <p:spPr>
          <a:xfrm>
            <a:off x="5950226" y="2683643"/>
            <a:ext cx="5640879" cy="1556027"/>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9" name="Rounded Rectangle 8">
            <a:extLst>
              <a:ext uri="{FF2B5EF4-FFF2-40B4-BE49-F238E27FC236}">
                <a16:creationId xmlns:a16="http://schemas.microsoft.com/office/drawing/2014/main" id="{DA5F96D3-7129-4B4E-2AE3-32968EAC1BEB}"/>
              </a:ext>
            </a:extLst>
          </p:cNvPr>
          <p:cNvSpPr/>
          <p:nvPr/>
        </p:nvSpPr>
        <p:spPr>
          <a:xfrm>
            <a:off x="5950226" y="4512443"/>
            <a:ext cx="5640879" cy="1556027"/>
          </a:xfrm>
          <a:prstGeom prst="roundRect">
            <a:avLst>
              <a:gd name="adj" fmla="val 4324"/>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 name="Title 1"/>
          <p:cNvSpPr>
            <a:spLocks noGrp="1"/>
          </p:cNvSpPr>
          <p:nvPr>
            <p:ph type="title"/>
          </p:nvPr>
        </p:nvSpPr>
        <p:spPr>
          <a:xfrm>
            <a:off x="527955" y="1024452"/>
            <a:ext cx="6379172" cy="590931"/>
          </a:xfrm>
        </p:spPr>
        <p:txBody>
          <a:bodyPr>
            <a:noAutofit/>
          </a:bodyPr>
          <a:lstStyle/>
          <a:p>
            <a:r>
              <a:rPr lang="en-US" dirty="0"/>
              <a:t>Icons, logos, diagrams, animations, and images</a:t>
            </a:r>
          </a:p>
        </p:txBody>
      </p:sp>
      <p:sp>
        <p:nvSpPr>
          <p:cNvPr id="3" name="Slide Number Placeholder 2">
            <a:extLst>
              <a:ext uri="{FF2B5EF4-FFF2-40B4-BE49-F238E27FC236}">
                <a16:creationId xmlns:a16="http://schemas.microsoft.com/office/drawing/2014/main" id="{D1474E66-2BC7-A249-8884-2EB51BBE625D}"/>
              </a:ext>
            </a:extLst>
          </p:cNvPr>
          <p:cNvSpPr>
            <a:spLocks noGrp="1"/>
          </p:cNvSpPr>
          <p:nvPr>
            <p:ph type="sldNum" sz="quarter" idx="12"/>
          </p:nvPr>
        </p:nvSpPr>
        <p:spPr/>
        <p:txBody>
          <a:bodyPr/>
          <a:lstStyle/>
          <a:p>
            <a:fld id="{EB4B8DE2-A4E8-46E4-8BBF-D75455EFF32C}" type="slidenum">
              <a:rPr lang="en-US" smtClean="0"/>
              <a:pPr/>
              <a:t>7</a:t>
            </a:fld>
            <a:endParaRPr lang="en-US" dirty="0"/>
          </a:p>
        </p:txBody>
      </p:sp>
      <p:sp>
        <p:nvSpPr>
          <p:cNvPr id="20" name="TextBox 19"/>
          <p:cNvSpPr txBox="1"/>
          <p:nvPr/>
        </p:nvSpPr>
        <p:spPr>
          <a:xfrm>
            <a:off x="609600" y="1949196"/>
            <a:ext cx="4584700" cy="3401700"/>
          </a:xfrm>
          <a:prstGeom prst="rect">
            <a:avLst/>
          </a:prstGeom>
          <a:noFill/>
        </p:spPr>
        <p:txBody>
          <a:bodyPr wrap="square" lIns="0" tIns="121920" rIns="152400" bIns="121920" rtlCol="0">
            <a:spAutoFit/>
          </a:bodyPr>
          <a:lstStyle/>
          <a:p>
            <a:pPr>
              <a:lnSpc>
                <a:spcPct val="90000"/>
              </a:lnSpc>
              <a:spcAft>
                <a:spcPts val="1500"/>
              </a:spcAft>
            </a:pPr>
            <a:r>
              <a:rPr lang="en-US" sz="1667" dirty="0">
                <a:solidFill>
                  <a:schemeClr val="accent1">
                    <a:lumMod val="50000"/>
                  </a:schemeClr>
                </a:solidFill>
                <a:latin typeface="Amazon Ember Display" panose="020F0603020204020204" pitchFamily="34" charset="0"/>
                <a:ea typeface="Amazon Ember Display" panose="020F0603020204020204" pitchFamily="34" charset="0"/>
                <a:cs typeface="Amazon Ember Display" panose="020F0603020204020204" pitchFamily="34" charset="0"/>
              </a:rPr>
              <a:t>Only use logos, icons, photos, screenshots, and illustrations that your organization has permission (a license) from the copyright owner to use.</a:t>
            </a:r>
          </a:p>
          <a:p>
            <a:pPr>
              <a:lnSpc>
                <a:spcPct val="90000"/>
              </a:lnSpc>
              <a:spcAft>
                <a:spcPts val="1500"/>
              </a:spcAft>
            </a:pPr>
            <a:r>
              <a:rPr lang="en-US" sz="1667" dirty="0">
                <a:latin typeface="Amazon Ember Display" panose="020F0603020204020204" pitchFamily="34" charset="0"/>
              </a:rPr>
              <a:t>Keep slide diagrams as simple as possible; split content over several slides rather than forcing it all onto one.</a:t>
            </a:r>
          </a:p>
          <a:p>
            <a:pPr>
              <a:lnSpc>
                <a:spcPct val="90000"/>
              </a:lnSpc>
              <a:spcAft>
                <a:spcPts val="1500"/>
              </a:spcAft>
            </a:pPr>
            <a:r>
              <a:rPr lang="en-US" sz="1667" dirty="0">
                <a:latin typeface="Amazon Ember Display" panose="020F0603020204020204" pitchFamily="34" charset="0"/>
              </a:rPr>
              <a:t>Use simple, subtle animations as needed to direct audience attention and clarify relationships. Avoid dramatic transitions or animations (such as “Random Bars,” “Dissolve,” or “Spin”).</a:t>
            </a:r>
          </a:p>
        </p:txBody>
      </p:sp>
      <p:sp>
        <p:nvSpPr>
          <p:cNvPr id="14" name="Rectangle 13">
            <a:extLst>
              <a:ext uri="{FF2B5EF4-FFF2-40B4-BE49-F238E27FC236}">
                <a16:creationId xmlns:a16="http://schemas.microsoft.com/office/drawing/2014/main" id="{56240619-8357-4439-BBEA-CD5E3F27DEB5}"/>
              </a:ext>
            </a:extLst>
          </p:cNvPr>
          <p:cNvSpPr/>
          <p:nvPr/>
        </p:nvSpPr>
        <p:spPr>
          <a:xfrm>
            <a:off x="8230745" y="3027412"/>
            <a:ext cx="3428403" cy="1161344"/>
          </a:xfrm>
          <a:prstGeom prst="rect">
            <a:avLst/>
          </a:prstGeom>
        </p:spPr>
        <p:txBody>
          <a:bodyPr wrap="square">
            <a:spAutoFit/>
          </a:bodyPr>
          <a:lstStyle/>
          <a:p>
            <a:pPr>
              <a:lnSpc>
                <a:spcPct val="90000"/>
              </a:lnSpc>
            </a:pPr>
            <a:r>
              <a:rPr lang="en-US" sz="1667" dirty="0">
                <a:latin typeface="Amazon Ember Display" panose="020F0603020204020204" pitchFamily="34" charset="0"/>
              </a:rPr>
              <a:t>Download illustrations, fonts, </a:t>
            </a:r>
            <a:br>
              <a:rPr lang="en-US" sz="1667" dirty="0">
                <a:latin typeface="Amazon Ember Display" panose="020F0603020204020204" pitchFamily="34" charset="0"/>
              </a:rPr>
            </a:br>
            <a:r>
              <a:rPr lang="en-US" sz="1667" dirty="0">
                <a:latin typeface="Amazon Ember Display" panose="020F0603020204020204" pitchFamily="34" charset="0"/>
              </a:rPr>
              <a:t>and the AWS logo from the </a:t>
            </a:r>
            <a:br>
              <a:rPr lang="en-US" sz="1667" dirty="0">
                <a:latin typeface="Amazon Ember Display" panose="020F0603020204020204" pitchFamily="34" charset="0"/>
              </a:rPr>
            </a:br>
            <a:r>
              <a:rPr lang="en-US" sz="1667" dirty="0">
                <a:solidFill>
                  <a:srgbClr val="EA5B1A"/>
                </a:solidFill>
                <a:latin typeface="Amazon Ember Display" panose="020F0603020204020204" pitchFamily="34" charset="0"/>
                <a:hlinkClick r:id="rId3"/>
              </a:rPr>
              <a:t>brand portal</a:t>
            </a:r>
            <a:r>
              <a:rPr lang="en-US" sz="1667" dirty="0">
                <a:solidFill>
                  <a:srgbClr val="EA5B1A"/>
                </a:solidFill>
                <a:latin typeface="Amazon Ember Display" panose="020F0603020204020204" pitchFamily="34" charset="0"/>
              </a:rPr>
              <a:t> </a:t>
            </a:r>
          </a:p>
          <a:p>
            <a:pPr>
              <a:lnSpc>
                <a:spcPct val="90000"/>
              </a:lnSpc>
            </a:pPr>
            <a:endParaRPr lang="en-US" sz="1667" dirty="0">
              <a:solidFill>
                <a:srgbClr val="EA5B1A"/>
              </a:solidFill>
              <a:latin typeface="Amazon Ember Display" panose="020F0603020204020204" pitchFamily="34" charset="0"/>
            </a:endParaRPr>
          </a:p>
          <a:p>
            <a:pPr>
              <a:lnSpc>
                <a:spcPct val="90000"/>
              </a:lnSpc>
            </a:pPr>
            <a:r>
              <a:rPr lang="en-US" sz="1050" dirty="0">
                <a:solidFill>
                  <a:srgbClr val="EA5B1A"/>
                </a:solidFill>
                <a:latin typeface="Amazon Ember Display" panose="020F0603020204020204" pitchFamily="34" charset="0"/>
              </a:rPr>
              <a:t>Less is more. Use components with high judgement. </a:t>
            </a:r>
          </a:p>
        </p:txBody>
      </p:sp>
      <p:sp>
        <p:nvSpPr>
          <p:cNvPr id="17" name="Rectangle 16">
            <a:extLst>
              <a:ext uri="{FF2B5EF4-FFF2-40B4-BE49-F238E27FC236}">
                <a16:creationId xmlns:a16="http://schemas.microsoft.com/office/drawing/2014/main" id="{C45F25AC-DB25-4FC9-B853-2CDABE3839C4}"/>
              </a:ext>
            </a:extLst>
          </p:cNvPr>
          <p:cNvSpPr/>
          <p:nvPr/>
        </p:nvSpPr>
        <p:spPr>
          <a:xfrm>
            <a:off x="8108302" y="4897945"/>
            <a:ext cx="3428402" cy="785023"/>
          </a:xfrm>
          <a:prstGeom prst="rect">
            <a:avLst/>
          </a:prstGeom>
        </p:spPr>
        <p:txBody>
          <a:bodyPr wrap="square">
            <a:spAutoFit/>
          </a:bodyPr>
          <a:lstStyle/>
          <a:p>
            <a:pPr>
              <a:lnSpc>
                <a:spcPct val="90000"/>
              </a:lnSpc>
            </a:pPr>
            <a:r>
              <a:rPr lang="en-US" sz="1667" dirty="0">
                <a:latin typeface="Amazon Ember Display" panose="020F0603020204020204" pitchFamily="34" charset="0"/>
              </a:rPr>
              <a:t>Find licensed stock photography on </a:t>
            </a:r>
            <a:r>
              <a:rPr lang="en-US" sz="1667" dirty="0">
                <a:solidFill>
                  <a:srgbClr val="EA5B1A"/>
                </a:solidFill>
                <a:latin typeface="Amazon Ember Display" panose="020F0603020204020204" pitchFamily="34" charset="0"/>
                <a:hlinkClick r:id="rId4"/>
              </a:rPr>
              <a:t>Amazon Freeway</a:t>
            </a:r>
            <a:r>
              <a:rPr lang="en-US" sz="1667" dirty="0">
                <a:latin typeface="Amazon Ember Display" panose="020F0603020204020204" pitchFamily="34" charset="0"/>
              </a:rPr>
              <a:t> or request access to </a:t>
            </a:r>
            <a:r>
              <a:rPr lang="en-US" sz="1667" dirty="0">
                <a:solidFill>
                  <a:srgbClr val="EA5B1A"/>
                </a:solidFill>
                <a:latin typeface="Amazon Ember Display" panose="020F0603020204020204" pitchFamily="34" charset="0"/>
                <a:hlinkClick r:id="rId5"/>
              </a:rPr>
              <a:t>Adobe Stock</a:t>
            </a:r>
            <a:endParaRPr lang="en-US" sz="1667" dirty="0">
              <a:latin typeface="Amazon Ember Display" panose="020F0603020204020204" pitchFamily="34" charset="0"/>
            </a:endParaRPr>
          </a:p>
        </p:txBody>
      </p:sp>
      <p:sp>
        <p:nvSpPr>
          <p:cNvPr id="19" name="Content Placeholder 2">
            <a:extLst>
              <a:ext uri="{FF2B5EF4-FFF2-40B4-BE49-F238E27FC236}">
                <a16:creationId xmlns:a16="http://schemas.microsoft.com/office/drawing/2014/main" id="{F54712C0-E830-4FF7-B7E8-3DEF81C6F748}"/>
              </a:ext>
            </a:extLst>
          </p:cNvPr>
          <p:cNvSpPr txBox="1">
            <a:spLocks noChangeArrowheads="1"/>
          </p:cNvSpPr>
          <p:nvPr/>
        </p:nvSpPr>
        <p:spPr bwMode="auto">
          <a:xfrm>
            <a:off x="8108301" y="1379756"/>
            <a:ext cx="3257021" cy="708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2400" tIns="121920" rIns="152400" bIns="121920" numCol="1" anchor="t" anchorCtr="0" compatLnSpc="1">
            <a:prstTxWarp prst="textNoShape">
              <a:avLst/>
            </a:prstTxWarp>
            <a:spAutoFit/>
          </a:bodyPr>
          <a:lstStyle>
            <a:lvl1pPr algn="l" defTabSz="1096963" rtl="0" eaLnBrk="1" fontAlgn="base" hangingPunct="1">
              <a:lnSpc>
                <a:spcPct val="90000"/>
              </a:lnSpc>
              <a:spcBef>
                <a:spcPct val="20000"/>
              </a:spcBef>
              <a:spcAft>
                <a:spcPct val="0"/>
              </a:spcAft>
              <a:buSzPct val="90000"/>
              <a:buFont typeface="Amazon Ember" panose="020B0603020204020204" pitchFamily="34" charset="0"/>
              <a:defRPr sz="32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1pPr>
            <a:lvl2pPr marL="403225" algn="l" defTabSz="1096963" rtl="0" eaLnBrk="1" fontAlgn="base" hangingPunct="1">
              <a:lnSpc>
                <a:spcPct val="90000"/>
              </a:lnSpc>
              <a:spcBef>
                <a:spcPts val="600"/>
              </a:spcBef>
              <a:spcAft>
                <a:spcPct val="0"/>
              </a:spcAft>
              <a:buSzPct val="90000"/>
              <a:buFont typeface="Amazon Ember" panose="020B0603020204020204" pitchFamily="34" charset="0"/>
              <a:defRPr sz="24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2pPr>
            <a:lvl3pPr marL="671513" algn="l" defTabSz="1096963" rtl="0" eaLnBrk="1" fontAlgn="base" hangingPunct="1">
              <a:lnSpc>
                <a:spcPct val="90000"/>
              </a:lnSpc>
              <a:spcBef>
                <a:spcPts val="600"/>
              </a:spcBef>
              <a:spcAft>
                <a:spcPct val="0"/>
              </a:spcAft>
              <a:buSzPct val="90000"/>
              <a:buFont typeface="Amazon Ember" panose="020B0603020204020204" pitchFamily="34" charset="0"/>
              <a:defRPr sz="24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3pPr>
            <a:lvl4pPr marL="939800" algn="l" defTabSz="1096963" rtl="0" eaLnBrk="1" fontAlgn="base" hangingPunct="1">
              <a:lnSpc>
                <a:spcPct val="90000"/>
              </a:lnSpc>
              <a:spcBef>
                <a:spcPts val="600"/>
              </a:spcBef>
              <a:spcAft>
                <a:spcPct val="0"/>
              </a:spcAft>
              <a:buSzPct val="90000"/>
              <a:buFont typeface="Amazon Ember" panose="020B0603020204020204" pitchFamily="34" charset="0"/>
              <a:defRPr sz="20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4pPr>
            <a:lvl5pPr marL="1209675" algn="l" defTabSz="1096963" rtl="0" eaLnBrk="1" fontAlgn="base" hangingPunct="1">
              <a:lnSpc>
                <a:spcPct val="90000"/>
              </a:lnSpc>
              <a:spcBef>
                <a:spcPts val="600"/>
              </a:spcBef>
              <a:spcAft>
                <a:spcPct val="0"/>
              </a:spcAft>
              <a:buSzPct val="90000"/>
              <a:buFont typeface="Amazon Ember" panose="020B0603020204020204" pitchFamily="34" charset="0"/>
              <a:defRPr sz="20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5pPr>
            <a:lvl6pPr marL="3017513" indent="-274320" algn="l" defTabSz="1097278" rtl="0" eaLnBrk="1" latinLnBrk="0" hangingPunct="1">
              <a:spcBef>
                <a:spcPct val="20000"/>
              </a:spcBef>
              <a:buFont typeface="Amazon Ember" panose="020B0603020204020204" pitchFamily="34" charset="0"/>
              <a:buChar char="•"/>
              <a:defRPr sz="2353" kern="1200">
                <a:solidFill>
                  <a:schemeClr val="tx1"/>
                </a:solidFill>
                <a:latin typeface="+mn-lt"/>
                <a:ea typeface="+mn-ea"/>
                <a:cs typeface="+mn-cs"/>
              </a:defRPr>
            </a:lvl6pPr>
            <a:lvl7pPr marL="3566153" indent="-274320" algn="l" defTabSz="1097278" rtl="0" eaLnBrk="1" latinLnBrk="0" hangingPunct="1">
              <a:spcBef>
                <a:spcPct val="20000"/>
              </a:spcBef>
              <a:buFont typeface="Amazon Ember" panose="020B0603020204020204" pitchFamily="34" charset="0"/>
              <a:buChar char="•"/>
              <a:defRPr sz="2353" kern="1200">
                <a:solidFill>
                  <a:schemeClr val="tx1"/>
                </a:solidFill>
                <a:latin typeface="+mn-lt"/>
                <a:ea typeface="+mn-ea"/>
                <a:cs typeface="+mn-cs"/>
              </a:defRPr>
            </a:lvl7pPr>
            <a:lvl8pPr marL="4114792" indent="-274320" algn="l" defTabSz="1097278" rtl="0" eaLnBrk="1" latinLnBrk="0" hangingPunct="1">
              <a:spcBef>
                <a:spcPct val="20000"/>
              </a:spcBef>
              <a:buFont typeface="Amazon Ember" panose="020B0603020204020204" pitchFamily="34" charset="0"/>
              <a:buChar char="•"/>
              <a:defRPr sz="2353" kern="1200">
                <a:solidFill>
                  <a:schemeClr val="tx1"/>
                </a:solidFill>
                <a:latin typeface="+mn-lt"/>
                <a:ea typeface="+mn-ea"/>
                <a:cs typeface="+mn-cs"/>
              </a:defRPr>
            </a:lvl8pPr>
            <a:lvl9pPr marL="4663432" indent="-274320" algn="l" defTabSz="1097278" rtl="0" eaLnBrk="1" latinLnBrk="0" hangingPunct="1">
              <a:spcBef>
                <a:spcPct val="20000"/>
              </a:spcBef>
              <a:buFont typeface="Amazon Ember" panose="020B0603020204020204" pitchFamily="34" charset="0"/>
              <a:buChar char="•"/>
              <a:defRPr sz="2353" kern="1200">
                <a:solidFill>
                  <a:schemeClr val="tx1"/>
                </a:solidFill>
                <a:latin typeface="+mn-lt"/>
                <a:ea typeface="+mn-ea"/>
                <a:cs typeface="+mn-cs"/>
              </a:defRPr>
            </a:lvl9pPr>
          </a:lstStyle>
          <a:p>
            <a:pPr>
              <a:spcBef>
                <a:spcPts val="0"/>
              </a:spcBef>
              <a:spcAft>
                <a:spcPts val="0"/>
              </a:spcAft>
            </a:pPr>
            <a:r>
              <a:rPr lang="en-US" altLang="en-US" sz="1667"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Download AWS architecture icons from the </a:t>
            </a:r>
            <a:r>
              <a:rPr lang="en-US" altLang="en-US" sz="1667" dirty="0">
                <a:solidFill>
                  <a:srgbClr val="EA5B1A"/>
                </a:solidFill>
                <a:latin typeface="Amazon Ember Display" panose="020F0603020204020204" pitchFamily="34" charset="0"/>
                <a:ea typeface="Amazon Ember Display" panose="020F0603020204020204" pitchFamily="34" charset="0"/>
                <a:cs typeface="Amazon Ember Display" panose="020F0603020204020204" pitchFamily="34" charset="0"/>
                <a:hlinkClick r:id="rId6"/>
              </a:rPr>
              <a:t>AWS website</a:t>
            </a:r>
            <a:endParaRPr lang="en-US" altLang="en-US" sz="1667" dirty="0">
              <a:solidFill>
                <a:srgbClr val="EA5B1A"/>
              </a:solidFill>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pic>
        <p:nvPicPr>
          <p:cNvPr id="22" name="Picture 21">
            <a:extLst>
              <a:ext uri="{FF2B5EF4-FFF2-40B4-BE49-F238E27FC236}">
                <a16:creationId xmlns:a16="http://schemas.microsoft.com/office/drawing/2014/main" id="{FCC9C42A-A635-4549-AB5E-82F68AD3223A}"/>
              </a:ext>
            </a:extLst>
          </p:cNvPr>
          <p:cNvPicPr>
            <a:picLocks noChangeAspect="1"/>
          </p:cNvPicPr>
          <p:nvPr/>
        </p:nvPicPr>
        <p:blipFill>
          <a:blip r:embed="rId7" cstate="hqprint">
            <a:extLst>
              <a:ext uri="{28A0092B-C50C-407E-A947-70E740481C1C}">
                <a14:useLocalDpi xmlns:a14="http://schemas.microsoft.com/office/drawing/2010/main"/>
              </a:ext>
            </a:extLst>
          </a:blip>
          <a:stretch>
            <a:fillRect/>
          </a:stretch>
        </p:blipFill>
        <p:spPr>
          <a:xfrm>
            <a:off x="6219974" y="1205422"/>
            <a:ext cx="1793390" cy="1018155"/>
          </a:xfrm>
          <a:prstGeom prst="rect">
            <a:avLst/>
          </a:prstGeom>
        </p:spPr>
      </p:pic>
      <p:pic>
        <p:nvPicPr>
          <p:cNvPr id="23" name="Picture 22">
            <a:extLst>
              <a:ext uri="{FF2B5EF4-FFF2-40B4-BE49-F238E27FC236}">
                <a16:creationId xmlns:a16="http://schemas.microsoft.com/office/drawing/2014/main" id="{93E294AC-C6BB-4158-830E-297DF4FA8030}"/>
              </a:ext>
            </a:extLst>
          </p:cNvPr>
          <p:cNvPicPr>
            <a:picLocks noChangeAspect="1"/>
          </p:cNvPicPr>
          <p:nvPr/>
        </p:nvPicPr>
        <p:blipFill rotWithShape="1">
          <a:blip r:embed="rId8" cstate="hqprint">
            <a:extLst>
              <a:ext uri="{28A0092B-C50C-407E-A947-70E740481C1C}">
                <a14:useLocalDpi xmlns:a14="http://schemas.microsoft.com/office/drawing/2010/main"/>
              </a:ext>
            </a:extLst>
          </a:blip>
          <a:srcRect/>
          <a:stretch/>
        </p:blipFill>
        <p:spPr>
          <a:xfrm>
            <a:off x="6219974" y="4773730"/>
            <a:ext cx="1796867" cy="1059818"/>
          </a:xfrm>
          <a:prstGeom prst="roundRect">
            <a:avLst>
              <a:gd name="adj" fmla="val 2994"/>
            </a:avLst>
          </a:prstGeom>
        </p:spPr>
      </p:pic>
      <p:pic>
        <p:nvPicPr>
          <p:cNvPr id="11" name="Picture 10">
            <a:extLst>
              <a:ext uri="{FF2B5EF4-FFF2-40B4-BE49-F238E27FC236}">
                <a16:creationId xmlns:a16="http://schemas.microsoft.com/office/drawing/2014/main" id="{3C31F256-E69A-E542-2E5B-AF138668482E}"/>
              </a:ext>
            </a:extLst>
          </p:cNvPr>
          <p:cNvPicPr>
            <a:picLocks noChangeAspect="1"/>
          </p:cNvPicPr>
          <p:nvPr/>
        </p:nvPicPr>
        <p:blipFill rotWithShape="1">
          <a:blip r:embed="rId9" cstate="hqprint">
            <a:extLst>
              <a:ext uri="{28A0092B-C50C-407E-A947-70E740481C1C}">
                <a14:useLocalDpi xmlns:a14="http://schemas.microsoft.com/office/drawing/2010/main"/>
              </a:ext>
            </a:extLst>
          </a:blip>
          <a:srcRect/>
          <a:stretch/>
        </p:blipFill>
        <p:spPr>
          <a:xfrm>
            <a:off x="6803648" y="3143446"/>
            <a:ext cx="1121754" cy="896353"/>
          </a:xfrm>
          <a:prstGeom prst="roundRect">
            <a:avLst>
              <a:gd name="adj" fmla="val 7393"/>
            </a:avLst>
          </a:prstGeom>
        </p:spPr>
      </p:pic>
      <p:grpSp>
        <p:nvGrpSpPr>
          <p:cNvPr id="24" name="Group 23">
            <a:extLst>
              <a:ext uri="{FF2B5EF4-FFF2-40B4-BE49-F238E27FC236}">
                <a16:creationId xmlns:a16="http://schemas.microsoft.com/office/drawing/2014/main" id="{790F2280-686B-453E-871B-4B206BAC57B8}"/>
              </a:ext>
            </a:extLst>
          </p:cNvPr>
          <p:cNvGrpSpPr/>
          <p:nvPr/>
        </p:nvGrpSpPr>
        <p:grpSpPr>
          <a:xfrm>
            <a:off x="6219974" y="2851265"/>
            <a:ext cx="980902" cy="781397"/>
            <a:chOff x="5719156" y="2851265"/>
            <a:chExt cx="980902" cy="781397"/>
          </a:xfrm>
        </p:grpSpPr>
        <p:sp>
          <p:nvSpPr>
            <p:cNvPr id="18" name="Rounded Rectangle 17">
              <a:extLst>
                <a:ext uri="{FF2B5EF4-FFF2-40B4-BE49-F238E27FC236}">
                  <a16:creationId xmlns:a16="http://schemas.microsoft.com/office/drawing/2014/main" id="{414DB2E6-2FE1-D000-86E5-5B09B3D29DAF}"/>
                </a:ext>
              </a:extLst>
            </p:cNvPr>
            <p:cNvSpPr/>
            <p:nvPr/>
          </p:nvSpPr>
          <p:spPr>
            <a:xfrm>
              <a:off x="5719156" y="2851265"/>
              <a:ext cx="980902" cy="781397"/>
            </a:xfrm>
            <a:prstGeom prst="roundRect">
              <a:avLst>
                <a:gd name="adj" fmla="val 7093"/>
              </a:avLst>
            </a:prstGeom>
            <a:solidFill>
              <a:srgbClr val="1D262F"/>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pic>
          <p:nvPicPr>
            <p:cNvPr id="21" name="Picture 20">
              <a:extLst>
                <a:ext uri="{FF2B5EF4-FFF2-40B4-BE49-F238E27FC236}">
                  <a16:creationId xmlns:a16="http://schemas.microsoft.com/office/drawing/2014/main" id="{0DCCC5AE-45A6-2D64-EB02-EA037BB72F44}"/>
                </a:ext>
              </a:extLst>
            </p:cNvPr>
            <p:cNvPicPr>
              <a:picLocks noChangeAspect="1"/>
            </p:cNvPicPr>
            <p:nvPr/>
          </p:nvPicPr>
          <p:blipFill>
            <a:blip r:embed="rId10" cstate="hqprint">
              <a:extLst>
                <a:ext uri="{28A0092B-C50C-407E-A947-70E740481C1C}">
                  <a14:useLocalDpi xmlns:a14="http://schemas.microsoft.com/office/drawing/2010/main"/>
                </a:ext>
              </a:extLst>
            </a:blip>
            <a:stretch>
              <a:fillRect/>
            </a:stretch>
          </p:blipFill>
          <p:spPr>
            <a:xfrm>
              <a:off x="6027058" y="3132548"/>
              <a:ext cx="365760" cy="218830"/>
            </a:xfrm>
            <a:prstGeom prst="rect">
              <a:avLst/>
            </a:prstGeom>
          </p:spPr>
        </p:pic>
      </p:grpSp>
    </p:spTree>
    <p:extLst>
      <p:ext uri="{BB962C8B-B14F-4D97-AF65-F5344CB8AC3E}">
        <p14:creationId xmlns:p14="http://schemas.microsoft.com/office/powerpoint/2010/main" val="4078142469"/>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4FDB005-4948-80B4-611B-A8E3627468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2C79D-BDE8-30FB-CEE7-B03DE279AE0D}"/>
              </a:ext>
            </a:extLst>
          </p:cNvPr>
          <p:cNvSpPr>
            <a:spLocks noGrp="1"/>
          </p:cNvSpPr>
          <p:nvPr>
            <p:ph type="title"/>
          </p:nvPr>
        </p:nvSpPr>
        <p:spPr>
          <a:xfrm>
            <a:off x="527955" y="1024452"/>
            <a:ext cx="6379172" cy="590931"/>
          </a:xfrm>
        </p:spPr>
        <p:txBody>
          <a:bodyPr>
            <a:noAutofit/>
          </a:bodyPr>
          <a:lstStyle/>
          <a:p>
            <a:r>
              <a:rPr lang="en-US" dirty="0"/>
              <a:t>Creating Partner </a:t>
            </a:r>
            <a:br>
              <a:rPr lang="en-US" dirty="0"/>
            </a:br>
            <a:r>
              <a:rPr lang="en-US" dirty="0"/>
              <a:t>marketing assets</a:t>
            </a:r>
          </a:p>
        </p:txBody>
      </p:sp>
      <p:sp>
        <p:nvSpPr>
          <p:cNvPr id="3" name="Slide Number Placeholder 2">
            <a:extLst>
              <a:ext uri="{FF2B5EF4-FFF2-40B4-BE49-F238E27FC236}">
                <a16:creationId xmlns:a16="http://schemas.microsoft.com/office/drawing/2014/main" id="{99BA4F2D-D385-8173-3364-CA78936DCBC6}"/>
              </a:ext>
            </a:extLst>
          </p:cNvPr>
          <p:cNvSpPr>
            <a:spLocks noGrp="1"/>
          </p:cNvSpPr>
          <p:nvPr>
            <p:ph type="sldNum" sz="quarter" idx="12"/>
          </p:nvPr>
        </p:nvSpPr>
        <p:spPr/>
        <p:txBody>
          <a:bodyPr/>
          <a:lstStyle/>
          <a:p>
            <a:fld id="{EB4B8DE2-A4E8-46E4-8BBF-D75455EFF32C}" type="slidenum">
              <a:rPr lang="en-US" smtClean="0"/>
              <a:pPr/>
              <a:t>8</a:t>
            </a:fld>
            <a:endParaRPr lang="en-US" dirty="0"/>
          </a:p>
        </p:txBody>
      </p:sp>
      <p:sp>
        <p:nvSpPr>
          <p:cNvPr id="12" name="Title 1">
            <a:extLst>
              <a:ext uri="{FF2B5EF4-FFF2-40B4-BE49-F238E27FC236}">
                <a16:creationId xmlns:a16="http://schemas.microsoft.com/office/drawing/2014/main" id="{D4AFEEBB-DD83-1259-81B7-01AE7AE13315}"/>
              </a:ext>
            </a:extLst>
          </p:cNvPr>
          <p:cNvSpPr txBox="1">
            <a:spLocks/>
          </p:cNvSpPr>
          <p:nvPr/>
        </p:nvSpPr>
        <p:spPr>
          <a:xfrm>
            <a:off x="1219200" y="7704945"/>
            <a:ext cx="10972800" cy="590931"/>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3600" b="0" i="0" kern="120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a:t>Guidelines for creating Partner marketing assets </a:t>
            </a:r>
            <a:endParaRPr lang="en-US" dirty="0"/>
          </a:p>
        </p:txBody>
      </p:sp>
      <p:sp>
        <p:nvSpPr>
          <p:cNvPr id="13" name="TextBox 12">
            <a:extLst>
              <a:ext uri="{FF2B5EF4-FFF2-40B4-BE49-F238E27FC236}">
                <a16:creationId xmlns:a16="http://schemas.microsoft.com/office/drawing/2014/main" id="{13FB947F-25F6-40F1-64E6-F6710D08ED8A}"/>
              </a:ext>
            </a:extLst>
          </p:cNvPr>
          <p:cNvSpPr txBox="1"/>
          <p:nvPr/>
        </p:nvSpPr>
        <p:spPr>
          <a:xfrm>
            <a:off x="7060118" y="8445075"/>
            <a:ext cx="5496555" cy="2825517"/>
          </a:xfrm>
          <a:prstGeom prst="rect">
            <a:avLst/>
          </a:prstGeom>
          <a:noFill/>
        </p:spPr>
        <p:txBody>
          <a:bodyPr wrap="square" lIns="152400" tIns="121920" rIns="152400" bIns="121920" rtlCol="0">
            <a:spAutoFit/>
          </a:bodyPr>
          <a:lstStyle/>
          <a:p>
            <a:pPr lvl="0">
              <a:lnSpc>
                <a:spcPct val="90000"/>
              </a:lnSpc>
              <a:spcAft>
                <a:spcPts val="1500"/>
              </a:spcAft>
            </a:pPr>
            <a:r>
              <a:rPr lang="en-US" dirty="0">
                <a:solidFill>
                  <a:prstClr val="black"/>
                </a:solidFill>
              </a:rPr>
              <a:t>When marketing </a:t>
            </a:r>
            <a:r>
              <a:rPr lang="en-US" b="1" dirty="0">
                <a:solidFill>
                  <a:prstClr val="black"/>
                </a:solidFill>
              </a:rPr>
              <a:t>with</a:t>
            </a:r>
            <a:r>
              <a:rPr lang="en-US" dirty="0">
                <a:solidFill>
                  <a:prstClr val="black"/>
                </a:solidFill>
              </a:rPr>
              <a:t> Partners, use the text treatment “In collaboration with” and the Partner’s logo underneath, leveraging </a:t>
            </a:r>
            <a:r>
              <a:rPr lang="en-US" u="sng" dirty="0">
                <a:solidFill>
                  <a:prstClr val="black"/>
                </a:solidFill>
              </a:rPr>
              <a:t>this title slide</a:t>
            </a:r>
            <a:r>
              <a:rPr lang="en-US" dirty="0">
                <a:solidFill>
                  <a:prstClr val="black"/>
                </a:solidFill>
              </a:rPr>
              <a:t>. </a:t>
            </a:r>
          </a:p>
          <a:p>
            <a:pPr>
              <a:lnSpc>
                <a:spcPct val="90000"/>
              </a:lnSpc>
              <a:spcAft>
                <a:spcPts val="1500"/>
              </a:spcAft>
            </a:pPr>
            <a:r>
              <a:rPr lang="en-US" sz="1667" dirty="0">
                <a:latin typeface="Amazon Ember Display" panose="020F0603020204020204" pitchFamily="34" charset="0"/>
              </a:rPr>
              <a:t>Ensure that the Partner logo is smaller and less prominent than the AWS logo.</a:t>
            </a:r>
          </a:p>
          <a:p>
            <a:pPr>
              <a:lnSpc>
                <a:spcPct val="90000"/>
              </a:lnSpc>
              <a:spcAft>
                <a:spcPts val="250"/>
              </a:spcAft>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marL="242084" indent="-242084">
              <a:lnSpc>
                <a:spcPct val="90000"/>
              </a:lnSpc>
              <a:spcAft>
                <a:spcPts val="250"/>
              </a:spcAft>
              <a:buFont typeface="+mj-lt"/>
              <a:buAutoNum type="arabicPeriod"/>
            </a:pPr>
            <a:endParaRPr lang="en-US" sz="1200" dirty="0">
              <a:latin typeface="Amazon Ember Display" panose="020F0603020204020204" pitchFamily="34" charset="0"/>
            </a:endParaRPr>
          </a:p>
          <a:p>
            <a:pPr>
              <a:lnSpc>
                <a:spcPct val="90000"/>
              </a:lnSpc>
              <a:spcAft>
                <a:spcPts val="250"/>
              </a:spcAft>
            </a:pPr>
            <a:endParaRPr lang="en-US" sz="1200" dirty="0">
              <a:latin typeface="Amazon Ember Display" panose="020F0603020204020204" pitchFamily="34" charset="0"/>
            </a:endParaRPr>
          </a:p>
          <a:p>
            <a:pPr>
              <a:lnSpc>
                <a:spcPct val="90000"/>
              </a:lnSpc>
              <a:spcAft>
                <a:spcPts val="250"/>
              </a:spcAft>
            </a:pPr>
            <a:endParaRPr lang="en-US" sz="1200" dirty="0">
              <a:latin typeface="Amazon Ember Display" panose="020F0603020204020204" pitchFamily="34" charset="0"/>
            </a:endParaRPr>
          </a:p>
        </p:txBody>
      </p:sp>
      <p:cxnSp>
        <p:nvCxnSpPr>
          <p:cNvPr id="27" name="Straight Connector 26">
            <a:extLst>
              <a:ext uri="{FF2B5EF4-FFF2-40B4-BE49-F238E27FC236}">
                <a16:creationId xmlns:a16="http://schemas.microsoft.com/office/drawing/2014/main" id="{416B96B1-88B9-39D1-5599-A283DA284BC5}"/>
              </a:ext>
            </a:extLst>
          </p:cNvPr>
          <p:cNvCxnSpPr>
            <a:cxnSpLocks/>
          </p:cNvCxnSpPr>
          <p:nvPr/>
        </p:nvCxnSpPr>
        <p:spPr>
          <a:xfrm>
            <a:off x="6169310" y="1949196"/>
            <a:ext cx="0" cy="4261104"/>
          </a:xfrm>
          <a:prstGeom prst="line">
            <a:avLst/>
          </a:prstGeom>
          <a:ln w="9525" cap="rnd">
            <a:solidFill>
              <a:schemeClr val="tx1"/>
            </a:solidFill>
            <a:headEnd type="none" w="lg" len="lg"/>
            <a:tailEnd type="none" w="lg" len="lg"/>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53EAF2FA-EB0B-6AF7-C9EB-42EAD8DB6C94}"/>
              </a:ext>
            </a:extLst>
          </p:cNvPr>
          <p:cNvSpPr txBox="1"/>
          <p:nvPr/>
        </p:nvSpPr>
        <p:spPr>
          <a:xfrm>
            <a:off x="426366" y="1949196"/>
            <a:ext cx="5399013" cy="3117777"/>
          </a:xfrm>
          <a:prstGeom prst="rect">
            <a:avLst/>
          </a:prstGeom>
          <a:noFill/>
        </p:spPr>
        <p:txBody>
          <a:bodyPr wrap="square" lIns="152400" tIns="121920" rIns="152400" bIns="121920" rtlCol="0">
            <a:spAutoFit/>
          </a:bodyPr>
          <a:lstStyle/>
          <a:p>
            <a:pPr>
              <a:lnSpc>
                <a:spcPct val="90000"/>
              </a:lnSpc>
              <a:spcAft>
                <a:spcPts val="1500"/>
              </a:spcAft>
            </a:pPr>
            <a:r>
              <a:rPr lang="en-US" sz="1400" dirty="0">
                <a:latin typeface="Amazon Ember Display" panose="020F0603020204020204" pitchFamily="34" charset="0"/>
              </a:rPr>
              <a:t>When marketing </a:t>
            </a:r>
            <a:r>
              <a:rPr lang="en-US" sz="1400" b="1" dirty="0">
                <a:latin typeface="Amazon Ember Display" panose="020F0603020204020204" pitchFamily="34" charset="0"/>
              </a:rPr>
              <a:t>to</a:t>
            </a:r>
            <a:r>
              <a:rPr lang="en-US" sz="1400" dirty="0">
                <a:latin typeface="Amazon Ember Display" panose="020F0603020204020204" pitchFamily="34" charset="0"/>
              </a:rPr>
              <a:t> Partners, use one of the following treatments to highlight the “Partner </a:t>
            </a:r>
            <a:r>
              <a:rPr lang="en-US" sz="1400" dirty="0">
                <a:latin typeface="Amazon Ember Display" panose="020F0603020204020204" pitchFamily="34" charset="0"/>
                <a:ea typeface="Amazon Ember Display" panose="020F0603020204020204" pitchFamily="34" charset="0"/>
                <a:cs typeface="Amazon Ember Display" panose="020F0603020204020204" pitchFamily="34" charset="0"/>
              </a:rPr>
              <a:t>Network” and the specific program/resource name.</a:t>
            </a:r>
          </a:p>
          <a:p>
            <a:pPr>
              <a:lnSpc>
                <a:spcPct val="90000"/>
              </a:lnSpc>
              <a:spcAft>
                <a:spcPts val="250"/>
              </a:spcAft>
            </a:pPr>
            <a:r>
              <a:rPr lang="en-US" sz="1200" b="1" dirty="0">
                <a:latin typeface="Amazon Ember Display" panose="020F0603020204020204" pitchFamily="34" charset="0"/>
                <a:ea typeface="Amazon Ember Display" panose="020F0603020204020204" pitchFamily="34" charset="0"/>
                <a:cs typeface="Amazon Ember Display" panose="020F0603020204020204" pitchFamily="34" charset="0"/>
              </a:rPr>
              <a:t>Eyebrow treatment</a:t>
            </a:r>
          </a:p>
          <a:p>
            <a:pPr marL="171450" indent="-171450">
              <a:lnSpc>
                <a:spcPct val="90000"/>
              </a:lnSpc>
              <a:spcAft>
                <a:spcPts val="250"/>
              </a:spcAft>
              <a:buFont typeface="Arial" panose="020B0604020202020204" pitchFamily="34" charset="0"/>
              <a:buChar char="•"/>
            </a:pPr>
            <a:r>
              <a:rPr lang="en-US" sz="1200" dirty="0">
                <a:latin typeface="Amazon Ember Display" panose="020F0603020204020204" pitchFamily="34" charset="0"/>
                <a:ea typeface="Amazon Ember Display" panose="020F0603020204020204" pitchFamily="34" charset="0"/>
                <a:cs typeface="Amazon Ember Display" panose="020F0603020204020204" pitchFamily="34" charset="0"/>
              </a:rPr>
              <a:t>Place “PARTNER NETWORK” (all caps) above the title.</a:t>
            </a:r>
          </a:p>
          <a:p>
            <a:pPr marL="171450" indent="-171450">
              <a:lnSpc>
                <a:spcPct val="90000"/>
              </a:lnSpc>
              <a:spcAft>
                <a:spcPts val="250"/>
              </a:spcAft>
              <a:buFont typeface="Arial" panose="020B0604020202020204" pitchFamily="34" charset="0"/>
              <a:buChar char="•"/>
            </a:pPr>
            <a:r>
              <a:rPr lang="en-US" sz="1200" dirty="0">
                <a:latin typeface="Amazon Ember Display" panose="020F0603020204020204" pitchFamily="34" charset="0"/>
                <a:ea typeface="Amazon Ember Display" panose="020F0603020204020204" pitchFamily="34" charset="0"/>
                <a:cs typeface="Amazon Ember Display" panose="020F0603020204020204" pitchFamily="34" charset="0"/>
              </a:rPr>
              <a:t>Omit “AWS” in PARTNER NETWORK, as AWS logo appears in upper left corner.</a:t>
            </a:r>
          </a:p>
          <a:p>
            <a:pPr>
              <a:lnSpc>
                <a:spcPct val="90000"/>
              </a:lnSpc>
              <a:spcAft>
                <a:spcPts val="250"/>
              </a:spcAft>
            </a:pPr>
            <a:endParaRPr lang="en-US" sz="1200" b="1" dirty="0">
              <a:latin typeface="Amazon Ember Display" panose="020F0603020204020204" pitchFamily="34" charset="0"/>
              <a:ea typeface="Amazon Ember Display" panose="020F0603020204020204" pitchFamily="34" charset="0"/>
              <a:cs typeface="Amazon Ember Display" panose="020F0603020204020204" pitchFamily="34" charset="0"/>
            </a:endParaRPr>
          </a:p>
          <a:p>
            <a:pPr>
              <a:lnSpc>
                <a:spcPct val="90000"/>
              </a:lnSpc>
              <a:spcAft>
                <a:spcPts val="250"/>
              </a:spcAft>
            </a:pPr>
            <a:r>
              <a:rPr lang="en-US" sz="1200" b="1" dirty="0">
                <a:latin typeface="Amazon Ember Display" panose="020F0603020204020204" pitchFamily="34" charset="0"/>
                <a:ea typeface="Amazon Ember Display" panose="020F0603020204020204" pitchFamily="34" charset="0"/>
                <a:cs typeface="Amazon Ember Display" panose="020F0603020204020204" pitchFamily="34" charset="0"/>
              </a:rPr>
              <a:t>Title</a:t>
            </a:r>
          </a:p>
          <a:p>
            <a:pPr marL="171450" indent="-171450">
              <a:lnSpc>
                <a:spcPct val="90000"/>
              </a:lnSpc>
              <a:spcAft>
                <a:spcPts val="250"/>
              </a:spcAft>
              <a:buFont typeface="Arial" panose="020B0604020202020204" pitchFamily="34" charset="0"/>
              <a:buChar char="•"/>
            </a:pPr>
            <a:r>
              <a:rPr lang="en-US" sz="1200" dirty="0">
                <a:solidFill>
                  <a:srgbClr val="0F141A"/>
                </a:solidFill>
                <a:latin typeface="Amazon Ember Display" panose="020F0603020204020204" pitchFamily="34" charset="0"/>
                <a:ea typeface="Amazon Ember Display" panose="020F0603020204020204" pitchFamily="34" charset="0"/>
                <a:cs typeface="Amazon Ember Display" panose="020F0603020204020204" pitchFamily="34" charset="0"/>
              </a:rPr>
              <a:t>Feature the program or resource name in the title.</a:t>
            </a:r>
          </a:p>
          <a:p>
            <a:pPr marL="171450" indent="-171450">
              <a:lnSpc>
                <a:spcPct val="90000"/>
              </a:lnSpc>
              <a:spcAft>
                <a:spcPts val="250"/>
              </a:spcAft>
              <a:buFont typeface="Arial" panose="020B0604020202020204" pitchFamily="34" charset="0"/>
              <a:buChar char="•"/>
            </a:pPr>
            <a:r>
              <a:rPr lang="en-US" sz="1200" dirty="0">
                <a:solidFill>
                  <a:srgbClr val="0F141A"/>
                </a:solidFill>
                <a:latin typeface="Amazon Ember Display" panose="020F0603020204020204" pitchFamily="34" charset="0"/>
                <a:ea typeface="Amazon Ember Display" panose="020F0603020204020204" pitchFamily="34" charset="0"/>
                <a:cs typeface="Amazon Ember Display" panose="020F0603020204020204" pitchFamily="34" charset="0"/>
              </a:rPr>
              <a:t>Omit "AWS" in the title unless Trademark required, as AWS logo appears in upper left corner. </a:t>
            </a:r>
            <a:r>
              <a:rPr lang="en-US" sz="1200" i="1" dirty="0">
                <a:solidFill>
                  <a:srgbClr val="0F141A"/>
                </a:solidFill>
                <a:latin typeface="Amazon Ember Display" panose="020F0603020204020204" pitchFamily="34" charset="0"/>
                <a:ea typeface="Amazon Ember Display" panose="020F0603020204020204" pitchFamily="34" charset="0"/>
                <a:cs typeface="Amazon Ember Display" panose="020F0603020204020204" pitchFamily="34" charset="0"/>
              </a:rPr>
              <a:t>For example: Generative AI Competency First Call Deck; Think Big for Small Business for Public Sector. </a:t>
            </a:r>
            <a:endParaRPr lang="en-US" sz="1200" b="1" dirty="0">
              <a:latin typeface="Amazon Ember Display" panose="020F0603020204020204" pitchFamily="34" charset="0"/>
            </a:endParaRPr>
          </a:p>
          <a:p>
            <a:pPr>
              <a:lnSpc>
                <a:spcPct val="90000"/>
              </a:lnSpc>
              <a:spcAft>
                <a:spcPts val="250"/>
              </a:spcAft>
            </a:pPr>
            <a:endParaRPr lang="en-US" sz="1200" dirty="0">
              <a:latin typeface="Amazon Ember Display" panose="020F0603020204020204" pitchFamily="34" charset="0"/>
            </a:endParaRPr>
          </a:p>
        </p:txBody>
      </p:sp>
      <p:sp>
        <p:nvSpPr>
          <p:cNvPr id="30" name="TextBox 29">
            <a:extLst>
              <a:ext uri="{FF2B5EF4-FFF2-40B4-BE49-F238E27FC236}">
                <a16:creationId xmlns:a16="http://schemas.microsoft.com/office/drawing/2014/main" id="{9A2FB2AB-7B20-EFCF-E153-1BADD159E9F7}"/>
              </a:ext>
            </a:extLst>
          </p:cNvPr>
          <p:cNvSpPr txBox="1"/>
          <p:nvPr/>
        </p:nvSpPr>
        <p:spPr>
          <a:xfrm>
            <a:off x="6422432" y="1949196"/>
            <a:ext cx="5399013" cy="1214179"/>
          </a:xfrm>
          <a:prstGeom prst="rect">
            <a:avLst/>
          </a:prstGeom>
          <a:noFill/>
        </p:spPr>
        <p:txBody>
          <a:bodyPr wrap="square" lIns="152400" tIns="121920" rIns="152400" bIns="121920" rtlCol="0">
            <a:spAutoFit/>
          </a:bodyPr>
          <a:lstStyle/>
          <a:p>
            <a:pPr>
              <a:lnSpc>
                <a:spcPct val="90000"/>
              </a:lnSpc>
              <a:spcAft>
                <a:spcPts val="1500"/>
              </a:spcAft>
            </a:pPr>
            <a:r>
              <a:rPr lang="en-US" sz="1400" dirty="0">
                <a:solidFill>
                  <a:prstClr val="black"/>
                </a:solidFill>
              </a:rPr>
              <a:t>When marketing </a:t>
            </a:r>
            <a:r>
              <a:rPr lang="en-US" sz="1400" b="1" dirty="0">
                <a:solidFill>
                  <a:prstClr val="black"/>
                </a:solidFill>
              </a:rPr>
              <a:t>with</a:t>
            </a:r>
            <a:r>
              <a:rPr lang="en-US" sz="1400" dirty="0">
                <a:solidFill>
                  <a:prstClr val="black"/>
                </a:solidFill>
              </a:rPr>
              <a:t> Partners, use the text treatment “In collaboration with” and the Partner’s logo underneath</a:t>
            </a:r>
            <a:r>
              <a:rPr lang="en-US" sz="1400" dirty="0">
                <a:latin typeface="Amazon Ember Display" panose="020F0603020204020204" pitchFamily="34" charset="0"/>
                <a:ea typeface="Amazon Ember Display" panose="020F0603020204020204" pitchFamily="34" charset="0"/>
                <a:cs typeface="Amazon Ember Display" panose="020F0603020204020204" pitchFamily="34" charset="0"/>
              </a:rPr>
              <a:t>.</a:t>
            </a:r>
          </a:p>
          <a:p>
            <a:pPr>
              <a:lnSpc>
                <a:spcPct val="90000"/>
              </a:lnSpc>
              <a:spcAft>
                <a:spcPts val="1500"/>
              </a:spcAft>
            </a:pPr>
            <a:r>
              <a:rPr lang="en-US" sz="1400" dirty="0">
                <a:latin typeface="Amazon Ember Display" panose="020F0603020204020204" pitchFamily="34" charset="0"/>
                <a:ea typeface="Amazon Ember Display" panose="020F0603020204020204" pitchFamily="34" charset="0"/>
                <a:cs typeface="Amazon Ember Display" panose="020F0603020204020204" pitchFamily="34" charset="0"/>
              </a:rPr>
              <a:t>Ensure that the partner logo is smaller and less prominent than the AWS logo.</a:t>
            </a:r>
          </a:p>
        </p:txBody>
      </p:sp>
      <p:pic>
        <p:nvPicPr>
          <p:cNvPr id="6" name="Picture 5">
            <a:extLst>
              <a:ext uri="{FF2B5EF4-FFF2-40B4-BE49-F238E27FC236}">
                <a16:creationId xmlns:a16="http://schemas.microsoft.com/office/drawing/2014/main" id="{23F30E93-7692-9BD9-F7CF-15FA7F14DCA5}"/>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527955" y="4823244"/>
            <a:ext cx="2463436" cy="1387055"/>
          </a:xfrm>
          <a:prstGeom prst="rect">
            <a:avLst/>
          </a:prstGeom>
        </p:spPr>
      </p:pic>
      <p:pic>
        <p:nvPicPr>
          <p:cNvPr id="7" name="Picture 6">
            <a:extLst>
              <a:ext uri="{FF2B5EF4-FFF2-40B4-BE49-F238E27FC236}">
                <a16:creationId xmlns:a16="http://schemas.microsoft.com/office/drawing/2014/main" id="{06A52AB6-BE84-6F69-6D49-84CB0698167A}"/>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6523066" y="4823244"/>
            <a:ext cx="2468533" cy="1391656"/>
          </a:xfrm>
          <a:prstGeom prst="rect">
            <a:avLst/>
          </a:prstGeom>
        </p:spPr>
      </p:pic>
    </p:spTree>
    <p:extLst>
      <p:ext uri="{BB962C8B-B14F-4D97-AF65-F5344CB8AC3E}">
        <p14:creationId xmlns:p14="http://schemas.microsoft.com/office/powerpoint/2010/main" val="145597546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7BBC1B8-F49A-D043-88BC-0DEAB503685D}"/>
              </a:ext>
            </a:extLst>
          </p:cNvPr>
          <p:cNvSpPr>
            <a:spLocks noGrp="1"/>
          </p:cNvSpPr>
          <p:nvPr>
            <p:ph type="ctrTitle"/>
          </p:nvPr>
        </p:nvSpPr>
        <p:spPr>
          <a:xfrm>
            <a:off x="463294" y="3418321"/>
            <a:ext cx="6460999" cy="923330"/>
          </a:xfrm>
        </p:spPr>
        <p:txBody>
          <a:bodyPr/>
          <a:lstStyle/>
          <a:p>
            <a:endParaRPr lang="en-US" dirty="0"/>
          </a:p>
        </p:txBody>
      </p:sp>
      <p:sp>
        <p:nvSpPr>
          <p:cNvPr id="12" name="Subtitle 11">
            <a:extLst>
              <a:ext uri="{FF2B5EF4-FFF2-40B4-BE49-F238E27FC236}">
                <a16:creationId xmlns:a16="http://schemas.microsoft.com/office/drawing/2014/main" id="{89367611-A332-024D-B05D-77BB188371AA}"/>
              </a:ext>
            </a:extLst>
          </p:cNvPr>
          <p:cNvSpPr>
            <a:spLocks noGrp="1"/>
          </p:cNvSpPr>
          <p:nvPr>
            <p:ph type="subTitle" idx="1"/>
          </p:nvPr>
        </p:nvSpPr>
        <p:spPr/>
        <p:txBody>
          <a:bodyPr/>
          <a:lstStyle/>
          <a:p>
            <a:endParaRPr lang="en-US" dirty="0"/>
          </a:p>
        </p:txBody>
      </p:sp>
      <p:sp>
        <p:nvSpPr>
          <p:cNvPr id="14" name="Text Placeholder 13">
            <a:extLst>
              <a:ext uri="{FF2B5EF4-FFF2-40B4-BE49-F238E27FC236}">
                <a16:creationId xmlns:a16="http://schemas.microsoft.com/office/drawing/2014/main" id="{75D601D1-1C04-E24E-BE14-6D579B531472}"/>
              </a:ext>
            </a:extLst>
          </p:cNvPr>
          <p:cNvSpPr>
            <a:spLocks noGrp="1"/>
          </p:cNvSpPr>
          <p:nvPr>
            <p:ph type="body" sz="quarter" idx="11"/>
          </p:nvPr>
        </p:nvSpPr>
        <p:spPr/>
        <p:txBody>
          <a:bodyPr/>
          <a:lstStyle/>
          <a:p>
            <a:endParaRPr lang="en-US" dirty="0"/>
          </a:p>
        </p:txBody>
      </p:sp>
      <p:sp>
        <p:nvSpPr>
          <p:cNvPr id="13" name="Text Placeholder 12">
            <a:extLst>
              <a:ext uri="{FF2B5EF4-FFF2-40B4-BE49-F238E27FC236}">
                <a16:creationId xmlns:a16="http://schemas.microsoft.com/office/drawing/2014/main" id="{A55193A3-AAC9-2240-AAC2-B046CAA31881}"/>
              </a:ext>
            </a:extLst>
          </p:cNvPr>
          <p:cNvSpPr>
            <a:spLocks noGrp="1"/>
          </p:cNvSpPr>
          <p:nvPr>
            <p:ph type="body" sz="quarter" idx="10"/>
          </p:nvPr>
        </p:nvSpPr>
        <p:spPr/>
        <p:txBody>
          <a:bodyPr/>
          <a:lstStyle/>
          <a:p>
            <a:endParaRPr lang="en-US" dirty="0"/>
          </a:p>
        </p:txBody>
      </p:sp>
      <p:sp>
        <p:nvSpPr>
          <p:cNvPr id="15" name="Text Placeholder 14">
            <a:extLst>
              <a:ext uri="{FF2B5EF4-FFF2-40B4-BE49-F238E27FC236}">
                <a16:creationId xmlns:a16="http://schemas.microsoft.com/office/drawing/2014/main" id="{05D6FCF4-47A1-BE45-B2A0-B49AEDCB0B86}"/>
              </a:ext>
            </a:extLst>
          </p:cNvPr>
          <p:cNvSpPr>
            <a:spLocks noGrp="1"/>
          </p:cNvSpPr>
          <p:nvPr>
            <p:ph type="body" sz="quarter" idx="12"/>
          </p:nvPr>
        </p:nvSpPr>
        <p:spPr>
          <a:xfrm>
            <a:off x="609598" y="5674769"/>
            <a:ext cx="3797302" cy="313932"/>
          </a:xfrm>
        </p:spPr>
        <p:txBody>
          <a:bodyPr/>
          <a:lstStyle/>
          <a:p>
            <a:endParaRPr lang="en-US" dirty="0"/>
          </a:p>
        </p:txBody>
      </p:sp>
    </p:spTree>
    <p:extLst>
      <p:ext uri="{BB962C8B-B14F-4D97-AF65-F5344CB8AC3E}">
        <p14:creationId xmlns:p14="http://schemas.microsoft.com/office/powerpoint/2010/main" val="379353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42836B3-C599-05A5-F112-1A13C3FEF59E}"/>
              </a:ext>
            </a:extLst>
          </p:cNvPr>
          <p:cNvSpPr>
            <a:spLocks noGrp="1"/>
          </p:cNvSpPr>
          <p:nvPr>
            <p:ph type="subTitle" idx="1"/>
          </p:nvPr>
        </p:nvSpPr>
        <p:spPr/>
        <p:txBody>
          <a:bodyPr/>
          <a:lstStyle/>
          <a:p>
            <a:endParaRPr lang="en-US" dirty="0"/>
          </a:p>
        </p:txBody>
      </p:sp>
      <p:sp>
        <p:nvSpPr>
          <p:cNvPr id="3" name="Text Placeholder 2">
            <a:extLst>
              <a:ext uri="{FF2B5EF4-FFF2-40B4-BE49-F238E27FC236}">
                <a16:creationId xmlns:a16="http://schemas.microsoft.com/office/drawing/2014/main" id="{477FEBA3-E150-170E-A039-639772E15249}"/>
              </a:ext>
            </a:extLst>
          </p:cNvPr>
          <p:cNvSpPr>
            <a:spLocks noGrp="1"/>
          </p:cNvSpPr>
          <p:nvPr>
            <p:ph type="body" sz="quarter" idx="11"/>
          </p:nvPr>
        </p:nvSpPr>
        <p:spPr/>
        <p:txBody>
          <a:bodyPr/>
          <a:lstStyle/>
          <a:p>
            <a:endParaRPr lang="en-US" dirty="0"/>
          </a:p>
        </p:txBody>
      </p:sp>
      <p:sp>
        <p:nvSpPr>
          <p:cNvPr id="4" name="Text Placeholder 3">
            <a:extLst>
              <a:ext uri="{FF2B5EF4-FFF2-40B4-BE49-F238E27FC236}">
                <a16:creationId xmlns:a16="http://schemas.microsoft.com/office/drawing/2014/main" id="{76A5F678-9706-0213-4D4E-F855104853CB}"/>
              </a:ext>
            </a:extLst>
          </p:cNvPr>
          <p:cNvSpPr>
            <a:spLocks noGrp="1"/>
          </p:cNvSpPr>
          <p:nvPr>
            <p:ph type="body" sz="quarter" idx="10"/>
          </p:nvPr>
        </p:nvSpPr>
        <p:spPr/>
        <p:txBody>
          <a:bodyPr/>
          <a:lstStyle/>
          <a:p>
            <a:endParaRPr lang="en-US" dirty="0"/>
          </a:p>
        </p:txBody>
      </p:sp>
      <p:sp>
        <p:nvSpPr>
          <p:cNvPr id="5" name="Text Placeholder 4">
            <a:extLst>
              <a:ext uri="{FF2B5EF4-FFF2-40B4-BE49-F238E27FC236}">
                <a16:creationId xmlns:a16="http://schemas.microsoft.com/office/drawing/2014/main" id="{0966075D-368C-4868-7349-CC0ECF8791FE}"/>
              </a:ext>
            </a:extLst>
          </p:cNvPr>
          <p:cNvSpPr>
            <a:spLocks noGrp="1"/>
          </p:cNvSpPr>
          <p:nvPr>
            <p:ph type="body" sz="quarter" idx="12"/>
          </p:nvPr>
        </p:nvSpPr>
        <p:spPr>
          <a:xfrm>
            <a:off x="609598" y="5674769"/>
            <a:ext cx="3797302" cy="313932"/>
          </a:xfrm>
        </p:spPr>
        <p:txBody>
          <a:bodyPr/>
          <a:lstStyle/>
          <a:p>
            <a:endParaRPr lang="en-US" dirty="0"/>
          </a:p>
        </p:txBody>
      </p:sp>
      <p:sp>
        <p:nvSpPr>
          <p:cNvPr id="7" name="Title 10">
            <a:extLst>
              <a:ext uri="{FF2B5EF4-FFF2-40B4-BE49-F238E27FC236}">
                <a16:creationId xmlns:a16="http://schemas.microsoft.com/office/drawing/2014/main" id="{96D1C0F6-1889-0922-3810-FF8DCE0C6BA1}"/>
              </a:ext>
            </a:extLst>
          </p:cNvPr>
          <p:cNvSpPr>
            <a:spLocks noGrp="1"/>
          </p:cNvSpPr>
          <p:nvPr>
            <p:ph type="ctrTitle"/>
          </p:nvPr>
        </p:nvSpPr>
        <p:spPr>
          <a:xfrm>
            <a:off x="463294" y="3418321"/>
            <a:ext cx="6460999" cy="923330"/>
          </a:xfrm>
        </p:spPr>
        <p:txBody>
          <a:bodyPr/>
          <a:lstStyle/>
          <a:p>
            <a:endParaRPr lang="en-US" dirty="0"/>
          </a:p>
        </p:txBody>
      </p:sp>
    </p:spTree>
    <p:extLst>
      <p:ext uri="{BB962C8B-B14F-4D97-AF65-F5344CB8AC3E}">
        <p14:creationId xmlns:p14="http://schemas.microsoft.com/office/powerpoint/2010/main" val="3620961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F42F205C-5AD0-1727-0E70-7CA8F36B6FC8}"/>
              </a:ext>
            </a:extLst>
          </p:cNvPr>
          <p:cNvSpPr>
            <a:spLocks noGrp="1"/>
          </p:cNvSpPr>
          <p:nvPr>
            <p:ph type="subTitle" idx="1"/>
          </p:nvPr>
        </p:nvSpPr>
        <p:spPr/>
        <p:txBody>
          <a:bodyPr/>
          <a:lstStyle/>
          <a:p>
            <a:endParaRPr lang="en-US" dirty="0"/>
          </a:p>
        </p:txBody>
      </p:sp>
      <p:sp>
        <p:nvSpPr>
          <p:cNvPr id="3" name="Text Placeholder 2">
            <a:extLst>
              <a:ext uri="{FF2B5EF4-FFF2-40B4-BE49-F238E27FC236}">
                <a16:creationId xmlns:a16="http://schemas.microsoft.com/office/drawing/2014/main" id="{30DC6716-E572-5400-DF4D-28BA11331CBF}"/>
              </a:ext>
            </a:extLst>
          </p:cNvPr>
          <p:cNvSpPr>
            <a:spLocks noGrp="1"/>
          </p:cNvSpPr>
          <p:nvPr>
            <p:ph type="body" sz="quarter" idx="11"/>
          </p:nvPr>
        </p:nvSpPr>
        <p:spPr/>
        <p:txBody>
          <a:bodyPr/>
          <a:lstStyle/>
          <a:p>
            <a:endParaRPr lang="en-US" dirty="0"/>
          </a:p>
        </p:txBody>
      </p:sp>
      <p:sp>
        <p:nvSpPr>
          <p:cNvPr id="4" name="Text Placeholder 3">
            <a:extLst>
              <a:ext uri="{FF2B5EF4-FFF2-40B4-BE49-F238E27FC236}">
                <a16:creationId xmlns:a16="http://schemas.microsoft.com/office/drawing/2014/main" id="{2A222B4D-E075-1BF1-E1B3-DA4760798A3D}"/>
              </a:ext>
            </a:extLst>
          </p:cNvPr>
          <p:cNvSpPr>
            <a:spLocks noGrp="1"/>
          </p:cNvSpPr>
          <p:nvPr>
            <p:ph type="body" sz="quarter" idx="10"/>
          </p:nvPr>
        </p:nvSpPr>
        <p:spPr/>
        <p:txBody>
          <a:bodyPr/>
          <a:lstStyle/>
          <a:p>
            <a:endParaRPr lang="en-US" dirty="0"/>
          </a:p>
        </p:txBody>
      </p:sp>
      <p:sp>
        <p:nvSpPr>
          <p:cNvPr id="5" name="Text Placeholder 4">
            <a:extLst>
              <a:ext uri="{FF2B5EF4-FFF2-40B4-BE49-F238E27FC236}">
                <a16:creationId xmlns:a16="http://schemas.microsoft.com/office/drawing/2014/main" id="{28DC2B32-9AFA-E37A-C122-A7BA895D9267}"/>
              </a:ext>
            </a:extLst>
          </p:cNvPr>
          <p:cNvSpPr>
            <a:spLocks noGrp="1"/>
          </p:cNvSpPr>
          <p:nvPr>
            <p:ph type="body" sz="quarter" idx="12"/>
          </p:nvPr>
        </p:nvSpPr>
        <p:spPr>
          <a:xfrm>
            <a:off x="609598" y="5674769"/>
            <a:ext cx="3797302" cy="313932"/>
          </a:xfrm>
        </p:spPr>
        <p:txBody>
          <a:bodyPr/>
          <a:lstStyle/>
          <a:p>
            <a:endParaRPr lang="en-US" dirty="0"/>
          </a:p>
        </p:txBody>
      </p:sp>
      <p:sp>
        <p:nvSpPr>
          <p:cNvPr id="7" name="Title 10">
            <a:extLst>
              <a:ext uri="{FF2B5EF4-FFF2-40B4-BE49-F238E27FC236}">
                <a16:creationId xmlns:a16="http://schemas.microsoft.com/office/drawing/2014/main" id="{7F971CE5-838F-D1D0-160F-9A631F0F79E8}"/>
              </a:ext>
            </a:extLst>
          </p:cNvPr>
          <p:cNvSpPr>
            <a:spLocks noGrp="1"/>
          </p:cNvSpPr>
          <p:nvPr>
            <p:ph type="ctrTitle"/>
          </p:nvPr>
        </p:nvSpPr>
        <p:spPr>
          <a:xfrm>
            <a:off x="463294" y="3418321"/>
            <a:ext cx="6460999" cy="923330"/>
          </a:xfrm>
        </p:spPr>
        <p:txBody>
          <a:bodyPr/>
          <a:lstStyle/>
          <a:p>
            <a:endParaRPr lang="en-US" dirty="0"/>
          </a:p>
        </p:txBody>
      </p:sp>
    </p:spTree>
    <p:extLst>
      <p:ext uri="{BB962C8B-B14F-4D97-AF65-F5344CB8AC3E}">
        <p14:creationId xmlns:p14="http://schemas.microsoft.com/office/powerpoint/2010/main" val="736440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4CC5A2C-7458-840D-F916-F2F1AF46CACC}"/>
              </a:ext>
            </a:extLst>
          </p:cNvPr>
          <p:cNvSpPr>
            <a:spLocks noGrp="1"/>
          </p:cNvSpPr>
          <p:nvPr>
            <p:ph type="subTitle" idx="1"/>
          </p:nvPr>
        </p:nvSpPr>
        <p:spPr/>
        <p:txBody>
          <a:bodyPr/>
          <a:lstStyle/>
          <a:p>
            <a:endParaRPr lang="en-US" dirty="0"/>
          </a:p>
        </p:txBody>
      </p:sp>
      <p:sp>
        <p:nvSpPr>
          <p:cNvPr id="3" name="Text Placeholder 2">
            <a:extLst>
              <a:ext uri="{FF2B5EF4-FFF2-40B4-BE49-F238E27FC236}">
                <a16:creationId xmlns:a16="http://schemas.microsoft.com/office/drawing/2014/main" id="{B8365254-B30B-EE5D-5CE7-3206BAC9E848}"/>
              </a:ext>
            </a:extLst>
          </p:cNvPr>
          <p:cNvSpPr>
            <a:spLocks noGrp="1"/>
          </p:cNvSpPr>
          <p:nvPr>
            <p:ph type="body" sz="quarter" idx="11"/>
          </p:nvPr>
        </p:nvSpPr>
        <p:spPr/>
        <p:txBody>
          <a:bodyPr/>
          <a:lstStyle/>
          <a:p>
            <a:endParaRPr lang="en-US" dirty="0"/>
          </a:p>
        </p:txBody>
      </p:sp>
      <p:sp>
        <p:nvSpPr>
          <p:cNvPr id="4" name="Text Placeholder 3">
            <a:extLst>
              <a:ext uri="{FF2B5EF4-FFF2-40B4-BE49-F238E27FC236}">
                <a16:creationId xmlns:a16="http://schemas.microsoft.com/office/drawing/2014/main" id="{79CD1C3F-FB81-7EF2-4A62-B23E99C15B98}"/>
              </a:ext>
            </a:extLst>
          </p:cNvPr>
          <p:cNvSpPr>
            <a:spLocks noGrp="1"/>
          </p:cNvSpPr>
          <p:nvPr>
            <p:ph type="body" sz="quarter" idx="10"/>
          </p:nvPr>
        </p:nvSpPr>
        <p:spPr/>
        <p:txBody>
          <a:bodyPr/>
          <a:lstStyle/>
          <a:p>
            <a:endParaRPr lang="en-US" dirty="0"/>
          </a:p>
        </p:txBody>
      </p:sp>
      <p:sp>
        <p:nvSpPr>
          <p:cNvPr id="5" name="Text Placeholder 4">
            <a:extLst>
              <a:ext uri="{FF2B5EF4-FFF2-40B4-BE49-F238E27FC236}">
                <a16:creationId xmlns:a16="http://schemas.microsoft.com/office/drawing/2014/main" id="{FE4FA4FF-27CF-E7BA-58E5-473A849CD3BB}"/>
              </a:ext>
            </a:extLst>
          </p:cNvPr>
          <p:cNvSpPr>
            <a:spLocks noGrp="1"/>
          </p:cNvSpPr>
          <p:nvPr>
            <p:ph type="body" sz="quarter" idx="12"/>
          </p:nvPr>
        </p:nvSpPr>
        <p:spPr>
          <a:xfrm>
            <a:off x="609598" y="5674769"/>
            <a:ext cx="3797302" cy="313932"/>
          </a:xfrm>
        </p:spPr>
        <p:txBody>
          <a:bodyPr/>
          <a:lstStyle/>
          <a:p>
            <a:endParaRPr lang="en-US" dirty="0"/>
          </a:p>
        </p:txBody>
      </p:sp>
      <p:sp>
        <p:nvSpPr>
          <p:cNvPr id="6" name="Title 5">
            <a:extLst>
              <a:ext uri="{FF2B5EF4-FFF2-40B4-BE49-F238E27FC236}">
                <a16:creationId xmlns:a16="http://schemas.microsoft.com/office/drawing/2014/main" id="{279B83DA-B55E-320B-1648-E0AA0AE03B2C}"/>
              </a:ext>
            </a:extLst>
          </p:cNvPr>
          <p:cNvSpPr>
            <a:spLocks noGrp="1"/>
          </p:cNvSpPr>
          <p:nvPr>
            <p:ph type="ctrTitle"/>
          </p:nvPr>
        </p:nvSpPr>
        <p:spPr>
          <a:xfrm>
            <a:off x="463294" y="928262"/>
            <a:ext cx="6460999" cy="923330"/>
          </a:xfrm>
        </p:spPr>
        <p:txBody>
          <a:bodyPr/>
          <a:lstStyle/>
          <a:p>
            <a:endParaRPr lang="en-US" dirty="0"/>
          </a:p>
        </p:txBody>
      </p:sp>
    </p:spTree>
    <p:extLst>
      <p:ext uri="{BB962C8B-B14F-4D97-AF65-F5344CB8AC3E}">
        <p14:creationId xmlns:p14="http://schemas.microsoft.com/office/powerpoint/2010/main" val="13163496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E35A28C-A18C-A053-797F-8E5E93155CCE}"/>
              </a:ext>
            </a:extLst>
          </p:cNvPr>
          <p:cNvSpPr>
            <a:spLocks noGrp="1"/>
          </p:cNvSpPr>
          <p:nvPr>
            <p:ph type="body" sz="quarter" idx="11"/>
          </p:nvPr>
        </p:nvSpPr>
        <p:spPr/>
        <p:txBody>
          <a:bodyPr/>
          <a:lstStyle/>
          <a:p>
            <a:endParaRPr lang="en-US" dirty="0"/>
          </a:p>
        </p:txBody>
      </p:sp>
      <p:sp>
        <p:nvSpPr>
          <p:cNvPr id="3" name="Text Placeholder 2">
            <a:extLst>
              <a:ext uri="{FF2B5EF4-FFF2-40B4-BE49-F238E27FC236}">
                <a16:creationId xmlns:a16="http://schemas.microsoft.com/office/drawing/2014/main" id="{3A18C97A-3153-F1CD-F021-E48338B3918D}"/>
              </a:ext>
            </a:extLst>
          </p:cNvPr>
          <p:cNvSpPr>
            <a:spLocks noGrp="1"/>
          </p:cNvSpPr>
          <p:nvPr>
            <p:ph type="body" sz="quarter" idx="12"/>
          </p:nvPr>
        </p:nvSpPr>
        <p:spPr>
          <a:xfrm>
            <a:off x="609598" y="5674769"/>
            <a:ext cx="3797302" cy="313932"/>
          </a:xfrm>
        </p:spPr>
        <p:txBody>
          <a:bodyPr/>
          <a:lstStyle/>
          <a:p>
            <a:endParaRPr lang="en-US" dirty="0"/>
          </a:p>
        </p:txBody>
      </p:sp>
      <p:sp>
        <p:nvSpPr>
          <p:cNvPr id="4" name="Text Placeholder 3">
            <a:extLst>
              <a:ext uri="{FF2B5EF4-FFF2-40B4-BE49-F238E27FC236}">
                <a16:creationId xmlns:a16="http://schemas.microsoft.com/office/drawing/2014/main" id="{D92E8618-2F40-B5F2-B5FC-735ED06FAE15}"/>
              </a:ext>
            </a:extLst>
          </p:cNvPr>
          <p:cNvSpPr>
            <a:spLocks noGrp="1"/>
          </p:cNvSpPr>
          <p:nvPr>
            <p:ph type="body" sz="quarter" idx="10"/>
          </p:nvPr>
        </p:nvSpPr>
        <p:spPr/>
        <p:txBody>
          <a:bodyPr/>
          <a:lstStyle/>
          <a:p>
            <a:endParaRPr lang="en-US" dirty="0"/>
          </a:p>
        </p:txBody>
      </p:sp>
      <p:sp>
        <p:nvSpPr>
          <p:cNvPr id="5" name="Subtitle 4">
            <a:extLst>
              <a:ext uri="{FF2B5EF4-FFF2-40B4-BE49-F238E27FC236}">
                <a16:creationId xmlns:a16="http://schemas.microsoft.com/office/drawing/2014/main" id="{F177645C-C261-9C8D-0D8B-554DE503C57E}"/>
              </a:ext>
            </a:extLst>
          </p:cNvPr>
          <p:cNvSpPr>
            <a:spLocks noGrp="1"/>
          </p:cNvSpPr>
          <p:nvPr>
            <p:ph type="subTitle" idx="1"/>
          </p:nvPr>
        </p:nvSpPr>
        <p:spPr/>
        <p:txBody>
          <a:bodyPr/>
          <a:lstStyle/>
          <a:p>
            <a:endParaRPr lang="en-US" dirty="0"/>
          </a:p>
        </p:txBody>
      </p:sp>
      <p:sp>
        <p:nvSpPr>
          <p:cNvPr id="7" name="Title 5">
            <a:extLst>
              <a:ext uri="{FF2B5EF4-FFF2-40B4-BE49-F238E27FC236}">
                <a16:creationId xmlns:a16="http://schemas.microsoft.com/office/drawing/2014/main" id="{6BD4F441-1D91-59E3-2950-018BDB7D637D}"/>
              </a:ext>
            </a:extLst>
          </p:cNvPr>
          <p:cNvSpPr>
            <a:spLocks noGrp="1"/>
          </p:cNvSpPr>
          <p:nvPr>
            <p:ph type="ctrTitle"/>
          </p:nvPr>
        </p:nvSpPr>
        <p:spPr>
          <a:xfrm>
            <a:off x="463294" y="928262"/>
            <a:ext cx="6460999" cy="923330"/>
          </a:xfrm>
        </p:spPr>
        <p:txBody>
          <a:bodyPr/>
          <a:lstStyle/>
          <a:p>
            <a:endParaRPr lang="en-US" dirty="0"/>
          </a:p>
        </p:txBody>
      </p:sp>
    </p:spTree>
    <p:extLst>
      <p:ext uri="{BB962C8B-B14F-4D97-AF65-F5344CB8AC3E}">
        <p14:creationId xmlns:p14="http://schemas.microsoft.com/office/powerpoint/2010/main" val="2608863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F7871CC-DED4-6DA4-1223-AB94315705BF}"/>
              </a:ext>
            </a:extLst>
          </p:cNvPr>
          <p:cNvSpPr>
            <a:spLocks noGrp="1"/>
          </p:cNvSpPr>
          <p:nvPr>
            <p:ph type="body" sz="quarter" idx="10"/>
          </p:nvPr>
        </p:nvSpPr>
        <p:spPr/>
        <p:txBody>
          <a:bodyPr/>
          <a:lstStyle/>
          <a:p>
            <a:endParaRPr lang="en-US" dirty="0"/>
          </a:p>
        </p:txBody>
      </p:sp>
      <p:sp>
        <p:nvSpPr>
          <p:cNvPr id="3" name="Text Placeholder 2">
            <a:extLst>
              <a:ext uri="{FF2B5EF4-FFF2-40B4-BE49-F238E27FC236}">
                <a16:creationId xmlns:a16="http://schemas.microsoft.com/office/drawing/2014/main" id="{F3EB43A9-13FD-8CDB-04E0-26469F133BA4}"/>
              </a:ext>
            </a:extLst>
          </p:cNvPr>
          <p:cNvSpPr>
            <a:spLocks noGrp="1"/>
          </p:cNvSpPr>
          <p:nvPr>
            <p:ph type="body" sz="quarter" idx="11"/>
          </p:nvPr>
        </p:nvSpPr>
        <p:spPr/>
        <p:txBody>
          <a:bodyPr/>
          <a:lstStyle/>
          <a:p>
            <a:endParaRPr lang="en-US" dirty="0"/>
          </a:p>
        </p:txBody>
      </p:sp>
      <p:sp>
        <p:nvSpPr>
          <p:cNvPr id="4" name="Text Placeholder 3">
            <a:extLst>
              <a:ext uri="{FF2B5EF4-FFF2-40B4-BE49-F238E27FC236}">
                <a16:creationId xmlns:a16="http://schemas.microsoft.com/office/drawing/2014/main" id="{D78FB611-F401-51B1-33F0-FBF7D2959BF9}"/>
              </a:ext>
            </a:extLst>
          </p:cNvPr>
          <p:cNvSpPr>
            <a:spLocks noGrp="1"/>
          </p:cNvSpPr>
          <p:nvPr>
            <p:ph type="body" sz="quarter" idx="12"/>
          </p:nvPr>
        </p:nvSpPr>
        <p:spPr>
          <a:xfrm>
            <a:off x="609598" y="5674769"/>
            <a:ext cx="3797302" cy="313932"/>
          </a:xfrm>
        </p:spPr>
        <p:txBody>
          <a:bodyPr/>
          <a:lstStyle/>
          <a:p>
            <a:endParaRPr lang="en-US" dirty="0"/>
          </a:p>
        </p:txBody>
      </p:sp>
      <p:sp>
        <p:nvSpPr>
          <p:cNvPr id="5" name="Subtitle 4">
            <a:extLst>
              <a:ext uri="{FF2B5EF4-FFF2-40B4-BE49-F238E27FC236}">
                <a16:creationId xmlns:a16="http://schemas.microsoft.com/office/drawing/2014/main" id="{028B68E6-6C51-541D-2484-DCA51A12FC42}"/>
              </a:ext>
            </a:extLst>
          </p:cNvPr>
          <p:cNvSpPr>
            <a:spLocks noGrp="1"/>
          </p:cNvSpPr>
          <p:nvPr>
            <p:ph type="subTitle" idx="1"/>
          </p:nvPr>
        </p:nvSpPr>
        <p:spPr/>
        <p:txBody>
          <a:bodyPr/>
          <a:lstStyle/>
          <a:p>
            <a:endParaRPr lang="en-US" dirty="0"/>
          </a:p>
        </p:txBody>
      </p:sp>
      <p:sp>
        <p:nvSpPr>
          <p:cNvPr id="7" name="Text Placeholder 6">
            <a:extLst>
              <a:ext uri="{FF2B5EF4-FFF2-40B4-BE49-F238E27FC236}">
                <a16:creationId xmlns:a16="http://schemas.microsoft.com/office/drawing/2014/main" id="{AA4FB321-EC09-FC03-F986-50A838688FCB}"/>
              </a:ext>
            </a:extLst>
          </p:cNvPr>
          <p:cNvSpPr>
            <a:spLocks noGrp="1"/>
          </p:cNvSpPr>
          <p:nvPr>
            <p:ph type="body" sz="quarter" idx="13"/>
          </p:nvPr>
        </p:nvSpPr>
        <p:spPr/>
        <p:txBody>
          <a:bodyPr/>
          <a:lstStyle/>
          <a:p>
            <a:endParaRPr lang="en-US" dirty="0"/>
          </a:p>
        </p:txBody>
      </p:sp>
      <p:sp>
        <p:nvSpPr>
          <p:cNvPr id="8" name="Title 5">
            <a:extLst>
              <a:ext uri="{FF2B5EF4-FFF2-40B4-BE49-F238E27FC236}">
                <a16:creationId xmlns:a16="http://schemas.microsoft.com/office/drawing/2014/main" id="{22146E4A-B1E6-1735-BDB4-C0B767F9B5A9}"/>
              </a:ext>
            </a:extLst>
          </p:cNvPr>
          <p:cNvSpPr>
            <a:spLocks noGrp="1"/>
          </p:cNvSpPr>
          <p:nvPr>
            <p:ph type="ctrTitle"/>
          </p:nvPr>
        </p:nvSpPr>
        <p:spPr>
          <a:xfrm>
            <a:off x="463294" y="928262"/>
            <a:ext cx="6460999" cy="923330"/>
          </a:xfrm>
        </p:spPr>
        <p:txBody>
          <a:bodyPr/>
          <a:lstStyle/>
          <a:p>
            <a:endParaRPr lang="en-US" dirty="0"/>
          </a:p>
        </p:txBody>
      </p:sp>
    </p:spTree>
    <p:extLst>
      <p:ext uri="{BB962C8B-B14F-4D97-AF65-F5344CB8AC3E}">
        <p14:creationId xmlns:p14="http://schemas.microsoft.com/office/powerpoint/2010/main" val="37728174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C2A9A-051A-1E35-E486-4FDB4AB6A6C0}"/>
            </a:ext>
          </a:extLst>
        </p:cNvPr>
        <p:cNvGrpSpPr/>
        <p:nvPr/>
      </p:nvGrpSpPr>
      <p:grpSpPr>
        <a:xfrm>
          <a:off x="0" y="0"/>
          <a:ext cx="0" cy="0"/>
          <a:chOff x="0" y="0"/>
          <a:chExt cx="0" cy="0"/>
        </a:xfrm>
      </p:grpSpPr>
      <p:sp>
        <p:nvSpPr>
          <p:cNvPr id="8" name="Text Placeholder 9">
            <a:extLst>
              <a:ext uri="{FF2B5EF4-FFF2-40B4-BE49-F238E27FC236}">
                <a16:creationId xmlns:a16="http://schemas.microsoft.com/office/drawing/2014/main" id="{DA688A40-48AE-5731-34E6-E5B96AD7377F}"/>
              </a:ext>
            </a:extLst>
          </p:cNvPr>
          <p:cNvSpPr>
            <a:spLocks noGrp="1"/>
          </p:cNvSpPr>
          <p:nvPr>
            <p:ph type="body" sz="quarter" idx="10"/>
          </p:nvPr>
        </p:nvSpPr>
        <p:spPr/>
        <p:txBody>
          <a:bodyPr/>
          <a:lstStyle/>
          <a:p>
            <a:r>
              <a:rPr lang="en-US" dirty="0"/>
              <a:t>PARTNER NETWORK</a:t>
            </a:r>
          </a:p>
        </p:txBody>
      </p:sp>
      <p:sp>
        <p:nvSpPr>
          <p:cNvPr id="26" name="Title 25">
            <a:extLst>
              <a:ext uri="{FF2B5EF4-FFF2-40B4-BE49-F238E27FC236}">
                <a16:creationId xmlns:a16="http://schemas.microsoft.com/office/drawing/2014/main" id="{108BB737-4AC8-965C-C474-4D1D2374AB2A}"/>
              </a:ext>
            </a:extLst>
          </p:cNvPr>
          <p:cNvSpPr>
            <a:spLocks noGrp="1"/>
          </p:cNvSpPr>
          <p:nvPr>
            <p:ph type="ctrTitle"/>
          </p:nvPr>
        </p:nvSpPr>
        <p:spPr/>
        <p:txBody>
          <a:bodyPr>
            <a:normAutofit/>
          </a:bodyPr>
          <a:lstStyle/>
          <a:p>
            <a:endParaRPr lang="en-US" dirty="0"/>
          </a:p>
        </p:txBody>
      </p:sp>
    </p:spTree>
    <p:extLst>
      <p:ext uri="{BB962C8B-B14F-4D97-AF65-F5344CB8AC3E}">
        <p14:creationId xmlns:p14="http://schemas.microsoft.com/office/powerpoint/2010/main" val="231895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64198-D598-6624-7444-E959CDF99339}"/>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5D960B3-C606-23D4-16E4-698D81AB79A0}"/>
              </a:ext>
            </a:extLst>
          </p:cNvPr>
          <p:cNvSpPr>
            <a:spLocks noGrp="1"/>
          </p:cNvSpPr>
          <p:nvPr>
            <p:ph type="body" sz="quarter" idx="10"/>
          </p:nvPr>
        </p:nvSpPr>
        <p:spPr/>
        <p:txBody>
          <a:bodyPr/>
          <a:lstStyle/>
          <a:p>
            <a:r>
              <a:rPr lang="en-US" dirty="0"/>
              <a:t>PARTNER NETWORK</a:t>
            </a:r>
          </a:p>
        </p:txBody>
      </p:sp>
      <p:sp>
        <p:nvSpPr>
          <p:cNvPr id="14" name="Title 8">
            <a:extLst>
              <a:ext uri="{FF2B5EF4-FFF2-40B4-BE49-F238E27FC236}">
                <a16:creationId xmlns:a16="http://schemas.microsoft.com/office/drawing/2014/main" id="{CFF250FD-D09D-769D-0097-145B9EBE8014}"/>
              </a:ext>
            </a:extLst>
          </p:cNvPr>
          <p:cNvSpPr>
            <a:spLocks noGrp="1"/>
          </p:cNvSpPr>
          <p:nvPr>
            <p:ph type="ctrTitle"/>
          </p:nvPr>
        </p:nvSpPr>
        <p:spPr>
          <a:xfrm>
            <a:off x="477246" y="4440902"/>
            <a:ext cx="6460999" cy="1665390"/>
          </a:xfrm>
        </p:spPr>
        <p:txBody>
          <a:bodyPr/>
          <a:lstStyle/>
          <a:p>
            <a:endParaRPr lang="en-US" dirty="0"/>
          </a:p>
        </p:txBody>
      </p:sp>
    </p:spTree>
    <p:extLst>
      <p:ext uri="{BB962C8B-B14F-4D97-AF65-F5344CB8AC3E}">
        <p14:creationId xmlns:p14="http://schemas.microsoft.com/office/powerpoint/2010/main" val="2871750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0712B-2FBA-1873-BF50-09F34A1EEE48}"/>
            </a:ext>
          </a:extLst>
        </p:cNvPr>
        <p:cNvGrpSpPr/>
        <p:nvPr/>
      </p:nvGrpSpPr>
      <p:grpSpPr>
        <a:xfrm>
          <a:off x="0" y="0"/>
          <a:ext cx="0" cy="0"/>
          <a:chOff x="0" y="0"/>
          <a:chExt cx="0" cy="0"/>
        </a:xfrm>
      </p:grpSpPr>
      <p:sp>
        <p:nvSpPr>
          <p:cNvPr id="12" name="Text Placeholder 9">
            <a:extLst>
              <a:ext uri="{FF2B5EF4-FFF2-40B4-BE49-F238E27FC236}">
                <a16:creationId xmlns:a16="http://schemas.microsoft.com/office/drawing/2014/main" id="{C9FFFC10-7AE2-B689-4910-C507085E0FEF}"/>
              </a:ext>
            </a:extLst>
          </p:cNvPr>
          <p:cNvSpPr>
            <a:spLocks noGrp="1"/>
          </p:cNvSpPr>
          <p:nvPr>
            <p:ph type="body" sz="quarter" idx="10"/>
          </p:nvPr>
        </p:nvSpPr>
        <p:spPr>
          <a:xfrm>
            <a:off x="609598" y="3965866"/>
            <a:ext cx="2821734" cy="230832"/>
          </a:xfrm>
        </p:spPr>
        <p:txBody>
          <a:bodyPr/>
          <a:lstStyle/>
          <a:p>
            <a:r>
              <a:rPr lang="en-US" dirty="0"/>
              <a:t>PARTNER NETWORK</a:t>
            </a:r>
          </a:p>
        </p:txBody>
      </p:sp>
      <p:sp>
        <p:nvSpPr>
          <p:cNvPr id="13" name="Title 8">
            <a:extLst>
              <a:ext uri="{FF2B5EF4-FFF2-40B4-BE49-F238E27FC236}">
                <a16:creationId xmlns:a16="http://schemas.microsoft.com/office/drawing/2014/main" id="{793AC161-0072-D4F1-33C7-A83C0598D1DD}"/>
              </a:ext>
            </a:extLst>
          </p:cNvPr>
          <p:cNvSpPr>
            <a:spLocks noGrp="1"/>
          </p:cNvSpPr>
          <p:nvPr>
            <p:ph type="ctrTitle"/>
          </p:nvPr>
        </p:nvSpPr>
        <p:spPr>
          <a:xfrm>
            <a:off x="477246" y="4440902"/>
            <a:ext cx="6460999" cy="1665390"/>
          </a:xfrm>
        </p:spPr>
        <p:txBody>
          <a:bodyPr/>
          <a:lstStyle/>
          <a:p>
            <a:endParaRPr lang="en-US" dirty="0"/>
          </a:p>
        </p:txBody>
      </p:sp>
    </p:spTree>
    <p:extLst>
      <p:ext uri="{BB962C8B-B14F-4D97-AF65-F5344CB8AC3E}">
        <p14:creationId xmlns:p14="http://schemas.microsoft.com/office/powerpoint/2010/main" val="2534280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C2A9A-051A-1E35-E486-4FDB4AB6A6C0}"/>
            </a:ext>
          </a:extLst>
        </p:cNvPr>
        <p:cNvGrpSpPr/>
        <p:nvPr/>
      </p:nvGrpSpPr>
      <p:grpSpPr>
        <a:xfrm>
          <a:off x="0" y="0"/>
          <a:ext cx="0" cy="0"/>
          <a:chOff x="0" y="0"/>
          <a:chExt cx="0" cy="0"/>
        </a:xfrm>
      </p:grpSpPr>
      <p:sp>
        <p:nvSpPr>
          <p:cNvPr id="8" name="Text Placeholder 9">
            <a:extLst>
              <a:ext uri="{FF2B5EF4-FFF2-40B4-BE49-F238E27FC236}">
                <a16:creationId xmlns:a16="http://schemas.microsoft.com/office/drawing/2014/main" id="{DA688A40-48AE-5731-34E6-E5B96AD7377F}"/>
              </a:ext>
            </a:extLst>
          </p:cNvPr>
          <p:cNvSpPr>
            <a:spLocks noGrp="1"/>
          </p:cNvSpPr>
          <p:nvPr>
            <p:ph type="body" sz="quarter" idx="10"/>
          </p:nvPr>
        </p:nvSpPr>
        <p:spPr/>
        <p:txBody>
          <a:bodyPr/>
          <a:lstStyle/>
          <a:p>
            <a:r>
              <a:rPr lang="en-US" dirty="0"/>
              <a:t>PARTNER NETWORK</a:t>
            </a:r>
          </a:p>
        </p:txBody>
      </p:sp>
      <p:sp>
        <p:nvSpPr>
          <p:cNvPr id="26" name="Title 25">
            <a:extLst>
              <a:ext uri="{FF2B5EF4-FFF2-40B4-BE49-F238E27FC236}">
                <a16:creationId xmlns:a16="http://schemas.microsoft.com/office/drawing/2014/main" id="{108BB737-4AC8-965C-C474-4D1D2374AB2A}"/>
              </a:ext>
            </a:extLst>
          </p:cNvPr>
          <p:cNvSpPr>
            <a:spLocks noGrp="1"/>
          </p:cNvSpPr>
          <p:nvPr>
            <p:ph type="ctrTitle"/>
          </p:nvPr>
        </p:nvSpPr>
        <p:spPr/>
        <p:txBody>
          <a:bodyPr>
            <a:normAutofit/>
          </a:bodyPr>
          <a:lstStyle/>
          <a:p>
            <a:endParaRPr lang="en-US" dirty="0"/>
          </a:p>
        </p:txBody>
      </p:sp>
      <p:sp>
        <p:nvSpPr>
          <p:cNvPr id="27" name="Text Placeholder 26">
            <a:extLst>
              <a:ext uri="{FF2B5EF4-FFF2-40B4-BE49-F238E27FC236}">
                <a16:creationId xmlns:a16="http://schemas.microsoft.com/office/drawing/2014/main" id="{2D44239C-B54E-3F09-0B77-4015A349C841}"/>
              </a:ext>
            </a:extLst>
          </p:cNvPr>
          <p:cNvSpPr>
            <a:spLocks noGrp="1"/>
          </p:cNvSpPr>
          <p:nvPr>
            <p:ph type="body" sz="quarter" idx="13"/>
          </p:nvPr>
        </p:nvSpPr>
        <p:spPr/>
        <p:txBody>
          <a:bodyPr/>
          <a:lstStyle/>
          <a:p>
            <a:r>
              <a:rPr lang="en-US" dirty="0"/>
              <a:t>In collaboration with</a:t>
            </a:r>
          </a:p>
        </p:txBody>
      </p:sp>
      <p:sp>
        <p:nvSpPr>
          <p:cNvPr id="25" name="Rectangle 24">
            <a:extLst>
              <a:ext uri="{FF2B5EF4-FFF2-40B4-BE49-F238E27FC236}">
                <a16:creationId xmlns:a16="http://schemas.microsoft.com/office/drawing/2014/main" id="{245CD8BA-6464-3EEB-A00C-638EA259D603}"/>
              </a:ext>
            </a:extLst>
          </p:cNvPr>
          <p:cNvSpPr/>
          <p:nvPr/>
        </p:nvSpPr>
        <p:spPr>
          <a:xfrm>
            <a:off x="9170126" y="5430563"/>
            <a:ext cx="2544628" cy="5267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r>
              <a:rPr lang="en-US" dirty="0">
                <a:solidFill>
                  <a:schemeClr val="bg1">
                    <a:lumMod val="75000"/>
                  </a:schemeClr>
                </a:solidFill>
              </a:rPr>
              <a:t>Partner Logo Here</a:t>
            </a:r>
          </a:p>
        </p:txBody>
      </p:sp>
    </p:spTree>
    <p:extLst>
      <p:ext uri="{BB962C8B-B14F-4D97-AF65-F5344CB8AC3E}">
        <p14:creationId xmlns:p14="http://schemas.microsoft.com/office/powerpoint/2010/main" val="1880876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64198-D598-6624-7444-E959CDF99339}"/>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5D960B3-C606-23D4-16E4-698D81AB79A0}"/>
              </a:ext>
            </a:extLst>
          </p:cNvPr>
          <p:cNvSpPr>
            <a:spLocks noGrp="1"/>
          </p:cNvSpPr>
          <p:nvPr>
            <p:ph type="body" sz="quarter" idx="10"/>
          </p:nvPr>
        </p:nvSpPr>
        <p:spPr/>
        <p:txBody>
          <a:bodyPr/>
          <a:lstStyle/>
          <a:p>
            <a:r>
              <a:rPr lang="en-US" dirty="0"/>
              <a:t>PARTNER NETWORK</a:t>
            </a:r>
          </a:p>
        </p:txBody>
      </p:sp>
      <p:sp>
        <p:nvSpPr>
          <p:cNvPr id="14" name="Title 8">
            <a:extLst>
              <a:ext uri="{FF2B5EF4-FFF2-40B4-BE49-F238E27FC236}">
                <a16:creationId xmlns:a16="http://schemas.microsoft.com/office/drawing/2014/main" id="{CFF250FD-D09D-769D-0097-145B9EBE8014}"/>
              </a:ext>
            </a:extLst>
          </p:cNvPr>
          <p:cNvSpPr>
            <a:spLocks noGrp="1"/>
          </p:cNvSpPr>
          <p:nvPr>
            <p:ph type="ctrTitle"/>
          </p:nvPr>
        </p:nvSpPr>
        <p:spPr>
          <a:xfrm>
            <a:off x="477246" y="4440902"/>
            <a:ext cx="6460999" cy="1665390"/>
          </a:xfrm>
        </p:spPr>
        <p:txBody>
          <a:bodyPr/>
          <a:lstStyle/>
          <a:p>
            <a:endParaRPr lang="en-US" dirty="0"/>
          </a:p>
        </p:txBody>
      </p:sp>
      <p:sp>
        <p:nvSpPr>
          <p:cNvPr id="17" name="Text Placeholder 26">
            <a:extLst>
              <a:ext uri="{FF2B5EF4-FFF2-40B4-BE49-F238E27FC236}">
                <a16:creationId xmlns:a16="http://schemas.microsoft.com/office/drawing/2014/main" id="{0F908912-7CA9-4206-4836-A292BE4FFADC}"/>
              </a:ext>
            </a:extLst>
          </p:cNvPr>
          <p:cNvSpPr>
            <a:spLocks noGrp="1"/>
          </p:cNvSpPr>
          <p:nvPr>
            <p:ph type="body" sz="quarter" idx="13"/>
          </p:nvPr>
        </p:nvSpPr>
        <p:spPr>
          <a:xfrm>
            <a:off x="9170126" y="5034988"/>
            <a:ext cx="2544628" cy="313932"/>
          </a:xfrm>
        </p:spPr>
        <p:txBody>
          <a:bodyPr/>
          <a:lstStyle/>
          <a:p>
            <a:r>
              <a:rPr lang="en-US" dirty="0"/>
              <a:t>In collaboration with</a:t>
            </a:r>
          </a:p>
        </p:txBody>
      </p:sp>
      <p:sp>
        <p:nvSpPr>
          <p:cNvPr id="18" name="Rectangle 17">
            <a:extLst>
              <a:ext uri="{FF2B5EF4-FFF2-40B4-BE49-F238E27FC236}">
                <a16:creationId xmlns:a16="http://schemas.microsoft.com/office/drawing/2014/main" id="{46639CA3-09CA-5F76-D92E-39BE4A2B41B4}"/>
              </a:ext>
            </a:extLst>
          </p:cNvPr>
          <p:cNvSpPr/>
          <p:nvPr/>
        </p:nvSpPr>
        <p:spPr>
          <a:xfrm>
            <a:off x="9170126" y="5430563"/>
            <a:ext cx="2544628" cy="5267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r>
              <a:rPr lang="en-US" dirty="0">
                <a:solidFill>
                  <a:schemeClr val="bg1">
                    <a:lumMod val="75000"/>
                  </a:schemeClr>
                </a:solidFill>
              </a:rPr>
              <a:t>Partner Logo Here</a:t>
            </a:r>
          </a:p>
        </p:txBody>
      </p:sp>
    </p:spTree>
    <p:extLst>
      <p:ext uri="{BB962C8B-B14F-4D97-AF65-F5344CB8AC3E}">
        <p14:creationId xmlns:p14="http://schemas.microsoft.com/office/powerpoint/2010/main" val="2507686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0712B-2FBA-1873-BF50-09F34A1EEE48}"/>
            </a:ext>
          </a:extLst>
        </p:cNvPr>
        <p:cNvGrpSpPr/>
        <p:nvPr/>
      </p:nvGrpSpPr>
      <p:grpSpPr>
        <a:xfrm>
          <a:off x="0" y="0"/>
          <a:ext cx="0" cy="0"/>
          <a:chOff x="0" y="0"/>
          <a:chExt cx="0" cy="0"/>
        </a:xfrm>
      </p:grpSpPr>
      <p:sp>
        <p:nvSpPr>
          <p:cNvPr id="12" name="Text Placeholder 9">
            <a:extLst>
              <a:ext uri="{FF2B5EF4-FFF2-40B4-BE49-F238E27FC236}">
                <a16:creationId xmlns:a16="http://schemas.microsoft.com/office/drawing/2014/main" id="{C9FFFC10-7AE2-B689-4910-C507085E0FEF}"/>
              </a:ext>
            </a:extLst>
          </p:cNvPr>
          <p:cNvSpPr>
            <a:spLocks noGrp="1"/>
          </p:cNvSpPr>
          <p:nvPr>
            <p:ph type="body" sz="quarter" idx="10"/>
          </p:nvPr>
        </p:nvSpPr>
        <p:spPr>
          <a:xfrm>
            <a:off x="609598" y="3965866"/>
            <a:ext cx="2821734" cy="230832"/>
          </a:xfrm>
        </p:spPr>
        <p:txBody>
          <a:bodyPr/>
          <a:lstStyle/>
          <a:p>
            <a:r>
              <a:rPr lang="en-US" dirty="0"/>
              <a:t>PARTNER NETWORK</a:t>
            </a:r>
          </a:p>
        </p:txBody>
      </p:sp>
      <p:sp>
        <p:nvSpPr>
          <p:cNvPr id="13" name="Title 8">
            <a:extLst>
              <a:ext uri="{FF2B5EF4-FFF2-40B4-BE49-F238E27FC236}">
                <a16:creationId xmlns:a16="http://schemas.microsoft.com/office/drawing/2014/main" id="{793AC161-0072-D4F1-33C7-A83C0598D1DD}"/>
              </a:ext>
            </a:extLst>
          </p:cNvPr>
          <p:cNvSpPr>
            <a:spLocks noGrp="1"/>
          </p:cNvSpPr>
          <p:nvPr>
            <p:ph type="ctrTitle"/>
          </p:nvPr>
        </p:nvSpPr>
        <p:spPr>
          <a:xfrm>
            <a:off x="477246" y="4440902"/>
            <a:ext cx="6460999" cy="1665390"/>
          </a:xfrm>
        </p:spPr>
        <p:txBody>
          <a:bodyPr/>
          <a:lstStyle/>
          <a:p>
            <a:endParaRPr lang="en-US" dirty="0"/>
          </a:p>
        </p:txBody>
      </p:sp>
      <p:sp>
        <p:nvSpPr>
          <p:cNvPr id="16" name="Text Placeholder 26">
            <a:extLst>
              <a:ext uri="{FF2B5EF4-FFF2-40B4-BE49-F238E27FC236}">
                <a16:creationId xmlns:a16="http://schemas.microsoft.com/office/drawing/2014/main" id="{8B129500-28CB-10C8-F663-2BD921F581B6}"/>
              </a:ext>
            </a:extLst>
          </p:cNvPr>
          <p:cNvSpPr>
            <a:spLocks noGrp="1"/>
          </p:cNvSpPr>
          <p:nvPr>
            <p:ph type="body" sz="quarter" idx="13"/>
          </p:nvPr>
        </p:nvSpPr>
        <p:spPr>
          <a:xfrm>
            <a:off x="9170126" y="5034988"/>
            <a:ext cx="2544628" cy="313932"/>
          </a:xfrm>
        </p:spPr>
        <p:txBody>
          <a:bodyPr/>
          <a:lstStyle/>
          <a:p>
            <a:r>
              <a:rPr lang="en-US" dirty="0"/>
              <a:t>In collaboration with</a:t>
            </a:r>
          </a:p>
        </p:txBody>
      </p:sp>
      <p:sp>
        <p:nvSpPr>
          <p:cNvPr id="17" name="Rectangle 16">
            <a:extLst>
              <a:ext uri="{FF2B5EF4-FFF2-40B4-BE49-F238E27FC236}">
                <a16:creationId xmlns:a16="http://schemas.microsoft.com/office/drawing/2014/main" id="{1A7B7577-662D-22F0-1D71-13A4D8A3019B}"/>
              </a:ext>
            </a:extLst>
          </p:cNvPr>
          <p:cNvSpPr/>
          <p:nvPr/>
        </p:nvSpPr>
        <p:spPr>
          <a:xfrm>
            <a:off x="9170126" y="5430563"/>
            <a:ext cx="2544628" cy="5267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r>
              <a:rPr lang="en-US" dirty="0">
                <a:solidFill>
                  <a:schemeClr val="bg1">
                    <a:lumMod val="75000"/>
                  </a:schemeClr>
                </a:solidFill>
              </a:rPr>
              <a:t>Partner Logo Here</a:t>
            </a:r>
          </a:p>
        </p:txBody>
      </p:sp>
    </p:spTree>
    <p:extLst>
      <p:ext uri="{BB962C8B-B14F-4D97-AF65-F5344CB8AC3E}">
        <p14:creationId xmlns:p14="http://schemas.microsoft.com/office/powerpoint/2010/main" val="494335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FC47C-E219-F103-EC84-9716F6EC1379}"/>
              </a:ext>
            </a:extLst>
          </p:cNvPr>
          <p:cNvSpPr>
            <a:spLocks noGrp="1"/>
          </p:cNvSpPr>
          <p:nvPr>
            <p:ph type="title"/>
          </p:nvPr>
        </p:nvSpPr>
        <p:spPr/>
        <p:txBody>
          <a:bodyPr/>
          <a:lstStyle/>
          <a:p>
            <a:endParaRPr lang="en-US" dirty="0"/>
          </a:p>
        </p:txBody>
      </p:sp>
      <p:sp>
        <p:nvSpPr>
          <p:cNvPr id="3" name="Text Placeholder 2">
            <a:extLst>
              <a:ext uri="{FF2B5EF4-FFF2-40B4-BE49-F238E27FC236}">
                <a16:creationId xmlns:a16="http://schemas.microsoft.com/office/drawing/2014/main" id="{A7A2A506-53FD-833D-EA2C-C3BF2D635A35}"/>
              </a:ext>
            </a:extLst>
          </p:cNvPr>
          <p:cNvSpPr>
            <a:spLocks noGrp="1"/>
          </p:cNvSpPr>
          <p:nvPr>
            <p:ph type="body" sz="quarter" idx="10"/>
          </p:nvPr>
        </p:nvSpPr>
        <p:spPr>
          <a:xfrm>
            <a:off x="609600" y="1714500"/>
            <a:ext cx="10972800" cy="424732"/>
          </a:xfrm>
        </p:spPr>
        <p:txBody>
          <a:bodyPr/>
          <a:lstStyle/>
          <a:p>
            <a:endParaRPr lang="en-US" dirty="0"/>
          </a:p>
        </p:txBody>
      </p:sp>
      <p:sp>
        <p:nvSpPr>
          <p:cNvPr id="4" name="Slide Number Placeholder 3">
            <a:extLst>
              <a:ext uri="{FF2B5EF4-FFF2-40B4-BE49-F238E27FC236}">
                <a16:creationId xmlns:a16="http://schemas.microsoft.com/office/drawing/2014/main" id="{11AB0C28-4C3D-00A3-2920-CA88867B22ED}"/>
              </a:ext>
            </a:extLst>
          </p:cNvPr>
          <p:cNvSpPr>
            <a:spLocks noGrp="1"/>
          </p:cNvSpPr>
          <p:nvPr>
            <p:ph type="sldNum" sz="quarter" idx="13"/>
          </p:nvPr>
        </p:nvSpPr>
        <p:spPr/>
        <p:txBody>
          <a:bodyPr/>
          <a:lstStyle/>
          <a:p>
            <a:fld id="{EB4B8DE2-A4E8-46E4-8BBF-D75455EFF32C}" type="slidenum">
              <a:rPr lang="en-US" smtClean="0"/>
              <a:pPr/>
              <a:t>21</a:t>
            </a:fld>
            <a:endParaRPr lang="en-US" dirty="0"/>
          </a:p>
        </p:txBody>
      </p:sp>
    </p:spTree>
    <p:extLst>
      <p:ext uri="{BB962C8B-B14F-4D97-AF65-F5344CB8AC3E}">
        <p14:creationId xmlns:p14="http://schemas.microsoft.com/office/powerpoint/2010/main" val="41262703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13E92C5-94DB-3D56-FEF8-1665C9EE227D}"/>
              </a:ext>
            </a:extLst>
          </p:cNvPr>
          <p:cNvSpPr>
            <a:spLocks noGrp="1"/>
          </p:cNvSpPr>
          <p:nvPr>
            <p:ph type="body" sz="quarter" idx="10"/>
          </p:nvPr>
        </p:nvSpPr>
        <p:spPr>
          <a:xfrm>
            <a:off x="609600" y="1714500"/>
            <a:ext cx="10972800" cy="424732"/>
          </a:xfrm>
        </p:spPr>
        <p:txBody>
          <a:bodyPr/>
          <a:lstStyle/>
          <a:p>
            <a:endParaRPr lang="en-US" dirty="0"/>
          </a:p>
        </p:txBody>
      </p:sp>
      <p:sp>
        <p:nvSpPr>
          <p:cNvPr id="3" name="Slide Number Placeholder 2">
            <a:extLst>
              <a:ext uri="{FF2B5EF4-FFF2-40B4-BE49-F238E27FC236}">
                <a16:creationId xmlns:a16="http://schemas.microsoft.com/office/drawing/2014/main" id="{751A9D39-A558-B5DA-39F6-2C49B4360A04}"/>
              </a:ext>
            </a:extLst>
          </p:cNvPr>
          <p:cNvSpPr>
            <a:spLocks noGrp="1"/>
          </p:cNvSpPr>
          <p:nvPr>
            <p:ph type="sldNum" sz="quarter" idx="13"/>
          </p:nvPr>
        </p:nvSpPr>
        <p:spPr/>
        <p:txBody>
          <a:bodyPr/>
          <a:lstStyle/>
          <a:p>
            <a:fld id="{EB4B8DE2-A4E8-46E4-8BBF-D75455EFF32C}" type="slidenum">
              <a:rPr lang="en-US" smtClean="0"/>
              <a:pPr/>
              <a:t>22</a:t>
            </a:fld>
            <a:endParaRPr lang="en-US" dirty="0"/>
          </a:p>
        </p:txBody>
      </p:sp>
      <p:sp>
        <p:nvSpPr>
          <p:cNvPr id="4" name="Title 3">
            <a:extLst>
              <a:ext uri="{FF2B5EF4-FFF2-40B4-BE49-F238E27FC236}">
                <a16:creationId xmlns:a16="http://schemas.microsoft.com/office/drawing/2014/main" id="{4B4ED2A1-B1EB-11F4-73BF-4D9734EBCF89}"/>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5063416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F69331F-1AB5-BFFD-553E-204AEB028C12}"/>
              </a:ext>
            </a:extLst>
          </p:cNvPr>
          <p:cNvSpPr>
            <a:spLocks noGrp="1"/>
          </p:cNvSpPr>
          <p:nvPr>
            <p:ph type="body" sz="quarter" idx="10"/>
          </p:nvPr>
        </p:nvSpPr>
        <p:spPr>
          <a:xfrm>
            <a:off x="609600" y="1714500"/>
            <a:ext cx="10972800" cy="424732"/>
          </a:xfrm>
        </p:spPr>
        <p:txBody>
          <a:bodyPr/>
          <a:lstStyle/>
          <a:p>
            <a:endParaRPr lang="en-US" dirty="0"/>
          </a:p>
        </p:txBody>
      </p:sp>
      <p:sp>
        <p:nvSpPr>
          <p:cNvPr id="3" name="Slide Number Placeholder 2">
            <a:extLst>
              <a:ext uri="{FF2B5EF4-FFF2-40B4-BE49-F238E27FC236}">
                <a16:creationId xmlns:a16="http://schemas.microsoft.com/office/drawing/2014/main" id="{C0748DD2-5751-D027-8B51-3B09B033BF36}"/>
              </a:ext>
            </a:extLst>
          </p:cNvPr>
          <p:cNvSpPr>
            <a:spLocks noGrp="1"/>
          </p:cNvSpPr>
          <p:nvPr>
            <p:ph type="sldNum" sz="quarter" idx="13"/>
          </p:nvPr>
        </p:nvSpPr>
        <p:spPr/>
        <p:txBody>
          <a:bodyPr/>
          <a:lstStyle/>
          <a:p>
            <a:fld id="{EB4B8DE2-A4E8-46E4-8BBF-D75455EFF32C}" type="slidenum">
              <a:rPr lang="en-US" smtClean="0"/>
              <a:pPr/>
              <a:t>23</a:t>
            </a:fld>
            <a:endParaRPr lang="en-US" dirty="0"/>
          </a:p>
        </p:txBody>
      </p:sp>
      <p:sp>
        <p:nvSpPr>
          <p:cNvPr id="4" name="Title 3">
            <a:extLst>
              <a:ext uri="{FF2B5EF4-FFF2-40B4-BE49-F238E27FC236}">
                <a16:creationId xmlns:a16="http://schemas.microsoft.com/office/drawing/2014/main" id="{254D69ED-B3C1-A143-C0B4-B1E084982CA2}"/>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1750520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66AA5CC0-0ACD-51C8-9571-4945F0CFEAC6}"/>
              </a:ext>
            </a:extLst>
          </p:cNvPr>
          <p:cNvSpPr>
            <a:spLocks noGrp="1"/>
          </p:cNvSpPr>
          <p:nvPr>
            <p:ph type="pic" sz="quarter" idx="15"/>
          </p:nvPr>
        </p:nvSpPr>
        <p:spPr/>
        <p:txBody>
          <a:bodyPr/>
          <a:lstStyle/>
          <a:p>
            <a:endParaRPr lang="en-US"/>
          </a:p>
        </p:txBody>
      </p:sp>
      <p:sp>
        <p:nvSpPr>
          <p:cNvPr id="3" name="Title 2">
            <a:extLst>
              <a:ext uri="{FF2B5EF4-FFF2-40B4-BE49-F238E27FC236}">
                <a16:creationId xmlns:a16="http://schemas.microsoft.com/office/drawing/2014/main" id="{140AA4E0-2766-C391-622F-C6A98CD1E004}"/>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97FC05D0-95EB-00B8-8AAA-E164DD9AD724}"/>
              </a:ext>
            </a:extLst>
          </p:cNvPr>
          <p:cNvSpPr>
            <a:spLocks noGrp="1"/>
          </p:cNvSpPr>
          <p:nvPr>
            <p:ph type="body" sz="quarter" idx="10"/>
          </p:nvPr>
        </p:nvSpPr>
        <p:spPr/>
        <p:txBody>
          <a:bodyPr/>
          <a:lstStyle/>
          <a:p>
            <a:endParaRPr lang="en-US"/>
          </a:p>
        </p:txBody>
      </p:sp>
      <p:sp>
        <p:nvSpPr>
          <p:cNvPr id="5" name="Slide Number Placeholder 4">
            <a:extLst>
              <a:ext uri="{FF2B5EF4-FFF2-40B4-BE49-F238E27FC236}">
                <a16:creationId xmlns:a16="http://schemas.microsoft.com/office/drawing/2014/main" id="{B59333C5-61E2-1452-C617-8283997E998E}"/>
              </a:ext>
            </a:extLst>
          </p:cNvPr>
          <p:cNvSpPr>
            <a:spLocks noGrp="1"/>
          </p:cNvSpPr>
          <p:nvPr>
            <p:ph type="sldNum" sz="quarter" idx="13"/>
          </p:nvPr>
        </p:nvSpPr>
        <p:spPr/>
        <p:txBody>
          <a:bodyPr/>
          <a:lstStyle/>
          <a:p>
            <a:fld id="{EB4B8DE2-A4E8-46E4-8BBF-D75455EFF32C}" type="slidenum">
              <a:rPr lang="en-US" smtClean="0"/>
              <a:pPr/>
              <a:t>24</a:t>
            </a:fld>
            <a:endParaRPr lang="en-US" dirty="0"/>
          </a:p>
        </p:txBody>
      </p:sp>
    </p:spTree>
    <p:extLst>
      <p:ext uri="{BB962C8B-B14F-4D97-AF65-F5344CB8AC3E}">
        <p14:creationId xmlns:p14="http://schemas.microsoft.com/office/powerpoint/2010/main" val="3566281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2FABD94-2A59-4218-8A6F-384F05FCD5A5}"/>
              </a:ext>
            </a:extLst>
          </p:cNvPr>
          <p:cNvSpPr>
            <a:spLocks noGrp="1"/>
          </p:cNvSpPr>
          <p:nvPr>
            <p:ph type="body" sz="half" idx="22"/>
          </p:nvPr>
        </p:nvSpPr>
        <p:spPr/>
        <p:txBody>
          <a:bodyPr/>
          <a:lstStyle/>
          <a:p>
            <a:endParaRPr lang="en-US"/>
          </a:p>
        </p:txBody>
      </p:sp>
      <p:sp>
        <p:nvSpPr>
          <p:cNvPr id="3" name="Text Placeholder 2">
            <a:extLst>
              <a:ext uri="{FF2B5EF4-FFF2-40B4-BE49-F238E27FC236}">
                <a16:creationId xmlns:a16="http://schemas.microsoft.com/office/drawing/2014/main" id="{93F89CBF-929D-6192-5F8E-221E077C90B1}"/>
              </a:ext>
            </a:extLst>
          </p:cNvPr>
          <p:cNvSpPr>
            <a:spLocks noGrp="1"/>
          </p:cNvSpPr>
          <p:nvPr>
            <p:ph type="body" sz="half" idx="23"/>
          </p:nvPr>
        </p:nvSpPr>
        <p:spPr/>
        <p:txBody>
          <a:bodyPr/>
          <a:lstStyle/>
          <a:p>
            <a:endParaRPr lang="en-US"/>
          </a:p>
        </p:txBody>
      </p:sp>
      <p:sp>
        <p:nvSpPr>
          <p:cNvPr id="4" name="Text Placeholder 3">
            <a:extLst>
              <a:ext uri="{FF2B5EF4-FFF2-40B4-BE49-F238E27FC236}">
                <a16:creationId xmlns:a16="http://schemas.microsoft.com/office/drawing/2014/main" id="{CEA99823-9D3C-CDB1-9AA9-1B5693B4BC3C}"/>
              </a:ext>
            </a:extLst>
          </p:cNvPr>
          <p:cNvSpPr>
            <a:spLocks noGrp="1"/>
          </p:cNvSpPr>
          <p:nvPr>
            <p:ph type="body" sz="half" idx="24"/>
          </p:nvPr>
        </p:nvSpPr>
        <p:spPr/>
        <p:txBody>
          <a:bodyPr/>
          <a:lstStyle/>
          <a:p>
            <a:endParaRPr lang="en-US"/>
          </a:p>
        </p:txBody>
      </p:sp>
      <p:sp>
        <p:nvSpPr>
          <p:cNvPr id="5" name="Text Placeholder 4">
            <a:extLst>
              <a:ext uri="{FF2B5EF4-FFF2-40B4-BE49-F238E27FC236}">
                <a16:creationId xmlns:a16="http://schemas.microsoft.com/office/drawing/2014/main" id="{D3263756-8155-F447-C5DB-AEB3AEA25918}"/>
              </a:ext>
            </a:extLst>
          </p:cNvPr>
          <p:cNvSpPr>
            <a:spLocks noGrp="1"/>
          </p:cNvSpPr>
          <p:nvPr>
            <p:ph type="body" sz="half" idx="25"/>
          </p:nvPr>
        </p:nvSpPr>
        <p:spPr/>
        <p:txBody>
          <a:bodyPr/>
          <a:lstStyle/>
          <a:p>
            <a:endParaRPr lang="en-US"/>
          </a:p>
        </p:txBody>
      </p:sp>
      <p:sp>
        <p:nvSpPr>
          <p:cNvPr id="6" name="Text Placeholder 5">
            <a:extLst>
              <a:ext uri="{FF2B5EF4-FFF2-40B4-BE49-F238E27FC236}">
                <a16:creationId xmlns:a16="http://schemas.microsoft.com/office/drawing/2014/main" id="{36620F97-0B7D-C38F-B95F-1A9A13A28AE6}"/>
              </a:ext>
            </a:extLst>
          </p:cNvPr>
          <p:cNvSpPr>
            <a:spLocks noGrp="1"/>
          </p:cNvSpPr>
          <p:nvPr>
            <p:ph type="body" sz="half" idx="26"/>
          </p:nvPr>
        </p:nvSpPr>
        <p:spPr/>
        <p:txBody>
          <a:bodyPr/>
          <a:lstStyle/>
          <a:p>
            <a:endParaRPr lang="en-US"/>
          </a:p>
        </p:txBody>
      </p:sp>
      <p:sp>
        <p:nvSpPr>
          <p:cNvPr id="7" name="Text Placeholder 6">
            <a:extLst>
              <a:ext uri="{FF2B5EF4-FFF2-40B4-BE49-F238E27FC236}">
                <a16:creationId xmlns:a16="http://schemas.microsoft.com/office/drawing/2014/main" id="{C39EFEFD-AC19-35B0-9650-50E7D72C2561}"/>
              </a:ext>
            </a:extLst>
          </p:cNvPr>
          <p:cNvSpPr>
            <a:spLocks noGrp="1"/>
          </p:cNvSpPr>
          <p:nvPr>
            <p:ph type="body" sz="half" idx="27"/>
          </p:nvPr>
        </p:nvSpPr>
        <p:spPr/>
        <p:txBody>
          <a:bodyPr/>
          <a:lstStyle/>
          <a:p>
            <a:endParaRPr lang="en-US"/>
          </a:p>
        </p:txBody>
      </p:sp>
      <p:sp>
        <p:nvSpPr>
          <p:cNvPr id="8" name="Text Placeholder 7">
            <a:extLst>
              <a:ext uri="{FF2B5EF4-FFF2-40B4-BE49-F238E27FC236}">
                <a16:creationId xmlns:a16="http://schemas.microsoft.com/office/drawing/2014/main" id="{FC6A6E5B-1E9C-AEF0-6C6C-6180CA875B9C}"/>
              </a:ext>
            </a:extLst>
          </p:cNvPr>
          <p:cNvSpPr>
            <a:spLocks noGrp="1"/>
          </p:cNvSpPr>
          <p:nvPr>
            <p:ph type="body" sz="half" idx="28"/>
          </p:nvPr>
        </p:nvSpPr>
        <p:spPr/>
        <p:txBody>
          <a:bodyPr/>
          <a:lstStyle/>
          <a:p>
            <a:endParaRPr lang="en-US"/>
          </a:p>
        </p:txBody>
      </p:sp>
      <p:sp>
        <p:nvSpPr>
          <p:cNvPr id="9" name="Text Placeholder 8">
            <a:extLst>
              <a:ext uri="{FF2B5EF4-FFF2-40B4-BE49-F238E27FC236}">
                <a16:creationId xmlns:a16="http://schemas.microsoft.com/office/drawing/2014/main" id="{E1A2A7AB-57D5-0B06-B913-DA1E9C4CB1DB}"/>
              </a:ext>
            </a:extLst>
          </p:cNvPr>
          <p:cNvSpPr>
            <a:spLocks noGrp="1"/>
          </p:cNvSpPr>
          <p:nvPr>
            <p:ph type="body" sz="half" idx="29"/>
          </p:nvPr>
        </p:nvSpPr>
        <p:spPr/>
        <p:txBody>
          <a:bodyPr/>
          <a:lstStyle/>
          <a:p>
            <a:endParaRPr lang="en-US"/>
          </a:p>
        </p:txBody>
      </p:sp>
      <p:sp>
        <p:nvSpPr>
          <p:cNvPr id="10" name="Text Placeholder 9">
            <a:extLst>
              <a:ext uri="{FF2B5EF4-FFF2-40B4-BE49-F238E27FC236}">
                <a16:creationId xmlns:a16="http://schemas.microsoft.com/office/drawing/2014/main" id="{6A762AC9-1CE2-E969-DDFE-2AA23B0F135B}"/>
              </a:ext>
            </a:extLst>
          </p:cNvPr>
          <p:cNvSpPr>
            <a:spLocks noGrp="1"/>
          </p:cNvSpPr>
          <p:nvPr>
            <p:ph type="body" sz="half" idx="30"/>
          </p:nvPr>
        </p:nvSpPr>
        <p:spPr/>
        <p:txBody>
          <a:bodyPr/>
          <a:lstStyle/>
          <a:p>
            <a:endParaRPr lang="en-US"/>
          </a:p>
        </p:txBody>
      </p:sp>
      <p:sp>
        <p:nvSpPr>
          <p:cNvPr id="11" name="Text Placeholder 10">
            <a:extLst>
              <a:ext uri="{FF2B5EF4-FFF2-40B4-BE49-F238E27FC236}">
                <a16:creationId xmlns:a16="http://schemas.microsoft.com/office/drawing/2014/main" id="{41C6EE11-F4CE-75A6-C9B0-0166087B697E}"/>
              </a:ext>
            </a:extLst>
          </p:cNvPr>
          <p:cNvSpPr>
            <a:spLocks noGrp="1"/>
          </p:cNvSpPr>
          <p:nvPr>
            <p:ph type="body" sz="half" idx="31"/>
          </p:nvPr>
        </p:nvSpPr>
        <p:spPr/>
        <p:txBody>
          <a:bodyPr/>
          <a:lstStyle/>
          <a:p>
            <a:endParaRPr lang="en-US"/>
          </a:p>
        </p:txBody>
      </p:sp>
      <p:sp>
        <p:nvSpPr>
          <p:cNvPr id="12" name="Text Placeholder 11">
            <a:extLst>
              <a:ext uri="{FF2B5EF4-FFF2-40B4-BE49-F238E27FC236}">
                <a16:creationId xmlns:a16="http://schemas.microsoft.com/office/drawing/2014/main" id="{2ED4B8A3-4432-B85F-CEFB-970C9E3A4414}"/>
              </a:ext>
            </a:extLst>
          </p:cNvPr>
          <p:cNvSpPr>
            <a:spLocks noGrp="1"/>
          </p:cNvSpPr>
          <p:nvPr>
            <p:ph type="body" sz="half" idx="32"/>
          </p:nvPr>
        </p:nvSpPr>
        <p:spPr/>
        <p:txBody>
          <a:bodyPr/>
          <a:lstStyle/>
          <a:p>
            <a:endParaRPr lang="en-US"/>
          </a:p>
        </p:txBody>
      </p:sp>
      <p:sp>
        <p:nvSpPr>
          <p:cNvPr id="13" name="Text Placeholder 12">
            <a:extLst>
              <a:ext uri="{FF2B5EF4-FFF2-40B4-BE49-F238E27FC236}">
                <a16:creationId xmlns:a16="http://schemas.microsoft.com/office/drawing/2014/main" id="{8551F6C4-E0DF-336B-CD31-5D6A70305202}"/>
              </a:ext>
            </a:extLst>
          </p:cNvPr>
          <p:cNvSpPr>
            <a:spLocks noGrp="1"/>
          </p:cNvSpPr>
          <p:nvPr>
            <p:ph type="body" sz="half" idx="33"/>
          </p:nvPr>
        </p:nvSpPr>
        <p:spPr/>
        <p:txBody>
          <a:bodyPr/>
          <a:lstStyle/>
          <a:p>
            <a:endParaRPr lang="en-US"/>
          </a:p>
        </p:txBody>
      </p:sp>
      <p:sp>
        <p:nvSpPr>
          <p:cNvPr id="14" name="Text Placeholder 13">
            <a:extLst>
              <a:ext uri="{FF2B5EF4-FFF2-40B4-BE49-F238E27FC236}">
                <a16:creationId xmlns:a16="http://schemas.microsoft.com/office/drawing/2014/main" id="{F99B60F5-AE0F-1662-73FC-BEA26893756E}"/>
              </a:ext>
            </a:extLst>
          </p:cNvPr>
          <p:cNvSpPr>
            <a:spLocks noGrp="1"/>
          </p:cNvSpPr>
          <p:nvPr>
            <p:ph type="body" sz="half" idx="34"/>
          </p:nvPr>
        </p:nvSpPr>
        <p:spPr/>
        <p:txBody>
          <a:bodyPr/>
          <a:lstStyle/>
          <a:p>
            <a:endParaRPr lang="en-US"/>
          </a:p>
        </p:txBody>
      </p:sp>
      <p:sp>
        <p:nvSpPr>
          <p:cNvPr id="15" name="Text Placeholder 14">
            <a:extLst>
              <a:ext uri="{FF2B5EF4-FFF2-40B4-BE49-F238E27FC236}">
                <a16:creationId xmlns:a16="http://schemas.microsoft.com/office/drawing/2014/main" id="{24D2B73E-2193-36EF-A954-73ED5B126BCC}"/>
              </a:ext>
            </a:extLst>
          </p:cNvPr>
          <p:cNvSpPr>
            <a:spLocks noGrp="1"/>
          </p:cNvSpPr>
          <p:nvPr>
            <p:ph type="body" sz="half" idx="35"/>
          </p:nvPr>
        </p:nvSpPr>
        <p:spPr/>
        <p:txBody>
          <a:bodyPr/>
          <a:lstStyle/>
          <a:p>
            <a:endParaRPr lang="en-US"/>
          </a:p>
        </p:txBody>
      </p:sp>
      <p:sp>
        <p:nvSpPr>
          <p:cNvPr id="16" name="Text Placeholder 15">
            <a:extLst>
              <a:ext uri="{FF2B5EF4-FFF2-40B4-BE49-F238E27FC236}">
                <a16:creationId xmlns:a16="http://schemas.microsoft.com/office/drawing/2014/main" id="{A703C174-C767-6260-5862-A8C774D7FBEE}"/>
              </a:ext>
            </a:extLst>
          </p:cNvPr>
          <p:cNvSpPr>
            <a:spLocks noGrp="1"/>
          </p:cNvSpPr>
          <p:nvPr>
            <p:ph type="body" sz="half" idx="36"/>
          </p:nvPr>
        </p:nvSpPr>
        <p:spPr/>
        <p:txBody>
          <a:bodyPr/>
          <a:lstStyle/>
          <a:p>
            <a:endParaRPr lang="en-US"/>
          </a:p>
        </p:txBody>
      </p:sp>
      <p:sp>
        <p:nvSpPr>
          <p:cNvPr id="17" name="Title 16">
            <a:extLst>
              <a:ext uri="{FF2B5EF4-FFF2-40B4-BE49-F238E27FC236}">
                <a16:creationId xmlns:a16="http://schemas.microsoft.com/office/drawing/2014/main" id="{F9A79EE3-90E2-01E9-EE29-E4B46B4D6F94}"/>
              </a:ext>
            </a:extLst>
          </p:cNvPr>
          <p:cNvSpPr>
            <a:spLocks noGrp="1"/>
          </p:cNvSpPr>
          <p:nvPr>
            <p:ph type="title"/>
          </p:nvPr>
        </p:nvSpPr>
        <p:spPr/>
        <p:txBody>
          <a:bodyPr/>
          <a:lstStyle/>
          <a:p>
            <a:endParaRPr lang="en-US"/>
          </a:p>
        </p:txBody>
      </p:sp>
      <p:sp>
        <p:nvSpPr>
          <p:cNvPr id="18" name="Slide Number Placeholder 17">
            <a:extLst>
              <a:ext uri="{FF2B5EF4-FFF2-40B4-BE49-F238E27FC236}">
                <a16:creationId xmlns:a16="http://schemas.microsoft.com/office/drawing/2014/main" id="{5A98D8C0-014F-BAFE-2494-90FED0A37A48}"/>
              </a:ext>
            </a:extLst>
          </p:cNvPr>
          <p:cNvSpPr>
            <a:spLocks noGrp="1"/>
          </p:cNvSpPr>
          <p:nvPr>
            <p:ph type="sldNum" sz="quarter" idx="13"/>
          </p:nvPr>
        </p:nvSpPr>
        <p:spPr/>
        <p:txBody>
          <a:bodyPr/>
          <a:lstStyle/>
          <a:p>
            <a:fld id="{EB4B8DE2-A4E8-46E4-8BBF-D75455EFF32C}" type="slidenum">
              <a:rPr lang="en-US" smtClean="0"/>
              <a:pPr/>
              <a:t>25</a:t>
            </a:fld>
            <a:endParaRPr lang="en-US" dirty="0"/>
          </a:p>
        </p:txBody>
      </p:sp>
      <p:sp>
        <p:nvSpPr>
          <p:cNvPr id="19" name="Text Placeholder 18">
            <a:extLst>
              <a:ext uri="{FF2B5EF4-FFF2-40B4-BE49-F238E27FC236}">
                <a16:creationId xmlns:a16="http://schemas.microsoft.com/office/drawing/2014/main" id="{7E050E59-DD89-D292-3FEB-0F2127D32A37}"/>
              </a:ext>
            </a:extLst>
          </p:cNvPr>
          <p:cNvSpPr>
            <a:spLocks noGrp="1"/>
          </p:cNvSpPr>
          <p:nvPr>
            <p:ph type="body" sz="half" idx="2"/>
          </p:nvPr>
        </p:nvSpPr>
        <p:spPr/>
        <p:txBody>
          <a:bodyPr/>
          <a:lstStyle/>
          <a:p>
            <a:endParaRPr lang="en-US"/>
          </a:p>
        </p:txBody>
      </p:sp>
      <p:sp>
        <p:nvSpPr>
          <p:cNvPr id="20" name="Text Placeholder 19">
            <a:extLst>
              <a:ext uri="{FF2B5EF4-FFF2-40B4-BE49-F238E27FC236}">
                <a16:creationId xmlns:a16="http://schemas.microsoft.com/office/drawing/2014/main" id="{EE354C77-B756-8E8C-F90F-9E998455C654}"/>
              </a:ext>
            </a:extLst>
          </p:cNvPr>
          <p:cNvSpPr>
            <a:spLocks noGrp="1"/>
          </p:cNvSpPr>
          <p:nvPr>
            <p:ph type="body" sz="half" idx="14"/>
          </p:nvPr>
        </p:nvSpPr>
        <p:spPr/>
        <p:txBody>
          <a:bodyPr/>
          <a:lstStyle/>
          <a:p>
            <a:endParaRPr lang="en-US"/>
          </a:p>
        </p:txBody>
      </p:sp>
      <p:sp>
        <p:nvSpPr>
          <p:cNvPr id="21" name="Text Placeholder 20">
            <a:extLst>
              <a:ext uri="{FF2B5EF4-FFF2-40B4-BE49-F238E27FC236}">
                <a16:creationId xmlns:a16="http://schemas.microsoft.com/office/drawing/2014/main" id="{6697CD33-F30A-279E-9AB4-50BDD275BF24}"/>
              </a:ext>
            </a:extLst>
          </p:cNvPr>
          <p:cNvSpPr>
            <a:spLocks noGrp="1"/>
          </p:cNvSpPr>
          <p:nvPr>
            <p:ph type="body" sz="half" idx="15"/>
          </p:nvPr>
        </p:nvSpPr>
        <p:spPr/>
        <p:txBody>
          <a:bodyPr/>
          <a:lstStyle/>
          <a:p>
            <a:endParaRPr lang="en-US"/>
          </a:p>
        </p:txBody>
      </p:sp>
      <p:sp>
        <p:nvSpPr>
          <p:cNvPr id="22" name="Text Placeholder 21">
            <a:extLst>
              <a:ext uri="{FF2B5EF4-FFF2-40B4-BE49-F238E27FC236}">
                <a16:creationId xmlns:a16="http://schemas.microsoft.com/office/drawing/2014/main" id="{060A6E65-E397-67E0-B156-317A9FA0DC0A}"/>
              </a:ext>
            </a:extLst>
          </p:cNvPr>
          <p:cNvSpPr>
            <a:spLocks noGrp="1"/>
          </p:cNvSpPr>
          <p:nvPr>
            <p:ph type="body" sz="half" idx="16"/>
          </p:nvPr>
        </p:nvSpPr>
        <p:spPr/>
        <p:txBody>
          <a:bodyPr/>
          <a:lstStyle/>
          <a:p>
            <a:endParaRPr lang="en-US"/>
          </a:p>
        </p:txBody>
      </p:sp>
      <p:sp>
        <p:nvSpPr>
          <p:cNvPr id="23" name="Text Placeholder 22">
            <a:extLst>
              <a:ext uri="{FF2B5EF4-FFF2-40B4-BE49-F238E27FC236}">
                <a16:creationId xmlns:a16="http://schemas.microsoft.com/office/drawing/2014/main" id="{9CC4C12B-2507-5AEC-49B4-D20E7F92CA72}"/>
              </a:ext>
            </a:extLst>
          </p:cNvPr>
          <p:cNvSpPr>
            <a:spLocks noGrp="1"/>
          </p:cNvSpPr>
          <p:nvPr>
            <p:ph type="body" sz="half" idx="17"/>
          </p:nvPr>
        </p:nvSpPr>
        <p:spPr/>
        <p:txBody>
          <a:bodyPr/>
          <a:lstStyle/>
          <a:p>
            <a:endParaRPr lang="en-US"/>
          </a:p>
        </p:txBody>
      </p:sp>
      <p:sp>
        <p:nvSpPr>
          <p:cNvPr id="24" name="Text Placeholder 23">
            <a:extLst>
              <a:ext uri="{FF2B5EF4-FFF2-40B4-BE49-F238E27FC236}">
                <a16:creationId xmlns:a16="http://schemas.microsoft.com/office/drawing/2014/main" id="{0288D7F0-09D4-4C95-2447-5E7C83451185}"/>
              </a:ext>
            </a:extLst>
          </p:cNvPr>
          <p:cNvSpPr>
            <a:spLocks noGrp="1"/>
          </p:cNvSpPr>
          <p:nvPr>
            <p:ph type="body" sz="half" idx="18"/>
          </p:nvPr>
        </p:nvSpPr>
        <p:spPr/>
        <p:txBody>
          <a:bodyPr/>
          <a:lstStyle/>
          <a:p>
            <a:endParaRPr lang="en-US"/>
          </a:p>
        </p:txBody>
      </p:sp>
      <p:sp>
        <p:nvSpPr>
          <p:cNvPr id="25" name="Text Placeholder 24">
            <a:extLst>
              <a:ext uri="{FF2B5EF4-FFF2-40B4-BE49-F238E27FC236}">
                <a16:creationId xmlns:a16="http://schemas.microsoft.com/office/drawing/2014/main" id="{E1B2657B-1897-21DE-8E7D-6F0364C26CEE}"/>
              </a:ext>
            </a:extLst>
          </p:cNvPr>
          <p:cNvSpPr>
            <a:spLocks noGrp="1"/>
          </p:cNvSpPr>
          <p:nvPr>
            <p:ph type="body" sz="half" idx="19"/>
          </p:nvPr>
        </p:nvSpPr>
        <p:spPr/>
        <p:txBody>
          <a:bodyPr/>
          <a:lstStyle/>
          <a:p>
            <a:endParaRPr lang="en-US"/>
          </a:p>
        </p:txBody>
      </p:sp>
      <p:sp>
        <p:nvSpPr>
          <p:cNvPr id="26" name="Text Placeholder 25">
            <a:extLst>
              <a:ext uri="{FF2B5EF4-FFF2-40B4-BE49-F238E27FC236}">
                <a16:creationId xmlns:a16="http://schemas.microsoft.com/office/drawing/2014/main" id="{1652D02F-E13C-D20E-AC76-AF1CF50743C7}"/>
              </a:ext>
            </a:extLst>
          </p:cNvPr>
          <p:cNvSpPr>
            <a:spLocks noGrp="1"/>
          </p:cNvSpPr>
          <p:nvPr>
            <p:ph type="body" sz="half" idx="20"/>
          </p:nvPr>
        </p:nvSpPr>
        <p:spPr/>
        <p:txBody>
          <a:bodyPr/>
          <a:lstStyle/>
          <a:p>
            <a:endParaRPr lang="en-US"/>
          </a:p>
        </p:txBody>
      </p:sp>
      <p:sp>
        <p:nvSpPr>
          <p:cNvPr id="27" name="Text Placeholder 26">
            <a:extLst>
              <a:ext uri="{FF2B5EF4-FFF2-40B4-BE49-F238E27FC236}">
                <a16:creationId xmlns:a16="http://schemas.microsoft.com/office/drawing/2014/main" id="{9E42A362-783D-0E71-5F57-011B46DC1E29}"/>
              </a:ext>
            </a:extLst>
          </p:cNvPr>
          <p:cNvSpPr>
            <a:spLocks noGrp="1"/>
          </p:cNvSpPr>
          <p:nvPr>
            <p:ph type="body" sz="half" idx="21"/>
          </p:nvPr>
        </p:nvSpPr>
        <p:spPr/>
        <p:txBody>
          <a:bodyPr/>
          <a:lstStyle/>
          <a:p>
            <a:endParaRPr lang="en-US"/>
          </a:p>
        </p:txBody>
      </p:sp>
    </p:spTree>
    <p:extLst>
      <p:ext uri="{BB962C8B-B14F-4D97-AF65-F5344CB8AC3E}">
        <p14:creationId xmlns:p14="http://schemas.microsoft.com/office/powerpoint/2010/main" val="2671161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8FD68A4-3223-79CF-7116-E2CA458615E0}"/>
              </a:ext>
            </a:extLst>
          </p:cNvPr>
          <p:cNvSpPr>
            <a:spLocks noGrp="1"/>
          </p:cNvSpPr>
          <p:nvPr>
            <p:ph type="sldNum" sz="quarter" idx="13"/>
          </p:nvPr>
        </p:nvSpPr>
        <p:spPr/>
        <p:txBody>
          <a:bodyPr/>
          <a:lstStyle/>
          <a:p>
            <a:fld id="{EB4B8DE2-A4E8-46E4-8BBF-D75455EFF32C}" type="slidenum">
              <a:rPr lang="en-US" smtClean="0"/>
              <a:pPr/>
              <a:t>26</a:t>
            </a:fld>
            <a:endParaRPr lang="en-US" dirty="0"/>
          </a:p>
        </p:txBody>
      </p:sp>
      <p:sp>
        <p:nvSpPr>
          <p:cNvPr id="3" name="Title 2">
            <a:extLst>
              <a:ext uri="{FF2B5EF4-FFF2-40B4-BE49-F238E27FC236}">
                <a16:creationId xmlns:a16="http://schemas.microsoft.com/office/drawing/2014/main" id="{B2965C55-DF63-8A19-582C-2A140890F279}"/>
              </a:ext>
            </a:extLst>
          </p:cNvPr>
          <p:cNvSpPr>
            <a:spLocks noGrp="1"/>
          </p:cNvSpPr>
          <p:nvPr>
            <p:ph type="title"/>
          </p:nvPr>
        </p:nvSpPr>
        <p:spPr/>
        <p:txBody>
          <a:bodyPr/>
          <a:lstStyle/>
          <a:p>
            <a:endParaRPr lang="en-US"/>
          </a:p>
        </p:txBody>
      </p:sp>
      <p:sp>
        <p:nvSpPr>
          <p:cNvPr id="4" name="Picture Placeholder 3">
            <a:extLst>
              <a:ext uri="{FF2B5EF4-FFF2-40B4-BE49-F238E27FC236}">
                <a16:creationId xmlns:a16="http://schemas.microsoft.com/office/drawing/2014/main" id="{709F570E-B469-914A-BA33-F47288CBEF69}"/>
              </a:ext>
            </a:extLst>
          </p:cNvPr>
          <p:cNvSpPr>
            <a:spLocks noGrp="1"/>
          </p:cNvSpPr>
          <p:nvPr>
            <p:ph type="pic" sz="quarter" idx="14"/>
          </p:nvPr>
        </p:nvSpPr>
        <p:spPr/>
        <p:txBody>
          <a:bodyPr/>
          <a:lstStyle/>
          <a:p>
            <a:endParaRPr lang="en-US"/>
          </a:p>
        </p:txBody>
      </p:sp>
      <p:graphicFrame>
        <p:nvGraphicFramePr>
          <p:cNvPr id="5" name="Table 7">
            <a:extLst>
              <a:ext uri="{FF2B5EF4-FFF2-40B4-BE49-F238E27FC236}">
                <a16:creationId xmlns:a16="http://schemas.microsoft.com/office/drawing/2014/main" id="{EAB45AE8-C15D-9322-A97F-46A22F93E3E1}"/>
              </a:ext>
            </a:extLst>
          </p:cNvPr>
          <p:cNvGraphicFramePr>
            <a:graphicFrameLocks noGrp="1"/>
          </p:cNvGraphicFramePr>
          <p:nvPr>
            <p:extLst>
              <p:ext uri="{D42A27DB-BD31-4B8C-83A1-F6EECF244321}">
                <p14:modId xmlns:p14="http://schemas.microsoft.com/office/powerpoint/2010/main" val="3573537731"/>
              </p:ext>
            </p:extLst>
          </p:nvPr>
        </p:nvGraphicFramePr>
        <p:xfrm>
          <a:off x="595312" y="1713548"/>
          <a:ext cx="7105649" cy="4480707"/>
        </p:xfrm>
        <a:graphic>
          <a:graphicData uri="http://schemas.openxmlformats.org/drawingml/2006/table">
            <a:tbl>
              <a:tblPr firstRow="1" bandRow="1">
                <a:tableStyleId>{912C8C85-51F0-491E-9774-3900AFEF0FD7}</a:tableStyleId>
              </a:tblPr>
              <a:tblGrid>
                <a:gridCol w="1141411">
                  <a:extLst>
                    <a:ext uri="{9D8B030D-6E8A-4147-A177-3AD203B41FA5}">
                      <a16:colId xmlns:a16="http://schemas.microsoft.com/office/drawing/2014/main" val="3025978839"/>
                    </a:ext>
                  </a:extLst>
                </a:gridCol>
                <a:gridCol w="5156220">
                  <a:extLst>
                    <a:ext uri="{9D8B030D-6E8A-4147-A177-3AD203B41FA5}">
                      <a16:colId xmlns:a16="http://schemas.microsoft.com/office/drawing/2014/main" val="1122526024"/>
                    </a:ext>
                  </a:extLst>
                </a:gridCol>
                <a:gridCol w="808018">
                  <a:extLst>
                    <a:ext uri="{9D8B030D-6E8A-4147-A177-3AD203B41FA5}">
                      <a16:colId xmlns:a16="http://schemas.microsoft.com/office/drawing/2014/main" val="3486413163"/>
                    </a:ext>
                  </a:extLst>
                </a:gridCol>
              </a:tblGrid>
              <a:tr h="407337">
                <a:tc>
                  <a:txBody>
                    <a:bodyPr/>
                    <a:lstStyle/>
                    <a:p>
                      <a:pPr algn="ctr"/>
                      <a:r>
                        <a:rPr lang="en-US" b="0" i="0" dirty="0">
                          <a:solidFill>
                            <a:schemeClr val="tx1"/>
                          </a:solidFill>
                          <a:latin typeface="Amazon Ember" panose="020B0603020204020204" pitchFamily="34" charset="0"/>
                          <a:ea typeface="Amazon Ember" panose="020B0603020204020204" pitchFamily="34" charset="0"/>
                          <a:cs typeface="Amazon Ember" panose="020B0603020204020204" pitchFamily="34" charset="0"/>
                        </a:rPr>
                        <a:t>Section</a:t>
                      </a:r>
                    </a:p>
                  </a:txBody>
                  <a:tcPr>
                    <a:lnL w="12700" cap="flat" cmpd="sng" algn="ctr">
                      <a:solidFill>
                        <a:schemeClr val="accent1">
                          <a:lumMod val="60000"/>
                          <a:lumOff val="40000"/>
                        </a:schemeClr>
                      </a:solidFill>
                      <a:prstDash val="solid"/>
                      <a:round/>
                      <a:headEnd type="none" w="med" len="med"/>
                      <a:tailEnd type="none" w="med" len="med"/>
                    </a:lnL>
                    <a:lnR w="12700" cap="flat" cmpd="sng" algn="ctr">
                      <a:solidFill>
                        <a:schemeClr val="accent1">
                          <a:lumMod val="60000"/>
                          <a:lumOff val="40000"/>
                        </a:schemeClr>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solidFill>
                      <a:schemeClr val="accent1">
                        <a:lumMod val="40000"/>
                        <a:lumOff val="60000"/>
                      </a:schemeClr>
                    </a:solidFill>
                  </a:tcPr>
                </a:tc>
                <a:tc>
                  <a:txBody>
                    <a:bodyPr/>
                    <a:lstStyle/>
                    <a:p>
                      <a:pPr algn="ctr"/>
                      <a:r>
                        <a:rPr lang="en-US" b="0" i="0" dirty="0">
                          <a:solidFill>
                            <a:schemeClr val="tx1"/>
                          </a:solidFill>
                          <a:latin typeface="Amazon Ember" panose="020B0603020204020204" pitchFamily="34" charset="0"/>
                          <a:ea typeface="Amazon Ember" panose="020B0603020204020204" pitchFamily="34" charset="0"/>
                          <a:cs typeface="Amazon Ember" panose="020B0603020204020204" pitchFamily="34" charset="0"/>
                        </a:rPr>
                        <a:t>Description</a:t>
                      </a:r>
                    </a:p>
                  </a:txBody>
                  <a:tcPr>
                    <a:lnL w="12700" cap="flat" cmpd="sng" algn="ctr">
                      <a:solidFill>
                        <a:schemeClr val="accent1">
                          <a:lumMod val="60000"/>
                          <a:lumOff val="40000"/>
                        </a:schemeClr>
                      </a:solidFill>
                      <a:prstDash val="solid"/>
                      <a:round/>
                      <a:headEnd type="none" w="med" len="med"/>
                      <a:tailEnd type="none" w="med" len="med"/>
                    </a:lnL>
                    <a:lnR w="12700" cap="flat" cmpd="sng" algn="ctr">
                      <a:solidFill>
                        <a:schemeClr val="accent1">
                          <a:lumMod val="60000"/>
                          <a:lumOff val="40000"/>
                        </a:schemeClr>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solidFill>
                      <a:schemeClr val="accent1">
                        <a:lumMod val="40000"/>
                        <a:lumOff val="60000"/>
                      </a:schemeClr>
                    </a:solidFill>
                  </a:tcPr>
                </a:tc>
                <a:tc>
                  <a:txBody>
                    <a:bodyPr/>
                    <a:lstStyle/>
                    <a:p>
                      <a:pPr algn="ctr"/>
                      <a:r>
                        <a:rPr lang="en-US" b="0" i="0" dirty="0">
                          <a:solidFill>
                            <a:schemeClr val="tx1"/>
                          </a:solidFill>
                          <a:latin typeface="Amazon Ember" panose="020B0603020204020204" pitchFamily="34" charset="0"/>
                          <a:ea typeface="Amazon Ember" panose="020B0603020204020204" pitchFamily="34" charset="0"/>
                          <a:cs typeface="Amazon Ember" panose="020B0603020204020204" pitchFamily="34" charset="0"/>
                        </a:rPr>
                        <a:t>Slide</a:t>
                      </a:r>
                    </a:p>
                  </a:txBody>
                  <a:tcPr>
                    <a:lnL w="12700" cap="flat" cmpd="sng" algn="ctr">
                      <a:solidFill>
                        <a:schemeClr val="accent1">
                          <a:lumMod val="60000"/>
                          <a:lumOff val="40000"/>
                        </a:schemeClr>
                      </a:solidFill>
                      <a:prstDash val="solid"/>
                      <a:round/>
                      <a:headEnd type="none" w="med" len="med"/>
                      <a:tailEnd type="none" w="med" len="med"/>
                    </a:lnL>
                    <a:lnR w="12700" cap="flat" cmpd="sng" algn="ctr">
                      <a:solidFill>
                        <a:schemeClr val="accent1">
                          <a:lumMod val="60000"/>
                          <a:lumOff val="40000"/>
                        </a:schemeClr>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249402529"/>
                  </a:ext>
                </a:extLst>
              </a:tr>
              <a:tr h="407337">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599865075"/>
                  </a:ext>
                </a:extLst>
              </a:tr>
              <a:tr h="407337">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3895945694"/>
                  </a:ext>
                </a:extLst>
              </a:tr>
              <a:tr h="407337">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4122649844"/>
                  </a:ext>
                </a:extLst>
              </a:tr>
              <a:tr h="407337">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3605899759"/>
                  </a:ext>
                </a:extLst>
              </a:tr>
              <a:tr h="407337">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440025224"/>
                  </a:ext>
                </a:extLst>
              </a:tr>
              <a:tr h="407337">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2725698316"/>
                  </a:ext>
                </a:extLst>
              </a:tr>
              <a:tr h="407337">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2708295312"/>
                  </a:ext>
                </a:extLst>
              </a:tr>
              <a:tr h="407337">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1679900078"/>
                  </a:ext>
                </a:extLst>
              </a:tr>
              <a:tr h="407337">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1506027312"/>
                  </a:ext>
                </a:extLst>
              </a:tr>
              <a:tr h="407337">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tc>
                  <a:txBody>
                    <a:bodyPr/>
                    <a:lstStyle/>
                    <a:p>
                      <a:endParaRPr lang="en-US" sz="1600" dirty="0"/>
                    </a:p>
                  </a:txBody>
                  <a:tcPr>
                    <a:lnL w="12700" cap="flat" cmpd="sng" algn="ctr">
                      <a:solidFill>
                        <a:schemeClr val="accent1">
                          <a:lumMod val="20000"/>
                          <a:lumOff val="80000"/>
                        </a:schemeClr>
                      </a:solidFill>
                      <a:prstDash val="solid"/>
                      <a:round/>
                      <a:headEnd type="none" w="med" len="med"/>
                      <a:tailEnd type="none" w="med" len="med"/>
                    </a:lnL>
                    <a:lnR w="12700" cap="flat" cmpd="sng" algn="ctr">
                      <a:solidFill>
                        <a:schemeClr val="accent1">
                          <a:lumMod val="20000"/>
                          <a:lumOff val="80000"/>
                        </a:schemeClr>
                      </a:solidFill>
                      <a:prstDash val="solid"/>
                      <a:round/>
                      <a:headEnd type="none" w="med" len="med"/>
                      <a:tailEnd type="none" w="med" len="med"/>
                    </a:lnR>
                    <a:lnT w="12700" cap="flat" cmpd="sng" algn="ctr">
                      <a:solidFill>
                        <a:schemeClr val="accent1">
                          <a:lumMod val="20000"/>
                          <a:lumOff val="80000"/>
                        </a:schemeClr>
                      </a:solidFill>
                      <a:prstDash val="solid"/>
                      <a:round/>
                      <a:headEnd type="none" w="med" len="med"/>
                      <a:tailEnd type="none" w="med" len="med"/>
                    </a:lnT>
                    <a:lnB w="12700" cap="flat" cmpd="sng" algn="ctr">
                      <a:solidFill>
                        <a:schemeClr val="accent1">
                          <a:lumMod val="20000"/>
                          <a:lumOff val="80000"/>
                        </a:schemeClr>
                      </a:solidFill>
                      <a:prstDash val="solid"/>
                      <a:round/>
                      <a:headEnd type="none" w="med" len="med"/>
                      <a:tailEnd type="none" w="med" len="med"/>
                    </a:lnB>
                  </a:tcPr>
                </a:tc>
                <a:extLst>
                  <a:ext uri="{0D108BD9-81ED-4DB2-BD59-A6C34878D82A}">
                    <a16:rowId xmlns:a16="http://schemas.microsoft.com/office/drawing/2014/main" val="2959408700"/>
                  </a:ext>
                </a:extLst>
              </a:tr>
            </a:tbl>
          </a:graphicData>
        </a:graphic>
      </p:graphicFrame>
    </p:spTree>
    <p:extLst>
      <p:ext uri="{BB962C8B-B14F-4D97-AF65-F5344CB8AC3E}">
        <p14:creationId xmlns:p14="http://schemas.microsoft.com/office/powerpoint/2010/main" val="1089219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007AE07-36EB-437C-A8C7-88F502C15071}"/>
              </a:ext>
            </a:extLst>
          </p:cNvPr>
          <p:cNvSpPr>
            <a:spLocks noGrp="1"/>
          </p:cNvSpPr>
          <p:nvPr>
            <p:ph type="title"/>
          </p:nvPr>
        </p:nvSpPr>
        <p:spPr/>
        <p:txBody>
          <a:bodyPr/>
          <a:lstStyle/>
          <a:p>
            <a:endParaRPr lang="en-US" dirty="0"/>
          </a:p>
        </p:txBody>
      </p:sp>
      <p:sp>
        <p:nvSpPr>
          <p:cNvPr id="2" name="Slide Number Placeholder 1">
            <a:extLst>
              <a:ext uri="{FF2B5EF4-FFF2-40B4-BE49-F238E27FC236}">
                <a16:creationId xmlns:a16="http://schemas.microsoft.com/office/drawing/2014/main" id="{3EA1E951-FC20-6B4B-A28B-555ABF33D10B}"/>
              </a:ext>
            </a:extLst>
          </p:cNvPr>
          <p:cNvSpPr>
            <a:spLocks noGrp="1"/>
          </p:cNvSpPr>
          <p:nvPr>
            <p:ph type="sldNum" sz="quarter" idx="12"/>
          </p:nvPr>
        </p:nvSpPr>
        <p:spPr/>
        <p:txBody>
          <a:bodyPr/>
          <a:lstStyle/>
          <a:p>
            <a:fld id="{EB4B8DE2-A4E8-46E4-8BBF-D75455EFF32C}" type="slidenum">
              <a:rPr lang="en-US" smtClean="0"/>
              <a:pPr/>
              <a:t>27</a:t>
            </a:fld>
            <a:endParaRPr lang="en-US" dirty="0"/>
          </a:p>
        </p:txBody>
      </p:sp>
    </p:spTree>
    <p:extLst>
      <p:ext uri="{BB962C8B-B14F-4D97-AF65-F5344CB8AC3E}">
        <p14:creationId xmlns:p14="http://schemas.microsoft.com/office/powerpoint/2010/main" val="34139244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30979-58C5-5E20-6BE9-43DCBA0DF158}"/>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21C67EF6-5E14-63A0-E710-32C2B4D13053}"/>
              </a:ext>
            </a:extLst>
          </p:cNvPr>
          <p:cNvSpPr>
            <a:spLocks noGrp="1"/>
          </p:cNvSpPr>
          <p:nvPr>
            <p:ph type="sldNum" sz="quarter" idx="12"/>
          </p:nvPr>
        </p:nvSpPr>
        <p:spPr/>
        <p:txBody>
          <a:bodyPr/>
          <a:lstStyle/>
          <a:p>
            <a:fld id="{EB4B8DE2-A4E8-46E4-8BBF-D75455EFF32C}" type="slidenum">
              <a:rPr lang="en-US" smtClean="0"/>
              <a:pPr/>
              <a:t>28</a:t>
            </a:fld>
            <a:endParaRPr lang="en-US" dirty="0"/>
          </a:p>
        </p:txBody>
      </p:sp>
      <p:sp>
        <p:nvSpPr>
          <p:cNvPr id="5" name="Picture Placeholder 4">
            <a:extLst>
              <a:ext uri="{FF2B5EF4-FFF2-40B4-BE49-F238E27FC236}">
                <a16:creationId xmlns:a16="http://schemas.microsoft.com/office/drawing/2014/main" id="{6A255817-221C-99FD-C9EC-83632C0F3D30}"/>
              </a:ext>
            </a:extLst>
          </p:cNvPr>
          <p:cNvSpPr>
            <a:spLocks noGrp="1"/>
          </p:cNvSpPr>
          <p:nvPr>
            <p:ph type="pic" sz="quarter" idx="16"/>
          </p:nvPr>
        </p:nvSpPr>
        <p:spPr/>
        <p:txBody>
          <a:bodyPr/>
          <a:lstStyle/>
          <a:p>
            <a:endParaRPr lang="en-US"/>
          </a:p>
        </p:txBody>
      </p:sp>
    </p:spTree>
    <p:extLst>
      <p:ext uri="{BB962C8B-B14F-4D97-AF65-F5344CB8AC3E}">
        <p14:creationId xmlns:p14="http://schemas.microsoft.com/office/powerpoint/2010/main" val="2379646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926954-5128-2155-E0F3-90D9ACE435AE}"/>
              </a:ext>
            </a:extLst>
          </p:cNvPr>
          <p:cNvSpPr>
            <a:spLocks noGrp="1"/>
          </p:cNvSpPr>
          <p:nvPr>
            <p:ph type="title"/>
          </p:nvPr>
        </p:nvSpPr>
        <p:spPr/>
        <p:txBody>
          <a:bodyPr/>
          <a:lstStyle/>
          <a:p>
            <a:endParaRPr lang="en-US" dirty="0"/>
          </a:p>
        </p:txBody>
      </p:sp>
      <p:sp>
        <p:nvSpPr>
          <p:cNvPr id="3" name="Slide Number Placeholder 2">
            <a:extLst>
              <a:ext uri="{FF2B5EF4-FFF2-40B4-BE49-F238E27FC236}">
                <a16:creationId xmlns:a16="http://schemas.microsoft.com/office/drawing/2014/main" id="{0F4D96B4-22C5-408F-3886-FC041E9493B5}"/>
              </a:ext>
            </a:extLst>
          </p:cNvPr>
          <p:cNvSpPr>
            <a:spLocks noGrp="1"/>
          </p:cNvSpPr>
          <p:nvPr>
            <p:ph type="sldNum" sz="quarter" idx="12"/>
          </p:nvPr>
        </p:nvSpPr>
        <p:spPr/>
        <p:txBody>
          <a:bodyPr/>
          <a:lstStyle/>
          <a:p>
            <a:fld id="{EB4B8DE2-A4E8-46E4-8BBF-D75455EFF32C}" type="slidenum">
              <a:rPr lang="en-US" smtClean="0"/>
              <a:pPr/>
              <a:t>29</a:t>
            </a:fld>
            <a:endParaRPr lang="en-US" dirty="0"/>
          </a:p>
        </p:txBody>
      </p:sp>
    </p:spTree>
    <p:extLst>
      <p:ext uri="{BB962C8B-B14F-4D97-AF65-F5344CB8AC3E}">
        <p14:creationId xmlns:p14="http://schemas.microsoft.com/office/powerpoint/2010/main" val="2458056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1E1F84F-9DCF-A804-8614-CFBEE7DCE819}"/>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55B8EE72-8A3A-90C6-70AB-503DA4F47C80}"/>
              </a:ext>
            </a:extLst>
          </p:cNvPr>
          <p:cNvSpPr>
            <a:spLocks noGrp="1"/>
          </p:cNvSpPr>
          <p:nvPr>
            <p:ph type="sldNum" sz="quarter" idx="12"/>
          </p:nvPr>
        </p:nvSpPr>
        <p:spPr/>
        <p:txBody>
          <a:bodyPr/>
          <a:lstStyle/>
          <a:p>
            <a:fld id="{EB4B8DE2-A4E8-46E4-8BBF-D75455EFF32C}" type="slidenum">
              <a:rPr lang="en-US" smtClean="0"/>
              <a:pPr/>
              <a:t>30</a:t>
            </a:fld>
            <a:endParaRPr lang="en-US" dirty="0"/>
          </a:p>
        </p:txBody>
      </p:sp>
      <p:sp>
        <p:nvSpPr>
          <p:cNvPr id="5" name="Picture Placeholder 4">
            <a:extLst>
              <a:ext uri="{FF2B5EF4-FFF2-40B4-BE49-F238E27FC236}">
                <a16:creationId xmlns:a16="http://schemas.microsoft.com/office/drawing/2014/main" id="{2B228319-DC61-A883-541C-F831D6E34CCF}"/>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171676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68C1E80-2A3F-6159-FFCD-3190DA90210D}"/>
              </a:ext>
            </a:extLst>
          </p:cNvPr>
          <p:cNvSpPr>
            <a:spLocks noGrp="1"/>
          </p:cNvSpPr>
          <p:nvPr>
            <p:ph type="title"/>
          </p:nvPr>
        </p:nvSpPr>
        <p:spPr/>
        <p:txBody>
          <a:bodyPr/>
          <a:lstStyle/>
          <a:p>
            <a:endParaRPr lang="en-US" dirty="0"/>
          </a:p>
        </p:txBody>
      </p:sp>
      <p:sp>
        <p:nvSpPr>
          <p:cNvPr id="3" name="Slide Number Placeholder 2">
            <a:extLst>
              <a:ext uri="{FF2B5EF4-FFF2-40B4-BE49-F238E27FC236}">
                <a16:creationId xmlns:a16="http://schemas.microsoft.com/office/drawing/2014/main" id="{EFF984BE-2767-A274-5DA3-16C9762B0ABE}"/>
              </a:ext>
            </a:extLst>
          </p:cNvPr>
          <p:cNvSpPr>
            <a:spLocks noGrp="1"/>
          </p:cNvSpPr>
          <p:nvPr>
            <p:ph type="sldNum" sz="quarter" idx="12"/>
          </p:nvPr>
        </p:nvSpPr>
        <p:spPr/>
        <p:txBody>
          <a:bodyPr/>
          <a:lstStyle/>
          <a:p>
            <a:fld id="{EB4B8DE2-A4E8-46E4-8BBF-D75455EFF32C}" type="slidenum">
              <a:rPr lang="en-US" smtClean="0"/>
              <a:pPr/>
              <a:t>31</a:t>
            </a:fld>
            <a:endParaRPr lang="en-US" dirty="0"/>
          </a:p>
        </p:txBody>
      </p:sp>
    </p:spTree>
    <p:extLst>
      <p:ext uri="{BB962C8B-B14F-4D97-AF65-F5344CB8AC3E}">
        <p14:creationId xmlns:p14="http://schemas.microsoft.com/office/powerpoint/2010/main" val="1878207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C75B6C-0F77-46B3-9709-E4F6E3C3F5B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A4CEB0AE-131F-0321-24DB-64AC9E4967D1}"/>
              </a:ext>
            </a:extLst>
          </p:cNvPr>
          <p:cNvSpPr>
            <a:spLocks noGrp="1"/>
          </p:cNvSpPr>
          <p:nvPr>
            <p:ph type="sldNum" sz="quarter" idx="12"/>
          </p:nvPr>
        </p:nvSpPr>
        <p:spPr/>
        <p:txBody>
          <a:bodyPr/>
          <a:lstStyle/>
          <a:p>
            <a:fld id="{EB4B8DE2-A4E8-46E4-8BBF-D75455EFF32C}" type="slidenum">
              <a:rPr lang="en-US" smtClean="0"/>
              <a:pPr/>
              <a:t>32</a:t>
            </a:fld>
            <a:endParaRPr lang="en-US" dirty="0"/>
          </a:p>
        </p:txBody>
      </p:sp>
      <p:sp>
        <p:nvSpPr>
          <p:cNvPr id="5" name="Picture Placeholder 4">
            <a:extLst>
              <a:ext uri="{FF2B5EF4-FFF2-40B4-BE49-F238E27FC236}">
                <a16:creationId xmlns:a16="http://schemas.microsoft.com/office/drawing/2014/main" id="{53C1BCAC-FCD0-B354-564F-C824993EB3FC}"/>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571915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F19A5-36D4-C2F4-605F-7C583E8E3F16}"/>
              </a:ext>
            </a:extLst>
          </p:cNvPr>
          <p:cNvSpPr>
            <a:spLocks noGrp="1"/>
          </p:cNvSpPr>
          <p:nvPr>
            <p:ph type="title"/>
          </p:nvPr>
        </p:nvSpPr>
        <p:spPr>
          <a:xfrm>
            <a:off x="531543" y="914401"/>
            <a:ext cx="10972800" cy="535531"/>
          </a:xfrm>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81D0AE50-71AA-8180-6801-89DABA4F24E2}"/>
              </a:ext>
            </a:extLst>
          </p:cNvPr>
          <p:cNvSpPr>
            <a:spLocks noGrp="1"/>
          </p:cNvSpPr>
          <p:nvPr>
            <p:ph idx="1"/>
          </p:nvPr>
        </p:nvSpPr>
        <p:spPr>
          <a:xfrm>
            <a:off x="609600" y="1714500"/>
            <a:ext cx="10972800" cy="480131"/>
          </a:xfrm>
        </p:spPr>
        <p:txBody>
          <a:bodyPr/>
          <a:lstStyle/>
          <a:p>
            <a:endParaRPr lang="en-US" dirty="0"/>
          </a:p>
        </p:txBody>
      </p:sp>
      <p:sp>
        <p:nvSpPr>
          <p:cNvPr id="4" name="Slide Number Placeholder 3">
            <a:extLst>
              <a:ext uri="{FF2B5EF4-FFF2-40B4-BE49-F238E27FC236}">
                <a16:creationId xmlns:a16="http://schemas.microsoft.com/office/drawing/2014/main" id="{C3D74A6D-018F-A916-6425-4B2325E6E33F}"/>
              </a:ext>
            </a:extLst>
          </p:cNvPr>
          <p:cNvSpPr>
            <a:spLocks noGrp="1"/>
          </p:cNvSpPr>
          <p:nvPr>
            <p:ph type="sldNum" sz="quarter" idx="12"/>
          </p:nvPr>
        </p:nvSpPr>
        <p:spPr/>
        <p:txBody>
          <a:bodyPr/>
          <a:lstStyle/>
          <a:p>
            <a:fld id="{EB4B8DE2-A4E8-46E4-8BBF-D75455EFF32C}" type="slidenum">
              <a:rPr lang="en-US" smtClean="0"/>
              <a:pPr/>
              <a:t>33</a:t>
            </a:fld>
            <a:endParaRPr lang="en-US" dirty="0"/>
          </a:p>
        </p:txBody>
      </p:sp>
    </p:spTree>
    <p:extLst>
      <p:ext uri="{BB962C8B-B14F-4D97-AF65-F5344CB8AC3E}">
        <p14:creationId xmlns:p14="http://schemas.microsoft.com/office/powerpoint/2010/main" val="622559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E9F3C-CF40-4BE1-950B-0E50A165669D}"/>
              </a:ext>
            </a:extLst>
          </p:cNvPr>
          <p:cNvSpPr>
            <a:spLocks noGrp="1"/>
          </p:cNvSpPr>
          <p:nvPr>
            <p:ph type="title"/>
          </p:nvPr>
        </p:nvSpPr>
        <p:spPr>
          <a:xfrm>
            <a:off x="524256" y="914401"/>
            <a:ext cx="10972800" cy="535531"/>
          </a:xfrm>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0994AED1-9723-4DF1-890A-EDDE1A09B5C7}"/>
              </a:ext>
            </a:extLst>
          </p:cNvPr>
          <p:cNvSpPr>
            <a:spLocks noGrp="1"/>
          </p:cNvSpPr>
          <p:nvPr>
            <p:ph idx="1"/>
          </p:nvPr>
        </p:nvSpPr>
        <p:spPr>
          <a:xfrm>
            <a:off x="609600" y="1714500"/>
            <a:ext cx="10972800" cy="480131"/>
          </a:xfrm>
        </p:spPr>
        <p:txBody>
          <a:bodyPr/>
          <a:lstStyle/>
          <a:p>
            <a:endParaRPr lang="en-US" dirty="0"/>
          </a:p>
        </p:txBody>
      </p:sp>
      <p:sp>
        <p:nvSpPr>
          <p:cNvPr id="4" name="Slide Number Placeholder 3">
            <a:extLst>
              <a:ext uri="{FF2B5EF4-FFF2-40B4-BE49-F238E27FC236}">
                <a16:creationId xmlns:a16="http://schemas.microsoft.com/office/drawing/2014/main" id="{CF208AD3-5522-964A-A2BF-E853005C6523}"/>
              </a:ext>
            </a:extLst>
          </p:cNvPr>
          <p:cNvSpPr>
            <a:spLocks noGrp="1"/>
          </p:cNvSpPr>
          <p:nvPr>
            <p:ph type="sldNum" sz="quarter" idx="12"/>
          </p:nvPr>
        </p:nvSpPr>
        <p:spPr/>
        <p:txBody>
          <a:bodyPr/>
          <a:lstStyle/>
          <a:p>
            <a:fld id="{EB4B8DE2-A4E8-46E4-8BBF-D75455EFF32C}" type="slidenum">
              <a:rPr lang="en-US" smtClean="0"/>
              <a:pPr/>
              <a:t>34</a:t>
            </a:fld>
            <a:endParaRPr lang="en-US" dirty="0"/>
          </a:p>
        </p:txBody>
      </p:sp>
    </p:spTree>
    <p:extLst>
      <p:ext uri="{BB962C8B-B14F-4D97-AF65-F5344CB8AC3E}">
        <p14:creationId xmlns:p14="http://schemas.microsoft.com/office/powerpoint/2010/main" val="764798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135C6-DB38-40D7-8FC6-5ED52AA257A7}"/>
              </a:ext>
            </a:extLst>
          </p:cNvPr>
          <p:cNvSpPr>
            <a:spLocks noGrp="1"/>
          </p:cNvSpPr>
          <p:nvPr>
            <p:ph type="title"/>
          </p:nvPr>
        </p:nvSpPr>
        <p:spPr>
          <a:xfrm>
            <a:off x="524256" y="917577"/>
            <a:ext cx="10972800" cy="535531"/>
          </a:xfrm>
        </p:spPr>
        <p:txBody>
          <a:bodyPr>
            <a:normAutofit fontScale="90000"/>
          </a:bodyPr>
          <a:lstStyle/>
          <a:p>
            <a:endParaRPr lang="en-US" dirty="0"/>
          </a:p>
        </p:txBody>
      </p:sp>
      <p:sp>
        <p:nvSpPr>
          <p:cNvPr id="5" name="Text Placeholder 4">
            <a:extLst>
              <a:ext uri="{FF2B5EF4-FFF2-40B4-BE49-F238E27FC236}">
                <a16:creationId xmlns:a16="http://schemas.microsoft.com/office/drawing/2014/main" id="{A876A802-796A-4FF5-916C-83C85F3A6302}"/>
              </a:ext>
            </a:extLst>
          </p:cNvPr>
          <p:cNvSpPr>
            <a:spLocks noGrp="1"/>
          </p:cNvSpPr>
          <p:nvPr>
            <p:ph type="body" idx="1"/>
          </p:nvPr>
        </p:nvSpPr>
        <p:spPr/>
        <p:txBody>
          <a:bodyPr/>
          <a:lstStyle/>
          <a:p>
            <a:endParaRPr lang="en-US" dirty="0"/>
          </a:p>
        </p:txBody>
      </p:sp>
      <p:sp>
        <p:nvSpPr>
          <p:cNvPr id="6" name="Content Placeholder 5">
            <a:extLst>
              <a:ext uri="{FF2B5EF4-FFF2-40B4-BE49-F238E27FC236}">
                <a16:creationId xmlns:a16="http://schemas.microsoft.com/office/drawing/2014/main" id="{F1E768B3-92CD-4F22-97B5-AC5A9F119AC3}"/>
              </a:ext>
            </a:extLst>
          </p:cNvPr>
          <p:cNvSpPr>
            <a:spLocks noGrp="1"/>
          </p:cNvSpPr>
          <p:nvPr>
            <p:ph sz="half" idx="2"/>
          </p:nvPr>
        </p:nvSpPr>
        <p:spPr>
          <a:xfrm>
            <a:off x="609598" y="2141554"/>
            <a:ext cx="5248656" cy="341632"/>
          </a:xfrm>
        </p:spPr>
        <p:txBody>
          <a:bodyPr/>
          <a:lstStyle/>
          <a:p>
            <a:endParaRPr lang="en-US" dirty="0"/>
          </a:p>
        </p:txBody>
      </p:sp>
      <p:sp>
        <p:nvSpPr>
          <p:cNvPr id="7" name="Text Placeholder 6">
            <a:extLst>
              <a:ext uri="{FF2B5EF4-FFF2-40B4-BE49-F238E27FC236}">
                <a16:creationId xmlns:a16="http://schemas.microsoft.com/office/drawing/2014/main" id="{8EC4D151-2646-4730-9366-558CC73DCE0D}"/>
              </a:ext>
            </a:extLst>
          </p:cNvPr>
          <p:cNvSpPr>
            <a:spLocks noGrp="1"/>
          </p:cNvSpPr>
          <p:nvPr>
            <p:ph type="body" sz="quarter" idx="3"/>
          </p:nvPr>
        </p:nvSpPr>
        <p:spPr/>
        <p:txBody>
          <a:bodyPr/>
          <a:lstStyle/>
          <a:p>
            <a:endParaRPr lang="en-US" dirty="0"/>
          </a:p>
        </p:txBody>
      </p:sp>
      <p:sp>
        <p:nvSpPr>
          <p:cNvPr id="8" name="Content Placeholder 7">
            <a:extLst>
              <a:ext uri="{FF2B5EF4-FFF2-40B4-BE49-F238E27FC236}">
                <a16:creationId xmlns:a16="http://schemas.microsoft.com/office/drawing/2014/main" id="{F556FD0F-445E-46F1-9B8B-8F6C792922B0}"/>
              </a:ext>
            </a:extLst>
          </p:cNvPr>
          <p:cNvSpPr>
            <a:spLocks noGrp="1"/>
          </p:cNvSpPr>
          <p:nvPr>
            <p:ph sz="quarter" idx="4"/>
          </p:nvPr>
        </p:nvSpPr>
        <p:spPr>
          <a:xfrm>
            <a:off x="6334125" y="2141554"/>
            <a:ext cx="5248656" cy="341632"/>
          </a:xfrm>
        </p:spPr>
        <p:txBody>
          <a:bodyPr/>
          <a:lstStyle/>
          <a:p>
            <a:endParaRPr lang="en-US" dirty="0"/>
          </a:p>
        </p:txBody>
      </p:sp>
      <p:sp>
        <p:nvSpPr>
          <p:cNvPr id="3" name="Slide Number Placeholder 2">
            <a:extLst>
              <a:ext uri="{FF2B5EF4-FFF2-40B4-BE49-F238E27FC236}">
                <a16:creationId xmlns:a16="http://schemas.microsoft.com/office/drawing/2014/main" id="{AF7AF1A2-5039-C544-AA50-2A6E46492CCB}"/>
              </a:ext>
            </a:extLst>
          </p:cNvPr>
          <p:cNvSpPr>
            <a:spLocks noGrp="1"/>
          </p:cNvSpPr>
          <p:nvPr>
            <p:ph type="sldNum" sz="quarter" idx="12"/>
          </p:nvPr>
        </p:nvSpPr>
        <p:spPr/>
        <p:txBody>
          <a:bodyPr/>
          <a:lstStyle/>
          <a:p>
            <a:fld id="{EB4B8DE2-A4E8-46E4-8BBF-D75455EFF32C}" type="slidenum">
              <a:rPr lang="en-US" smtClean="0"/>
              <a:pPr/>
              <a:t>35</a:t>
            </a:fld>
            <a:endParaRPr lang="en-US" dirty="0"/>
          </a:p>
        </p:txBody>
      </p:sp>
    </p:spTree>
    <p:extLst>
      <p:ext uri="{BB962C8B-B14F-4D97-AF65-F5344CB8AC3E}">
        <p14:creationId xmlns:p14="http://schemas.microsoft.com/office/powerpoint/2010/main" val="2851644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F5026-430B-0926-F4E0-D3DEF4A76AFD}"/>
              </a:ext>
            </a:extLst>
          </p:cNvPr>
          <p:cNvSpPr>
            <a:spLocks noGrp="1"/>
          </p:cNvSpPr>
          <p:nvPr>
            <p:ph type="title"/>
          </p:nvPr>
        </p:nvSpPr>
        <p:spPr>
          <a:xfrm>
            <a:off x="531543" y="914401"/>
            <a:ext cx="10972800" cy="535531"/>
          </a:xfrm>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7A237B63-458F-ACCB-5FB5-9E5669E887BA}"/>
              </a:ext>
            </a:extLst>
          </p:cNvPr>
          <p:cNvSpPr>
            <a:spLocks noGrp="1"/>
          </p:cNvSpPr>
          <p:nvPr>
            <p:ph sz="half" idx="1"/>
          </p:nvPr>
        </p:nvSpPr>
        <p:spPr>
          <a:xfrm>
            <a:off x="609600" y="1714500"/>
            <a:ext cx="5248274" cy="424732"/>
          </a:xfrm>
        </p:spPr>
        <p:txBody>
          <a:bodyPr/>
          <a:lstStyle/>
          <a:p>
            <a:endParaRPr lang="en-US" dirty="0"/>
          </a:p>
        </p:txBody>
      </p:sp>
      <p:sp>
        <p:nvSpPr>
          <p:cNvPr id="4" name="Content Placeholder 3">
            <a:extLst>
              <a:ext uri="{FF2B5EF4-FFF2-40B4-BE49-F238E27FC236}">
                <a16:creationId xmlns:a16="http://schemas.microsoft.com/office/drawing/2014/main" id="{BA8FCCCC-AFA3-0D3A-5ADA-2A9B232EDA2D}"/>
              </a:ext>
            </a:extLst>
          </p:cNvPr>
          <p:cNvSpPr>
            <a:spLocks noGrp="1"/>
          </p:cNvSpPr>
          <p:nvPr>
            <p:ph sz="half" idx="2"/>
          </p:nvPr>
        </p:nvSpPr>
        <p:spPr>
          <a:xfrm>
            <a:off x="6334125" y="1714499"/>
            <a:ext cx="5248276" cy="424732"/>
          </a:xfrm>
        </p:spPr>
        <p:txBody>
          <a:bodyPr/>
          <a:lstStyle/>
          <a:p>
            <a:endParaRPr lang="en-US" dirty="0"/>
          </a:p>
        </p:txBody>
      </p:sp>
      <p:sp>
        <p:nvSpPr>
          <p:cNvPr id="5" name="Slide Number Placeholder 4">
            <a:extLst>
              <a:ext uri="{FF2B5EF4-FFF2-40B4-BE49-F238E27FC236}">
                <a16:creationId xmlns:a16="http://schemas.microsoft.com/office/drawing/2014/main" id="{4307F6E3-4FE5-F2E7-7D32-8957DBF39568}"/>
              </a:ext>
            </a:extLst>
          </p:cNvPr>
          <p:cNvSpPr>
            <a:spLocks noGrp="1"/>
          </p:cNvSpPr>
          <p:nvPr>
            <p:ph type="sldNum" sz="quarter" idx="12"/>
          </p:nvPr>
        </p:nvSpPr>
        <p:spPr/>
        <p:txBody>
          <a:bodyPr/>
          <a:lstStyle/>
          <a:p>
            <a:fld id="{EB4B8DE2-A4E8-46E4-8BBF-D75455EFF32C}" type="slidenum">
              <a:rPr lang="en-US" smtClean="0"/>
              <a:pPr/>
              <a:t>36</a:t>
            </a:fld>
            <a:endParaRPr lang="en-US" dirty="0"/>
          </a:p>
        </p:txBody>
      </p:sp>
    </p:spTree>
    <p:extLst>
      <p:ext uri="{BB962C8B-B14F-4D97-AF65-F5344CB8AC3E}">
        <p14:creationId xmlns:p14="http://schemas.microsoft.com/office/powerpoint/2010/main" val="1848945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DA0C8-8E96-C22F-6ADA-BF72B70ED014}"/>
              </a:ext>
            </a:extLst>
          </p:cNvPr>
          <p:cNvSpPr>
            <a:spLocks noGrp="1"/>
          </p:cNvSpPr>
          <p:nvPr>
            <p:ph type="title"/>
          </p:nvPr>
        </p:nvSpPr>
        <p:spPr>
          <a:xfrm>
            <a:off x="542694" y="914401"/>
            <a:ext cx="5334000" cy="978729"/>
          </a:xfrm>
        </p:spPr>
        <p:txBody>
          <a:bodyPr/>
          <a:lstStyle/>
          <a:p>
            <a:endParaRPr lang="en-US" dirty="0"/>
          </a:p>
        </p:txBody>
      </p:sp>
      <p:sp>
        <p:nvSpPr>
          <p:cNvPr id="3" name="Content Placeholder 2">
            <a:extLst>
              <a:ext uri="{FF2B5EF4-FFF2-40B4-BE49-F238E27FC236}">
                <a16:creationId xmlns:a16="http://schemas.microsoft.com/office/drawing/2014/main" id="{89B72060-CC71-CA8C-69F4-FAF125E0AF0A}"/>
              </a:ext>
            </a:extLst>
          </p:cNvPr>
          <p:cNvSpPr>
            <a:spLocks noGrp="1"/>
          </p:cNvSpPr>
          <p:nvPr>
            <p:ph idx="1"/>
          </p:nvPr>
        </p:nvSpPr>
        <p:spPr>
          <a:xfrm>
            <a:off x="609600" y="2171700"/>
            <a:ext cx="5334000" cy="424732"/>
          </a:xfrm>
        </p:spPr>
        <p:txBody>
          <a:bodyPr/>
          <a:lstStyle/>
          <a:p>
            <a:endParaRPr lang="en-US" dirty="0"/>
          </a:p>
        </p:txBody>
      </p:sp>
      <p:sp>
        <p:nvSpPr>
          <p:cNvPr id="4" name="Slide Number Placeholder 3">
            <a:extLst>
              <a:ext uri="{FF2B5EF4-FFF2-40B4-BE49-F238E27FC236}">
                <a16:creationId xmlns:a16="http://schemas.microsoft.com/office/drawing/2014/main" id="{4995FB51-9386-019A-2AE7-45D94A8A335B}"/>
              </a:ext>
            </a:extLst>
          </p:cNvPr>
          <p:cNvSpPr>
            <a:spLocks noGrp="1"/>
          </p:cNvSpPr>
          <p:nvPr>
            <p:ph type="sldNum" sz="quarter" idx="13"/>
          </p:nvPr>
        </p:nvSpPr>
        <p:spPr/>
        <p:txBody>
          <a:bodyPr/>
          <a:lstStyle/>
          <a:p>
            <a:fld id="{EB4B8DE2-A4E8-46E4-8BBF-D75455EFF32C}" type="slidenum">
              <a:rPr lang="en-US" smtClean="0"/>
              <a:pPr/>
              <a:t>37</a:t>
            </a:fld>
            <a:endParaRPr lang="en-US" dirty="0"/>
          </a:p>
        </p:txBody>
      </p:sp>
    </p:spTree>
    <p:extLst>
      <p:ext uri="{BB962C8B-B14F-4D97-AF65-F5344CB8AC3E}">
        <p14:creationId xmlns:p14="http://schemas.microsoft.com/office/powerpoint/2010/main" val="13815513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C777D-3B51-2345-7B69-0E8A3AFFC84F}"/>
              </a:ext>
            </a:extLst>
          </p:cNvPr>
          <p:cNvSpPr>
            <a:spLocks noGrp="1"/>
          </p:cNvSpPr>
          <p:nvPr>
            <p:ph type="title"/>
          </p:nvPr>
        </p:nvSpPr>
        <p:spPr>
          <a:xfrm>
            <a:off x="542694" y="914401"/>
            <a:ext cx="5334000" cy="978729"/>
          </a:xfrm>
        </p:spPr>
        <p:txBody>
          <a:bodyPr/>
          <a:lstStyle/>
          <a:p>
            <a:endParaRPr lang="en-US" dirty="0"/>
          </a:p>
        </p:txBody>
      </p:sp>
      <p:sp>
        <p:nvSpPr>
          <p:cNvPr id="3" name="Content Placeholder 2">
            <a:extLst>
              <a:ext uri="{FF2B5EF4-FFF2-40B4-BE49-F238E27FC236}">
                <a16:creationId xmlns:a16="http://schemas.microsoft.com/office/drawing/2014/main" id="{BC71C5EE-A8AB-F3B1-B68D-0EB40C17C6C2}"/>
              </a:ext>
            </a:extLst>
          </p:cNvPr>
          <p:cNvSpPr>
            <a:spLocks noGrp="1"/>
          </p:cNvSpPr>
          <p:nvPr>
            <p:ph idx="1"/>
          </p:nvPr>
        </p:nvSpPr>
        <p:spPr>
          <a:xfrm>
            <a:off x="609600" y="2171700"/>
            <a:ext cx="5334000" cy="424732"/>
          </a:xfrm>
        </p:spPr>
        <p:txBody>
          <a:bodyPr/>
          <a:lstStyle/>
          <a:p>
            <a:endParaRPr lang="en-US" dirty="0"/>
          </a:p>
        </p:txBody>
      </p:sp>
      <p:sp>
        <p:nvSpPr>
          <p:cNvPr id="4" name="Slide Number Placeholder 3">
            <a:extLst>
              <a:ext uri="{FF2B5EF4-FFF2-40B4-BE49-F238E27FC236}">
                <a16:creationId xmlns:a16="http://schemas.microsoft.com/office/drawing/2014/main" id="{B085A99D-84E6-2167-A791-BA99EC6F4217}"/>
              </a:ext>
            </a:extLst>
          </p:cNvPr>
          <p:cNvSpPr>
            <a:spLocks noGrp="1"/>
          </p:cNvSpPr>
          <p:nvPr>
            <p:ph type="sldNum" sz="quarter" idx="13"/>
          </p:nvPr>
        </p:nvSpPr>
        <p:spPr/>
        <p:txBody>
          <a:bodyPr/>
          <a:lstStyle/>
          <a:p>
            <a:fld id="{EB4B8DE2-A4E8-46E4-8BBF-D75455EFF32C}" type="slidenum">
              <a:rPr lang="en-US" smtClean="0"/>
              <a:pPr/>
              <a:t>38</a:t>
            </a:fld>
            <a:endParaRPr lang="en-US" dirty="0"/>
          </a:p>
        </p:txBody>
      </p:sp>
    </p:spTree>
    <p:extLst>
      <p:ext uri="{BB962C8B-B14F-4D97-AF65-F5344CB8AC3E}">
        <p14:creationId xmlns:p14="http://schemas.microsoft.com/office/powerpoint/2010/main" val="3246876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72739-FF76-2D25-FC87-1456B72C9DC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BC5B67F-D7D7-3952-62A4-547104589EB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DC39375-460C-0640-32FE-B765973CF2E2}"/>
              </a:ext>
            </a:extLst>
          </p:cNvPr>
          <p:cNvSpPr>
            <a:spLocks noGrp="1"/>
          </p:cNvSpPr>
          <p:nvPr>
            <p:ph type="sldNum" sz="quarter" idx="13"/>
          </p:nvPr>
        </p:nvSpPr>
        <p:spPr/>
        <p:txBody>
          <a:bodyPr/>
          <a:lstStyle/>
          <a:p>
            <a:fld id="{EB4B8DE2-A4E8-46E4-8BBF-D75455EFF32C}" type="slidenum">
              <a:rPr lang="en-US" smtClean="0"/>
              <a:pPr/>
              <a:t>39</a:t>
            </a:fld>
            <a:endParaRPr lang="en-US" dirty="0"/>
          </a:p>
        </p:txBody>
      </p:sp>
      <p:sp>
        <p:nvSpPr>
          <p:cNvPr id="5" name="Picture Placeholder 4">
            <a:extLst>
              <a:ext uri="{FF2B5EF4-FFF2-40B4-BE49-F238E27FC236}">
                <a16:creationId xmlns:a16="http://schemas.microsoft.com/office/drawing/2014/main" id="{8976C351-E29F-4C62-8564-F1B6DFDDF12F}"/>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3286918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55C1E-DB28-7487-90E0-93F4D515E54A}"/>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570EBD4D-7B25-6E70-BA57-61BCA89E16CC}"/>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678C6A4C-AD68-3C2A-D7BE-EC7B1209EFE4}"/>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2C754A83-6705-18CB-55E8-F21DD88B7C86}"/>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39639A77-B419-8AF9-2460-1690433C69DC}"/>
              </a:ext>
            </a:extLst>
          </p:cNvPr>
          <p:cNvSpPr>
            <a:spLocks noGrp="1"/>
          </p:cNvSpPr>
          <p:nvPr>
            <p:ph sz="quarter" idx="4"/>
          </p:nvPr>
        </p:nvSpPr>
        <p:spPr/>
        <p:txBody>
          <a:bodyPr/>
          <a:lstStyle/>
          <a:p>
            <a:endParaRPr lang="en-US"/>
          </a:p>
        </p:txBody>
      </p:sp>
      <p:sp>
        <p:nvSpPr>
          <p:cNvPr id="7" name="Slide Number Placeholder 6">
            <a:extLst>
              <a:ext uri="{FF2B5EF4-FFF2-40B4-BE49-F238E27FC236}">
                <a16:creationId xmlns:a16="http://schemas.microsoft.com/office/drawing/2014/main" id="{CB2E4288-DC5E-DAC6-A560-6A5BA97C0339}"/>
              </a:ext>
            </a:extLst>
          </p:cNvPr>
          <p:cNvSpPr>
            <a:spLocks noGrp="1"/>
          </p:cNvSpPr>
          <p:nvPr>
            <p:ph type="sldNum" sz="quarter" idx="12"/>
          </p:nvPr>
        </p:nvSpPr>
        <p:spPr/>
        <p:txBody>
          <a:bodyPr/>
          <a:lstStyle/>
          <a:p>
            <a:fld id="{EB4B8DE2-A4E8-46E4-8BBF-D75455EFF32C}" type="slidenum">
              <a:rPr lang="en-US" smtClean="0"/>
              <a:pPr/>
              <a:t>40</a:t>
            </a:fld>
            <a:endParaRPr lang="en-US" dirty="0"/>
          </a:p>
        </p:txBody>
      </p:sp>
    </p:spTree>
    <p:extLst>
      <p:ext uri="{BB962C8B-B14F-4D97-AF65-F5344CB8AC3E}">
        <p14:creationId xmlns:p14="http://schemas.microsoft.com/office/powerpoint/2010/main" val="40747889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246CB-67D9-4F90-A79A-80501304CB12}"/>
              </a:ext>
            </a:extLst>
          </p:cNvPr>
          <p:cNvSpPr>
            <a:spLocks noGrp="1"/>
          </p:cNvSpPr>
          <p:nvPr>
            <p:ph type="title"/>
          </p:nvPr>
        </p:nvSpPr>
        <p:spPr>
          <a:xfrm>
            <a:off x="524256" y="917577"/>
            <a:ext cx="10972800" cy="535531"/>
          </a:xfrm>
        </p:spPr>
        <p:txBody>
          <a:bodyPr>
            <a:normAutofit fontScale="90000"/>
          </a:bodyPr>
          <a:lstStyle/>
          <a:p>
            <a:endParaRPr lang="en-US" dirty="0"/>
          </a:p>
        </p:txBody>
      </p:sp>
      <p:sp>
        <p:nvSpPr>
          <p:cNvPr id="3" name="Text Placeholder 2">
            <a:extLst>
              <a:ext uri="{FF2B5EF4-FFF2-40B4-BE49-F238E27FC236}">
                <a16:creationId xmlns:a16="http://schemas.microsoft.com/office/drawing/2014/main" id="{CA4C9BB4-5F4C-4667-ADD5-3B3CF540E24D}"/>
              </a:ext>
            </a:extLst>
          </p:cNvPr>
          <p:cNvSpPr>
            <a:spLocks noGrp="1"/>
          </p:cNvSpPr>
          <p:nvPr>
            <p:ph type="body" idx="1"/>
          </p:nvPr>
        </p:nvSpPr>
        <p:spPr/>
        <p:txBody>
          <a:bodyPr/>
          <a:lstStyle/>
          <a:p>
            <a:endParaRPr lang="en-US" dirty="0"/>
          </a:p>
        </p:txBody>
      </p:sp>
      <p:sp>
        <p:nvSpPr>
          <p:cNvPr id="6" name="Content Placeholder 5">
            <a:extLst>
              <a:ext uri="{FF2B5EF4-FFF2-40B4-BE49-F238E27FC236}">
                <a16:creationId xmlns:a16="http://schemas.microsoft.com/office/drawing/2014/main" id="{EED4E9F1-2815-4EBF-8471-B0F00D5E71B0}"/>
              </a:ext>
            </a:extLst>
          </p:cNvPr>
          <p:cNvSpPr>
            <a:spLocks noGrp="1"/>
          </p:cNvSpPr>
          <p:nvPr>
            <p:ph sz="half" idx="2"/>
          </p:nvPr>
        </p:nvSpPr>
        <p:spPr>
          <a:xfrm>
            <a:off x="609598" y="2141554"/>
            <a:ext cx="3483864" cy="341632"/>
          </a:xfrm>
        </p:spPr>
        <p:txBody>
          <a:bodyPr/>
          <a:lstStyle/>
          <a:p>
            <a:endParaRPr lang="en-US" dirty="0"/>
          </a:p>
        </p:txBody>
      </p:sp>
      <p:sp>
        <p:nvSpPr>
          <p:cNvPr id="7" name="Text Placeholder 6">
            <a:extLst>
              <a:ext uri="{FF2B5EF4-FFF2-40B4-BE49-F238E27FC236}">
                <a16:creationId xmlns:a16="http://schemas.microsoft.com/office/drawing/2014/main" id="{3AEFCED9-6614-4330-AE72-50F8B41BFE72}"/>
              </a:ext>
            </a:extLst>
          </p:cNvPr>
          <p:cNvSpPr>
            <a:spLocks noGrp="1"/>
          </p:cNvSpPr>
          <p:nvPr>
            <p:ph type="body" sz="quarter" idx="3"/>
          </p:nvPr>
        </p:nvSpPr>
        <p:spPr/>
        <p:txBody>
          <a:bodyPr/>
          <a:lstStyle/>
          <a:p>
            <a:endParaRPr lang="en-US" dirty="0"/>
          </a:p>
        </p:txBody>
      </p:sp>
      <p:sp>
        <p:nvSpPr>
          <p:cNvPr id="8" name="Content Placeholder 7">
            <a:extLst>
              <a:ext uri="{FF2B5EF4-FFF2-40B4-BE49-F238E27FC236}">
                <a16:creationId xmlns:a16="http://schemas.microsoft.com/office/drawing/2014/main" id="{FD335B70-A4B2-446E-9071-47C7B54CB8B9}"/>
              </a:ext>
            </a:extLst>
          </p:cNvPr>
          <p:cNvSpPr>
            <a:spLocks noGrp="1"/>
          </p:cNvSpPr>
          <p:nvPr>
            <p:ph sz="quarter" idx="4"/>
          </p:nvPr>
        </p:nvSpPr>
        <p:spPr>
          <a:xfrm>
            <a:off x="4354067" y="2141554"/>
            <a:ext cx="3483864" cy="341632"/>
          </a:xfrm>
        </p:spPr>
        <p:txBody>
          <a:bodyPr/>
          <a:lstStyle/>
          <a:p>
            <a:endParaRPr lang="en-US" dirty="0"/>
          </a:p>
        </p:txBody>
      </p:sp>
      <p:sp>
        <p:nvSpPr>
          <p:cNvPr id="9" name="Text Placeholder 8">
            <a:extLst>
              <a:ext uri="{FF2B5EF4-FFF2-40B4-BE49-F238E27FC236}">
                <a16:creationId xmlns:a16="http://schemas.microsoft.com/office/drawing/2014/main" id="{C70C4AB6-CBC4-4D4C-BDCD-DCA59565B8E8}"/>
              </a:ext>
            </a:extLst>
          </p:cNvPr>
          <p:cNvSpPr>
            <a:spLocks noGrp="1"/>
          </p:cNvSpPr>
          <p:nvPr>
            <p:ph type="body" sz="quarter" idx="10"/>
          </p:nvPr>
        </p:nvSpPr>
        <p:spPr/>
        <p:txBody>
          <a:bodyPr/>
          <a:lstStyle/>
          <a:p>
            <a:endParaRPr lang="en-US" dirty="0"/>
          </a:p>
        </p:txBody>
      </p:sp>
      <p:sp>
        <p:nvSpPr>
          <p:cNvPr id="10" name="Content Placeholder 9">
            <a:extLst>
              <a:ext uri="{FF2B5EF4-FFF2-40B4-BE49-F238E27FC236}">
                <a16:creationId xmlns:a16="http://schemas.microsoft.com/office/drawing/2014/main" id="{290E841B-BDCC-47D4-9246-9D42832699DB}"/>
              </a:ext>
            </a:extLst>
          </p:cNvPr>
          <p:cNvSpPr>
            <a:spLocks noGrp="1"/>
          </p:cNvSpPr>
          <p:nvPr>
            <p:ph sz="quarter" idx="11"/>
          </p:nvPr>
        </p:nvSpPr>
        <p:spPr>
          <a:xfrm>
            <a:off x="8098536" y="2141554"/>
            <a:ext cx="3483864" cy="341632"/>
          </a:xfrm>
        </p:spPr>
        <p:txBody>
          <a:bodyPr/>
          <a:lstStyle/>
          <a:p>
            <a:endParaRPr lang="en-US" dirty="0"/>
          </a:p>
        </p:txBody>
      </p:sp>
      <p:sp>
        <p:nvSpPr>
          <p:cNvPr id="4" name="Slide Number Placeholder 3">
            <a:extLst>
              <a:ext uri="{FF2B5EF4-FFF2-40B4-BE49-F238E27FC236}">
                <a16:creationId xmlns:a16="http://schemas.microsoft.com/office/drawing/2014/main" id="{AB0D1B0C-35CB-F347-9C85-4C3FE1D8E286}"/>
              </a:ext>
            </a:extLst>
          </p:cNvPr>
          <p:cNvSpPr>
            <a:spLocks noGrp="1"/>
          </p:cNvSpPr>
          <p:nvPr>
            <p:ph type="sldNum" sz="quarter" idx="14"/>
          </p:nvPr>
        </p:nvSpPr>
        <p:spPr/>
        <p:txBody>
          <a:bodyPr/>
          <a:lstStyle/>
          <a:p>
            <a:fld id="{EB4B8DE2-A4E8-46E4-8BBF-D75455EFF32C}" type="slidenum">
              <a:rPr lang="en-US" smtClean="0"/>
              <a:pPr/>
              <a:t>41</a:t>
            </a:fld>
            <a:endParaRPr lang="en-US" dirty="0"/>
          </a:p>
        </p:txBody>
      </p:sp>
    </p:spTree>
    <p:extLst>
      <p:ext uri="{BB962C8B-B14F-4D97-AF65-F5344CB8AC3E}">
        <p14:creationId xmlns:p14="http://schemas.microsoft.com/office/powerpoint/2010/main" val="174425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4E755-D24A-DC3C-463A-7CB05C543EDA}"/>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F3738AA7-89E5-5296-1D06-397CCE2CEA5C}"/>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F25EE703-78BD-EAE5-92F6-5AFCCEF475CF}"/>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1FF18ADB-238F-E983-9909-30BBC69C1688}"/>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6CEB20C2-F3D7-6C3A-FF98-C25293D05C0E}"/>
              </a:ext>
            </a:extLst>
          </p:cNvPr>
          <p:cNvSpPr>
            <a:spLocks noGrp="1"/>
          </p:cNvSpPr>
          <p:nvPr>
            <p:ph sz="quarter" idx="4"/>
          </p:nvPr>
        </p:nvSpPr>
        <p:spPr/>
        <p:txBody>
          <a:bodyPr/>
          <a:lstStyle/>
          <a:p>
            <a:endParaRPr lang="en-US"/>
          </a:p>
        </p:txBody>
      </p:sp>
      <p:sp>
        <p:nvSpPr>
          <p:cNvPr id="7" name="Text Placeholder 6">
            <a:extLst>
              <a:ext uri="{FF2B5EF4-FFF2-40B4-BE49-F238E27FC236}">
                <a16:creationId xmlns:a16="http://schemas.microsoft.com/office/drawing/2014/main" id="{24788C06-9762-07F0-903D-BCE21514F822}"/>
              </a:ext>
            </a:extLst>
          </p:cNvPr>
          <p:cNvSpPr>
            <a:spLocks noGrp="1"/>
          </p:cNvSpPr>
          <p:nvPr>
            <p:ph type="body" sz="quarter" idx="10"/>
          </p:nvPr>
        </p:nvSpPr>
        <p:spPr/>
        <p:txBody>
          <a:bodyPr/>
          <a:lstStyle/>
          <a:p>
            <a:endParaRPr lang="en-US"/>
          </a:p>
        </p:txBody>
      </p:sp>
      <p:sp>
        <p:nvSpPr>
          <p:cNvPr id="8" name="Content Placeholder 7">
            <a:extLst>
              <a:ext uri="{FF2B5EF4-FFF2-40B4-BE49-F238E27FC236}">
                <a16:creationId xmlns:a16="http://schemas.microsoft.com/office/drawing/2014/main" id="{5FCC737C-FA0A-36F1-097F-29575483D8C9}"/>
              </a:ext>
            </a:extLst>
          </p:cNvPr>
          <p:cNvSpPr>
            <a:spLocks noGrp="1"/>
          </p:cNvSpPr>
          <p:nvPr>
            <p:ph sz="quarter" idx="11"/>
          </p:nvPr>
        </p:nvSpPr>
        <p:spPr/>
        <p:txBody>
          <a:bodyPr/>
          <a:lstStyle/>
          <a:p>
            <a:endParaRPr lang="en-US"/>
          </a:p>
        </p:txBody>
      </p:sp>
      <p:sp>
        <p:nvSpPr>
          <p:cNvPr id="9" name="Slide Number Placeholder 8">
            <a:extLst>
              <a:ext uri="{FF2B5EF4-FFF2-40B4-BE49-F238E27FC236}">
                <a16:creationId xmlns:a16="http://schemas.microsoft.com/office/drawing/2014/main" id="{FD44F565-8C63-7A0C-62D3-FAA1315AE7A8}"/>
              </a:ext>
            </a:extLst>
          </p:cNvPr>
          <p:cNvSpPr>
            <a:spLocks noGrp="1"/>
          </p:cNvSpPr>
          <p:nvPr>
            <p:ph type="sldNum" sz="quarter" idx="14"/>
          </p:nvPr>
        </p:nvSpPr>
        <p:spPr/>
        <p:txBody>
          <a:bodyPr/>
          <a:lstStyle/>
          <a:p>
            <a:fld id="{EB4B8DE2-A4E8-46E4-8BBF-D75455EFF32C}" type="slidenum">
              <a:rPr lang="en-US" smtClean="0"/>
              <a:pPr/>
              <a:t>42</a:t>
            </a:fld>
            <a:endParaRPr lang="en-US" dirty="0"/>
          </a:p>
        </p:txBody>
      </p:sp>
    </p:spTree>
    <p:extLst>
      <p:ext uri="{BB962C8B-B14F-4D97-AF65-F5344CB8AC3E}">
        <p14:creationId xmlns:p14="http://schemas.microsoft.com/office/powerpoint/2010/main" val="3487067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021F9-C5BE-49FE-819A-8A84304713A3}"/>
              </a:ext>
            </a:extLst>
          </p:cNvPr>
          <p:cNvSpPr>
            <a:spLocks noGrp="1"/>
          </p:cNvSpPr>
          <p:nvPr>
            <p:ph type="title"/>
          </p:nvPr>
        </p:nvSpPr>
        <p:spPr>
          <a:xfrm>
            <a:off x="512064" y="917577"/>
            <a:ext cx="10972800" cy="535531"/>
          </a:xfrm>
        </p:spPr>
        <p:txBody>
          <a:bodyPr>
            <a:normAutofit fontScale="90000"/>
          </a:bodyPr>
          <a:lstStyle/>
          <a:p>
            <a:endParaRPr lang="en-US" dirty="0"/>
          </a:p>
        </p:txBody>
      </p:sp>
      <p:sp>
        <p:nvSpPr>
          <p:cNvPr id="3" name="Text Placeholder 2">
            <a:extLst>
              <a:ext uri="{FF2B5EF4-FFF2-40B4-BE49-F238E27FC236}">
                <a16:creationId xmlns:a16="http://schemas.microsoft.com/office/drawing/2014/main" id="{AD30CF69-0EB6-45AD-9A77-52286CEE43BC}"/>
              </a:ext>
            </a:extLst>
          </p:cNvPr>
          <p:cNvSpPr>
            <a:spLocks noGrp="1"/>
          </p:cNvSpPr>
          <p:nvPr>
            <p:ph type="body" idx="1"/>
          </p:nvPr>
        </p:nvSpPr>
        <p:spPr/>
        <p:txBody>
          <a:bodyPr/>
          <a:lstStyle/>
          <a:p>
            <a:endParaRPr lang="en-US" dirty="0"/>
          </a:p>
        </p:txBody>
      </p:sp>
      <p:sp>
        <p:nvSpPr>
          <p:cNvPr id="7" name="Content Placeholder 6">
            <a:extLst>
              <a:ext uri="{FF2B5EF4-FFF2-40B4-BE49-F238E27FC236}">
                <a16:creationId xmlns:a16="http://schemas.microsoft.com/office/drawing/2014/main" id="{046E6C27-C938-440F-B1FA-ED133810C92A}"/>
              </a:ext>
            </a:extLst>
          </p:cNvPr>
          <p:cNvSpPr>
            <a:spLocks noGrp="1"/>
          </p:cNvSpPr>
          <p:nvPr>
            <p:ph sz="half" idx="2"/>
          </p:nvPr>
        </p:nvSpPr>
        <p:spPr>
          <a:xfrm>
            <a:off x="609598" y="2141554"/>
            <a:ext cx="2377440" cy="341632"/>
          </a:xfrm>
        </p:spPr>
        <p:txBody>
          <a:bodyPr/>
          <a:lstStyle/>
          <a:p>
            <a:endParaRPr lang="en-US" dirty="0"/>
          </a:p>
        </p:txBody>
      </p:sp>
      <p:sp>
        <p:nvSpPr>
          <p:cNvPr id="8" name="Text Placeholder 7">
            <a:extLst>
              <a:ext uri="{FF2B5EF4-FFF2-40B4-BE49-F238E27FC236}">
                <a16:creationId xmlns:a16="http://schemas.microsoft.com/office/drawing/2014/main" id="{C7E45593-58F8-4740-B9B8-2647BE439F00}"/>
              </a:ext>
            </a:extLst>
          </p:cNvPr>
          <p:cNvSpPr>
            <a:spLocks noGrp="1"/>
          </p:cNvSpPr>
          <p:nvPr>
            <p:ph type="body" sz="quarter" idx="3"/>
          </p:nvPr>
        </p:nvSpPr>
        <p:spPr/>
        <p:txBody>
          <a:bodyPr/>
          <a:lstStyle/>
          <a:p>
            <a:endParaRPr lang="en-US" dirty="0"/>
          </a:p>
        </p:txBody>
      </p:sp>
      <p:sp>
        <p:nvSpPr>
          <p:cNvPr id="9" name="Content Placeholder 8">
            <a:extLst>
              <a:ext uri="{FF2B5EF4-FFF2-40B4-BE49-F238E27FC236}">
                <a16:creationId xmlns:a16="http://schemas.microsoft.com/office/drawing/2014/main" id="{285BD583-4729-461D-9959-C86B3B4D46BC}"/>
              </a:ext>
            </a:extLst>
          </p:cNvPr>
          <p:cNvSpPr>
            <a:spLocks noGrp="1"/>
          </p:cNvSpPr>
          <p:nvPr>
            <p:ph sz="quarter" idx="4"/>
          </p:nvPr>
        </p:nvSpPr>
        <p:spPr>
          <a:xfrm>
            <a:off x="3474719" y="2141554"/>
            <a:ext cx="2377440" cy="341632"/>
          </a:xfrm>
        </p:spPr>
        <p:txBody>
          <a:bodyPr/>
          <a:lstStyle/>
          <a:p>
            <a:endParaRPr lang="en-US" dirty="0"/>
          </a:p>
        </p:txBody>
      </p:sp>
      <p:sp>
        <p:nvSpPr>
          <p:cNvPr id="10" name="Text Placeholder 9">
            <a:extLst>
              <a:ext uri="{FF2B5EF4-FFF2-40B4-BE49-F238E27FC236}">
                <a16:creationId xmlns:a16="http://schemas.microsoft.com/office/drawing/2014/main" id="{97E7585C-2995-4C72-97FA-DE56D61962AE}"/>
              </a:ext>
            </a:extLst>
          </p:cNvPr>
          <p:cNvSpPr>
            <a:spLocks noGrp="1"/>
          </p:cNvSpPr>
          <p:nvPr>
            <p:ph type="body" sz="quarter" idx="10"/>
          </p:nvPr>
        </p:nvSpPr>
        <p:spPr/>
        <p:txBody>
          <a:bodyPr/>
          <a:lstStyle/>
          <a:p>
            <a:endParaRPr lang="en-US" dirty="0"/>
          </a:p>
        </p:txBody>
      </p:sp>
      <p:sp>
        <p:nvSpPr>
          <p:cNvPr id="11" name="Content Placeholder 10">
            <a:extLst>
              <a:ext uri="{FF2B5EF4-FFF2-40B4-BE49-F238E27FC236}">
                <a16:creationId xmlns:a16="http://schemas.microsoft.com/office/drawing/2014/main" id="{D39079AB-8B88-4A84-9DF2-914F09F0A5C2}"/>
              </a:ext>
            </a:extLst>
          </p:cNvPr>
          <p:cNvSpPr>
            <a:spLocks noGrp="1"/>
          </p:cNvSpPr>
          <p:nvPr>
            <p:ph sz="quarter" idx="11"/>
          </p:nvPr>
        </p:nvSpPr>
        <p:spPr>
          <a:xfrm>
            <a:off x="6339840" y="2141554"/>
            <a:ext cx="2377440" cy="341632"/>
          </a:xfrm>
        </p:spPr>
        <p:txBody>
          <a:bodyPr/>
          <a:lstStyle/>
          <a:p>
            <a:endParaRPr lang="en-US" dirty="0"/>
          </a:p>
        </p:txBody>
      </p:sp>
      <p:sp>
        <p:nvSpPr>
          <p:cNvPr id="12" name="Text Placeholder 11">
            <a:extLst>
              <a:ext uri="{FF2B5EF4-FFF2-40B4-BE49-F238E27FC236}">
                <a16:creationId xmlns:a16="http://schemas.microsoft.com/office/drawing/2014/main" id="{96617B9A-E385-4786-A4DD-D90CC85AB590}"/>
              </a:ext>
            </a:extLst>
          </p:cNvPr>
          <p:cNvSpPr>
            <a:spLocks noGrp="1"/>
          </p:cNvSpPr>
          <p:nvPr>
            <p:ph type="body" sz="quarter" idx="12"/>
          </p:nvPr>
        </p:nvSpPr>
        <p:spPr/>
        <p:txBody>
          <a:bodyPr/>
          <a:lstStyle/>
          <a:p>
            <a:endParaRPr lang="en-US" dirty="0"/>
          </a:p>
        </p:txBody>
      </p:sp>
      <p:sp>
        <p:nvSpPr>
          <p:cNvPr id="13" name="Content Placeholder 12">
            <a:extLst>
              <a:ext uri="{FF2B5EF4-FFF2-40B4-BE49-F238E27FC236}">
                <a16:creationId xmlns:a16="http://schemas.microsoft.com/office/drawing/2014/main" id="{CB7D6C45-EB0E-41FD-9E1B-0C098186DC84}"/>
              </a:ext>
            </a:extLst>
          </p:cNvPr>
          <p:cNvSpPr>
            <a:spLocks noGrp="1"/>
          </p:cNvSpPr>
          <p:nvPr>
            <p:ph sz="quarter" idx="13"/>
          </p:nvPr>
        </p:nvSpPr>
        <p:spPr>
          <a:xfrm>
            <a:off x="9204960" y="2141554"/>
            <a:ext cx="2377440" cy="341632"/>
          </a:xfrm>
        </p:spPr>
        <p:txBody>
          <a:bodyPr/>
          <a:lstStyle/>
          <a:p>
            <a:endParaRPr lang="en-US" dirty="0"/>
          </a:p>
        </p:txBody>
      </p:sp>
      <p:sp>
        <p:nvSpPr>
          <p:cNvPr id="4" name="Slide Number Placeholder 3">
            <a:extLst>
              <a:ext uri="{FF2B5EF4-FFF2-40B4-BE49-F238E27FC236}">
                <a16:creationId xmlns:a16="http://schemas.microsoft.com/office/drawing/2014/main" id="{331781DB-8747-9D44-8073-96E6E9006FD1}"/>
              </a:ext>
            </a:extLst>
          </p:cNvPr>
          <p:cNvSpPr>
            <a:spLocks noGrp="1"/>
          </p:cNvSpPr>
          <p:nvPr>
            <p:ph type="sldNum" sz="quarter" idx="16"/>
          </p:nvPr>
        </p:nvSpPr>
        <p:spPr/>
        <p:txBody>
          <a:bodyPr/>
          <a:lstStyle/>
          <a:p>
            <a:fld id="{EB4B8DE2-A4E8-46E4-8BBF-D75455EFF32C}" type="slidenum">
              <a:rPr lang="en-US" smtClean="0"/>
              <a:pPr/>
              <a:t>43</a:t>
            </a:fld>
            <a:endParaRPr lang="en-US" dirty="0"/>
          </a:p>
        </p:txBody>
      </p:sp>
    </p:spTree>
    <p:extLst>
      <p:ext uri="{BB962C8B-B14F-4D97-AF65-F5344CB8AC3E}">
        <p14:creationId xmlns:p14="http://schemas.microsoft.com/office/powerpoint/2010/main" val="2725259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A5A66-BEEF-FEB8-8468-684B87D1ADD3}"/>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06A77031-A9D2-99E5-7DE7-C5240656E410}"/>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D49DF9B1-70CE-6231-1424-D6AD9CB3FFD9}"/>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EA580943-C833-2CE1-5061-1D5FE30BC0DF}"/>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18B12279-86F3-5C7E-0817-7DD2109FF4BD}"/>
              </a:ext>
            </a:extLst>
          </p:cNvPr>
          <p:cNvSpPr>
            <a:spLocks noGrp="1"/>
          </p:cNvSpPr>
          <p:nvPr>
            <p:ph sz="quarter" idx="4"/>
          </p:nvPr>
        </p:nvSpPr>
        <p:spPr/>
        <p:txBody>
          <a:bodyPr/>
          <a:lstStyle/>
          <a:p>
            <a:endParaRPr lang="en-US"/>
          </a:p>
        </p:txBody>
      </p:sp>
      <p:sp>
        <p:nvSpPr>
          <p:cNvPr id="7" name="Text Placeholder 6">
            <a:extLst>
              <a:ext uri="{FF2B5EF4-FFF2-40B4-BE49-F238E27FC236}">
                <a16:creationId xmlns:a16="http://schemas.microsoft.com/office/drawing/2014/main" id="{7FAB9DD8-2C6F-9973-3D76-DB63617F4086}"/>
              </a:ext>
            </a:extLst>
          </p:cNvPr>
          <p:cNvSpPr>
            <a:spLocks noGrp="1"/>
          </p:cNvSpPr>
          <p:nvPr>
            <p:ph type="body" sz="quarter" idx="10"/>
          </p:nvPr>
        </p:nvSpPr>
        <p:spPr/>
        <p:txBody>
          <a:bodyPr/>
          <a:lstStyle/>
          <a:p>
            <a:endParaRPr lang="en-US"/>
          </a:p>
        </p:txBody>
      </p:sp>
      <p:sp>
        <p:nvSpPr>
          <p:cNvPr id="8" name="Content Placeholder 7">
            <a:extLst>
              <a:ext uri="{FF2B5EF4-FFF2-40B4-BE49-F238E27FC236}">
                <a16:creationId xmlns:a16="http://schemas.microsoft.com/office/drawing/2014/main" id="{B015C306-5061-55FB-E53B-C3A630A464A1}"/>
              </a:ext>
            </a:extLst>
          </p:cNvPr>
          <p:cNvSpPr>
            <a:spLocks noGrp="1"/>
          </p:cNvSpPr>
          <p:nvPr>
            <p:ph sz="quarter" idx="11"/>
          </p:nvPr>
        </p:nvSpPr>
        <p:spPr/>
        <p:txBody>
          <a:bodyPr/>
          <a:lstStyle/>
          <a:p>
            <a:endParaRPr lang="en-US"/>
          </a:p>
        </p:txBody>
      </p:sp>
      <p:sp>
        <p:nvSpPr>
          <p:cNvPr id="9" name="Text Placeholder 8">
            <a:extLst>
              <a:ext uri="{FF2B5EF4-FFF2-40B4-BE49-F238E27FC236}">
                <a16:creationId xmlns:a16="http://schemas.microsoft.com/office/drawing/2014/main" id="{8C417414-B3BA-CE69-0B76-DB28956D33C5}"/>
              </a:ext>
            </a:extLst>
          </p:cNvPr>
          <p:cNvSpPr>
            <a:spLocks noGrp="1"/>
          </p:cNvSpPr>
          <p:nvPr>
            <p:ph type="body" sz="quarter" idx="12"/>
          </p:nvPr>
        </p:nvSpPr>
        <p:spPr/>
        <p:txBody>
          <a:bodyPr/>
          <a:lstStyle/>
          <a:p>
            <a:endParaRPr lang="en-US"/>
          </a:p>
        </p:txBody>
      </p:sp>
      <p:sp>
        <p:nvSpPr>
          <p:cNvPr id="10" name="Content Placeholder 9">
            <a:extLst>
              <a:ext uri="{FF2B5EF4-FFF2-40B4-BE49-F238E27FC236}">
                <a16:creationId xmlns:a16="http://schemas.microsoft.com/office/drawing/2014/main" id="{52B01F24-2A80-E0CD-922A-9E622EAE225F}"/>
              </a:ext>
            </a:extLst>
          </p:cNvPr>
          <p:cNvSpPr>
            <a:spLocks noGrp="1"/>
          </p:cNvSpPr>
          <p:nvPr>
            <p:ph sz="quarter" idx="13"/>
          </p:nvPr>
        </p:nvSpPr>
        <p:spPr/>
        <p:txBody>
          <a:bodyPr/>
          <a:lstStyle/>
          <a:p>
            <a:endParaRPr lang="en-US"/>
          </a:p>
        </p:txBody>
      </p:sp>
      <p:sp>
        <p:nvSpPr>
          <p:cNvPr id="11" name="Slide Number Placeholder 10">
            <a:extLst>
              <a:ext uri="{FF2B5EF4-FFF2-40B4-BE49-F238E27FC236}">
                <a16:creationId xmlns:a16="http://schemas.microsoft.com/office/drawing/2014/main" id="{28FA32B8-6E1D-8D1F-4480-4528FA0107D1}"/>
              </a:ext>
            </a:extLst>
          </p:cNvPr>
          <p:cNvSpPr>
            <a:spLocks noGrp="1"/>
          </p:cNvSpPr>
          <p:nvPr>
            <p:ph type="sldNum" sz="quarter" idx="16"/>
          </p:nvPr>
        </p:nvSpPr>
        <p:spPr/>
        <p:txBody>
          <a:bodyPr/>
          <a:lstStyle/>
          <a:p>
            <a:fld id="{EB4B8DE2-A4E8-46E4-8BBF-D75455EFF32C}" type="slidenum">
              <a:rPr lang="en-US" smtClean="0"/>
              <a:pPr/>
              <a:t>44</a:t>
            </a:fld>
            <a:endParaRPr lang="en-US" dirty="0"/>
          </a:p>
        </p:txBody>
      </p:sp>
      <p:sp>
        <p:nvSpPr>
          <p:cNvPr id="12" name="Picture Placeholder 11">
            <a:extLst>
              <a:ext uri="{FF2B5EF4-FFF2-40B4-BE49-F238E27FC236}">
                <a16:creationId xmlns:a16="http://schemas.microsoft.com/office/drawing/2014/main" id="{F0E83DD4-BD40-FBC3-7096-2ECDAA528134}"/>
              </a:ext>
            </a:extLst>
          </p:cNvPr>
          <p:cNvSpPr>
            <a:spLocks noGrp="1"/>
          </p:cNvSpPr>
          <p:nvPr>
            <p:ph type="pic" sz="quarter" idx="17"/>
          </p:nvPr>
        </p:nvSpPr>
        <p:spPr/>
        <p:txBody>
          <a:bodyPr/>
          <a:lstStyle/>
          <a:p>
            <a:endParaRPr lang="en-US"/>
          </a:p>
        </p:txBody>
      </p:sp>
      <p:sp>
        <p:nvSpPr>
          <p:cNvPr id="13" name="Picture Placeholder 12">
            <a:extLst>
              <a:ext uri="{FF2B5EF4-FFF2-40B4-BE49-F238E27FC236}">
                <a16:creationId xmlns:a16="http://schemas.microsoft.com/office/drawing/2014/main" id="{F3E5DC01-44A0-C175-31C0-3716F2AF08A0}"/>
              </a:ext>
            </a:extLst>
          </p:cNvPr>
          <p:cNvSpPr>
            <a:spLocks noGrp="1"/>
          </p:cNvSpPr>
          <p:nvPr>
            <p:ph type="pic" sz="quarter" idx="18"/>
          </p:nvPr>
        </p:nvSpPr>
        <p:spPr/>
        <p:txBody>
          <a:bodyPr/>
          <a:lstStyle/>
          <a:p>
            <a:endParaRPr lang="en-US"/>
          </a:p>
        </p:txBody>
      </p:sp>
      <p:sp>
        <p:nvSpPr>
          <p:cNvPr id="14" name="Picture Placeholder 13">
            <a:extLst>
              <a:ext uri="{FF2B5EF4-FFF2-40B4-BE49-F238E27FC236}">
                <a16:creationId xmlns:a16="http://schemas.microsoft.com/office/drawing/2014/main" id="{E60C11F3-B004-FDFD-1F38-FCEFF8D55F52}"/>
              </a:ext>
            </a:extLst>
          </p:cNvPr>
          <p:cNvSpPr>
            <a:spLocks noGrp="1"/>
          </p:cNvSpPr>
          <p:nvPr>
            <p:ph type="pic" sz="quarter" idx="19"/>
          </p:nvPr>
        </p:nvSpPr>
        <p:spPr/>
        <p:txBody>
          <a:bodyPr/>
          <a:lstStyle/>
          <a:p>
            <a:endParaRPr lang="en-US"/>
          </a:p>
        </p:txBody>
      </p:sp>
      <p:sp>
        <p:nvSpPr>
          <p:cNvPr id="15" name="Picture Placeholder 14">
            <a:extLst>
              <a:ext uri="{FF2B5EF4-FFF2-40B4-BE49-F238E27FC236}">
                <a16:creationId xmlns:a16="http://schemas.microsoft.com/office/drawing/2014/main" id="{3F4F7E24-F763-1066-D7FC-8827764DEC94}"/>
              </a:ext>
            </a:extLst>
          </p:cNvPr>
          <p:cNvSpPr>
            <a:spLocks noGrp="1"/>
          </p:cNvSpPr>
          <p:nvPr>
            <p:ph type="pic" sz="quarter" idx="20"/>
          </p:nvPr>
        </p:nvSpPr>
        <p:spPr/>
        <p:txBody>
          <a:bodyPr/>
          <a:lstStyle/>
          <a:p>
            <a:endParaRPr lang="en-US"/>
          </a:p>
        </p:txBody>
      </p:sp>
    </p:spTree>
    <p:extLst>
      <p:ext uri="{BB962C8B-B14F-4D97-AF65-F5344CB8AC3E}">
        <p14:creationId xmlns:p14="http://schemas.microsoft.com/office/powerpoint/2010/main" val="3371728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E3740-4A2C-6E19-615F-4EC4186F01C6}"/>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39181184-16F4-1EBC-74D5-DAB51BF70C87}"/>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BBCCB8A5-139B-FEAF-DAA4-76B405E47D86}"/>
              </a:ext>
            </a:extLst>
          </p:cNvPr>
          <p:cNvSpPr>
            <a:spLocks noGrp="1"/>
          </p:cNvSpPr>
          <p:nvPr>
            <p:ph sz="half" idx="2"/>
          </p:nvPr>
        </p:nvSpPr>
        <p:spPr/>
        <p:txBody>
          <a:bodyPr/>
          <a:lstStyle/>
          <a:p>
            <a:endParaRPr lang="en-US"/>
          </a:p>
        </p:txBody>
      </p:sp>
      <p:sp>
        <p:nvSpPr>
          <p:cNvPr id="5" name="Slide Number Placeholder 4">
            <a:extLst>
              <a:ext uri="{FF2B5EF4-FFF2-40B4-BE49-F238E27FC236}">
                <a16:creationId xmlns:a16="http://schemas.microsoft.com/office/drawing/2014/main" id="{521DC5CF-7401-2708-58FD-2D1C96FC9DC8}"/>
              </a:ext>
            </a:extLst>
          </p:cNvPr>
          <p:cNvSpPr>
            <a:spLocks noGrp="1"/>
          </p:cNvSpPr>
          <p:nvPr>
            <p:ph type="sldNum" sz="quarter" idx="16"/>
          </p:nvPr>
        </p:nvSpPr>
        <p:spPr/>
        <p:txBody>
          <a:bodyPr/>
          <a:lstStyle/>
          <a:p>
            <a:fld id="{EB4B8DE2-A4E8-46E4-8BBF-D75455EFF32C}" type="slidenum">
              <a:rPr lang="en-US" smtClean="0"/>
              <a:pPr/>
              <a:t>45</a:t>
            </a:fld>
            <a:endParaRPr lang="en-US" dirty="0"/>
          </a:p>
        </p:txBody>
      </p:sp>
      <p:sp>
        <p:nvSpPr>
          <p:cNvPr id="6" name="Text Placeholder 5">
            <a:extLst>
              <a:ext uri="{FF2B5EF4-FFF2-40B4-BE49-F238E27FC236}">
                <a16:creationId xmlns:a16="http://schemas.microsoft.com/office/drawing/2014/main" id="{DE9CEACE-64A7-5B74-2D6B-C7CE557318F5}"/>
              </a:ext>
            </a:extLst>
          </p:cNvPr>
          <p:cNvSpPr>
            <a:spLocks noGrp="1"/>
          </p:cNvSpPr>
          <p:nvPr>
            <p:ph type="body" idx="17"/>
          </p:nvPr>
        </p:nvSpPr>
        <p:spPr/>
        <p:txBody>
          <a:bodyPr/>
          <a:lstStyle/>
          <a:p>
            <a:endParaRPr lang="en-US"/>
          </a:p>
        </p:txBody>
      </p:sp>
      <p:sp>
        <p:nvSpPr>
          <p:cNvPr id="7" name="Content Placeholder 6">
            <a:extLst>
              <a:ext uri="{FF2B5EF4-FFF2-40B4-BE49-F238E27FC236}">
                <a16:creationId xmlns:a16="http://schemas.microsoft.com/office/drawing/2014/main" id="{E8B0E7B7-7ACC-DFC2-E8BB-57DBBA3F5B62}"/>
              </a:ext>
            </a:extLst>
          </p:cNvPr>
          <p:cNvSpPr>
            <a:spLocks noGrp="1"/>
          </p:cNvSpPr>
          <p:nvPr>
            <p:ph sz="half" idx="18"/>
          </p:nvPr>
        </p:nvSpPr>
        <p:spPr/>
        <p:txBody>
          <a:bodyPr/>
          <a:lstStyle/>
          <a:p>
            <a:endParaRPr lang="en-US"/>
          </a:p>
        </p:txBody>
      </p:sp>
      <p:sp>
        <p:nvSpPr>
          <p:cNvPr id="8" name="Text Placeholder 7">
            <a:extLst>
              <a:ext uri="{FF2B5EF4-FFF2-40B4-BE49-F238E27FC236}">
                <a16:creationId xmlns:a16="http://schemas.microsoft.com/office/drawing/2014/main" id="{76BC962D-3351-790D-BFEE-B2EC20175390}"/>
              </a:ext>
            </a:extLst>
          </p:cNvPr>
          <p:cNvSpPr>
            <a:spLocks noGrp="1"/>
          </p:cNvSpPr>
          <p:nvPr>
            <p:ph type="body" idx="19"/>
          </p:nvPr>
        </p:nvSpPr>
        <p:spPr/>
        <p:txBody>
          <a:bodyPr/>
          <a:lstStyle/>
          <a:p>
            <a:endParaRPr lang="en-US"/>
          </a:p>
        </p:txBody>
      </p:sp>
      <p:sp>
        <p:nvSpPr>
          <p:cNvPr id="9" name="Content Placeholder 8">
            <a:extLst>
              <a:ext uri="{FF2B5EF4-FFF2-40B4-BE49-F238E27FC236}">
                <a16:creationId xmlns:a16="http://schemas.microsoft.com/office/drawing/2014/main" id="{CC3921ED-6BB5-265F-A30E-7949E722FC55}"/>
              </a:ext>
            </a:extLst>
          </p:cNvPr>
          <p:cNvSpPr>
            <a:spLocks noGrp="1"/>
          </p:cNvSpPr>
          <p:nvPr>
            <p:ph sz="half" idx="20"/>
          </p:nvPr>
        </p:nvSpPr>
        <p:spPr/>
        <p:txBody>
          <a:bodyPr/>
          <a:lstStyle/>
          <a:p>
            <a:endParaRPr lang="en-US"/>
          </a:p>
        </p:txBody>
      </p:sp>
      <p:sp>
        <p:nvSpPr>
          <p:cNvPr id="10" name="Text Placeholder 9">
            <a:extLst>
              <a:ext uri="{FF2B5EF4-FFF2-40B4-BE49-F238E27FC236}">
                <a16:creationId xmlns:a16="http://schemas.microsoft.com/office/drawing/2014/main" id="{C2413477-3607-787A-713D-94F6DD0F775C}"/>
              </a:ext>
            </a:extLst>
          </p:cNvPr>
          <p:cNvSpPr>
            <a:spLocks noGrp="1"/>
          </p:cNvSpPr>
          <p:nvPr>
            <p:ph type="body" idx="21"/>
          </p:nvPr>
        </p:nvSpPr>
        <p:spPr/>
        <p:txBody>
          <a:bodyPr/>
          <a:lstStyle/>
          <a:p>
            <a:endParaRPr lang="en-US"/>
          </a:p>
        </p:txBody>
      </p:sp>
      <p:sp>
        <p:nvSpPr>
          <p:cNvPr id="11" name="Content Placeholder 10">
            <a:extLst>
              <a:ext uri="{FF2B5EF4-FFF2-40B4-BE49-F238E27FC236}">
                <a16:creationId xmlns:a16="http://schemas.microsoft.com/office/drawing/2014/main" id="{5A1AB420-6769-A0C7-0C03-E02B37AF0A41}"/>
              </a:ext>
            </a:extLst>
          </p:cNvPr>
          <p:cNvSpPr>
            <a:spLocks noGrp="1"/>
          </p:cNvSpPr>
          <p:nvPr>
            <p:ph sz="half" idx="22"/>
          </p:nvPr>
        </p:nvSpPr>
        <p:spPr/>
        <p:txBody>
          <a:bodyPr/>
          <a:lstStyle/>
          <a:p>
            <a:endParaRPr lang="en-US"/>
          </a:p>
        </p:txBody>
      </p:sp>
      <p:sp>
        <p:nvSpPr>
          <p:cNvPr id="12" name="Text Placeholder 11">
            <a:extLst>
              <a:ext uri="{FF2B5EF4-FFF2-40B4-BE49-F238E27FC236}">
                <a16:creationId xmlns:a16="http://schemas.microsoft.com/office/drawing/2014/main" id="{F0664732-39FE-E4C5-E478-F52E0F1F9A1A}"/>
              </a:ext>
            </a:extLst>
          </p:cNvPr>
          <p:cNvSpPr>
            <a:spLocks noGrp="1"/>
          </p:cNvSpPr>
          <p:nvPr>
            <p:ph type="body" idx="23"/>
          </p:nvPr>
        </p:nvSpPr>
        <p:spPr/>
        <p:txBody>
          <a:bodyPr/>
          <a:lstStyle/>
          <a:p>
            <a:endParaRPr lang="en-US"/>
          </a:p>
        </p:txBody>
      </p:sp>
      <p:sp>
        <p:nvSpPr>
          <p:cNvPr id="13" name="Content Placeholder 12">
            <a:extLst>
              <a:ext uri="{FF2B5EF4-FFF2-40B4-BE49-F238E27FC236}">
                <a16:creationId xmlns:a16="http://schemas.microsoft.com/office/drawing/2014/main" id="{C1944761-B343-97DA-A988-50477E1298E3}"/>
              </a:ext>
            </a:extLst>
          </p:cNvPr>
          <p:cNvSpPr>
            <a:spLocks noGrp="1"/>
          </p:cNvSpPr>
          <p:nvPr>
            <p:ph sz="half" idx="24"/>
          </p:nvPr>
        </p:nvSpPr>
        <p:spPr/>
        <p:txBody>
          <a:bodyPr/>
          <a:lstStyle/>
          <a:p>
            <a:endParaRPr lang="en-US"/>
          </a:p>
        </p:txBody>
      </p:sp>
    </p:spTree>
    <p:extLst>
      <p:ext uri="{BB962C8B-B14F-4D97-AF65-F5344CB8AC3E}">
        <p14:creationId xmlns:p14="http://schemas.microsoft.com/office/powerpoint/2010/main" val="481566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174BD-3964-415E-7B75-6626AAAEA1BE}"/>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D2453D7-2361-9EF0-9C5D-D656E95B82C7}"/>
              </a:ext>
            </a:extLst>
          </p:cNvPr>
          <p:cNvSpPr>
            <a:spLocks noGrp="1"/>
          </p:cNvSpPr>
          <p:nvPr>
            <p:ph type="body" sz="half" idx="2"/>
          </p:nvPr>
        </p:nvSpPr>
        <p:spPr/>
        <p:txBody>
          <a:bodyPr/>
          <a:lstStyle/>
          <a:p>
            <a:endParaRPr lang="en-US"/>
          </a:p>
        </p:txBody>
      </p:sp>
      <p:sp>
        <p:nvSpPr>
          <p:cNvPr id="4" name="Slide Number Placeholder 3">
            <a:extLst>
              <a:ext uri="{FF2B5EF4-FFF2-40B4-BE49-F238E27FC236}">
                <a16:creationId xmlns:a16="http://schemas.microsoft.com/office/drawing/2014/main" id="{E9838243-3FA5-3195-77A8-684C8177594D}"/>
              </a:ext>
            </a:extLst>
          </p:cNvPr>
          <p:cNvSpPr>
            <a:spLocks noGrp="1"/>
          </p:cNvSpPr>
          <p:nvPr>
            <p:ph type="sldNum" sz="quarter" idx="12"/>
          </p:nvPr>
        </p:nvSpPr>
        <p:spPr/>
        <p:txBody>
          <a:bodyPr/>
          <a:lstStyle/>
          <a:p>
            <a:fld id="{EB4B8DE2-A4E8-46E4-8BBF-D75455EFF32C}" type="slidenum">
              <a:rPr lang="en-US" smtClean="0"/>
              <a:pPr/>
              <a:t>46</a:t>
            </a:fld>
            <a:endParaRPr lang="en-US" dirty="0"/>
          </a:p>
        </p:txBody>
      </p:sp>
      <p:sp>
        <p:nvSpPr>
          <p:cNvPr id="5" name="Picture Placeholder 4">
            <a:extLst>
              <a:ext uri="{FF2B5EF4-FFF2-40B4-BE49-F238E27FC236}">
                <a16:creationId xmlns:a16="http://schemas.microsoft.com/office/drawing/2014/main" id="{8888B29C-4A9B-256D-94AB-E22B30B8FC4A}"/>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1481190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6B5FF61-6599-ED6F-14B5-5BC152BC9347}"/>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4AAA4FE2-703C-F76A-5DA2-BB66C64495C5}"/>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74A4A18A-522C-92D3-8547-97EA3543F818}"/>
              </a:ext>
            </a:extLst>
          </p:cNvPr>
          <p:cNvSpPr>
            <a:spLocks noGrp="1"/>
          </p:cNvSpPr>
          <p:nvPr>
            <p:ph type="body" sz="half" idx="2"/>
          </p:nvPr>
        </p:nvSpPr>
        <p:spPr/>
        <p:txBody>
          <a:bodyPr/>
          <a:lstStyle/>
          <a:p>
            <a:endParaRPr lang="en-US"/>
          </a:p>
        </p:txBody>
      </p:sp>
      <p:sp>
        <p:nvSpPr>
          <p:cNvPr id="5" name="Slide Number Placeholder 4">
            <a:extLst>
              <a:ext uri="{FF2B5EF4-FFF2-40B4-BE49-F238E27FC236}">
                <a16:creationId xmlns:a16="http://schemas.microsoft.com/office/drawing/2014/main" id="{407B2397-94DC-E063-B7AD-607940F56B15}"/>
              </a:ext>
            </a:extLst>
          </p:cNvPr>
          <p:cNvSpPr>
            <a:spLocks noGrp="1"/>
          </p:cNvSpPr>
          <p:nvPr>
            <p:ph type="sldNum" sz="quarter" idx="12"/>
          </p:nvPr>
        </p:nvSpPr>
        <p:spPr/>
        <p:txBody>
          <a:bodyPr/>
          <a:lstStyle/>
          <a:p>
            <a:fld id="{EB4B8DE2-A4E8-46E4-8BBF-D75455EFF32C}" type="slidenum">
              <a:rPr lang="en-US" smtClean="0"/>
              <a:pPr/>
              <a:t>47</a:t>
            </a:fld>
            <a:endParaRPr lang="en-US" dirty="0"/>
          </a:p>
        </p:txBody>
      </p:sp>
    </p:spTree>
    <p:extLst>
      <p:ext uri="{BB962C8B-B14F-4D97-AF65-F5344CB8AC3E}">
        <p14:creationId xmlns:p14="http://schemas.microsoft.com/office/powerpoint/2010/main" val="4151365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D4CB5-EC7A-7E63-23AA-1570FF13E12D}"/>
              </a:ext>
            </a:extLst>
          </p:cNvPr>
          <p:cNvSpPr>
            <a:spLocks noGrp="1"/>
          </p:cNvSpPr>
          <p:nvPr>
            <p:ph type="title"/>
          </p:nvPr>
        </p:nvSpPr>
        <p:spPr/>
        <p:txBody>
          <a:bodyPr>
            <a:normAutofit fontScale="90000"/>
          </a:bodyPr>
          <a:lstStyle/>
          <a:p>
            <a:endParaRPr lang="en-US"/>
          </a:p>
        </p:txBody>
      </p:sp>
      <p:sp>
        <p:nvSpPr>
          <p:cNvPr id="3" name="Slide Number Placeholder 2">
            <a:extLst>
              <a:ext uri="{FF2B5EF4-FFF2-40B4-BE49-F238E27FC236}">
                <a16:creationId xmlns:a16="http://schemas.microsoft.com/office/drawing/2014/main" id="{3834D590-4468-F359-472E-C0D72652AAF1}"/>
              </a:ext>
            </a:extLst>
          </p:cNvPr>
          <p:cNvSpPr>
            <a:spLocks noGrp="1"/>
          </p:cNvSpPr>
          <p:nvPr>
            <p:ph type="sldNum" sz="quarter" idx="16"/>
          </p:nvPr>
        </p:nvSpPr>
        <p:spPr/>
        <p:txBody>
          <a:bodyPr/>
          <a:lstStyle/>
          <a:p>
            <a:fld id="{EB4B8DE2-A4E8-46E4-8BBF-D75455EFF32C}" type="slidenum">
              <a:rPr lang="en-US" smtClean="0"/>
              <a:pPr/>
              <a:t>48</a:t>
            </a:fld>
            <a:endParaRPr lang="en-US" dirty="0"/>
          </a:p>
        </p:txBody>
      </p:sp>
      <p:sp>
        <p:nvSpPr>
          <p:cNvPr id="4" name="Text Placeholder 3">
            <a:extLst>
              <a:ext uri="{FF2B5EF4-FFF2-40B4-BE49-F238E27FC236}">
                <a16:creationId xmlns:a16="http://schemas.microsoft.com/office/drawing/2014/main" id="{3BC98E07-988F-6B6E-0A78-E291CD7FBFD2}"/>
              </a:ext>
            </a:extLst>
          </p:cNvPr>
          <p:cNvSpPr>
            <a:spLocks noGrp="1"/>
          </p:cNvSpPr>
          <p:nvPr>
            <p:ph type="body" idx="25"/>
          </p:nvPr>
        </p:nvSpPr>
        <p:spPr/>
        <p:txBody>
          <a:bodyPr/>
          <a:lstStyle/>
          <a:p>
            <a:endParaRPr lang="en-US"/>
          </a:p>
        </p:txBody>
      </p:sp>
      <p:sp>
        <p:nvSpPr>
          <p:cNvPr id="5" name="Content Placeholder 4">
            <a:extLst>
              <a:ext uri="{FF2B5EF4-FFF2-40B4-BE49-F238E27FC236}">
                <a16:creationId xmlns:a16="http://schemas.microsoft.com/office/drawing/2014/main" id="{D941EE86-2B53-49CD-8CBE-23D2199EBC35}"/>
              </a:ext>
            </a:extLst>
          </p:cNvPr>
          <p:cNvSpPr>
            <a:spLocks noGrp="1"/>
          </p:cNvSpPr>
          <p:nvPr>
            <p:ph sz="half" idx="26"/>
          </p:nvPr>
        </p:nvSpPr>
        <p:spPr/>
        <p:txBody>
          <a:bodyPr/>
          <a:lstStyle/>
          <a:p>
            <a:endParaRPr lang="en-US"/>
          </a:p>
        </p:txBody>
      </p:sp>
      <p:sp>
        <p:nvSpPr>
          <p:cNvPr id="6" name="Picture Placeholder 5">
            <a:extLst>
              <a:ext uri="{FF2B5EF4-FFF2-40B4-BE49-F238E27FC236}">
                <a16:creationId xmlns:a16="http://schemas.microsoft.com/office/drawing/2014/main" id="{F83A2869-3668-B920-3C9C-3C6E37E249B9}"/>
              </a:ext>
            </a:extLst>
          </p:cNvPr>
          <p:cNvSpPr>
            <a:spLocks noGrp="1"/>
          </p:cNvSpPr>
          <p:nvPr>
            <p:ph type="pic" sz="quarter" idx="27"/>
          </p:nvPr>
        </p:nvSpPr>
        <p:spPr/>
        <p:txBody>
          <a:bodyPr/>
          <a:lstStyle/>
          <a:p>
            <a:endParaRPr lang="en-US"/>
          </a:p>
        </p:txBody>
      </p:sp>
      <p:sp>
        <p:nvSpPr>
          <p:cNvPr id="7" name="Text Placeholder 6">
            <a:extLst>
              <a:ext uri="{FF2B5EF4-FFF2-40B4-BE49-F238E27FC236}">
                <a16:creationId xmlns:a16="http://schemas.microsoft.com/office/drawing/2014/main" id="{57C3B909-6826-5802-27A1-16983A458346}"/>
              </a:ext>
            </a:extLst>
          </p:cNvPr>
          <p:cNvSpPr>
            <a:spLocks noGrp="1"/>
          </p:cNvSpPr>
          <p:nvPr>
            <p:ph type="body" idx="28"/>
          </p:nvPr>
        </p:nvSpPr>
        <p:spPr/>
        <p:txBody>
          <a:bodyPr/>
          <a:lstStyle/>
          <a:p>
            <a:endParaRPr lang="en-US"/>
          </a:p>
        </p:txBody>
      </p:sp>
      <p:sp>
        <p:nvSpPr>
          <p:cNvPr id="8" name="Content Placeholder 7">
            <a:extLst>
              <a:ext uri="{FF2B5EF4-FFF2-40B4-BE49-F238E27FC236}">
                <a16:creationId xmlns:a16="http://schemas.microsoft.com/office/drawing/2014/main" id="{ED273B16-F23A-1B8A-6C7E-D373BAFA4CF3}"/>
              </a:ext>
            </a:extLst>
          </p:cNvPr>
          <p:cNvSpPr>
            <a:spLocks noGrp="1"/>
          </p:cNvSpPr>
          <p:nvPr>
            <p:ph sz="half" idx="29"/>
          </p:nvPr>
        </p:nvSpPr>
        <p:spPr/>
        <p:txBody>
          <a:bodyPr/>
          <a:lstStyle/>
          <a:p>
            <a:endParaRPr lang="en-US"/>
          </a:p>
        </p:txBody>
      </p:sp>
      <p:sp>
        <p:nvSpPr>
          <p:cNvPr id="9" name="Picture Placeholder 8">
            <a:extLst>
              <a:ext uri="{FF2B5EF4-FFF2-40B4-BE49-F238E27FC236}">
                <a16:creationId xmlns:a16="http://schemas.microsoft.com/office/drawing/2014/main" id="{683D5493-BED5-5E87-EC8C-780146156948}"/>
              </a:ext>
            </a:extLst>
          </p:cNvPr>
          <p:cNvSpPr>
            <a:spLocks noGrp="1"/>
          </p:cNvSpPr>
          <p:nvPr>
            <p:ph type="pic" sz="quarter" idx="30"/>
          </p:nvPr>
        </p:nvSpPr>
        <p:spPr/>
        <p:txBody>
          <a:bodyPr/>
          <a:lstStyle/>
          <a:p>
            <a:endParaRPr lang="en-US"/>
          </a:p>
        </p:txBody>
      </p:sp>
      <p:sp>
        <p:nvSpPr>
          <p:cNvPr id="10" name="Text Placeholder 9">
            <a:extLst>
              <a:ext uri="{FF2B5EF4-FFF2-40B4-BE49-F238E27FC236}">
                <a16:creationId xmlns:a16="http://schemas.microsoft.com/office/drawing/2014/main" id="{AD593B6F-4DCB-28B9-457F-EFBEEFDE8A97}"/>
              </a:ext>
            </a:extLst>
          </p:cNvPr>
          <p:cNvSpPr>
            <a:spLocks noGrp="1"/>
          </p:cNvSpPr>
          <p:nvPr>
            <p:ph type="body" idx="31"/>
          </p:nvPr>
        </p:nvSpPr>
        <p:spPr/>
        <p:txBody>
          <a:bodyPr/>
          <a:lstStyle/>
          <a:p>
            <a:endParaRPr lang="en-US"/>
          </a:p>
        </p:txBody>
      </p:sp>
      <p:sp>
        <p:nvSpPr>
          <p:cNvPr id="11" name="Content Placeholder 10">
            <a:extLst>
              <a:ext uri="{FF2B5EF4-FFF2-40B4-BE49-F238E27FC236}">
                <a16:creationId xmlns:a16="http://schemas.microsoft.com/office/drawing/2014/main" id="{BEF47287-31D3-30F0-B818-20187021EB67}"/>
              </a:ext>
            </a:extLst>
          </p:cNvPr>
          <p:cNvSpPr>
            <a:spLocks noGrp="1"/>
          </p:cNvSpPr>
          <p:nvPr>
            <p:ph sz="half" idx="32"/>
          </p:nvPr>
        </p:nvSpPr>
        <p:spPr/>
        <p:txBody>
          <a:bodyPr/>
          <a:lstStyle/>
          <a:p>
            <a:endParaRPr lang="en-US"/>
          </a:p>
        </p:txBody>
      </p:sp>
      <p:sp>
        <p:nvSpPr>
          <p:cNvPr id="12" name="Picture Placeholder 11">
            <a:extLst>
              <a:ext uri="{FF2B5EF4-FFF2-40B4-BE49-F238E27FC236}">
                <a16:creationId xmlns:a16="http://schemas.microsoft.com/office/drawing/2014/main" id="{D5E14537-1F9B-69F1-1DB0-BDFECB005985}"/>
              </a:ext>
            </a:extLst>
          </p:cNvPr>
          <p:cNvSpPr>
            <a:spLocks noGrp="1"/>
          </p:cNvSpPr>
          <p:nvPr>
            <p:ph type="pic" sz="quarter" idx="33"/>
          </p:nvPr>
        </p:nvSpPr>
        <p:spPr/>
        <p:txBody>
          <a:bodyPr/>
          <a:lstStyle/>
          <a:p>
            <a:endParaRPr lang="en-US"/>
          </a:p>
        </p:txBody>
      </p:sp>
      <p:sp>
        <p:nvSpPr>
          <p:cNvPr id="13" name="Text Placeholder 12">
            <a:extLst>
              <a:ext uri="{FF2B5EF4-FFF2-40B4-BE49-F238E27FC236}">
                <a16:creationId xmlns:a16="http://schemas.microsoft.com/office/drawing/2014/main" id="{BDE792C8-F0D4-5A14-6149-5E2802E46E3D}"/>
              </a:ext>
            </a:extLst>
          </p:cNvPr>
          <p:cNvSpPr>
            <a:spLocks noGrp="1"/>
          </p:cNvSpPr>
          <p:nvPr>
            <p:ph type="body" idx="34"/>
          </p:nvPr>
        </p:nvSpPr>
        <p:spPr/>
        <p:txBody>
          <a:bodyPr/>
          <a:lstStyle/>
          <a:p>
            <a:endParaRPr lang="en-US"/>
          </a:p>
        </p:txBody>
      </p:sp>
      <p:sp>
        <p:nvSpPr>
          <p:cNvPr id="14" name="Content Placeholder 13">
            <a:extLst>
              <a:ext uri="{FF2B5EF4-FFF2-40B4-BE49-F238E27FC236}">
                <a16:creationId xmlns:a16="http://schemas.microsoft.com/office/drawing/2014/main" id="{4170D1FF-6B54-9FEE-35A8-324539555CAC}"/>
              </a:ext>
            </a:extLst>
          </p:cNvPr>
          <p:cNvSpPr>
            <a:spLocks noGrp="1"/>
          </p:cNvSpPr>
          <p:nvPr>
            <p:ph sz="half" idx="35"/>
          </p:nvPr>
        </p:nvSpPr>
        <p:spPr/>
        <p:txBody>
          <a:bodyPr/>
          <a:lstStyle/>
          <a:p>
            <a:endParaRPr lang="en-US"/>
          </a:p>
        </p:txBody>
      </p:sp>
      <p:sp>
        <p:nvSpPr>
          <p:cNvPr id="15" name="Picture Placeholder 14">
            <a:extLst>
              <a:ext uri="{FF2B5EF4-FFF2-40B4-BE49-F238E27FC236}">
                <a16:creationId xmlns:a16="http://schemas.microsoft.com/office/drawing/2014/main" id="{92ED5D1C-955F-971E-4492-97AFAA72923D}"/>
              </a:ext>
            </a:extLst>
          </p:cNvPr>
          <p:cNvSpPr>
            <a:spLocks noGrp="1"/>
          </p:cNvSpPr>
          <p:nvPr>
            <p:ph type="pic" sz="quarter" idx="36"/>
          </p:nvPr>
        </p:nvSpPr>
        <p:spPr/>
        <p:txBody>
          <a:bodyPr/>
          <a:lstStyle/>
          <a:p>
            <a:endParaRPr lang="en-US"/>
          </a:p>
        </p:txBody>
      </p:sp>
      <p:sp>
        <p:nvSpPr>
          <p:cNvPr id="16" name="Text Placeholder 15">
            <a:extLst>
              <a:ext uri="{FF2B5EF4-FFF2-40B4-BE49-F238E27FC236}">
                <a16:creationId xmlns:a16="http://schemas.microsoft.com/office/drawing/2014/main" id="{49AAD27C-376A-5093-1EFD-BD3E81B3E371}"/>
              </a:ext>
            </a:extLst>
          </p:cNvPr>
          <p:cNvSpPr>
            <a:spLocks noGrp="1"/>
          </p:cNvSpPr>
          <p:nvPr>
            <p:ph type="body" idx="37"/>
          </p:nvPr>
        </p:nvSpPr>
        <p:spPr/>
        <p:txBody>
          <a:bodyPr/>
          <a:lstStyle/>
          <a:p>
            <a:endParaRPr lang="en-US"/>
          </a:p>
        </p:txBody>
      </p:sp>
      <p:sp>
        <p:nvSpPr>
          <p:cNvPr id="17" name="Content Placeholder 16">
            <a:extLst>
              <a:ext uri="{FF2B5EF4-FFF2-40B4-BE49-F238E27FC236}">
                <a16:creationId xmlns:a16="http://schemas.microsoft.com/office/drawing/2014/main" id="{74EED5AC-7BB2-4F71-723C-C8BCDED06DD1}"/>
              </a:ext>
            </a:extLst>
          </p:cNvPr>
          <p:cNvSpPr>
            <a:spLocks noGrp="1"/>
          </p:cNvSpPr>
          <p:nvPr>
            <p:ph sz="half" idx="38"/>
          </p:nvPr>
        </p:nvSpPr>
        <p:spPr/>
        <p:txBody>
          <a:bodyPr/>
          <a:lstStyle/>
          <a:p>
            <a:endParaRPr lang="en-US"/>
          </a:p>
        </p:txBody>
      </p:sp>
      <p:sp>
        <p:nvSpPr>
          <p:cNvPr id="18" name="Picture Placeholder 17">
            <a:extLst>
              <a:ext uri="{FF2B5EF4-FFF2-40B4-BE49-F238E27FC236}">
                <a16:creationId xmlns:a16="http://schemas.microsoft.com/office/drawing/2014/main" id="{BE6DDD2C-A6BE-FD53-1831-F1EC285F8BEE}"/>
              </a:ext>
            </a:extLst>
          </p:cNvPr>
          <p:cNvSpPr>
            <a:spLocks noGrp="1"/>
          </p:cNvSpPr>
          <p:nvPr>
            <p:ph type="pic" sz="quarter" idx="39"/>
          </p:nvPr>
        </p:nvSpPr>
        <p:spPr/>
        <p:txBody>
          <a:bodyPr/>
          <a:lstStyle/>
          <a:p>
            <a:endParaRPr lang="en-US"/>
          </a:p>
        </p:txBody>
      </p:sp>
      <p:sp>
        <p:nvSpPr>
          <p:cNvPr id="19" name="Text Placeholder 18">
            <a:extLst>
              <a:ext uri="{FF2B5EF4-FFF2-40B4-BE49-F238E27FC236}">
                <a16:creationId xmlns:a16="http://schemas.microsoft.com/office/drawing/2014/main" id="{D79019B5-38D6-FDDE-5B1A-FB042B764B8D}"/>
              </a:ext>
            </a:extLst>
          </p:cNvPr>
          <p:cNvSpPr>
            <a:spLocks noGrp="1"/>
          </p:cNvSpPr>
          <p:nvPr>
            <p:ph type="body" idx="40"/>
          </p:nvPr>
        </p:nvSpPr>
        <p:spPr/>
        <p:txBody>
          <a:bodyPr/>
          <a:lstStyle/>
          <a:p>
            <a:endParaRPr lang="en-US"/>
          </a:p>
        </p:txBody>
      </p:sp>
      <p:sp>
        <p:nvSpPr>
          <p:cNvPr id="20" name="Content Placeholder 19">
            <a:extLst>
              <a:ext uri="{FF2B5EF4-FFF2-40B4-BE49-F238E27FC236}">
                <a16:creationId xmlns:a16="http://schemas.microsoft.com/office/drawing/2014/main" id="{67B43718-5742-A303-59EA-7B4799EF4312}"/>
              </a:ext>
            </a:extLst>
          </p:cNvPr>
          <p:cNvSpPr>
            <a:spLocks noGrp="1"/>
          </p:cNvSpPr>
          <p:nvPr>
            <p:ph sz="half" idx="41"/>
          </p:nvPr>
        </p:nvSpPr>
        <p:spPr/>
        <p:txBody>
          <a:bodyPr/>
          <a:lstStyle/>
          <a:p>
            <a:endParaRPr lang="en-US"/>
          </a:p>
        </p:txBody>
      </p:sp>
      <p:sp>
        <p:nvSpPr>
          <p:cNvPr id="21" name="Picture Placeholder 20">
            <a:extLst>
              <a:ext uri="{FF2B5EF4-FFF2-40B4-BE49-F238E27FC236}">
                <a16:creationId xmlns:a16="http://schemas.microsoft.com/office/drawing/2014/main" id="{127F7849-C0FC-CE3C-AA2A-B9C0F11F07B0}"/>
              </a:ext>
            </a:extLst>
          </p:cNvPr>
          <p:cNvSpPr>
            <a:spLocks noGrp="1"/>
          </p:cNvSpPr>
          <p:nvPr>
            <p:ph type="pic" sz="quarter" idx="42"/>
          </p:nvPr>
        </p:nvSpPr>
        <p:spPr/>
        <p:txBody>
          <a:bodyPr/>
          <a:lstStyle/>
          <a:p>
            <a:endParaRPr lang="en-US"/>
          </a:p>
        </p:txBody>
      </p:sp>
    </p:spTree>
    <p:extLst>
      <p:ext uri="{BB962C8B-B14F-4D97-AF65-F5344CB8AC3E}">
        <p14:creationId xmlns:p14="http://schemas.microsoft.com/office/powerpoint/2010/main" val="879261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85B97-735D-2799-B13C-189BB6EE52F1}"/>
              </a:ext>
            </a:extLst>
          </p:cNvPr>
          <p:cNvSpPr>
            <a:spLocks noGrp="1"/>
          </p:cNvSpPr>
          <p:nvPr>
            <p:ph type="title"/>
          </p:nvPr>
        </p:nvSpPr>
        <p:spPr/>
        <p:txBody>
          <a:bodyPr>
            <a:normAutofit fontScale="90000"/>
          </a:bodyPr>
          <a:lstStyle/>
          <a:p>
            <a:endParaRPr lang="en-US"/>
          </a:p>
        </p:txBody>
      </p:sp>
      <p:sp>
        <p:nvSpPr>
          <p:cNvPr id="3" name="Slide Number Placeholder 2">
            <a:extLst>
              <a:ext uri="{FF2B5EF4-FFF2-40B4-BE49-F238E27FC236}">
                <a16:creationId xmlns:a16="http://schemas.microsoft.com/office/drawing/2014/main" id="{E3E4251F-C2A7-9E73-7233-DCC8F1D278F4}"/>
              </a:ext>
            </a:extLst>
          </p:cNvPr>
          <p:cNvSpPr>
            <a:spLocks noGrp="1"/>
          </p:cNvSpPr>
          <p:nvPr>
            <p:ph type="sldNum" sz="quarter" idx="16"/>
          </p:nvPr>
        </p:nvSpPr>
        <p:spPr/>
        <p:txBody>
          <a:bodyPr/>
          <a:lstStyle/>
          <a:p>
            <a:fld id="{EB4B8DE2-A4E8-46E4-8BBF-D75455EFF32C}" type="slidenum">
              <a:rPr lang="en-US" smtClean="0"/>
              <a:pPr/>
              <a:t>49</a:t>
            </a:fld>
            <a:endParaRPr lang="en-US" dirty="0"/>
          </a:p>
        </p:txBody>
      </p:sp>
      <p:sp>
        <p:nvSpPr>
          <p:cNvPr id="4" name="Text Placeholder 3">
            <a:extLst>
              <a:ext uri="{FF2B5EF4-FFF2-40B4-BE49-F238E27FC236}">
                <a16:creationId xmlns:a16="http://schemas.microsoft.com/office/drawing/2014/main" id="{AA27800E-623E-9A93-B3F1-516543FFE751}"/>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2A75C9B9-922E-D368-8907-E65C845AFC45}"/>
              </a:ext>
            </a:extLst>
          </p:cNvPr>
          <p:cNvSpPr>
            <a:spLocks noGrp="1"/>
          </p:cNvSpPr>
          <p:nvPr>
            <p:ph type="body" sz="quarter" idx="22"/>
          </p:nvPr>
        </p:nvSpPr>
        <p:spPr/>
        <p:txBody>
          <a:bodyPr/>
          <a:lstStyle/>
          <a:p>
            <a:endParaRPr lang="en-US"/>
          </a:p>
        </p:txBody>
      </p:sp>
      <p:sp>
        <p:nvSpPr>
          <p:cNvPr id="6" name="Text Placeholder 5">
            <a:extLst>
              <a:ext uri="{FF2B5EF4-FFF2-40B4-BE49-F238E27FC236}">
                <a16:creationId xmlns:a16="http://schemas.microsoft.com/office/drawing/2014/main" id="{6CFBF6C5-ED08-C1B3-45BF-054F3B654DBE}"/>
              </a:ext>
            </a:extLst>
          </p:cNvPr>
          <p:cNvSpPr>
            <a:spLocks noGrp="1"/>
          </p:cNvSpPr>
          <p:nvPr>
            <p:ph type="body" sz="quarter" idx="23"/>
          </p:nvPr>
        </p:nvSpPr>
        <p:spPr/>
        <p:txBody>
          <a:bodyPr/>
          <a:lstStyle/>
          <a:p>
            <a:endParaRPr lang="en-US"/>
          </a:p>
        </p:txBody>
      </p:sp>
      <p:sp>
        <p:nvSpPr>
          <p:cNvPr id="7" name="Text Placeholder 6">
            <a:extLst>
              <a:ext uri="{FF2B5EF4-FFF2-40B4-BE49-F238E27FC236}">
                <a16:creationId xmlns:a16="http://schemas.microsoft.com/office/drawing/2014/main" id="{410FA4A4-5C0A-4E74-7A14-77B2B34AA6C6}"/>
              </a:ext>
            </a:extLst>
          </p:cNvPr>
          <p:cNvSpPr>
            <a:spLocks noGrp="1"/>
          </p:cNvSpPr>
          <p:nvPr>
            <p:ph type="body" sz="quarter" idx="24"/>
          </p:nvPr>
        </p:nvSpPr>
        <p:spPr/>
        <p:txBody>
          <a:bodyPr/>
          <a:lstStyle/>
          <a:p>
            <a:endParaRPr lang="en-US"/>
          </a:p>
        </p:txBody>
      </p:sp>
      <p:sp>
        <p:nvSpPr>
          <p:cNvPr id="8" name="Text Placeholder 7">
            <a:extLst>
              <a:ext uri="{FF2B5EF4-FFF2-40B4-BE49-F238E27FC236}">
                <a16:creationId xmlns:a16="http://schemas.microsoft.com/office/drawing/2014/main" id="{4DD6DCA4-F478-E92E-FB3F-6B9CDE2F1B74}"/>
              </a:ext>
            </a:extLst>
          </p:cNvPr>
          <p:cNvSpPr>
            <a:spLocks noGrp="1"/>
          </p:cNvSpPr>
          <p:nvPr>
            <p:ph type="body" sz="quarter" idx="25"/>
          </p:nvPr>
        </p:nvSpPr>
        <p:spPr/>
        <p:txBody>
          <a:bodyPr/>
          <a:lstStyle/>
          <a:p>
            <a:endParaRPr lang="en-US"/>
          </a:p>
        </p:txBody>
      </p:sp>
      <p:sp>
        <p:nvSpPr>
          <p:cNvPr id="9" name="Text Placeholder 8">
            <a:extLst>
              <a:ext uri="{FF2B5EF4-FFF2-40B4-BE49-F238E27FC236}">
                <a16:creationId xmlns:a16="http://schemas.microsoft.com/office/drawing/2014/main" id="{DA5A875F-CA35-E741-37BF-DBF72C3DB00B}"/>
              </a:ext>
            </a:extLst>
          </p:cNvPr>
          <p:cNvSpPr>
            <a:spLocks noGrp="1"/>
          </p:cNvSpPr>
          <p:nvPr>
            <p:ph type="body" sz="quarter" idx="26"/>
          </p:nvPr>
        </p:nvSpPr>
        <p:spPr/>
        <p:txBody>
          <a:bodyPr/>
          <a:lstStyle/>
          <a:p>
            <a:endParaRPr lang="en-US"/>
          </a:p>
        </p:txBody>
      </p:sp>
      <p:sp>
        <p:nvSpPr>
          <p:cNvPr id="10" name="Text Placeholder 9">
            <a:extLst>
              <a:ext uri="{FF2B5EF4-FFF2-40B4-BE49-F238E27FC236}">
                <a16:creationId xmlns:a16="http://schemas.microsoft.com/office/drawing/2014/main" id="{DC3EAB3D-D82B-E0D8-6B4D-B87A82AC59CC}"/>
              </a:ext>
            </a:extLst>
          </p:cNvPr>
          <p:cNvSpPr>
            <a:spLocks noGrp="1"/>
          </p:cNvSpPr>
          <p:nvPr>
            <p:ph type="body" sz="quarter" idx="27"/>
          </p:nvPr>
        </p:nvSpPr>
        <p:spPr/>
        <p:txBody>
          <a:bodyPr/>
          <a:lstStyle/>
          <a:p>
            <a:endParaRPr lang="en-US"/>
          </a:p>
        </p:txBody>
      </p:sp>
      <p:sp>
        <p:nvSpPr>
          <p:cNvPr id="11" name="Text Placeholder 10">
            <a:extLst>
              <a:ext uri="{FF2B5EF4-FFF2-40B4-BE49-F238E27FC236}">
                <a16:creationId xmlns:a16="http://schemas.microsoft.com/office/drawing/2014/main" id="{A3058148-26C4-7EEE-C421-000AECB7A25F}"/>
              </a:ext>
            </a:extLst>
          </p:cNvPr>
          <p:cNvSpPr>
            <a:spLocks noGrp="1"/>
          </p:cNvSpPr>
          <p:nvPr>
            <p:ph type="body" sz="quarter" idx="28"/>
          </p:nvPr>
        </p:nvSpPr>
        <p:spPr/>
        <p:txBody>
          <a:bodyPr/>
          <a:lstStyle/>
          <a:p>
            <a:endParaRPr lang="en-US"/>
          </a:p>
        </p:txBody>
      </p:sp>
      <p:sp>
        <p:nvSpPr>
          <p:cNvPr id="12" name="Picture Placeholder 11">
            <a:extLst>
              <a:ext uri="{FF2B5EF4-FFF2-40B4-BE49-F238E27FC236}">
                <a16:creationId xmlns:a16="http://schemas.microsoft.com/office/drawing/2014/main" id="{C2E4A41F-31AA-869A-9352-9EC022F6AB3F}"/>
              </a:ext>
            </a:extLst>
          </p:cNvPr>
          <p:cNvSpPr>
            <a:spLocks noGrp="1"/>
          </p:cNvSpPr>
          <p:nvPr>
            <p:ph type="pic" sz="quarter" idx="29"/>
          </p:nvPr>
        </p:nvSpPr>
        <p:spPr/>
        <p:txBody>
          <a:bodyPr/>
          <a:lstStyle/>
          <a:p>
            <a:endParaRPr lang="en-US"/>
          </a:p>
        </p:txBody>
      </p:sp>
      <p:sp>
        <p:nvSpPr>
          <p:cNvPr id="13" name="Picture Placeholder 12">
            <a:extLst>
              <a:ext uri="{FF2B5EF4-FFF2-40B4-BE49-F238E27FC236}">
                <a16:creationId xmlns:a16="http://schemas.microsoft.com/office/drawing/2014/main" id="{1C8E868F-5C8E-5CCE-E5E4-D763E18C2C24}"/>
              </a:ext>
            </a:extLst>
          </p:cNvPr>
          <p:cNvSpPr>
            <a:spLocks noGrp="1"/>
          </p:cNvSpPr>
          <p:nvPr>
            <p:ph type="pic" sz="quarter" idx="30"/>
          </p:nvPr>
        </p:nvSpPr>
        <p:spPr/>
        <p:txBody>
          <a:bodyPr/>
          <a:lstStyle/>
          <a:p>
            <a:endParaRPr lang="en-US"/>
          </a:p>
        </p:txBody>
      </p:sp>
      <p:sp>
        <p:nvSpPr>
          <p:cNvPr id="14" name="Picture Placeholder 13">
            <a:extLst>
              <a:ext uri="{FF2B5EF4-FFF2-40B4-BE49-F238E27FC236}">
                <a16:creationId xmlns:a16="http://schemas.microsoft.com/office/drawing/2014/main" id="{B22CA9DC-AC24-8A91-3AEB-9292A373E36B}"/>
              </a:ext>
            </a:extLst>
          </p:cNvPr>
          <p:cNvSpPr>
            <a:spLocks noGrp="1"/>
          </p:cNvSpPr>
          <p:nvPr>
            <p:ph type="pic" sz="quarter" idx="31"/>
          </p:nvPr>
        </p:nvSpPr>
        <p:spPr/>
        <p:txBody>
          <a:bodyPr/>
          <a:lstStyle/>
          <a:p>
            <a:endParaRPr lang="en-US"/>
          </a:p>
        </p:txBody>
      </p:sp>
      <p:sp>
        <p:nvSpPr>
          <p:cNvPr id="15" name="Picture Placeholder 14">
            <a:extLst>
              <a:ext uri="{FF2B5EF4-FFF2-40B4-BE49-F238E27FC236}">
                <a16:creationId xmlns:a16="http://schemas.microsoft.com/office/drawing/2014/main" id="{11CB98F2-45AF-CF69-B120-821C0081B768}"/>
              </a:ext>
            </a:extLst>
          </p:cNvPr>
          <p:cNvSpPr>
            <a:spLocks noGrp="1"/>
          </p:cNvSpPr>
          <p:nvPr>
            <p:ph type="pic" sz="quarter" idx="32"/>
          </p:nvPr>
        </p:nvSpPr>
        <p:spPr/>
        <p:txBody>
          <a:bodyPr/>
          <a:lstStyle/>
          <a:p>
            <a:endParaRPr lang="en-US"/>
          </a:p>
        </p:txBody>
      </p:sp>
      <p:sp>
        <p:nvSpPr>
          <p:cNvPr id="16" name="Picture Placeholder 15">
            <a:extLst>
              <a:ext uri="{FF2B5EF4-FFF2-40B4-BE49-F238E27FC236}">
                <a16:creationId xmlns:a16="http://schemas.microsoft.com/office/drawing/2014/main" id="{F3BF5AC3-8CEA-44DA-4BF1-B1D2A223761B}"/>
              </a:ext>
            </a:extLst>
          </p:cNvPr>
          <p:cNvSpPr>
            <a:spLocks noGrp="1"/>
          </p:cNvSpPr>
          <p:nvPr>
            <p:ph type="pic" sz="quarter" idx="33"/>
          </p:nvPr>
        </p:nvSpPr>
        <p:spPr/>
        <p:txBody>
          <a:bodyPr/>
          <a:lstStyle/>
          <a:p>
            <a:endParaRPr lang="en-US"/>
          </a:p>
        </p:txBody>
      </p:sp>
      <p:sp>
        <p:nvSpPr>
          <p:cNvPr id="17" name="Picture Placeholder 16">
            <a:extLst>
              <a:ext uri="{FF2B5EF4-FFF2-40B4-BE49-F238E27FC236}">
                <a16:creationId xmlns:a16="http://schemas.microsoft.com/office/drawing/2014/main" id="{92AADEC9-4A33-AFEF-6DF1-FE6466EFD01D}"/>
              </a:ext>
            </a:extLst>
          </p:cNvPr>
          <p:cNvSpPr>
            <a:spLocks noGrp="1"/>
          </p:cNvSpPr>
          <p:nvPr>
            <p:ph type="pic" sz="quarter" idx="34"/>
          </p:nvPr>
        </p:nvSpPr>
        <p:spPr/>
        <p:txBody>
          <a:bodyPr/>
          <a:lstStyle/>
          <a:p>
            <a:endParaRPr lang="en-US"/>
          </a:p>
        </p:txBody>
      </p:sp>
      <p:sp>
        <p:nvSpPr>
          <p:cNvPr id="18" name="Picture Placeholder 17">
            <a:extLst>
              <a:ext uri="{FF2B5EF4-FFF2-40B4-BE49-F238E27FC236}">
                <a16:creationId xmlns:a16="http://schemas.microsoft.com/office/drawing/2014/main" id="{AAA06B45-ADDB-AB5A-2691-D44184A2AA62}"/>
              </a:ext>
            </a:extLst>
          </p:cNvPr>
          <p:cNvSpPr>
            <a:spLocks noGrp="1"/>
          </p:cNvSpPr>
          <p:nvPr>
            <p:ph type="pic" sz="quarter" idx="35"/>
          </p:nvPr>
        </p:nvSpPr>
        <p:spPr/>
        <p:txBody>
          <a:bodyPr/>
          <a:lstStyle/>
          <a:p>
            <a:endParaRPr lang="en-US"/>
          </a:p>
        </p:txBody>
      </p:sp>
      <p:sp>
        <p:nvSpPr>
          <p:cNvPr id="19" name="Picture Placeholder 18">
            <a:extLst>
              <a:ext uri="{FF2B5EF4-FFF2-40B4-BE49-F238E27FC236}">
                <a16:creationId xmlns:a16="http://schemas.microsoft.com/office/drawing/2014/main" id="{41C386EC-519A-A0B7-D434-7EAA03BF01CC}"/>
              </a:ext>
            </a:extLst>
          </p:cNvPr>
          <p:cNvSpPr>
            <a:spLocks noGrp="1"/>
          </p:cNvSpPr>
          <p:nvPr>
            <p:ph type="pic" sz="quarter" idx="36"/>
          </p:nvPr>
        </p:nvSpPr>
        <p:spPr/>
        <p:txBody>
          <a:bodyPr/>
          <a:lstStyle/>
          <a:p>
            <a:endParaRPr lang="en-US"/>
          </a:p>
        </p:txBody>
      </p:sp>
    </p:spTree>
    <p:extLst>
      <p:ext uri="{BB962C8B-B14F-4D97-AF65-F5344CB8AC3E}">
        <p14:creationId xmlns:p14="http://schemas.microsoft.com/office/powerpoint/2010/main" val="30242643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25966-E320-902F-0657-C9E741CAA92C}"/>
              </a:ext>
            </a:extLst>
          </p:cNvPr>
          <p:cNvSpPr>
            <a:spLocks noGrp="1"/>
          </p:cNvSpPr>
          <p:nvPr>
            <p:ph type="title"/>
          </p:nvPr>
        </p:nvSpPr>
        <p:spPr/>
        <p:txBody>
          <a:bodyPr>
            <a:normAutofit fontScale="90000"/>
          </a:bodyPr>
          <a:lstStyle/>
          <a:p>
            <a:endParaRPr lang="en-US"/>
          </a:p>
        </p:txBody>
      </p:sp>
      <p:sp>
        <p:nvSpPr>
          <p:cNvPr id="3" name="Slide Number Placeholder 2">
            <a:extLst>
              <a:ext uri="{FF2B5EF4-FFF2-40B4-BE49-F238E27FC236}">
                <a16:creationId xmlns:a16="http://schemas.microsoft.com/office/drawing/2014/main" id="{865A597E-ED87-7061-82DF-E5E338469D53}"/>
              </a:ext>
            </a:extLst>
          </p:cNvPr>
          <p:cNvSpPr>
            <a:spLocks noGrp="1"/>
          </p:cNvSpPr>
          <p:nvPr>
            <p:ph type="sldNum" sz="quarter" idx="12"/>
          </p:nvPr>
        </p:nvSpPr>
        <p:spPr/>
        <p:txBody>
          <a:bodyPr/>
          <a:lstStyle/>
          <a:p>
            <a:fld id="{EB4B8DE2-A4E8-46E4-8BBF-D75455EFF32C}" type="slidenum">
              <a:rPr lang="en-US" smtClean="0"/>
              <a:pPr/>
              <a:t>50</a:t>
            </a:fld>
            <a:endParaRPr lang="en-US"/>
          </a:p>
        </p:txBody>
      </p:sp>
      <p:sp>
        <p:nvSpPr>
          <p:cNvPr id="4" name="Picture Placeholder 3">
            <a:extLst>
              <a:ext uri="{FF2B5EF4-FFF2-40B4-BE49-F238E27FC236}">
                <a16:creationId xmlns:a16="http://schemas.microsoft.com/office/drawing/2014/main" id="{C52E0284-0AF5-CD0E-A0DD-62FBB5C01025}"/>
              </a:ext>
            </a:extLst>
          </p:cNvPr>
          <p:cNvSpPr>
            <a:spLocks noGrp="1"/>
          </p:cNvSpPr>
          <p:nvPr>
            <p:ph type="pic" sz="quarter" idx="13"/>
          </p:nvPr>
        </p:nvSpPr>
        <p:spPr/>
        <p:txBody>
          <a:bodyPr/>
          <a:lstStyle/>
          <a:p>
            <a:endParaRPr lang="en-US"/>
          </a:p>
        </p:txBody>
      </p:sp>
      <p:sp>
        <p:nvSpPr>
          <p:cNvPr id="5" name="Text Placeholder 4">
            <a:extLst>
              <a:ext uri="{FF2B5EF4-FFF2-40B4-BE49-F238E27FC236}">
                <a16:creationId xmlns:a16="http://schemas.microsoft.com/office/drawing/2014/main" id="{EECC919F-EE15-FB15-E0C3-F0A7E3D2B4B9}"/>
              </a:ext>
            </a:extLst>
          </p:cNvPr>
          <p:cNvSpPr>
            <a:spLocks noGrp="1"/>
          </p:cNvSpPr>
          <p:nvPr>
            <p:ph type="body" sz="quarter" idx="14"/>
          </p:nvPr>
        </p:nvSpPr>
        <p:spPr/>
        <p:txBody>
          <a:bodyPr/>
          <a:lstStyle/>
          <a:p>
            <a:endParaRPr lang="en-US"/>
          </a:p>
        </p:txBody>
      </p:sp>
      <p:sp>
        <p:nvSpPr>
          <p:cNvPr id="6" name="Text Placeholder 5">
            <a:extLst>
              <a:ext uri="{FF2B5EF4-FFF2-40B4-BE49-F238E27FC236}">
                <a16:creationId xmlns:a16="http://schemas.microsoft.com/office/drawing/2014/main" id="{89564D93-394D-C646-0F9E-E7D133C188C9}"/>
              </a:ext>
            </a:extLst>
          </p:cNvPr>
          <p:cNvSpPr>
            <a:spLocks noGrp="1"/>
          </p:cNvSpPr>
          <p:nvPr>
            <p:ph type="body" sz="quarter" idx="22"/>
          </p:nvPr>
        </p:nvSpPr>
        <p:spPr/>
        <p:txBody>
          <a:bodyPr/>
          <a:lstStyle/>
          <a:p>
            <a:endParaRPr lang="en-US"/>
          </a:p>
        </p:txBody>
      </p:sp>
      <p:sp>
        <p:nvSpPr>
          <p:cNvPr id="7" name="Text Placeholder 6">
            <a:extLst>
              <a:ext uri="{FF2B5EF4-FFF2-40B4-BE49-F238E27FC236}">
                <a16:creationId xmlns:a16="http://schemas.microsoft.com/office/drawing/2014/main" id="{DC57541D-3678-136D-7D35-D427BED6F204}"/>
              </a:ext>
            </a:extLst>
          </p:cNvPr>
          <p:cNvSpPr>
            <a:spLocks noGrp="1"/>
          </p:cNvSpPr>
          <p:nvPr>
            <p:ph type="body" sz="quarter" idx="23"/>
          </p:nvPr>
        </p:nvSpPr>
        <p:spPr/>
        <p:txBody>
          <a:bodyPr/>
          <a:lstStyle/>
          <a:p>
            <a:endParaRPr lang="en-US"/>
          </a:p>
        </p:txBody>
      </p:sp>
      <p:sp>
        <p:nvSpPr>
          <p:cNvPr id="8" name="Text Placeholder 7">
            <a:extLst>
              <a:ext uri="{FF2B5EF4-FFF2-40B4-BE49-F238E27FC236}">
                <a16:creationId xmlns:a16="http://schemas.microsoft.com/office/drawing/2014/main" id="{ECA6B817-D98E-1EA3-DFF7-C95892F947FD}"/>
              </a:ext>
            </a:extLst>
          </p:cNvPr>
          <p:cNvSpPr>
            <a:spLocks noGrp="1"/>
          </p:cNvSpPr>
          <p:nvPr>
            <p:ph type="body" sz="quarter" idx="24"/>
          </p:nvPr>
        </p:nvSpPr>
        <p:spPr/>
        <p:txBody>
          <a:bodyPr/>
          <a:lstStyle/>
          <a:p>
            <a:endParaRPr lang="en-US"/>
          </a:p>
        </p:txBody>
      </p:sp>
      <p:sp>
        <p:nvSpPr>
          <p:cNvPr id="9" name="Text Placeholder 8">
            <a:extLst>
              <a:ext uri="{FF2B5EF4-FFF2-40B4-BE49-F238E27FC236}">
                <a16:creationId xmlns:a16="http://schemas.microsoft.com/office/drawing/2014/main" id="{1603729C-82C8-9386-FD79-EEE0BC81F7FB}"/>
              </a:ext>
            </a:extLst>
          </p:cNvPr>
          <p:cNvSpPr>
            <a:spLocks noGrp="1"/>
          </p:cNvSpPr>
          <p:nvPr>
            <p:ph type="body" sz="quarter" idx="25"/>
          </p:nvPr>
        </p:nvSpPr>
        <p:spPr/>
        <p:txBody>
          <a:bodyPr/>
          <a:lstStyle/>
          <a:p>
            <a:endParaRPr lang="en-US"/>
          </a:p>
        </p:txBody>
      </p:sp>
      <p:sp>
        <p:nvSpPr>
          <p:cNvPr id="10" name="Text Placeholder 9">
            <a:extLst>
              <a:ext uri="{FF2B5EF4-FFF2-40B4-BE49-F238E27FC236}">
                <a16:creationId xmlns:a16="http://schemas.microsoft.com/office/drawing/2014/main" id="{FC9D04E1-A24B-6BB4-563F-4A959873765D}"/>
              </a:ext>
            </a:extLst>
          </p:cNvPr>
          <p:cNvSpPr>
            <a:spLocks noGrp="1"/>
          </p:cNvSpPr>
          <p:nvPr>
            <p:ph type="body" sz="quarter" idx="26"/>
          </p:nvPr>
        </p:nvSpPr>
        <p:spPr/>
        <p:txBody>
          <a:bodyPr/>
          <a:lstStyle/>
          <a:p>
            <a:endParaRPr lang="en-US"/>
          </a:p>
        </p:txBody>
      </p:sp>
      <p:sp>
        <p:nvSpPr>
          <p:cNvPr id="11" name="Picture Placeholder 10">
            <a:extLst>
              <a:ext uri="{FF2B5EF4-FFF2-40B4-BE49-F238E27FC236}">
                <a16:creationId xmlns:a16="http://schemas.microsoft.com/office/drawing/2014/main" id="{AE682331-9752-2A5E-B179-A7423618ABD2}"/>
              </a:ext>
            </a:extLst>
          </p:cNvPr>
          <p:cNvSpPr>
            <a:spLocks noGrp="1"/>
          </p:cNvSpPr>
          <p:nvPr>
            <p:ph type="pic" sz="quarter" idx="29"/>
          </p:nvPr>
        </p:nvSpPr>
        <p:spPr/>
        <p:txBody>
          <a:bodyPr/>
          <a:lstStyle/>
          <a:p>
            <a:endParaRPr lang="en-US"/>
          </a:p>
        </p:txBody>
      </p:sp>
    </p:spTree>
    <p:extLst>
      <p:ext uri="{BB962C8B-B14F-4D97-AF65-F5344CB8AC3E}">
        <p14:creationId xmlns:p14="http://schemas.microsoft.com/office/powerpoint/2010/main" val="346565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B2A0CB5-B588-C7B6-5E97-9BA481C493F8}"/>
              </a:ext>
            </a:extLst>
          </p:cNvPr>
          <p:cNvSpPr>
            <a:spLocks noGrp="1"/>
          </p:cNvSpPr>
          <p:nvPr>
            <p:ph type="sldNum" sz="quarter" idx="12"/>
          </p:nvPr>
        </p:nvSpPr>
        <p:spPr/>
        <p:txBody>
          <a:bodyPr/>
          <a:lstStyle/>
          <a:p>
            <a:fld id="{EB4B8DE2-A4E8-46E4-8BBF-D75455EFF32C}" type="slidenum">
              <a:rPr lang="en-US" smtClean="0"/>
              <a:pPr/>
              <a:t>51</a:t>
            </a:fld>
            <a:endParaRPr lang="en-US"/>
          </a:p>
        </p:txBody>
      </p:sp>
      <p:sp>
        <p:nvSpPr>
          <p:cNvPr id="3" name="Text Placeholder 2">
            <a:extLst>
              <a:ext uri="{FF2B5EF4-FFF2-40B4-BE49-F238E27FC236}">
                <a16:creationId xmlns:a16="http://schemas.microsoft.com/office/drawing/2014/main" id="{8ABFF110-CF1E-2B81-4406-DD867F9C9475}"/>
              </a:ext>
            </a:extLst>
          </p:cNvPr>
          <p:cNvSpPr>
            <a:spLocks noGrp="1"/>
          </p:cNvSpPr>
          <p:nvPr>
            <p:ph type="body" sz="quarter" idx="14"/>
          </p:nvPr>
        </p:nvSpPr>
        <p:spPr/>
        <p:txBody>
          <a:bodyPr/>
          <a:lstStyle/>
          <a:p>
            <a:endParaRPr lang="en-US"/>
          </a:p>
        </p:txBody>
      </p:sp>
      <p:sp>
        <p:nvSpPr>
          <p:cNvPr id="4" name="Text Placeholder 3">
            <a:extLst>
              <a:ext uri="{FF2B5EF4-FFF2-40B4-BE49-F238E27FC236}">
                <a16:creationId xmlns:a16="http://schemas.microsoft.com/office/drawing/2014/main" id="{C4E1B3E5-2A96-979D-916F-0D6632FF5DA4}"/>
              </a:ext>
            </a:extLst>
          </p:cNvPr>
          <p:cNvSpPr>
            <a:spLocks noGrp="1"/>
          </p:cNvSpPr>
          <p:nvPr>
            <p:ph type="body" sz="quarter" idx="22"/>
          </p:nvPr>
        </p:nvSpPr>
        <p:spPr/>
        <p:txBody>
          <a:bodyPr/>
          <a:lstStyle/>
          <a:p>
            <a:endParaRPr lang="en-US"/>
          </a:p>
        </p:txBody>
      </p:sp>
      <p:sp>
        <p:nvSpPr>
          <p:cNvPr id="5" name="Text Placeholder 4">
            <a:extLst>
              <a:ext uri="{FF2B5EF4-FFF2-40B4-BE49-F238E27FC236}">
                <a16:creationId xmlns:a16="http://schemas.microsoft.com/office/drawing/2014/main" id="{D77F468B-BBB4-B8E9-4D5F-F4E55F3F8471}"/>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D73BBED1-CE2A-12BF-E2B5-E44C1280B8DE}"/>
              </a:ext>
            </a:extLst>
          </p:cNvPr>
          <p:cNvSpPr>
            <a:spLocks noGrp="1"/>
          </p:cNvSpPr>
          <p:nvPr>
            <p:ph type="body" sz="quarter" idx="24"/>
          </p:nvPr>
        </p:nvSpPr>
        <p:spPr/>
        <p:txBody>
          <a:bodyPr/>
          <a:lstStyle/>
          <a:p>
            <a:endParaRPr lang="en-US"/>
          </a:p>
        </p:txBody>
      </p:sp>
      <p:sp>
        <p:nvSpPr>
          <p:cNvPr id="7" name="Title 6">
            <a:extLst>
              <a:ext uri="{FF2B5EF4-FFF2-40B4-BE49-F238E27FC236}">
                <a16:creationId xmlns:a16="http://schemas.microsoft.com/office/drawing/2014/main" id="{0F79215A-75C5-BD4B-610E-B67A288E6FDF}"/>
              </a:ext>
            </a:extLst>
          </p:cNvPr>
          <p:cNvSpPr>
            <a:spLocks noGrp="1"/>
          </p:cNvSpPr>
          <p:nvPr>
            <p:ph type="title"/>
          </p:nvPr>
        </p:nvSpPr>
        <p:spPr/>
        <p:txBody>
          <a:bodyPr>
            <a:normAutofit fontScale="90000"/>
          </a:bodyPr>
          <a:lstStyle/>
          <a:p>
            <a:endParaRPr lang="en-US"/>
          </a:p>
        </p:txBody>
      </p:sp>
      <p:sp>
        <p:nvSpPr>
          <p:cNvPr id="8" name="Text Placeholder 7">
            <a:extLst>
              <a:ext uri="{FF2B5EF4-FFF2-40B4-BE49-F238E27FC236}">
                <a16:creationId xmlns:a16="http://schemas.microsoft.com/office/drawing/2014/main" id="{1A10FCA0-684F-00F6-3027-D8B648829052}"/>
              </a:ext>
            </a:extLst>
          </p:cNvPr>
          <p:cNvSpPr>
            <a:spLocks noGrp="1"/>
          </p:cNvSpPr>
          <p:nvPr>
            <p:ph type="body" sz="quarter" idx="34"/>
          </p:nvPr>
        </p:nvSpPr>
        <p:spPr/>
        <p:txBody>
          <a:bodyPr/>
          <a:lstStyle/>
          <a:p>
            <a:endParaRPr lang="en-US"/>
          </a:p>
        </p:txBody>
      </p:sp>
      <p:sp>
        <p:nvSpPr>
          <p:cNvPr id="9" name="Text Placeholder 8">
            <a:extLst>
              <a:ext uri="{FF2B5EF4-FFF2-40B4-BE49-F238E27FC236}">
                <a16:creationId xmlns:a16="http://schemas.microsoft.com/office/drawing/2014/main" id="{3437F44C-8667-2E84-A34F-82BD0DEF8B87}"/>
              </a:ext>
            </a:extLst>
          </p:cNvPr>
          <p:cNvSpPr>
            <a:spLocks noGrp="1"/>
          </p:cNvSpPr>
          <p:nvPr>
            <p:ph type="body" sz="quarter" idx="35"/>
          </p:nvPr>
        </p:nvSpPr>
        <p:spPr/>
        <p:txBody>
          <a:bodyPr/>
          <a:lstStyle/>
          <a:p>
            <a:endParaRPr lang="en-US"/>
          </a:p>
        </p:txBody>
      </p:sp>
      <p:sp>
        <p:nvSpPr>
          <p:cNvPr id="10" name="Text Placeholder 9">
            <a:extLst>
              <a:ext uri="{FF2B5EF4-FFF2-40B4-BE49-F238E27FC236}">
                <a16:creationId xmlns:a16="http://schemas.microsoft.com/office/drawing/2014/main" id="{0C29A83F-826A-B147-A937-ABD0CB71B841}"/>
              </a:ext>
            </a:extLst>
          </p:cNvPr>
          <p:cNvSpPr>
            <a:spLocks noGrp="1"/>
          </p:cNvSpPr>
          <p:nvPr>
            <p:ph type="body" sz="quarter" idx="36"/>
          </p:nvPr>
        </p:nvSpPr>
        <p:spPr/>
        <p:txBody>
          <a:bodyPr/>
          <a:lstStyle/>
          <a:p>
            <a:endParaRPr lang="en-US"/>
          </a:p>
        </p:txBody>
      </p:sp>
      <p:sp>
        <p:nvSpPr>
          <p:cNvPr id="11" name="Text Placeholder 10">
            <a:extLst>
              <a:ext uri="{FF2B5EF4-FFF2-40B4-BE49-F238E27FC236}">
                <a16:creationId xmlns:a16="http://schemas.microsoft.com/office/drawing/2014/main" id="{196BB534-026C-08A3-E764-64D4DD3F6D03}"/>
              </a:ext>
            </a:extLst>
          </p:cNvPr>
          <p:cNvSpPr>
            <a:spLocks noGrp="1"/>
          </p:cNvSpPr>
          <p:nvPr>
            <p:ph type="body" sz="quarter" idx="37"/>
          </p:nvPr>
        </p:nvSpPr>
        <p:spPr/>
        <p:txBody>
          <a:bodyPr/>
          <a:lstStyle/>
          <a:p>
            <a:endParaRPr lang="en-US"/>
          </a:p>
        </p:txBody>
      </p:sp>
      <p:sp>
        <p:nvSpPr>
          <p:cNvPr id="12" name="Text Placeholder 11">
            <a:extLst>
              <a:ext uri="{FF2B5EF4-FFF2-40B4-BE49-F238E27FC236}">
                <a16:creationId xmlns:a16="http://schemas.microsoft.com/office/drawing/2014/main" id="{773A1E07-B28D-BEEE-2DE6-9CFE04697D6C}"/>
              </a:ext>
            </a:extLst>
          </p:cNvPr>
          <p:cNvSpPr>
            <a:spLocks noGrp="1"/>
          </p:cNvSpPr>
          <p:nvPr>
            <p:ph type="body" sz="quarter" idx="38"/>
          </p:nvPr>
        </p:nvSpPr>
        <p:spPr/>
        <p:txBody>
          <a:bodyPr/>
          <a:lstStyle/>
          <a:p>
            <a:endParaRPr lang="en-US"/>
          </a:p>
        </p:txBody>
      </p:sp>
      <p:sp>
        <p:nvSpPr>
          <p:cNvPr id="13" name="Picture Placeholder 12">
            <a:extLst>
              <a:ext uri="{FF2B5EF4-FFF2-40B4-BE49-F238E27FC236}">
                <a16:creationId xmlns:a16="http://schemas.microsoft.com/office/drawing/2014/main" id="{544B1053-CE7D-B54D-0888-4BD14AFDC284}"/>
              </a:ext>
            </a:extLst>
          </p:cNvPr>
          <p:cNvSpPr>
            <a:spLocks noGrp="1"/>
          </p:cNvSpPr>
          <p:nvPr>
            <p:ph type="pic" sz="quarter" idx="29"/>
          </p:nvPr>
        </p:nvSpPr>
        <p:spPr/>
        <p:txBody>
          <a:bodyPr/>
          <a:lstStyle/>
          <a:p>
            <a:endParaRPr lang="en-US"/>
          </a:p>
        </p:txBody>
      </p:sp>
      <p:sp>
        <p:nvSpPr>
          <p:cNvPr id="14" name="Text Placeholder 13">
            <a:extLst>
              <a:ext uri="{FF2B5EF4-FFF2-40B4-BE49-F238E27FC236}">
                <a16:creationId xmlns:a16="http://schemas.microsoft.com/office/drawing/2014/main" id="{D2416B9B-2A64-6B53-08EC-A3A3BF2F13B4}"/>
              </a:ext>
            </a:extLst>
          </p:cNvPr>
          <p:cNvSpPr>
            <a:spLocks noGrp="1"/>
          </p:cNvSpPr>
          <p:nvPr>
            <p:ph type="body" sz="quarter" idx="39"/>
          </p:nvPr>
        </p:nvSpPr>
        <p:spPr/>
        <p:txBody>
          <a:bodyPr/>
          <a:lstStyle/>
          <a:p>
            <a:endParaRPr lang="en-US"/>
          </a:p>
        </p:txBody>
      </p:sp>
      <p:sp>
        <p:nvSpPr>
          <p:cNvPr id="15" name="Text Placeholder 14">
            <a:extLst>
              <a:ext uri="{FF2B5EF4-FFF2-40B4-BE49-F238E27FC236}">
                <a16:creationId xmlns:a16="http://schemas.microsoft.com/office/drawing/2014/main" id="{85452075-4ED7-C31A-2857-4FA843427F36}"/>
              </a:ext>
            </a:extLst>
          </p:cNvPr>
          <p:cNvSpPr>
            <a:spLocks noGrp="1"/>
          </p:cNvSpPr>
          <p:nvPr>
            <p:ph type="body" sz="quarter" idx="40"/>
          </p:nvPr>
        </p:nvSpPr>
        <p:spPr/>
        <p:txBody>
          <a:bodyPr/>
          <a:lstStyle/>
          <a:p>
            <a:endParaRPr lang="en-US"/>
          </a:p>
        </p:txBody>
      </p:sp>
    </p:spTree>
    <p:extLst>
      <p:ext uri="{BB962C8B-B14F-4D97-AF65-F5344CB8AC3E}">
        <p14:creationId xmlns:p14="http://schemas.microsoft.com/office/powerpoint/2010/main" val="1221404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37B8A6D-925D-718B-1EC3-B30B800687F6}"/>
              </a:ext>
            </a:extLst>
          </p:cNvPr>
          <p:cNvSpPr>
            <a:spLocks noGrp="1"/>
          </p:cNvSpPr>
          <p:nvPr>
            <p:ph type="sldNum" sz="quarter" idx="12"/>
          </p:nvPr>
        </p:nvSpPr>
        <p:spPr/>
        <p:txBody>
          <a:bodyPr/>
          <a:lstStyle/>
          <a:p>
            <a:fld id="{EB4B8DE2-A4E8-46E4-8BBF-D75455EFF32C}" type="slidenum">
              <a:rPr lang="en-US" smtClean="0"/>
              <a:pPr/>
              <a:t>52</a:t>
            </a:fld>
            <a:endParaRPr lang="en-US"/>
          </a:p>
        </p:txBody>
      </p:sp>
      <p:sp>
        <p:nvSpPr>
          <p:cNvPr id="3" name="Text Placeholder 2">
            <a:extLst>
              <a:ext uri="{FF2B5EF4-FFF2-40B4-BE49-F238E27FC236}">
                <a16:creationId xmlns:a16="http://schemas.microsoft.com/office/drawing/2014/main" id="{71CB1B02-09D1-E2A5-590A-8DB8FB9D7ECE}"/>
              </a:ext>
            </a:extLst>
          </p:cNvPr>
          <p:cNvSpPr>
            <a:spLocks noGrp="1"/>
          </p:cNvSpPr>
          <p:nvPr>
            <p:ph type="body" sz="quarter" idx="14"/>
          </p:nvPr>
        </p:nvSpPr>
        <p:spPr/>
        <p:txBody>
          <a:bodyPr/>
          <a:lstStyle/>
          <a:p>
            <a:endParaRPr lang="en-US"/>
          </a:p>
        </p:txBody>
      </p:sp>
      <p:sp>
        <p:nvSpPr>
          <p:cNvPr id="4" name="Title 3">
            <a:extLst>
              <a:ext uri="{FF2B5EF4-FFF2-40B4-BE49-F238E27FC236}">
                <a16:creationId xmlns:a16="http://schemas.microsoft.com/office/drawing/2014/main" id="{67F3A181-123D-4070-B838-F28193E5FB15}"/>
              </a:ext>
            </a:extLst>
          </p:cNvPr>
          <p:cNvSpPr>
            <a:spLocks noGrp="1"/>
          </p:cNvSpPr>
          <p:nvPr>
            <p:ph type="title"/>
          </p:nvPr>
        </p:nvSpPr>
        <p:spPr/>
        <p:txBody>
          <a:bodyPr>
            <a:normAutofit fontScale="90000"/>
          </a:bodyPr>
          <a:lstStyle/>
          <a:p>
            <a:endParaRPr lang="en-US"/>
          </a:p>
        </p:txBody>
      </p:sp>
      <p:sp>
        <p:nvSpPr>
          <p:cNvPr id="5" name="Text Placeholder 4">
            <a:extLst>
              <a:ext uri="{FF2B5EF4-FFF2-40B4-BE49-F238E27FC236}">
                <a16:creationId xmlns:a16="http://schemas.microsoft.com/office/drawing/2014/main" id="{BE1B5DEA-F397-0A0B-11D8-5023827750B2}"/>
              </a:ext>
            </a:extLst>
          </p:cNvPr>
          <p:cNvSpPr>
            <a:spLocks noGrp="1"/>
          </p:cNvSpPr>
          <p:nvPr>
            <p:ph type="body" sz="quarter" idx="34"/>
          </p:nvPr>
        </p:nvSpPr>
        <p:spPr/>
        <p:txBody>
          <a:bodyPr/>
          <a:lstStyle/>
          <a:p>
            <a:endParaRPr lang="en-US"/>
          </a:p>
        </p:txBody>
      </p:sp>
      <p:sp>
        <p:nvSpPr>
          <p:cNvPr id="6" name="Text Placeholder 5">
            <a:extLst>
              <a:ext uri="{FF2B5EF4-FFF2-40B4-BE49-F238E27FC236}">
                <a16:creationId xmlns:a16="http://schemas.microsoft.com/office/drawing/2014/main" id="{6C5A1717-3E3F-1146-6C3F-0FE8DB6F13CF}"/>
              </a:ext>
            </a:extLst>
          </p:cNvPr>
          <p:cNvSpPr>
            <a:spLocks noGrp="1"/>
          </p:cNvSpPr>
          <p:nvPr>
            <p:ph type="body" sz="quarter" idx="37"/>
          </p:nvPr>
        </p:nvSpPr>
        <p:spPr/>
        <p:txBody>
          <a:bodyPr/>
          <a:lstStyle/>
          <a:p>
            <a:endParaRPr lang="en-US"/>
          </a:p>
        </p:txBody>
      </p:sp>
      <p:sp>
        <p:nvSpPr>
          <p:cNvPr id="7" name="Text Placeholder 6">
            <a:extLst>
              <a:ext uri="{FF2B5EF4-FFF2-40B4-BE49-F238E27FC236}">
                <a16:creationId xmlns:a16="http://schemas.microsoft.com/office/drawing/2014/main" id="{758F9204-BA89-D747-2BCB-6E95E833BE63}"/>
              </a:ext>
            </a:extLst>
          </p:cNvPr>
          <p:cNvSpPr>
            <a:spLocks noGrp="1"/>
          </p:cNvSpPr>
          <p:nvPr>
            <p:ph type="body" sz="quarter" idx="38"/>
          </p:nvPr>
        </p:nvSpPr>
        <p:spPr/>
        <p:txBody>
          <a:bodyPr/>
          <a:lstStyle/>
          <a:p>
            <a:endParaRPr lang="en-US"/>
          </a:p>
        </p:txBody>
      </p:sp>
      <p:sp>
        <p:nvSpPr>
          <p:cNvPr id="8" name="Picture Placeholder 7">
            <a:extLst>
              <a:ext uri="{FF2B5EF4-FFF2-40B4-BE49-F238E27FC236}">
                <a16:creationId xmlns:a16="http://schemas.microsoft.com/office/drawing/2014/main" id="{DA573807-5CE8-BB51-F3B7-3E67CC35FB1E}"/>
              </a:ext>
            </a:extLst>
          </p:cNvPr>
          <p:cNvSpPr>
            <a:spLocks noGrp="1"/>
          </p:cNvSpPr>
          <p:nvPr>
            <p:ph type="pic" sz="quarter" idx="29"/>
          </p:nvPr>
        </p:nvSpPr>
        <p:spPr/>
        <p:txBody>
          <a:bodyPr/>
          <a:lstStyle/>
          <a:p>
            <a:endParaRPr lang="en-US"/>
          </a:p>
        </p:txBody>
      </p:sp>
      <p:sp>
        <p:nvSpPr>
          <p:cNvPr id="9" name="Text Placeholder 8">
            <a:extLst>
              <a:ext uri="{FF2B5EF4-FFF2-40B4-BE49-F238E27FC236}">
                <a16:creationId xmlns:a16="http://schemas.microsoft.com/office/drawing/2014/main" id="{68A7E2F7-158D-F0C3-07B2-476FBAE50780}"/>
              </a:ext>
            </a:extLst>
          </p:cNvPr>
          <p:cNvSpPr>
            <a:spLocks noGrp="1"/>
          </p:cNvSpPr>
          <p:nvPr>
            <p:ph type="body" sz="quarter" idx="39"/>
          </p:nvPr>
        </p:nvSpPr>
        <p:spPr/>
        <p:txBody>
          <a:bodyPr/>
          <a:lstStyle/>
          <a:p>
            <a:endParaRPr lang="en-US"/>
          </a:p>
        </p:txBody>
      </p:sp>
      <p:sp>
        <p:nvSpPr>
          <p:cNvPr id="10" name="Text Placeholder 9">
            <a:extLst>
              <a:ext uri="{FF2B5EF4-FFF2-40B4-BE49-F238E27FC236}">
                <a16:creationId xmlns:a16="http://schemas.microsoft.com/office/drawing/2014/main" id="{CB2EA5AA-5105-5B7D-C176-5BF275AECA40}"/>
              </a:ext>
            </a:extLst>
          </p:cNvPr>
          <p:cNvSpPr>
            <a:spLocks noGrp="1"/>
          </p:cNvSpPr>
          <p:nvPr>
            <p:ph type="body" sz="quarter" idx="40"/>
          </p:nvPr>
        </p:nvSpPr>
        <p:spPr/>
        <p:txBody>
          <a:bodyPr/>
          <a:lstStyle/>
          <a:p>
            <a:endParaRPr lang="en-US"/>
          </a:p>
        </p:txBody>
      </p:sp>
      <p:sp>
        <p:nvSpPr>
          <p:cNvPr id="11" name="Text Placeholder 10">
            <a:extLst>
              <a:ext uri="{FF2B5EF4-FFF2-40B4-BE49-F238E27FC236}">
                <a16:creationId xmlns:a16="http://schemas.microsoft.com/office/drawing/2014/main" id="{86FFC393-7E7C-98A3-9139-0C9692E4429C}"/>
              </a:ext>
            </a:extLst>
          </p:cNvPr>
          <p:cNvSpPr>
            <a:spLocks noGrp="1"/>
          </p:cNvSpPr>
          <p:nvPr>
            <p:ph type="body" sz="quarter" idx="41"/>
          </p:nvPr>
        </p:nvSpPr>
        <p:spPr/>
        <p:txBody>
          <a:bodyPr/>
          <a:lstStyle/>
          <a:p>
            <a:endParaRPr lang="en-US"/>
          </a:p>
        </p:txBody>
      </p:sp>
      <p:sp>
        <p:nvSpPr>
          <p:cNvPr id="12" name="Text Placeholder 11">
            <a:extLst>
              <a:ext uri="{FF2B5EF4-FFF2-40B4-BE49-F238E27FC236}">
                <a16:creationId xmlns:a16="http://schemas.microsoft.com/office/drawing/2014/main" id="{2B7266ED-8A4E-9963-DC11-7784F25B0560}"/>
              </a:ext>
            </a:extLst>
          </p:cNvPr>
          <p:cNvSpPr>
            <a:spLocks noGrp="1"/>
          </p:cNvSpPr>
          <p:nvPr>
            <p:ph type="body" sz="quarter" idx="42"/>
          </p:nvPr>
        </p:nvSpPr>
        <p:spPr/>
        <p:txBody>
          <a:bodyPr/>
          <a:lstStyle/>
          <a:p>
            <a:endParaRPr lang="en-US"/>
          </a:p>
        </p:txBody>
      </p:sp>
      <p:sp>
        <p:nvSpPr>
          <p:cNvPr id="13" name="Text Placeholder 12">
            <a:extLst>
              <a:ext uri="{FF2B5EF4-FFF2-40B4-BE49-F238E27FC236}">
                <a16:creationId xmlns:a16="http://schemas.microsoft.com/office/drawing/2014/main" id="{028F1C3B-3F28-C5C4-351B-2E1A4C6DC8C7}"/>
              </a:ext>
            </a:extLst>
          </p:cNvPr>
          <p:cNvSpPr>
            <a:spLocks noGrp="1"/>
          </p:cNvSpPr>
          <p:nvPr>
            <p:ph type="body" sz="quarter" idx="43"/>
          </p:nvPr>
        </p:nvSpPr>
        <p:spPr/>
        <p:txBody>
          <a:bodyPr/>
          <a:lstStyle/>
          <a:p>
            <a:endParaRPr lang="en-US"/>
          </a:p>
        </p:txBody>
      </p:sp>
      <p:sp>
        <p:nvSpPr>
          <p:cNvPr id="14" name="Text Placeholder 13">
            <a:extLst>
              <a:ext uri="{FF2B5EF4-FFF2-40B4-BE49-F238E27FC236}">
                <a16:creationId xmlns:a16="http://schemas.microsoft.com/office/drawing/2014/main" id="{DB2EB441-ED31-41BE-8C54-58F47A941730}"/>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14398699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83C19-12BA-4950-8BB5-AAE2467956E2}"/>
              </a:ext>
            </a:extLst>
          </p:cNvPr>
          <p:cNvSpPr>
            <a:spLocks noGrp="1"/>
          </p:cNvSpPr>
          <p:nvPr>
            <p:ph type="title"/>
          </p:nvPr>
        </p:nvSpPr>
        <p:spPr/>
        <p:txBody>
          <a:bodyPr>
            <a:normAutofit fontScale="90000"/>
          </a:bodyPr>
          <a:lstStyle/>
          <a:p>
            <a:endParaRPr lang="en-US" dirty="0"/>
          </a:p>
        </p:txBody>
      </p:sp>
      <p:sp>
        <p:nvSpPr>
          <p:cNvPr id="7" name="Slide Number Placeholder 6">
            <a:extLst>
              <a:ext uri="{FF2B5EF4-FFF2-40B4-BE49-F238E27FC236}">
                <a16:creationId xmlns:a16="http://schemas.microsoft.com/office/drawing/2014/main" id="{2B10D0FB-0CFA-9940-98B2-14C5F405C6F1}"/>
              </a:ext>
            </a:extLst>
          </p:cNvPr>
          <p:cNvSpPr>
            <a:spLocks noGrp="1"/>
          </p:cNvSpPr>
          <p:nvPr>
            <p:ph type="sldNum" sz="quarter" idx="12"/>
          </p:nvPr>
        </p:nvSpPr>
        <p:spPr/>
        <p:txBody>
          <a:bodyPr/>
          <a:lstStyle/>
          <a:p>
            <a:fld id="{EB4B8DE2-A4E8-46E4-8BBF-D75455EFF32C}" type="slidenum">
              <a:rPr lang="en-US" smtClean="0"/>
              <a:pPr/>
              <a:t>53</a:t>
            </a:fld>
            <a:endParaRPr lang="en-US" dirty="0"/>
          </a:p>
        </p:txBody>
      </p:sp>
      <p:sp>
        <p:nvSpPr>
          <p:cNvPr id="3" name="Content Placeholder 2">
            <a:extLst>
              <a:ext uri="{FF2B5EF4-FFF2-40B4-BE49-F238E27FC236}">
                <a16:creationId xmlns:a16="http://schemas.microsoft.com/office/drawing/2014/main" id="{EEDD7ABB-F69B-4EF9-B6DA-9B4F19A2C005}"/>
              </a:ext>
            </a:extLst>
          </p:cNvPr>
          <p:cNvSpPr>
            <a:spLocks noGrp="1"/>
          </p:cNvSpPr>
          <p:nvPr>
            <p:ph sz="quarter" idx="13"/>
          </p:nvPr>
        </p:nvSpPr>
        <p:spPr/>
        <p:txBody>
          <a:bodyPr/>
          <a:lstStyle/>
          <a:p>
            <a:endParaRPr lang="en-US" dirty="0"/>
          </a:p>
        </p:txBody>
      </p:sp>
      <p:sp>
        <p:nvSpPr>
          <p:cNvPr id="4" name="Content Placeholder 3">
            <a:extLst>
              <a:ext uri="{FF2B5EF4-FFF2-40B4-BE49-F238E27FC236}">
                <a16:creationId xmlns:a16="http://schemas.microsoft.com/office/drawing/2014/main" id="{B9750D79-156C-4061-946D-E63AB6EEDC23}"/>
              </a:ext>
            </a:extLst>
          </p:cNvPr>
          <p:cNvSpPr>
            <a:spLocks noGrp="1"/>
          </p:cNvSpPr>
          <p:nvPr>
            <p:ph sz="quarter" idx="14"/>
          </p:nvPr>
        </p:nvSpPr>
        <p:spPr/>
        <p:txBody>
          <a:bodyPr/>
          <a:lstStyle/>
          <a:p>
            <a:endParaRPr lang="en-US" dirty="0"/>
          </a:p>
        </p:txBody>
      </p:sp>
      <p:sp>
        <p:nvSpPr>
          <p:cNvPr id="5" name="Content Placeholder 4">
            <a:extLst>
              <a:ext uri="{FF2B5EF4-FFF2-40B4-BE49-F238E27FC236}">
                <a16:creationId xmlns:a16="http://schemas.microsoft.com/office/drawing/2014/main" id="{78F7B897-A456-4CDB-AA80-82BD58E74C03}"/>
              </a:ext>
            </a:extLst>
          </p:cNvPr>
          <p:cNvSpPr>
            <a:spLocks noGrp="1"/>
          </p:cNvSpPr>
          <p:nvPr>
            <p:ph sz="quarter" idx="15"/>
          </p:nvPr>
        </p:nvSpPr>
        <p:spPr/>
        <p:txBody>
          <a:bodyPr/>
          <a:lstStyle/>
          <a:p>
            <a:endParaRPr lang="en-US" dirty="0"/>
          </a:p>
        </p:txBody>
      </p:sp>
      <p:sp>
        <p:nvSpPr>
          <p:cNvPr id="6" name="Content Placeholder 5">
            <a:extLst>
              <a:ext uri="{FF2B5EF4-FFF2-40B4-BE49-F238E27FC236}">
                <a16:creationId xmlns:a16="http://schemas.microsoft.com/office/drawing/2014/main" id="{147B2356-292F-42D3-B3BA-334C89A677D4}"/>
              </a:ext>
            </a:extLst>
          </p:cNvPr>
          <p:cNvSpPr>
            <a:spLocks noGrp="1"/>
          </p:cNvSpPr>
          <p:nvPr>
            <p:ph sz="quarter" idx="16"/>
          </p:nvPr>
        </p:nvSpPr>
        <p:spPr/>
        <p:txBody>
          <a:bodyPr/>
          <a:lstStyle/>
          <a:p>
            <a:endParaRPr lang="en-US" dirty="0"/>
          </a:p>
        </p:txBody>
      </p:sp>
      <p:sp>
        <p:nvSpPr>
          <p:cNvPr id="16" name="Content Placeholder 15">
            <a:extLst>
              <a:ext uri="{FF2B5EF4-FFF2-40B4-BE49-F238E27FC236}">
                <a16:creationId xmlns:a16="http://schemas.microsoft.com/office/drawing/2014/main" id="{87AE8210-7746-4307-8050-9D3C76F1D817}"/>
              </a:ext>
            </a:extLst>
          </p:cNvPr>
          <p:cNvSpPr>
            <a:spLocks noGrp="1"/>
          </p:cNvSpPr>
          <p:nvPr>
            <p:ph sz="quarter" idx="17"/>
          </p:nvPr>
        </p:nvSpPr>
        <p:spPr/>
        <p:txBody>
          <a:bodyPr/>
          <a:lstStyle/>
          <a:p>
            <a:endParaRPr lang="en-US" dirty="0"/>
          </a:p>
        </p:txBody>
      </p:sp>
      <p:sp>
        <p:nvSpPr>
          <p:cNvPr id="17" name="Content Placeholder 16">
            <a:extLst>
              <a:ext uri="{FF2B5EF4-FFF2-40B4-BE49-F238E27FC236}">
                <a16:creationId xmlns:a16="http://schemas.microsoft.com/office/drawing/2014/main" id="{80F53489-C6D9-4588-B206-0724778B461B}"/>
              </a:ext>
            </a:extLst>
          </p:cNvPr>
          <p:cNvSpPr>
            <a:spLocks noGrp="1"/>
          </p:cNvSpPr>
          <p:nvPr>
            <p:ph sz="quarter" idx="18"/>
          </p:nvPr>
        </p:nvSpPr>
        <p:spPr/>
        <p:txBody>
          <a:bodyPr/>
          <a:lstStyle/>
          <a:p>
            <a:endParaRPr lang="en-US" dirty="0"/>
          </a:p>
        </p:txBody>
      </p:sp>
      <p:sp>
        <p:nvSpPr>
          <p:cNvPr id="18" name="Content Placeholder 17">
            <a:extLst>
              <a:ext uri="{FF2B5EF4-FFF2-40B4-BE49-F238E27FC236}">
                <a16:creationId xmlns:a16="http://schemas.microsoft.com/office/drawing/2014/main" id="{E84AC654-6727-4CA8-AF1B-BE837FB7A256}"/>
              </a:ext>
            </a:extLst>
          </p:cNvPr>
          <p:cNvSpPr>
            <a:spLocks noGrp="1"/>
          </p:cNvSpPr>
          <p:nvPr>
            <p:ph sz="quarter" idx="19"/>
          </p:nvPr>
        </p:nvSpPr>
        <p:spPr/>
        <p:txBody>
          <a:bodyPr/>
          <a:lstStyle/>
          <a:p>
            <a:endParaRPr lang="en-US" dirty="0"/>
          </a:p>
        </p:txBody>
      </p:sp>
      <p:sp>
        <p:nvSpPr>
          <p:cNvPr id="19" name="Content Placeholder 18">
            <a:extLst>
              <a:ext uri="{FF2B5EF4-FFF2-40B4-BE49-F238E27FC236}">
                <a16:creationId xmlns:a16="http://schemas.microsoft.com/office/drawing/2014/main" id="{34E337BB-1EE9-4D4F-851E-5F2810DD88D8}"/>
              </a:ext>
            </a:extLst>
          </p:cNvPr>
          <p:cNvSpPr>
            <a:spLocks noGrp="1"/>
          </p:cNvSpPr>
          <p:nvPr>
            <p:ph sz="quarter" idx="20"/>
          </p:nvPr>
        </p:nvSpPr>
        <p:spPr/>
        <p:txBody>
          <a:bodyPr/>
          <a:lstStyle/>
          <a:p>
            <a:endParaRPr lang="en-US" dirty="0"/>
          </a:p>
        </p:txBody>
      </p:sp>
    </p:spTree>
    <p:extLst>
      <p:ext uri="{BB962C8B-B14F-4D97-AF65-F5344CB8AC3E}">
        <p14:creationId xmlns:p14="http://schemas.microsoft.com/office/powerpoint/2010/main" val="2444833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ADE86-3450-4C2D-723D-8AB17F095D21}"/>
              </a:ext>
            </a:extLst>
          </p:cNvPr>
          <p:cNvSpPr>
            <a:spLocks noGrp="1"/>
          </p:cNvSpPr>
          <p:nvPr>
            <p:ph type="title"/>
          </p:nvPr>
        </p:nvSpPr>
        <p:spPr/>
        <p:txBody>
          <a:bodyPr/>
          <a:lstStyle/>
          <a:p>
            <a:endParaRPr lang="en-US" dirty="0"/>
          </a:p>
        </p:txBody>
      </p:sp>
      <p:sp>
        <p:nvSpPr>
          <p:cNvPr id="3" name="Text Placeholder 2">
            <a:extLst>
              <a:ext uri="{FF2B5EF4-FFF2-40B4-BE49-F238E27FC236}">
                <a16:creationId xmlns:a16="http://schemas.microsoft.com/office/drawing/2014/main" id="{AB713C6A-6D50-6C57-4CEC-2F0C9EABA73F}"/>
              </a:ext>
            </a:extLst>
          </p:cNvPr>
          <p:cNvSpPr>
            <a:spLocks noGrp="1"/>
          </p:cNvSpPr>
          <p:nvPr>
            <p:ph type="body" sz="quarter" idx="15"/>
          </p:nvPr>
        </p:nvSpPr>
        <p:spPr/>
        <p:txBody>
          <a:bodyPr/>
          <a:lstStyle/>
          <a:p>
            <a:endParaRPr lang="en-US" dirty="0"/>
          </a:p>
        </p:txBody>
      </p:sp>
      <p:sp>
        <p:nvSpPr>
          <p:cNvPr id="4" name="Slide Number Placeholder 3">
            <a:extLst>
              <a:ext uri="{FF2B5EF4-FFF2-40B4-BE49-F238E27FC236}">
                <a16:creationId xmlns:a16="http://schemas.microsoft.com/office/drawing/2014/main" id="{CDABA38B-35C8-D218-3518-AE49A705EFEF}"/>
              </a:ext>
            </a:extLst>
          </p:cNvPr>
          <p:cNvSpPr>
            <a:spLocks noGrp="1"/>
          </p:cNvSpPr>
          <p:nvPr>
            <p:ph type="sldNum" sz="quarter" idx="19"/>
          </p:nvPr>
        </p:nvSpPr>
        <p:spPr/>
        <p:txBody>
          <a:bodyPr/>
          <a:lstStyle/>
          <a:p>
            <a:fld id="{EB4B8DE2-A4E8-46E4-8BBF-D75455EFF32C}" type="slidenum">
              <a:rPr lang="en-US" smtClean="0"/>
              <a:pPr/>
              <a:t>54</a:t>
            </a:fld>
            <a:endParaRPr lang="en-US" dirty="0"/>
          </a:p>
        </p:txBody>
      </p:sp>
      <p:sp>
        <p:nvSpPr>
          <p:cNvPr id="5" name="Text Placeholder 4">
            <a:extLst>
              <a:ext uri="{FF2B5EF4-FFF2-40B4-BE49-F238E27FC236}">
                <a16:creationId xmlns:a16="http://schemas.microsoft.com/office/drawing/2014/main" id="{486644A1-38A7-0FD4-8B9D-ED399ED90481}"/>
              </a:ext>
            </a:extLst>
          </p:cNvPr>
          <p:cNvSpPr>
            <a:spLocks noGrp="1"/>
          </p:cNvSpPr>
          <p:nvPr>
            <p:ph type="body" sz="quarter" idx="16"/>
          </p:nvPr>
        </p:nvSpPr>
        <p:spPr/>
        <p:txBody>
          <a:bodyPr/>
          <a:lstStyle/>
          <a:p>
            <a:endParaRPr lang="en-US" dirty="0"/>
          </a:p>
        </p:txBody>
      </p:sp>
    </p:spTree>
    <p:extLst>
      <p:ext uri="{BB962C8B-B14F-4D97-AF65-F5344CB8AC3E}">
        <p14:creationId xmlns:p14="http://schemas.microsoft.com/office/powerpoint/2010/main" val="1313401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F1ECE-72A5-B0A7-D50B-22DE9070BFEF}"/>
              </a:ext>
            </a:extLst>
          </p:cNvPr>
          <p:cNvSpPr>
            <a:spLocks noGrp="1"/>
          </p:cNvSpPr>
          <p:nvPr>
            <p:ph type="title"/>
          </p:nvPr>
        </p:nvSpPr>
        <p:spPr/>
        <p:txBody>
          <a:bodyPr/>
          <a:lstStyle/>
          <a:p>
            <a:endParaRPr lang="en-US" dirty="0"/>
          </a:p>
        </p:txBody>
      </p:sp>
      <p:sp>
        <p:nvSpPr>
          <p:cNvPr id="4" name="Text Placeholder 3">
            <a:extLst>
              <a:ext uri="{FF2B5EF4-FFF2-40B4-BE49-F238E27FC236}">
                <a16:creationId xmlns:a16="http://schemas.microsoft.com/office/drawing/2014/main" id="{C0CEFA8B-A1E6-C453-F10A-2F9D23786AD4}"/>
              </a:ext>
            </a:extLst>
          </p:cNvPr>
          <p:cNvSpPr>
            <a:spLocks noGrp="1"/>
          </p:cNvSpPr>
          <p:nvPr>
            <p:ph type="body" sz="quarter" idx="15"/>
          </p:nvPr>
        </p:nvSpPr>
        <p:spPr/>
        <p:txBody>
          <a:bodyPr/>
          <a:lstStyle/>
          <a:p>
            <a:endParaRPr lang="en-US" dirty="0"/>
          </a:p>
        </p:txBody>
      </p:sp>
      <p:sp>
        <p:nvSpPr>
          <p:cNvPr id="5" name="Text Placeholder 4">
            <a:extLst>
              <a:ext uri="{FF2B5EF4-FFF2-40B4-BE49-F238E27FC236}">
                <a16:creationId xmlns:a16="http://schemas.microsoft.com/office/drawing/2014/main" id="{88551A05-0DDA-6586-C024-03DD97D15273}"/>
              </a:ext>
            </a:extLst>
          </p:cNvPr>
          <p:cNvSpPr>
            <a:spLocks noGrp="1"/>
          </p:cNvSpPr>
          <p:nvPr>
            <p:ph type="body" sz="quarter" idx="16"/>
          </p:nvPr>
        </p:nvSpPr>
        <p:spPr/>
        <p:txBody>
          <a:bodyPr/>
          <a:lstStyle/>
          <a:p>
            <a:endParaRPr lang="en-US" dirty="0"/>
          </a:p>
        </p:txBody>
      </p:sp>
      <p:sp>
        <p:nvSpPr>
          <p:cNvPr id="6" name="Slide Number Placeholder 5">
            <a:extLst>
              <a:ext uri="{FF2B5EF4-FFF2-40B4-BE49-F238E27FC236}">
                <a16:creationId xmlns:a16="http://schemas.microsoft.com/office/drawing/2014/main" id="{676AA91E-D2E1-CDA3-96B4-39F70E86A085}"/>
              </a:ext>
            </a:extLst>
          </p:cNvPr>
          <p:cNvSpPr>
            <a:spLocks noGrp="1"/>
          </p:cNvSpPr>
          <p:nvPr>
            <p:ph type="sldNum" sz="quarter" idx="19"/>
          </p:nvPr>
        </p:nvSpPr>
        <p:spPr/>
        <p:txBody>
          <a:bodyPr/>
          <a:lstStyle/>
          <a:p>
            <a:fld id="{EB4B8DE2-A4E8-46E4-8BBF-D75455EFF32C}" type="slidenum">
              <a:rPr lang="en-US" smtClean="0"/>
              <a:pPr/>
              <a:t>55</a:t>
            </a:fld>
            <a:endParaRPr lang="en-US" dirty="0"/>
          </a:p>
        </p:txBody>
      </p:sp>
    </p:spTree>
    <p:extLst>
      <p:ext uri="{BB962C8B-B14F-4D97-AF65-F5344CB8AC3E}">
        <p14:creationId xmlns:p14="http://schemas.microsoft.com/office/powerpoint/2010/main" val="579741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2FBC0-73C4-632D-A9AB-54EA60605F3E}"/>
              </a:ext>
            </a:extLst>
          </p:cNvPr>
          <p:cNvSpPr>
            <a:spLocks noGrp="1"/>
          </p:cNvSpPr>
          <p:nvPr>
            <p:ph type="title"/>
          </p:nvPr>
        </p:nvSpPr>
        <p:spPr/>
        <p:txBody>
          <a:bodyPr/>
          <a:lstStyle/>
          <a:p>
            <a:endParaRPr lang="en-US" dirty="0"/>
          </a:p>
        </p:txBody>
      </p:sp>
      <p:sp>
        <p:nvSpPr>
          <p:cNvPr id="4" name="Text Placeholder 3">
            <a:extLst>
              <a:ext uri="{FF2B5EF4-FFF2-40B4-BE49-F238E27FC236}">
                <a16:creationId xmlns:a16="http://schemas.microsoft.com/office/drawing/2014/main" id="{78FA7183-4D49-8FC8-1E9B-32E8C523F3C4}"/>
              </a:ext>
            </a:extLst>
          </p:cNvPr>
          <p:cNvSpPr>
            <a:spLocks noGrp="1"/>
          </p:cNvSpPr>
          <p:nvPr>
            <p:ph type="body" sz="quarter" idx="15"/>
          </p:nvPr>
        </p:nvSpPr>
        <p:spPr/>
        <p:txBody>
          <a:bodyPr/>
          <a:lstStyle/>
          <a:p>
            <a:endParaRPr lang="en-US" dirty="0"/>
          </a:p>
        </p:txBody>
      </p:sp>
      <p:sp>
        <p:nvSpPr>
          <p:cNvPr id="5" name="Text Placeholder 4">
            <a:extLst>
              <a:ext uri="{FF2B5EF4-FFF2-40B4-BE49-F238E27FC236}">
                <a16:creationId xmlns:a16="http://schemas.microsoft.com/office/drawing/2014/main" id="{4FB0CAE3-167E-B0B5-09F9-A571E7CFF822}"/>
              </a:ext>
            </a:extLst>
          </p:cNvPr>
          <p:cNvSpPr>
            <a:spLocks noGrp="1"/>
          </p:cNvSpPr>
          <p:nvPr>
            <p:ph type="body" sz="quarter" idx="16"/>
          </p:nvPr>
        </p:nvSpPr>
        <p:spPr/>
        <p:txBody>
          <a:bodyPr/>
          <a:lstStyle/>
          <a:p>
            <a:endParaRPr lang="en-US" dirty="0"/>
          </a:p>
        </p:txBody>
      </p:sp>
      <p:sp>
        <p:nvSpPr>
          <p:cNvPr id="6" name="Slide Number Placeholder 5">
            <a:extLst>
              <a:ext uri="{FF2B5EF4-FFF2-40B4-BE49-F238E27FC236}">
                <a16:creationId xmlns:a16="http://schemas.microsoft.com/office/drawing/2014/main" id="{3C85C0AC-7C9A-7AC7-2AC2-AFBEFA90CBDE}"/>
              </a:ext>
            </a:extLst>
          </p:cNvPr>
          <p:cNvSpPr>
            <a:spLocks noGrp="1"/>
          </p:cNvSpPr>
          <p:nvPr>
            <p:ph type="sldNum" sz="quarter" idx="19"/>
          </p:nvPr>
        </p:nvSpPr>
        <p:spPr/>
        <p:txBody>
          <a:bodyPr/>
          <a:lstStyle/>
          <a:p>
            <a:fld id="{EB4B8DE2-A4E8-46E4-8BBF-D75455EFF32C}" type="slidenum">
              <a:rPr lang="en-US" smtClean="0"/>
              <a:pPr/>
              <a:t>56</a:t>
            </a:fld>
            <a:endParaRPr lang="en-US" dirty="0"/>
          </a:p>
        </p:txBody>
      </p:sp>
    </p:spTree>
    <p:extLst>
      <p:ext uri="{BB962C8B-B14F-4D97-AF65-F5344CB8AC3E}">
        <p14:creationId xmlns:p14="http://schemas.microsoft.com/office/powerpoint/2010/main" val="3325884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6CCB8-EC6E-08F4-160E-DF48297C1647}"/>
              </a:ext>
            </a:extLst>
          </p:cNvPr>
          <p:cNvSpPr>
            <a:spLocks noGrp="1"/>
          </p:cNvSpPr>
          <p:nvPr>
            <p:ph type="title"/>
          </p:nvPr>
        </p:nvSpPr>
        <p:spPr/>
        <p:txBody>
          <a:bodyPr/>
          <a:lstStyle/>
          <a:p>
            <a:endParaRPr lang="en-US" dirty="0"/>
          </a:p>
        </p:txBody>
      </p:sp>
      <p:sp>
        <p:nvSpPr>
          <p:cNvPr id="4" name="Text Placeholder 3">
            <a:extLst>
              <a:ext uri="{FF2B5EF4-FFF2-40B4-BE49-F238E27FC236}">
                <a16:creationId xmlns:a16="http://schemas.microsoft.com/office/drawing/2014/main" id="{B9B94116-ECEB-BF0D-2B1B-9C694AD5492E}"/>
              </a:ext>
            </a:extLst>
          </p:cNvPr>
          <p:cNvSpPr>
            <a:spLocks noGrp="1"/>
          </p:cNvSpPr>
          <p:nvPr>
            <p:ph type="body" sz="quarter" idx="15"/>
          </p:nvPr>
        </p:nvSpPr>
        <p:spPr/>
        <p:txBody>
          <a:bodyPr/>
          <a:lstStyle/>
          <a:p>
            <a:endParaRPr lang="en-US" dirty="0"/>
          </a:p>
        </p:txBody>
      </p:sp>
      <p:sp>
        <p:nvSpPr>
          <p:cNvPr id="5" name="Text Placeholder 4">
            <a:extLst>
              <a:ext uri="{FF2B5EF4-FFF2-40B4-BE49-F238E27FC236}">
                <a16:creationId xmlns:a16="http://schemas.microsoft.com/office/drawing/2014/main" id="{4903045C-1918-350E-078E-1DF59E7209E1}"/>
              </a:ext>
            </a:extLst>
          </p:cNvPr>
          <p:cNvSpPr>
            <a:spLocks noGrp="1"/>
          </p:cNvSpPr>
          <p:nvPr>
            <p:ph type="body" sz="quarter" idx="16"/>
          </p:nvPr>
        </p:nvSpPr>
        <p:spPr/>
        <p:txBody>
          <a:bodyPr/>
          <a:lstStyle/>
          <a:p>
            <a:endParaRPr lang="en-US" dirty="0"/>
          </a:p>
        </p:txBody>
      </p:sp>
      <p:sp>
        <p:nvSpPr>
          <p:cNvPr id="6" name="Slide Number Placeholder 5">
            <a:extLst>
              <a:ext uri="{FF2B5EF4-FFF2-40B4-BE49-F238E27FC236}">
                <a16:creationId xmlns:a16="http://schemas.microsoft.com/office/drawing/2014/main" id="{504E29C9-1A3A-7DBC-856D-E378B4EAA004}"/>
              </a:ext>
            </a:extLst>
          </p:cNvPr>
          <p:cNvSpPr>
            <a:spLocks noGrp="1"/>
          </p:cNvSpPr>
          <p:nvPr>
            <p:ph type="sldNum" sz="quarter" idx="19"/>
          </p:nvPr>
        </p:nvSpPr>
        <p:spPr/>
        <p:txBody>
          <a:bodyPr/>
          <a:lstStyle/>
          <a:p>
            <a:fld id="{EB4B8DE2-A4E8-46E4-8BBF-D75455EFF32C}" type="slidenum">
              <a:rPr lang="en-US" smtClean="0"/>
              <a:pPr/>
              <a:t>57</a:t>
            </a:fld>
            <a:endParaRPr lang="en-US" dirty="0"/>
          </a:p>
        </p:txBody>
      </p:sp>
    </p:spTree>
    <p:extLst>
      <p:ext uri="{BB962C8B-B14F-4D97-AF65-F5344CB8AC3E}">
        <p14:creationId xmlns:p14="http://schemas.microsoft.com/office/powerpoint/2010/main" val="6274631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07A020-E3CC-4B96-AC45-FCD9859908F2}"/>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FA68AFE9-BA39-4145-A8A9-3C014FD86748}"/>
              </a:ext>
            </a:extLst>
          </p:cNvPr>
          <p:cNvSpPr>
            <a:spLocks noGrp="1"/>
          </p:cNvSpPr>
          <p:nvPr>
            <p:ph type="body" sz="quarter" idx="11"/>
          </p:nvPr>
        </p:nvSpPr>
        <p:spPr>
          <a:xfrm>
            <a:off x="619125" y="3990975"/>
            <a:ext cx="1994088" cy="313932"/>
          </a:xfrm>
        </p:spPr>
        <p:txBody>
          <a:bodyPr/>
          <a:lstStyle/>
          <a:p>
            <a:endParaRPr lang="en-US" dirty="0"/>
          </a:p>
        </p:txBody>
      </p:sp>
      <p:sp>
        <p:nvSpPr>
          <p:cNvPr id="5" name="Text Placeholder 4">
            <a:extLst>
              <a:ext uri="{FF2B5EF4-FFF2-40B4-BE49-F238E27FC236}">
                <a16:creationId xmlns:a16="http://schemas.microsoft.com/office/drawing/2014/main" id="{2F2099EE-682D-484F-A8A5-8DB2F177C264}"/>
              </a:ext>
            </a:extLst>
          </p:cNvPr>
          <p:cNvSpPr>
            <a:spLocks noGrp="1"/>
          </p:cNvSpPr>
          <p:nvPr>
            <p:ph type="body" sz="quarter" idx="12"/>
          </p:nvPr>
        </p:nvSpPr>
        <p:spPr/>
        <p:txBody>
          <a:bodyPr/>
          <a:lstStyle/>
          <a:p>
            <a:endParaRPr lang="en-US" dirty="0"/>
          </a:p>
        </p:txBody>
      </p:sp>
      <p:sp>
        <p:nvSpPr>
          <p:cNvPr id="6" name="Text Placeholder 5">
            <a:extLst>
              <a:ext uri="{FF2B5EF4-FFF2-40B4-BE49-F238E27FC236}">
                <a16:creationId xmlns:a16="http://schemas.microsoft.com/office/drawing/2014/main" id="{EF152D8F-E291-48DF-B9A3-F234293E70E2}"/>
              </a:ext>
            </a:extLst>
          </p:cNvPr>
          <p:cNvSpPr>
            <a:spLocks noGrp="1"/>
          </p:cNvSpPr>
          <p:nvPr>
            <p:ph type="body" sz="quarter" idx="13"/>
          </p:nvPr>
        </p:nvSpPr>
        <p:spPr>
          <a:xfrm>
            <a:off x="2714625" y="3990975"/>
            <a:ext cx="1994088" cy="313932"/>
          </a:xfrm>
        </p:spPr>
        <p:txBody>
          <a:bodyPr/>
          <a:lstStyle/>
          <a:p>
            <a:endParaRPr lang="en-US" dirty="0"/>
          </a:p>
        </p:txBody>
      </p:sp>
      <p:sp>
        <p:nvSpPr>
          <p:cNvPr id="7" name="Text Placeholder 6">
            <a:extLst>
              <a:ext uri="{FF2B5EF4-FFF2-40B4-BE49-F238E27FC236}">
                <a16:creationId xmlns:a16="http://schemas.microsoft.com/office/drawing/2014/main" id="{DE78C4E4-511B-49E3-8FAD-1AE9BC248C79}"/>
              </a:ext>
            </a:extLst>
          </p:cNvPr>
          <p:cNvSpPr>
            <a:spLocks noGrp="1"/>
          </p:cNvSpPr>
          <p:nvPr>
            <p:ph type="body" sz="quarter" idx="14"/>
          </p:nvPr>
        </p:nvSpPr>
        <p:spPr/>
        <p:txBody>
          <a:bodyPr/>
          <a:lstStyle/>
          <a:p>
            <a:endParaRPr lang="en-US" dirty="0"/>
          </a:p>
        </p:txBody>
      </p:sp>
      <p:sp>
        <p:nvSpPr>
          <p:cNvPr id="8" name="Text Placeholder 7">
            <a:extLst>
              <a:ext uri="{FF2B5EF4-FFF2-40B4-BE49-F238E27FC236}">
                <a16:creationId xmlns:a16="http://schemas.microsoft.com/office/drawing/2014/main" id="{51CA35D5-7D4A-49C3-8742-19972DA6D844}"/>
              </a:ext>
            </a:extLst>
          </p:cNvPr>
          <p:cNvSpPr>
            <a:spLocks noGrp="1"/>
          </p:cNvSpPr>
          <p:nvPr>
            <p:ph type="body" sz="quarter" idx="15"/>
          </p:nvPr>
        </p:nvSpPr>
        <p:spPr>
          <a:xfrm>
            <a:off x="4810125" y="3990975"/>
            <a:ext cx="1994088" cy="313932"/>
          </a:xfrm>
        </p:spPr>
        <p:txBody>
          <a:bodyPr/>
          <a:lstStyle/>
          <a:p>
            <a:endParaRPr lang="en-US" dirty="0"/>
          </a:p>
        </p:txBody>
      </p:sp>
    </p:spTree>
    <p:extLst>
      <p:ext uri="{BB962C8B-B14F-4D97-AF65-F5344CB8AC3E}">
        <p14:creationId xmlns:p14="http://schemas.microsoft.com/office/powerpoint/2010/main" val="2382536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FBFD550-336D-B9E2-008F-3849FC7BC995}"/>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F0F69497-1E62-0F70-0E80-44159C2DCD51}"/>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BB0FF4DE-5CDA-C8A8-BE40-FC6D76E1BA90}"/>
              </a:ext>
            </a:extLst>
          </p:cNvPr>
          <p:cNvSpPr>
            <a:spLocks noGrp="1"/>
          </p:cNvSpPr>
          <p:nvPr>
            <p:ph type="body" sz="quarter" idx="12"/>
          </p:nvPr>
        </p:nvSpPr>
        <p:spPr/>
        <p:txBody>
          <a:bodyPr/>
          <a:lstStyle/>
          <a:p>
            <a:endParaRPr lang="en-US"/>
          </a:p>
        </p:txBody>
      </p:sp>
      <p:sp>
        <p:nvSpPr>
          <p:cNvPr id="5" name="Text Placeholder 4">
            <a:extLst>
              <a:ext uri="{FF2B5EF4-FFF2-40B4-BE49-F238E27FC236}">
                <a16:creationId xmlns:a16="http://schemas.microsoft.com/office/drawing/2014/main" id="{CA0171B9-2E88-3C62-810A-AED362C4D1C2}"/>
              </a:ext>
            </a:extLst>
          </p:cNvPr>
          <p:cNvSpPr>
            <a:spLocks noGrp="1"/>
          </p:cNvSpPr>
          <p:nvPr>
            <p:ph type="body" sz="quarter" idx="13"/>
          </p:nvPr>
        </p:nvSpPr>
        <p:spPr/>
        <p:txBody>
          <a:bodyPr/>
          <a:lstStyle/>
          <a:p>
            <a:endParaRPr lang="en-US"/>
          </a:p>
        </p:txBody>
      </p:sp>
      <p:sp>
        <p:nvSpPr>
          <p:cNvPr id="6" name="Picture Placeholder 5">
            <a:extLst>
              <a:ext uri="{FF2B5EF4-FFF2-40B4-BE49-F238E27FC236}">
                <a16:creationId xmlns:a16="http://schemas.microsoft.com/office/drawing/2014/main" id="{FE9ADA36-984A-2EAB-EFE3-8D5ED3352142}"/>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3674826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E0DD2D8-69B5-0C3D-03D4-3AEAFC03943B}"/>
              </a:ext>
            </a:extLst>
          </p:cNvPr>
          <p:cNvSpPr>
            <a:spLocks noGrp="1"/>
          </p:cNvSpPr>
          <p:nvPr>
            <p:ph type="body" sz="quarter" idx="10"/>
          </p:nvPr>
        </p:nvSpPr>
        <p:spPr/>
        <p:txBody>
          <a:bodyPr/>
          <a:lstStyle/>
          <a:p>
            <a:endParaRPr lang="en-US" dirty="0"/>
          </a:p>
        </p:txBody>
      </p:sp>
      <p:sp>
        <p:nvSpPr>
          <p:cNvPr id="3" name="Text Placeholder 2">
            <a:extLst>
              <a:ext uri="{FF2B5EF4-FFF2-40B4-BE49-F238E27FC236}">
                <a16:creationId xmlns:a16="http://schemas.microsoft.com/office/drawing/2014/main" id="{67D4DAD6-238E-C27E-B830-7EB1F2F26196}"/>
              </a:ext>
            </a:extLst>
          </p:cNvPr>
          <p:cNvSpPr>
            <a:spLocks noGrp="1"/>
          </p:cNvSpPr>
          <p:nvPr>
            <p:ph type="body" sz="quarter" idx="11"/>
          </p:nvPr>
        </p:nvSpPr>
        <p:spPr>
          <a:xfrm>
            <a:off x="619125" y="3990975"/>
            <a:ext cx="1994088" cy="313932"/>
          </a:xfrm>
        </p:spPr>
        <p:txBody>
          <a:bodyPr/>
          <a:lstStyle/>
          <a:p>
            <a:endParaRPr lang="en-US" dirty="0"/>
          </a:p>
        </p:txBody>
      </p:sp>
      <p:sp>
        <p:nvSpPr>
          <p:cNvPr id="4" name="Text Placeholder 3">
            <a:extLst>
              <a:ext uri="{FF2B5EF4-FFF2-40B4-BE49-F238E27FC236}">
                <a16:creationId xmlns:a16="http://schemas.microsoft.com/office/drawing/2014/main" id="{6D09C544-78E3-38B1-A413-04DFB497B1EC}"/>
              </a:ext>
            </a:extLst>
          </p:cNvPr>
          <p:cNvSpPr>
            <a:spLocks noGrp="1"/>
          </p:cNvSpPr>
          <p:nvPr>
            <p:ph type="body" sz="quarter" idx="12"/>
          </p:nvPr>
        </p:nvSpPr>
        <p:spPr/>
        <p:txBody>
          <a:bodyPr/>
          <a:lstStyle/>
          <a:p>
            <a:endParaRPr lang="en-US" dirty="0"/>
          </a:p>
        </p:txBody>
      </p:sp>
      <p:sp>
        <p:nvSpPr>
          <p:cNvPr id="5" name="Text Placeholder 4">
            <a:extLst>
              <a:ext uri="{FF2B5EF4-FFF2-40B4-BE49-F238E27FC236}">
                <a16:creationId xmlns:a16="http://schemas.microsoft.com/office/drawing/2014/main" id="{098041F2-44C8-B8FD-A2EF-2526778EDCC6}"/>
              </a:ext>
            </a:extLst>
          </p:cNvPr>
          <p:cNvSpPr>
            <a:spLocks noGrp="1"/>
          </p:cNvSpPr>
          <p:nvPr>
            <p:ph type="body" sz="quarter" idx="13"/>
          </p:nvPr>
        </p:nvSpPr>
        <p:spPr>
          <a:xfrm>
            <a:off x="2714625" y="3990975"/>
            <a:ext cx="1994088" cy="313932"/>
          </a:xfrm>
        </p:spPr>
        <p:txBody>
          <a:bodyPr/>
          <a:lstStyle/>
          <a:p>
            <a:endParaRPr lang="en-US" dirty="0"/>
          </a:p>
        </p:txBody>
      </p:sp>
      <p:sp>
        <p:nvSpPr>
          <p:cNvPr id="6" name="Text Placeholder 5">
            <a:extLst>
              <a:ext uri="{FF2B5EF4-FFF2-40B4-BE49-F238E27FC236}">
                <a16:creationId xmlns:a16="http://schemas.microsoft.com/office/drawing/2014/main" id="{DD1AE453-313D-FDFF-DAA7-47DB90BD2B43}"/>
              </a:ext>
            </a:extLst>
          </p:cNvPr>
          <p:cNvSpPr>
            <a:spLocks noGrp="1"/>
          </p:cNvSpPr>
          <p:nvPr>
            <p:ph type="body" sz="quarter" idx="14"/>
          </p:nvPr>
        </p:nvSpPr>
        <p:spPr/>
        <p:txBody>
          <a:bodyPr/>
          <a:lstStyle/>
          <a:p>
            <a:endParaRPr lang="en-US" dirty="0"/>
          </a:p>
        </p:txBody>
      </p:sp>
      <p:sp>
        <p:nvSpPr>
          <p:cNvPr id="7" name="Text Placeholder 6">
            <a:extLst>
              <a:ext uri="{FF2B5EF4-FFF2-40B4-BE49-F238E27FC236}">
                <a16:creationId xmlns:a16="http://schemas.microsoft.com/office/drawing/2014/main" id="{383C0185-8752-D6B1-72A3-55E23CD7234F}"/>
              </a:ext>
            </a:extLst>
          </p:cNvPr>
          <p:cNvSpPr>
            <a:spLocks noGrp="1"/>
          </p:cNvSpPr>
          <p:nvPr>
            <p:ph type="body" sz="quarter" idx="15"/>
          </p:nvPr>
        </p:nvSpPr>
        <p:spPr>
          <a:xfrm>
            <a:off x="4810125" y="3990975"/>
            <a:ext cx="1994088" cy="313932"/>
          </a:xfrm>
        </p:spPr>
        <p:txBody>
          <a:bodyPr/>
          <a:lstStyle/>
          <a:p>
            <a:endParaRPr lang="en-US" dirty="0"/>
          </a:p>
        </p:txBody>
      </p:sp>
    </p:spTree>
    <p:extLst>
      <p:ext uri="{BB962C8B-B14F-4D97-AF65-F5344CB8AC3E}">
        <p14:creationId xmlns:p14="http://schemas.microsoft.com/office/powerpoint/2010/main" val="1476357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D34BA5F-CAF3-9389-BB58-E7DA36B56707}"/>
              </a:ext>
            </a:extLst>
          </p:cNvPr>
          <p:cNvSpPr>
            <a:spLocks noGrp="1"/>
          </p:cNvSpPr>
          <p:nvPr>
            <p:ph type="pic" sz="quarter" idx="16"/>
          </p:nvPr>
        </p:nvSpPr>
        <p:spPr/>
        <p:txBody>
          <a:bodyPr/>
          <a:lstStyle/>
          <a:p>
            <a:endParaRPr lang="en-US"/>
          </a:p>
        </p:txBody>
      </p:sp>
      <p:sp>
        <p:nvSpPr>
          <p:cNvPr id="3" name="Text Placeholder 2">
            <a:extLst>
              <a:ext uri="{FF2B5EF4-FFF2-40B4-BE49-F238E27FC236}">
                <a16:creationId xmlns:a16="http://schemas.microsoft.com/office/drawing/2014/main" id="{EF43D7FC-B8B2-ADEF-6E08-B2B66DBE2A4D}"/>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E83A20BF-3581-BF30-776A-7E3A92B243C1}"/>
              </a:ext>
            </a:extLst>
          </p:cNvPr>
          <p:cNvSpPr>
            <a:spLocks noGrp="1"/>
          </p:cNvSpPr>
          <p:nvPr>
            <p:ph type="body" sz="quarter" idx="11"/>
          </p:nvPr>
        </p:nvSpPr>
        <p:spPr/>
        <p:txBody>
          <a:bodyPr/>
          <a:lstStyle/>
          <a:p>
            <a:endParaRPr lang="en-US"/>
          </a:p>
        </p:txBody>
      </p:sp>
      <p:sp>
        <p:nvSpPr>
          <p:cNvPr id="5" name="Text Placeholder 4">
            <a:extLst>
              <a:ext uri="{FF2B5EF4-FFF2-40B4-BE49-F238E27FC236}">
                <a16:creationId xmlns:a16="http://schemas.microsoft.com/office/drawing/2014/main" id="{04471BEA-E68E-DD01-7F96-629244F4935C}"/>
              </a:ext>
            </a:extLst>
          </p:cNvPr>
          <p:cNvSpPr>
            <a:spLocks noGrp="1"/>
          </p:cNvSpPr>
          <p:nvPr>
            <p:ph type="body" sz="quarter" idx="12"/>
          </p:nvPr>
        </p:nvSpPr>
        <p:spPr/>
        <p:txBody>
          <a:bodyPr/>
          <a:lstStyle/>
          <a:p>
            <a:endParaRPr lang="en-US"/>
          </a:p>
        </p:txBody>
      </p:sp>
      <p:sp>
        <p:nvSpPr>
          <p:cNvPr id="6" name="Text Placeholder 5">
            <a:extLst>
              <a:ext uri="{FF2B5EF4-FFF2-40B4-BE49-F238E27FC236}">
                <a16:creationId xmlns:a16="http://schemas.microsoft.com/office/drawing/2014/main" id="{A03D271B-B3CD-D3D0-DB7F-355A05EF1066}"/>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10230640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6F5AF2C-7EB4-275D-8C6F-94CA7E1A0533}"/>
              </a:ext>
            </a:extLst>
          </p:cNvPr>
          <p:cNvSpPr>
            <a:spLocks noGrp="1"/>
          </p:cNvSpPr>
          <p:nvPr>
            <p:ph type="body" sz="quarter" idx="10"/>
          </p:nvPr>
        </p:nvSpPr>
        <p:spPr/>
        <p:txBody>
          <a:bodyPr/>
          <a:lstStyle/>
          <a:p>
            <a:endParaRPr lang="en-US" dirty="0"/>
          </a:p>
        </p:txBody>
      </p:sp>
      <p:sp>
        <p:nvSpPr>
          <p:cNvPr id="3" name="Text Placeholder 2">
            <a:extLst>
              <a:ext uri="{FF2B5EF4-FFF2-40B4-BE49-F238E27FC236}">
                <a16:creationId xmlns:a16="http://schemas.microsoft.com/office/drawing/2014/main" id="{AB205A75-9ED0-7751-E2C0-4FB00B6AF6E1}"/>
              </a:ext>
            </a:extLst>
          </p:cNvPr>
          <p:cNvSpPr>
            <a:spLocks noGrp="1"/>
          </p:cNvSpPr>
          <p:nvPr>
            <p:ph type="body" sz="quarter" idx="11"/>
          </p:nvPr>
        </p:nvSpPr>
        <p:spPr>
          <a:xfrm>
            <a:off x="619125" y="3990975"/>
            <a:ext cx="1994088" cy="313932"/>
          </a:xfrm>
        </p:spPr>
        <p:txBody>
          <a:bodyPr/>
          <a:lstStyle/>
          <a:p>
            <a:endParaRPr lang="en-US" dirty="0"/>
          </a:p>
        </p:txBody>
      </p:sp>
      <p:sp>
        <p:nvSpPr>
          <p:cNvPr id="4" name="Text Placeholder 3">
            <a:extLst>
              <a:ext uri="{FF2B5EF4-FFF2-40B4-BE49-F238E27FC236}">
                <a16:creationId xmlns:a16="http://schemas.microsoft.com/office/drawing/2014/main" id="{A8262FF2-505C-FBF1-29DE-FAFC3A1AA54D}"/>
              </a:ext>
            </a:extLst>
          </p:cNvPr>
          <p:cNvSpPr>
            <a:spLocks noGrp="1"/>
          </p:cNvSpPr>
          <p:nvPr>
            <p:ph type="body" sz="quarter" idx="12"/>
          </p:nvPr>
        </p:nvSpPr>
        <p:spPr/>
        <p:txBody>
          <a:bodyPr/>
          <a:lstStyle/>
          <a:p>
            <a:endParaRPr lang="en-US" dirty="0"/>
          </a:p>
        </p:txBody>
      </p:sp>
      <p:sp>
        <p:nvSpPr>
          <p:cNvPr id="5" name="Text Placeholder 4">
            <a:extLst>
              <a:ext uri="{FF2B5EF4-FFF2-40B4-BE49-F238E27FC236}">
                <a16:creationId xmlns:a16="http://schemas.microsoft.com/office/drawing/2014/main" id="{C7083990-466F-4D5E-0788-8FCEB29F1943}"/>
              </a:ext>
            </a:extLst>
          </p:cNvPr>
          <p:cNvSpPr>
            <a:spLocks noGrp="1"/>
          </p:cNvSpPr>
          <p:nvPr>
            <p:ph type="body" sz="quarter" idx="13"/>
          </p:nvPr>
        </p:nvSpPr>
        <p:spPr>
          <a:xfrm>
            <a:off x="2714625" y="3990975"/>
            <a:ext cx="1994088" cy="313932"/>
          </a:xfrm>
        </p:spPr>
        <p:txBody>
          <a:bodyPr/>
          <a:lstStyle/>
          <a:p>
            <a:endParaRPr lang="en-US" dirty="0"/>
          </a:p>
        </p:txBody>
      </p:sp>
      <p:sp>
        <p:nvSpPr>
          <p:cNvPr id="6" name="Text Placeholder 5">
            <a:extLst>
              <a:ext uri="{FF2B5EF4-FFF2-40B4-BE49-F238E27FC236}">
                <a16:creationId xmlns:a16="http://schemas.microsoft.com/office/drawing/2014/main" id="{9908DDF5-971C-F8C8-6032-2FBBA9E50542}"/>
              </a:ext>
            </a:extLst>
          </p:cNvPr>
          <p:cNvSpPr>
            <a:spLocks noGrp="1"/>
          </p:cNvSpPr>
          <p:nvPr>
            <p:ph type="body" sz="quarter" idx="14"/>
          </p:nvPr>
        </p:nvSpPr>
        <p:spPr/>
        <p:txBody>
          <a:bodyPr/>
          <a:lstStyle/>
          <a:p>
            <a:endParaRPr lang="en-US" dirty="0"/>
          </a:p>
        </p:txBody>
      </p:sp>
      <p:sp>
        <p:nvSpPr>
          <p:cNvPr id="7" name="Text Placeholder 6">
            <a:extLst>
              <a:ext uri="{FF2B5EF4-FFF2-40B4-BE49-F238E27FC236}">
                <a16:creationId xmlns:a16="http://schemas.microsoft.com/office/drawing/2014/main" id="{009F0289-6AB2-D449-925E-055EFF801F0D}"/>
              </a:ext>
            </a:extLst>
          </p:cNvPr>
          <p:cNvSpPr>
            <a:spLocks noGrp="1"/>
          </p:cNvSpPr>
          <p:nvPr>
            <p:ph type="body" sz="quarter" idx="15"/>
          </p:nvPr>
        </p:nvSpPr>
        <p:spPr>
          <a:xfrm>
            <a:off x="4810125" y="3990975"/>
            <a:ext cx="1994088" cy="313932"/>
          </a:xfrm>
        </p:spPr>
        <p:txBody>
          <a:bodyPr/>
          <a:lstStyle/>
          <a:p>
            <a:endParaRPr lang="en-US" dirty="0"/>
          </a:p>
        </p:txBody>
      </p:sp>
    </p:spTree>
    <p:extLst>
      <p:ext uri="{BB962C8B-B14F-4D97-AF65-F5344CB8AC3E}">
        <p14:creationId xmlns:p14="http://schemas.microsoft.com/office/powerpoint/2010/main" val="2806792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714954-F329-A59D-D2E6-2C0AB0B85C6B}"/>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7A0B4682-6705-0851-7DE2-7B5FB469259D}"/>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97879402-207E-8DEB-7B93-15E1EE017497}"/>
              </a:ext>
            </a:extLst>
          </p:cNvPr>
          <p:cNvSpPr>
            <a:spLocks noGrp="1"/>
          </p:cNvSpPr>
          <p:nvPr>
            <p:ph type="body" sz="quarter" idx="12"/>
          </p:nvPr>
        </p:nvSpPr>
        <p:spPr/>
        <p:txBody>
          <a:bodyPr/>
          <a:lstStyle/>
          <a:p>
            <a:endParaRPr lang="en-US"/>
          </a:p>
        </p:txBody>
      </p:sp>
      <p:sp>
        <p:nvSpPr>
          <p:cNvPr id="5" name="Text Placeholder 4">
            <a:extLst>
              <a:ext uri="{FF2B5EF4-FFF2-40B4-BE49-F238E27FC236}">
                <a16:creationId xmlns:a16="http://schemas.microsoft.com/office/drawing/2014/main" id="{60C4DEFE-4623-05E7-B013-C20859599531}"/>
              </a:ext>
            </a:extLst>
          </p:cNvPr>
          <p:cNvSpPr>
            <a:spLocks noGrp="1"/>
          </p:cNvSpPr>
          <p:nvPr>
            <p:ph type="body" sz="quarter" idx="13"/>
          </p:nvPr>
        </p:nvSpPr>
        <p:spPr/>
        <p:txBody>
          <a:bodyPr/>
          <a:lstStyle/>
          <a:p>
            <a:endParaRPr lang="en-US"/>
          </a:p>
        </p:txBody>
      </p:sp>
      <p:sp>
        <p:nvSpPr>
          <p:cNvPr id="6" name="Picture Placeholder 5">
            <a:extLst>
              <a:ext uri="{FF2B5EF4-FFF2-40B4-BE49-F238E27FC236}">
                <a16:creationId xmlns:a16="http://schemas.microsoft.com/office/drawing/2014/main" id="{6BF1AF16-ABB0-4AAF-8E46-7132572D3387}"/>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14261342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DDB24-2730-8B11-3BAC-F712C6BE2BE3}"/>
              </a:ext>
            </a:extLst>
          </p:cNvPr>
          <p:cNvSpPr>
            <a:spLocks noGrp="1"/>
          </p:cNvSpPr>
          <p:nvPr>
            <p:ph type="ctrTitle"/>
          </p:nvPr>
        </p:nvSpPr>
        <p:spPr>
          <a:xfrm>
            <a:off x="487678" y="3418321"/>
            <a:ext cx="6736987" cy="923330"/>
          </a:xfrm>
        </p:spPr>
        <p:txBody>
          <a:bodyPr>
            <a:noAutofit/>
          </a:bodyPr>
          <a:lstStyle/>
          <a:p>
            <a:r>
              <a:rPr lang="en-US" dirty="0"/>
              <a:t>Build, learn, create</a:t>
            </a:r>
          </a:p>
        </p:txBody>
      </p:sp>
      <p:sp>
        <p:nvSpPr>
          <p:cNvPr id="3" name="Subtitle 2">
            <a:extLst>
              <a:ext uri="{FF2B5EF4-FFF2-40B4-BE49-F238E27FC236}">
                <a16:creationId xmlns:a16="http://schemas.microsoft.com/office/drawing/2014/main" id="{2219FB24-FD91-B8F9-74D6-84EEC2DBE185}"/>
              </a:ext>
            </a:extLst>
          </p:cNvPr>
          <p:cNvSpPr>
            <a:spLocks noGrp="1"/>
          </p:cNvSpPr>
          <p:nvPr>
            <p:ph type="subTitle" idx="1"/>
          </p:nvPr>
        </p:nvSpPr>
        <p:spPr/>
        <p:txBody>
          <a:bodyPr/>
          <a:lstStyle/>
          <a:p>
            <a:r>
              <a:rPr lang="en-US" dirty="0"/>
              <a:t>Presentations at AWS</a:t>
            </a:r>
          </a:p>
        </p:txBody>
      </p:sp>
      <p:sp>
        <p:nvSpPr>
          <p:cNvPr id="4" name="Text Placeholder 3">
            <a:extLst>
              <a:ext uri="{FF2B5EF4-FFF2-40B4-BE49-F238E27FC236}">
                <a16:creationId xmlns:a16="http://schemas.microsoft.com/office/drawing/2014/main" id="{8FD5430D-9733-1844-9DF0-96B8C94F66B8}"/>
              </a:ext>
            </a:extLst>
          </p:cNvPr>
          <p:cNvSpPr>
            <a:spLocks noGrp="1"/>
          </p:cNvSpPr>
          <p:nvPr>
            <p:ph type="body" sz="quarter" idx="11"/>
          </p:nvPr>
        </p:nvSpPr>
        <p:spPr/>
        <p:txBody>
          <a:bodyPr/>
          <a:lstStyle/>
          <a:p>
            <a:r>
              <a:rPr lang="en-US" dirty="0"/>
              <a:t>Jane Smith</a:t>
            </a:r>
          </a:p>
        </p:txBody>
      </p:sp>
      <p:sp>
        <p:nvSpPr>
          <p:cNvPr id="5" name="Text Placeholder 4">
            <a:extLst>
              <a:ext uri="{FF2B5EF4-FFF2-40B4-BE49-F238E27FC236}">
                <a16:creationId xmlns:a16="http://schemas.microsoft.com/office/drawing/2014/main" id="{87D627AE-ADD8-D28E-D676-1F634E2AEB2A}"/>
              </a:ext>
            </a:extLst>
          </p:cNvPr>
          <p:cNvSpPr>
            <a:spLocks noGrp="1"/>
          </p:cNvSpPr>
          <p:nvPr>
            <p:ph type="body" sz="quarter" idx="10"/>
          </p:nvPr>
        </p:nvSpPr>
        <p:spPr/>
        <p:txBody>
          <a:bodyPr/>
          <a:lstStyle/>
          <a:p>
            <a:r>
              <a:rPr lang="en-US" dirty="0"/>
              <a:t>SESSION ID 123456</a:t>
            </a:r>
          </a:p>
        </p:txBody>
      </p:sp>
      <p:sp>
        <p:nvSpPr>
          <p:cNvPr id="6" name="Text Placeholder 5">
            <a:extLst>
              <a:ext uri="{FF2B5EF4-FFF2-40B4-BE49-F238E27FC236}">
                <a16:creationId xmlns:a16="http://schemas.microsoft.com/office/drawing/2014/main" id="{AC6A4B30-8571-9832-287F-597C7CE391CE}"/>
              </a:ext>
            </a:extLst>
          </p:cNvPr>
          <p:cNvSpPr>
            <a:spLocks noGrp="1"/>
          </p:cNvSpPr>
          <p:nvPr>
            <p:ph type="body" sz="quarter" idx="12"/>
          </p:nvPr>
        </p:nvSpPr>
        <p:spPr>
          <a:xfrm>
            <a:off x="609598" y="5674769"/>
            <a:ext cx="3797302" cy="313932"/>
          </a:xfrm>
        </p:spPr>
        <p:txBody>
          <a:bodyPr/>
          <a:lstStyle/>
          <a:p>
            <a:r>
              <a:rPr lang="en-US" dirty="0"/>
              <a:t>Sr. Director, AWS</a:t>
            </a:r>
          </a:p>
        </p:txBody>
      </p:sp>
    </p:spTree>
    <p:extLst>
      <p:ext uri="{BB962C8B-B14F-4D97-AF65-F5344CB8AC3E}">
        <p14:creationId xmlns:p14="http://schemas.microsoft.com/office/powerpoint/2010/main" val="4211819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p:cNvSpPr>
            <a:spLocks noGrp="1"/>
          </p:cNvSpPr>
          <p:nvPr>
            <p:ph type="title"/>
          </p:nvPr>
        </p:nvSpPr>
        <p:spPr/>
        <p:txBody>
          <a:bodyPr/>
          <a:lstStyle/>
          <a:p>
            <a:r>
              <a:rPr lang="en-US" dirty="0"/>
              <a:t>Agenda</a:t>
            </a:r>
          </a:p>
        </p:txBody>
      </p:sp>
      <p:sp>
        <p:nvSpPr>
          <p:cNvPr id="10" name="Content Placeholder 9"/>
          <p:cNvSpPr>
            <a:spLocks noGrp="1"/>
          </p:cNvSpPr>
          <p:nvPr>
            <p:ph type="body" sz="quarter" idx="10"/>
          </p:nvPr>
        </p:nvSpPr>
        <p:spPr>
          <a:xfrm>
            <a:off x="609600" y="1714500"/>
            <a:ext cx="10972800" cy="3293209"/>
          </a:xfrm>
        </p:spPr>
        <p:txBody>
          <a:bodyPr/>
          <a:lstStyle/>
          <a:p>
            <a:pPr marL="457200" indent="-457200">
              <a:buFont typeface="+mj-lt"/>
              <a:buAutoNum type="arabicPeriod"/>
            </a:pPr>
            <a:r>
              <a:rPr lang="en-US" dirty="0"/>
              <a:t>Where we were</a:t>
            </a:r>
          </a:p>
          <a:p>
            <a:pPr marL="457200" indent="-457200">
              <a:buFont typeface="+mj-lt"/>
              <a:buAutoNum type="arabicPeriod"/>
            </a:pPr>
            <a:r>
              <a:rPr lang="en-US" dirty="0"/>
              <a:t>Our roadmap to the solution</a:t>
            </a:r>
          </a:p>
          <a:p>
            <a:pPr marL="457200" indent="-457200">
              <a:buFont typeface="+mj-lt"/>
              <a:buAutoNum type="arabicPeriod"/>
            </a:pPr>
            <a:r>
              <a:rPr lang="en-US" dirty="0"/>
              <a:t>Key steps we took and decisions we made</a:t>
            </a:r>
          </a:p>
          <a:p>
            <a:pPr marL="457200" indent="-457200">
              <a:buFont typeface="+mj-lt"/>
              <a:buAutoNum type="arabicPeriod"/>
            </a:pPr>
            <a:r>
              <a:rPr lang="en-US" dirty="0"/>
              <a:t>How we solved the problem</a:t>
            </a:r>
          </a:p>
          <a:p>
            <a:pPr marL="457200" indent="-457200">
              <a:buFont typeface="+mj-lt"/>
              <a:buAutoNum type="arabicPeriod"/>
            </a:pPr>
            <a:r>
              <a:rPr lang="en-US" dirty="0"/>
              <a:t>Where we are today</a:t>
            </a:r>
          </a:p>
        </p:txBody>
      </p:sp>
      <p:sp>
        <p:nvSpPr>
          <p:cNvPr id="2" name="Slide Number Placeholder 1">
            <a:extLst>
              <a:ext uri="{FF2B5EF4-FFF2-40B4-BE49-F238E27FC236}">
                <a16:creationId xmlns:a16="http://schemas.microsoft.com/office/drawing/2014/main" id="{F3DCCA48-55D2-B24D-8C87-C66C6D1D3143}"/>
              </a:ext>
            </a:extLst>
          </p:cNvPr>
          <p:cNvSpPr>
            <a:spLocks noGrp="1"/>
          </p:cNvSpPr>
          <p:nvPr>
            <p:ph type="sldNum" sz="quarter" idx="13"/>
          </p:nvPr>
        </p:nvSpPr>
        <p:spPr/>
        <p:txBody>
          <a:bodyPr/>
          <a:lstStyle/>
          <a:p>
            <a:fld id="{EB4B8DE2-A4E8-46E4-8BBF-D75455EFF32C}" type="slidenum">
              <a:rPr lang="en-US" smtClean="0"/>
              <a:pPr/>
              <a:t>65</a:t>
            </a:fld>
            <a:endParaRPr lang="en-US" dirty="0"/>
          </a:p>
        </p:txBody>
      </p:sp>
      <p:grpSp>
        <p:nvGrpSpPr>
          <p:cNvPr id="6" name="Group 5">
            <a:extLst>
              <a:ext uri="{FF2B5EF4-FFF2-40B4-BE49-F238E27FC236}">
                <a16:creationId xmlns:a16="http://schemas.microsoft.com/office/drawing/2014/main" id="{01DBBF69-A6D8-3321-9FDE-064B4151886B}"/>
              </a:ext>
            </a:extLst>
          </p:cNvPr>
          <p:cNvGrpSpPr/>
          <p:nvPr/>
        </p:nvGrpSpPr>
        <p:grpSpPr>
          <a:xfrm>
            <a:off x="6389650" y="767355"/>
            <a:ext cx="5198660" cy="885021"/>
            <a:chOff x="7092130" y="5465877"/>
            <a:chExt cx="5198660" cy="885021"/>
          </a:xfrm>
        </p:grpSpPr>
        <p:sp>
          <p:nvSpPr>
            <p:cNvPr id="7" name="Rounded Rectangle 6">
              <a:extLst>
                <a:ext uri="{FF2B5EF4-FFF2-40B4-BE49-F238E27FC236}">
                  <a16:creationId xmlns:a16="http://schemas.microsoft.com/office/drawing/2014/main" id="{14122286-A1BD-1471-C103-CC3C49F18AC7}"/>
                </a:ext>
              </a:extLst>
            </p:cNvPr>
            <p:cNvSpPr/>
            <p:nvPr/>
          </p:nvSpPr>
          <p:spPr>
            <a:xfrm>
              <a:off x="7092130" y="5465877"/>
              <a:ext cx="5198660" cy="885021"/>
            </a:xfrm>
            <a:prstGeom prst="round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endParaRPr lang="en-US" sz="1050" dirty="0">
                <a:solidFill>
                  <a:schemeClr val="bg1"/>
                </a:solidFill>
                <a:latin typeface="Amazon Ember Display" panose="020F0603020204020204" pitchFamily="34" charset="0"/>
              </a:endParaRPr>
            </a:p>
          </p:txBody>
        </p:sp>
        <p:sp>
          <p:nvSpPr>
            <p:cNvPr id="8" name="Oval 7">
              <a:extLst>
                <a:ext uri="{FF2B5EF4-FFF2-40B4-BE49-F238E27FC236}">
                  <a16:creationId xmlns:a16="http://schemas.microsoft.com/office/drawing/2014/main" id="{008C62AE-B731-2AAA-D25A-A1798D7430A2}"/>
                </a:ext>
              </a:extLst>
            </p:cNvPr>
            <p:cNvSpPr/>
            <p:nvPr/>
          </p:nvSpPr>
          <p:spPr>
            <a:xfrm>
              <a:off x="7277561" y="5638021"/>
              <a:ext cx="584717" cy="584717"/>
            </a:xfrm>
            <a:prstGeom prst="ellipse">
              <a:avLst/>
            </a:prstGeom>
            <a:solidFill>
              <a:srgbClr val="FCFCFD"/>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11" name="TextBox 10">
              <a:extLst>
                <a:ext uri="{FF2B5EF4-FFF2-40B4-BE49-F238E27FC236}">
                  <a16:creationId xmlns:a16="http://schemas.microsoft.com/office/drawing/2014/main" id="{C5436C32-D0BE-142E-A97B-67B168DC5BA5}"/>
                </a:ext>
              </a:extLst>
            </p:cNvPr>
            <p:cNvSpPr txBox="1"/>
            <p:nvPr/>
          </p:nvSpPr>
          <p:spPr>
            <a:xfrm>
              <a:off x="7467403" y="5678708"/>
              <a:ext cx="668682" cy="523220"/>
            </a:xfrm>
            <a:prstGeom prst="rect">
              <a:avLst/>
            </a:prstGeom>
            <a:noFill/>
          </p:spPr>
          <p:txBody>
            <a:bodyPr wrap="square" lIns="0" rIns="0" rtlCol="0">
              <a:spAutoFit/>
            </a:bodyPr>
            <a:lstStyle/>
            <a:p>
              <a:pPr algn="l"/>
              <a:r>
                <a:rPr lang="en-US" sz="2800" dirty="0">
                  <a:solidFill>
                    <a:schemeClr val="accent5">
                      <a:lumMod val="60000"/>
                      <a:lumOff val="40000"/>
                    </a:schemeClr>
                  </a:solidFill>
                  <a:latin typeface="Amazon Ember Mono" panose="020B0509020204020204" pitchFamily="49" charset="0"/>
                  <a:ea typeface="Amazon Ember Mono" panose="020B0509020204020204" pitchFamily="49" charset="0"/>
                  <a:cs typeface="Amazon Ember Mono" panose="020B0509020204020204" pitchFamily="49" charset="0"/>
                </a:rPr>
                <a:t>!</a:t>
              </a:r>
            </a:p>
          </p:txBody>
        </p:sp>
      </p:grpSp>
      <p:sp>
        <p:nvSpPr>
          <p:cNvPr id="13" name="TextBox 12">
            <a:extLst>
              <a:ext uri="{FF2B5EF4-FFF2-40B4-BE49-F238E27FC236}">
                <a16:creationId xmlns:a16="http://schemas.microsoft.com/office/drawing/2014/main" id="{AEED9F44-89C6-D280-F499-08049B8AD6C2}"/>
              </a:ext>
            </a:extLst>
          </p:cNvPr>
          <p:cNvSpPr txBox="1"/>
          <p:nvPr/>
        </p:nvSpPr>
        <p:spPr>
          <a:xfrm>
            <a:off x="7159798" y="817450"/>
            <a:ext cx="4199577" cy="784830"/>
          </a:xfrm>
          <a:prstGeom prst="rect">
            <a:avLst/>
          </a:prstGeom>
          <a:noFill/>
        </p:spPr>
        <p:txBody>
          <a:bodyPr wrap="square">
            <a:spAutoFit/>
          </a:bodyPr>
          <a:lstStyle/>
          <a:p>
            <a:r>
              <a:rPr lang="en-US" sz="900" dirty="0">
                <a:latin typeface="Amazon Ember Display" panose="020F0603020204020204" pitchFamily="34" charset="0"/>
              </a:rPr>
              <a:t>To edit text: </a:t>
            </a:r>
          </a:p>
          <a:p>
            <a:r>
              <a:rPr lang="en-US" sz="900" dirty="0">
                <a:latin typeface="Amazon Ember Display" panose="020F0603020204020204" pitchFamily="34" charset="0"/>
              </a:rPr>
              <a:t>Click on the text box with the words. Rewrite text to a relevant agenda. Avoid using bullet points and instead, hit the “return” key on the keyboard to separate the different items as the text box is programed to space out the items evenly. Try to avoid more than 7 agenda items.</a:t>
            </a:r>
          </a:p>
        </p:txBody>
      </p:sp>
    </p:spTree>
    <p:extLst>
      <p:ext uri="{BB962C8B-B14F-4D97-AF65-F5344CB8AC3E}">
        <p14:creationId xmlns:p14="http://schemas.microsoft.com/office/powerpoint/2010/main" val="2613192107"/>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chor="t"/>
          <a:lstStyle/>
          <a:p>
            <a:r>
              <a:rPr lang="en-US" dirty="0"/>
              <a:t>Good presentations</a:t>
            </a:r>
          </a:p>
        </p:txBody>
      </p:sp>
      <p:sp>
        <p:nvSpPr>
          <p:cNvPr id="5" name="Content Placeholder 4"/>
          <p:cNvSpPr>
            <a:spLocks noGrp="1"/>
          </p:cNvSpPr>
          <p:nvPr>
            <p:ph idx="1"/>
          </p:nvPr>
        </p:nvSpPr>
        <p:spPr>
          <a:xfrm>
            <a:off x="609600" y="2171700"/>
            <a:ext cx="4933950" cy="3010055"/>
          </a:xfrm>
        </p:spPr>
        <p:txBody>
          <a:bodyPr/>
          <a:lstStyle/>
          <a:p>
            <a:pPr marL="342900" indent="-342900">
              <a:buFont typeface="Arial" panose="020B0604020202020204" pitchFamily="34" charset="0"/>
              <a:buChar char="•"/>
            </a:pPr>
            <a:r>
              <a:rPr lang="en-US" dirty="0"/>
              <a:t>Are customer-focused</a:t>
            </a:r>
          </a:p>
          <a:p>
            <a:pPr marL="342900" indent="-342900">
              <a:buFont typeface="Arial" panose="020B0604020202020204" pitchFamily="34" charset="0"/>
              <a:buChar char="•"/>
            </a:pPr>
            <a:r>
              <a:rPr lang="en-US" dirty="0"/>
              <a:t>Are true to the abstract</a:t>
            </a:r>
          </a:p>
          <a:p>
            <a:pPr marL="342900" indent="-342900">
              <a:buFont typeface="Arial" panose="020B0604020202020204" pitchFamily="34" charset="0"/>
              <a:buChar char="•"/>
            </a:pPr>
            <a:r>
              <a:rPr lang="en-US" dirty="0"/>
              <a:t>Tell a story</a:t>
            </a:r>
          </a:p>
          <a:p>
            <a:pPr marL="342900" indent="-342900">
              <a:buFont typeface="Arial" panose="020B0604020202020204" pitchFamily="34" charset="0"/>
              <a:buChar char="•"/>
            </a:pPr>
            <a:r>
              <a:rPr lang="en-US" dirty="0"/>
              <a:t>Provide clear takeaways</a:t>
            </a:r>
          </a:p>
          <a:p>
            <a:pPr marL="342900" indent="-342900">
              <a:buFont typeface="Arial" panose="020B0604020202020204" pitchFamily="34" charset="0"/>
              <a:buChar char="•"/>
            </a:pPr>
            <a:r>
              <a:rPr lang="en-US" dirty="0"/>
              <a:t>Have simple visuals and one message per slide</a:t>
            </a:r>
          </a:p>
        </p:txBody>
      </p:sp>
      <p:sp>
        <p:nvSpPr>
          <p:cNvPr id="2" name="Slide Number Placeholder 1">
            <a:extLst>
              <a:ext uri="{FF2B5EF4-FFF2-40B4-BE49-F238E27FC236}">
                <a16:creationId xmlns:a16="http://schemas.microsoft.com/office/drawing/2014/main" id="{5E5E3378-71A3-D34C-8BDF-FC52D5269287}"/>
              </a:ext>
            </a:extLst>
          </p:cNvPr>
          <p:cNvSpPr>
            <a:spLocks noGrp="1"/>
          </p:cNvSpPr>
          <p:nvPr>
            <p:ph type="sldNum" sz="quarter" idx="13"/>
          </p:nvPr>
        </p:nvSpPr>
        <p:spPr/>
        <p:txBody>
          <a:bodyPr/>
          <a:lstStyle/>
          <a:p>
            <a:fld id="{EB4B8DE2-A4E8-46E4-8BBF-D75455EFF32C}" type="slidenum">
              <a:rPr lang="en-US" smtClean="0"/>
              <a:pPr/>
              <a:t>66</a:t>
            </a:fld>
            <a:endParaRPr lang="en-US" dirty="0"/>
          </a:p>
        </p:txBody>
      </p:sp>
    </p:spTree>
    <p:extLst>
      <p:ext uri="{BB962C8B-B14F-4D97-AF65-F5344CB8AC3E}">
        <p14:creationId xmlns:p14="http://schemas.microsoft.com/office/powerpoint/2010/main" val="2537997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p15="http://schemas.microsoft.com/office/powerpoint/2012/main" xmlns:a14="http://schemas.microsoft.com/office/drawing/2010/main"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4F97F47-45F8-41EB-918E-9C355718165C}"/>
              </a:ext>
            </a:extLst>
          </p:cNvPr>
          <p:cNvSpPr>
            <a:spLocks noGrp="1"/>
          </p:cNvSpPr>
          <p:nvPr>
            <p:ph type="title"/>
          </p:nvPr>
        </p:nvSpPr>
        <p:spPr/>
        <p:txBody>
          <a:bodyPr>
            <a:noAutofit/>
          </a:bodyPr>
          <a:lstStyle/>
          <a:p>
            <a:r>
              <a:rPr lang="en-US" dirty="0"/>
              <a:t>Tips</a:t>
            </a:r>
          </a:p>
        </p:txBody>
      </p:sp>
      <p:sp>
        <p:nvSpPr>
          <p:cNvPr id="6" name="Text Placeholder 5">
            <a:extLst>
              <a:ext uri="{FF2B5EF4-FFF2-40B4-BE49-F238E27FC236}">
                <a16:creationId xmlns:a16="http://schemas.microsoft.com/office/drawing/2014/main" id="{387CCA91-2B45-404E-9A1B-2B2719727EAE}"/>
              </a:ext>
            </a:extLst>
          </p:cNvPr>
          <p:cNvSpPr>
            <a:spLocks noGrp="1"/>
          </p:cNvSpPr>
          <p:nvPr>
            <p:ph type="body" idx="1"/>
          </p:nvPr>
        </p:nvSpPr>
        <p:spPr/>
        <p:txBody>
          <a:bodyPr/>
          <a:lstStyle/>
          <a:p>
            <a:r>
              <a:rPr lang="en-US" dirty="0"/>
              <a:t>A main point</a:t>
            </a:r>
          </a:p>
        </p:txBody>
      </p:sp>
      <p:sp>
        <p:nvSpPr>
          <p:cNvPr id="7" name="Content Placeholder 6">
            <a:extLst>
              <a:ext uri="{FF2B5EF4-FFF2-40B4-BE49-F238E27FC236}">
                <a16:creationId xmlns:a16="http://schemas.microsoft.com/office/drawing/2014/main" id="{A14EE774-88B3-4B97-BC3B-DC45AB39DAF8}"/>
              </a:ext>
            </a:extLst>
          </p:cNvPr>
          <p:cNvSpPr>
            <a:spLocks noGrp="1"/>
          </p:cNvSpPr>
          <p:nvPr>
            <p:ph sz="half" idx="2"/>
          </p:nvPr>
        </p:nvSpPr>
        <p:spPr>
          <a:xfrm>
            <a:off x="609598" y="2141554"/>
            <a:ext cx="2377440" cy="1089529"/>
          </a:xfrm>
        </p:spPr>
        <p:txBody>
          <a:bodyPr/>
          <a:lstStyle/>
          <a:p>
            <a:r>
              <a:rPr lang="en-US" dirty="0"/>
              <a:t>Have one main point for your presentation and one supporting point for each slide</a:t>
            </a:r>
          </a:p>
        </p:txBody>
      </p:sp>
      <p:sp>
        <p:nvSpPr>
          <p:cNvPr id="8" name="Text Placeholder 7">
            <a:extLst>
              <a:ext uri="{FF2B5EF4-FFF2-40B4-BE49-F238E27FC236}">
                <a16:creationId xmlns:a16="http://schemas.microsoft.com/office/drawing/2014/main" id="{DA514678-B9E3-40E1-8434-4891925AF54E}"/>
              </a:ext>
            </a:extLst>
          </p:cNvPr>
          <p:cNvSpPr>
            <a:spLocks noGrp="1"/>
          </p:cNvSpPr>
          <p:nvPr>
            <p:ph type="body" sz="quarter" idx="3"/>
          </p:nvPr>
        </p:nvSpPr>
        <p:spPr>
          <a:xfrm>
            <a:off x="3503294" y="1743647"/>
            <a:ext cx="2377440" cy="369332"/>
          </a:xfrm>
        </p:spPr>
        <p:txBody>
          <a:bodyPr/>
          <a:lstStyle/>
          <a:p>
            <a:r>
              <a:rPr lang="en-US" dirty="0"/>
              <a:t>Use images</a:t>
            </a:r>
          </a:p>
        </p:txBody>
      </p:sp>
      <p:sp>
        <p:nvSpPr>
          <p:cNvPr id="9" name="Content Placeholder 8">
            <a:extLst>
              <a:ext uri="{FF2B5EF4-FFF2-40B4-BE49-F238E27FC236}">
                <a16:creationId xmlns:a16="http://schemas.microsoft.com/office/drawing/2014/main" id="{1C88B305-E252-4A2A-8DB2-7E7BBF3E07F7}"/>
              </a:ext>
            </a:extLst>
          </p:cNvPr>
          <p:cNvSpPr>
            <a:spLocks noGrp="1"/>
          </p:cNvSpPr>
          <p:nvPr>
            <p:ph sz="quarter" idx="4"/>
          </p:nvPr>
        </p:nvSpPr>
        <p:spPr>
          <a:xfrm>
            <a:off x="3503294" y="2141554"/>
            <a:ext cx="2125981" cy="840230"/>
          </a:xfrm>
        </p:spPr>
        <p:txBody>
          <a:bodyPr/>
          <a:lstStyle/>
          <a:p>
            <a:r>
              <a:rPr lang="en-US" dirty="0"/>
              <a:t>Use images and clear data to explain your message</a:t>
            </a:r>
          </a:p>
        </p:txBody>
      </p:sp>
      <p:sp>
        <p:nvSpPr>
          <p:cNvPr id="10" name="Text Placeholder 9">
            <a:extLst>
              <a:ext uri="{FF2B5EF4-FFF2-40B4-BE49-F238E27FC236}">
                <a16:creationId xmlns:a16="http://schemas.microsoft.com/office/drawing/2014/main" id="{12650128-FCE1-449A-876D-5C99F5EC3EB1}"/>
              </a:ext>
            </a:extLst>
          </p:cNvPr>
          <p:cNvSpPr>
            <a:spLocks noGrp="1"/>
          </p:cNvSpPr>
          <p:nvPr>
            <p:ph type="body" sz="quarter" idx="10"/>
          </p:nvPr>
        </p:nvSpPr>
        <p:spPr/>
        <p:txBody>
          <a:bodyPr/>
          <a:lstStyle/>
          <a:p>
            <a:r>
              <a:rPr lang="en-US" dirty="0"/>
              <a:t>Highlight</a:t>
            </a:r>
          </a:p>
        </p:txBody>
      </p:sp>
      <p:sp>
        <p:nvSpPr>
          <p:cNvPr id="11" name="Content Placeholder 10">
            <a:extLst>
              <a:ext uri="{FF2B5EF4-FFF2-40B4-BE49-F238E27FC236}">
                <a16:creationId xmlns:a16="http://schemas.microsoft.com/office/drawing/2014/main" id="{776B0363-0955-408B-BAB1-5920DA63EE85}"/>
              </a:ext>
            </a:extLst>
          </p:cNvPr>
          <p:cNvSpPr>
            <a:spLocks noGrp="1"/>
          </p:cNvSpPr>
          <p:nvPr>
            <p:ph sz="quarter" idx="11"/>
          </p:nvPr>
        </p:nvSpPr>
        <p:spPr>
          <a:xfrm>
            <a:off x="6339840" y="2141554"/>
            <a:ext cx="2148840" cy="1089529"/>
          </a:xfrm>
        </p:spPr>
        <p:txBody>
          <a:bodyPr/>
          <a:lstStyle/>
          <a:p>
            <a:r>
              <a:rPr lang="en-US" dirty="0"/>
              <a:t>Highlight the most important content in the presentation and on each slide</a:t>
            </a:r>
          </a:p>
        </p:txBody>
      </p:sp>
      <p:sp>
        <p:nvSpPr>
          <p:cNvPr id="12" name="Text Placeholder 11">
            <a:extLst>
              <a:ext uri="{FF2B5EF4-FFF2-40B4-BE49-F238E27FC236}">
                <a16:creationId xmlns:a16="http://schemas.microsoft.com/office/drawing/2014/main" id="{AC4CA2EB-54E6-4F2B-84C6-4F24439AE34D}"/>
              </a:ext>
            </a:extLst>
          </p:cNvPr>
          <p:cNvSpPr>
            <a:spLocks noGrp="1"/>
          </p:cNvSpPr>
          <p:nvPr>
            <p:ph type="body" sz="quarter" idx="12"/>
          </p:nvPr>
        </p:nvSpPr>
        <p:spPr/>
        <p:txBody>
          <a:bodyPr/>
          <a:lstStyle/>
          <a:p>
            <a:r>
              <a:rPr lang="en-US" dirty="0"/>
              <a:t>Only essentials</a:t>
            </a:r>
          </a:p>
        </p:txBody>
      </p:sp>
      <p:sp>
        <p:nvSpPr>
          <p:cNvPr id="13" name="Content Placeholder 12">
            <a:extLst>
              <a:ext uri="{FF2B5EF4-FFF2-40B4-BE49-F238E27FC236}">
                <a16:creationId xmlns:a16="http://schemas.microsoft.com/office/drawing/2014/main" id="{66350491-848D-4F6C-BF94-A9B3BE1F60D5}"/>
              </a:ext>
            </a:extLst>
          </p:cNvPr>
          <p:cNvSpPr>
            <a:spLocks noGrp="1"/>
          </p:cNvSpPr>
          <p:nvPr>
            <p:ph sz="quarter" idx="13"/>
          </p:nvPr>
        </p:nvSpPr>
        <p:spPr>
          <a:xfrm>
            <a:off x="9204960" y="2141554"/>
            <a:ext cx="2148840" cy="840230"/>
          </a:xfrm>
        </p:spPr>
        <p:txBody>
          <a:bodyPr/>
          <a:lstStyle/>
          <a:p>
            <a:r>
              <a:rPr lang="en-US" dirty="0"/>
              <a:t>Remove anything that isn’t essential to the main point</a:t>
            </a:r>
          </a:p>
        </p:txBody>
      </p:sp>
      <p:sp>
        <p:nvSpPr>
          <p:cNvPr id="2" name="Slide Number Placeholder 1">
            <a:extLst>
              <a:ext uri="{FF2B5EF4-FFF2-40B4-BE49-F238E27FC236}">
                <a16:creationId xmlns:a16="http://schemas.microsoft.com/office/drawing/2014/main" id="{6B9F564C-00B0-B44C-9249-4BC3A48DC826}"/>
              </a:ext>
            </a:extLst>
          </p:cNvPr>
          <p:cNvSpPr>
            <a:spLocks noGrp="1"/>
          </p:cNvSpPr>
          <p:nvPr>
            <p:ph type="sldNum" sz="quarter" idx="16"/>
          </p:nvPr>
        </p:nvSpPr>
        <p:spPr/>
        <p:txBody>
          <a:bodyPr/>
          <a:lstStyle/>
          <a:p>
            <a:fld id="{EB4B8DE2-A4E8-46E4-8BBF-D75455EFF32C}" type="slidenum">
              <a:rPr lang="en-US" smtClean="0"/>
              <a:pPr/>
              <a:t>67</a:t>
            </a:fld>
            <a:endParaRPr lang="en-US" dirty="0"/>
          </a:p>
        </p:txBody>
      </p:sp>
    </p:spTree>
    <p:extLst>
      <p:ext uri="{BB962C8B-B14F-4D97-AF65-F5344CB8AC3E}">
        <p14:creationId xmlns:p14="http://schemas.microsoft.com/office/powerpoint/2010/main" val="3295535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8" name="Title 17"/>
          <p:cNvSpPr>
            <a:spLocks noGrp="1"/>
          </p:cNvSpPr>
          <p:nvPr>
            <p:ph type="title"/>
          </p:nvPr>
        </p:nvSpPr>
        <p:spPr>
          <a:xfrm>
            <a:off x="1540082" y="1975199"/>
            <a:ext cx="8067261" cy="1920526"/>
          </a:xfrm>
        </p:spPr>
        <p:txBody>
          <a:bodyPr/>
          <a:lstStyle/>
          <a:p>
            <a:r>
              <a:rPr lang="en-US" dirty="0"/>
              <a:t>Every new thing creates two new questions and two new opportunities.</a:t>
            </a:r>
          </a:p>
        </p:txBody>
      </p:sp>
      <p:sp>
        <p:nvSpPr>
          <p:cNvPr id="14" name="Text Placeholder 13">
            <a:extLst>
              <a:ext uri="{FF2B5EF4-FFF2-40B4-BE49-F238E27FC236}">
                <a16:creationId xmlns:a16="http://schemas.microsoft.com/office/drawing/2014/main" id="{4D871129-1A16-49A8-9A49-078CCF850639}"/>
              </a:ext>
            </a:extLst>
          </p:cNvPr>
          <p:cNvSpPr>
            <a:spLocks noGrp="1"/>
          </p:cNvSpPr>
          <p:nvPr>
            <p:ph type="body" sz="quarter" idx="15"/>
          </p:nvPr>
        </p:nvSpPr>
        <p:spPr/>
        <p:txBody>
          <a:bodyPr/>
          <a:lstStyle/>
          <a:p>
            <a:r>
              <a:rPr lang="en-US" dirty="0"/>
              <a:t>Jeff Bezos</a:t>
            </a:r>
          </a:p>
        </p:txBody>
      </p:sp>
      <p:sp>
        <p:nvSpPr>
          <p:cNvPr id="15" name="Text Placeholder 14">
            <a:extLst>
              <a:ext uri="{FF2B5EF4-FFF2-40B4-BE49-F238E27FC236}">
                <a16:creationId xmlns:a16="http://schemas.microsoft.com/office/drawing/2014/main" id="{A341D6D8-3519-4CE0-8A1E-1FC33E04FB34}"/>
              </a:ext>
            </a:extLst>
          </p:cNvPr>
          <p:cNvSpPr>
            <a:spLocks noGrp="1"/>
          </p:cNvSpPr>
          <p:nvPr>
            <p:ph type="body" sz="quarter" idx="16"/>
          </p:nvPr>
        </p:nvSpPr>
        <p:spPr/>
        <p:txBody>
          <a:bodyPr/>
          <a:lstStyle/>
          <a:p>
            <a:r>
              <a:rPr lang="en-US" dirty="0"/>
              <a:t>Founder and Executive Chair of Amazon</a:t>
            </a:r>
          </a:p>
        </p:txBody>
      </p:sp>
      <p:sp>
        <p:nvSpPr>
          <p:cNvPr id="2" name="Slide Number Placeholder 1">
            <a:extLst>
              <a:ext uri="{FF2B5EF4-FFF2-40B4-BE49-F238E27FC236}">
                <a16:creationId xmlns:a16="http://schemas.microsoft.com/office/drawing/2014/main" id="{315FE285-929F-C443-B066-6D8DE9B5C959}"/>
              </a:ext>
            </a:extLst>
          </p:cNvPr>
          <p:cNvSpPr>
            <a:spLocks noGrp="1"/>
          </p:cNvSpPr>
          <p:nvPr>
            <p:ph type="sldNum" sz="quarter" idx="19"/>
          </p:nvPr>
        </p:nvSpPr>
        <p:spPr/>
        <p:txBody>
          <a:bodyPr/>
          <a:lstStyle/>
          <a:p>
            <a:fld id="{EB4B8DE2-A4E8-46E4-8BBF-D75455EFF32C}" type="slidenum">
              <a:rPr lang="en-US" smtClean="0"/>
              <a:pPr/>
              <a:t>68</a:t>
            </a:fld>
            <a:endParaRPr lang="en-US" dirty="0"/>
          </a:p>
        </p:txBody>
      </p:sp>
    </p:spTree>
    <p:extLst>
      <p:ext uri="{BB962C8B-B14F-4D97-AF65-F5344CB8AC3E}">
        <p14:creationId xmlns:p14="http://schemas.microsoft.com/office/powerpoint/2010/main" val="1329161997"/>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BE756C09-FF5C-684D-8C1B-64E0581AE4B4}"/>
              </a:ext>
            </a:extLst>
          </p:cNvPr>
          <p:cNvSpPr>
            <a:spLocks/>
          </p:cNvSpPr>
          <p:nvPr/>
        </p:nvSpPr>
        <p:spPr>
          <a:xfrm flipH="1">
            <a:off x="4582895" y="711200"/>
            <a:ext cx="6999503" cy="5483860"/>
          </a:xfrm>
          <a:prstGeom prst="roundRect">
            <a:avLst>
              <a:gd name="adj" fmla="val 1515"/>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marL="182880" algn="ctr" defTabSz="228389">
              <a:lnSpc>
                <a:spcPct val="90000"/>
              </a:lnSpc>
            </a:pPr>
            <a:endParaRPr lang="en-US" dirty="0" err="1">
              <a:solidFill>
                <a:schemeClr val="tx1"/>
              </a:solidFill>
              <a:latin typeface="Amazon Ember Display" panose="020F0603020204020204" pitchFamily="34" charset="0"/>
            </a:endParaRPr>
          </a:p>
        </p:txBody>
      </p:sp>
      <p:graphicFrame>
        <p:nvGraphicFramePr>
          <p:cNvPr id="6" name="Chart 5">
            <a:extLst>
              <a:ext uri="{FF2B5EF4-FFF2-40B4-BE49-F238E27FC236}">
                <a16:creationId xmlns:a16="http://schemas.microsoft.com/office/drawing/2014/main" id="{9ACF9FAE-503F-4EC3-8FDC-959D4C1CEEC9}"/>
              </a:ext>
            </a:extLst>
          </p:cNvPr>
          <p:cNvGraphicFramePr/>
          <p:nvPr>
            <p:extLst>
              <p:ext uri="{D42A27DB-BD31-4B8C-83A1-F6EECF244321}">
                <p14:modId xmlns:p14="http://schemas.microsoft.com/office/powerpoint/2010/main" val="277821624"/>
              </p:ext>
            </p:extLst>
          </p:nvPr>
        </p:nvGraphicFramePr>
        <p:xfrm>
          <a:off x="4582896" y="923737"/>
          <a:ext cx="6904215" cy="4766269"/>
        </p:xfrm>
        <a:graphic>
          <a:graphicData uri="http://schemas.openxmlformats.org/drawingml/2006/chart">
            <c:chart xmlns:c="http://schemas.openxmlformats.org/drawingml/2006/chart" xmlns:r="http://schemas.openxmlformats.org/officeDocument/2006/relationships" r:id="rId3"/>
          </a:graphicData>
        </a:graphic>
      </p:graphicFrame>
      <p:sp>
        <p:nvSpPr>
          <p:cNvPr id="2" name="Title 1"/>
          <p:cNvSpPr>
            <a:spLocks noGrp="1"/>
          </p:cNvSpPr>
          <p:nvPr>
            <p:ph type="title"/>
          </p:nvPr>
        </p:nvSpPr>
        <p:spPr>
          <a:xfrm>
            <a:off x="503584" y="720169"/>
            <a:ext cx="4145573" cy="895732"/>
          </a:xfrm>
        </p:spPr>
        <p:txBody>
          <a:bodyPr>
            <a:noAutofit/>
          </a:bodyPr>
          <a:lstStyle/>
          <a:p>
            <a:r>
              <a:rPr lang="en-US" dirty="0"/>
              <a:t>Enter descriptive titles for charts</a:t>
            </a:r>
          </a:p>
        </p:txBody>
      </p:sp>
      <p:sp>
        <p:nvSpPr>
          <p:cNvPr id="3" name="Slide Number Placeholder 2">
            <a:extLst>
              <a:ext uri="{FF2B5EF4-FFF2-40B4-BE49-F238E27FC236}">
                <a16:creationId xmlns:a16="http://schemas.microsoft.com/office/drawing/2014/main" id="{337F2C03-85BC-934A-B3FA-C9CD497811BD}"/>
              </a:ext>
            </a:extLst>
          </p:cNvPr>
          <p:cNvSpPr>
            <a:spLocks noGrp="1"/>
          </p:cNvSpPr>
          <p:nvPr>
            <p:ph type="sldNum" sz="quarter" idx="12"/>
          </p:nvPr>
        </p:nvSpPr>
        <p:spPr/>
        <p:txBody>
          <a:bodyPr/>
          <a:lstStyle/>
          <a:p>
            <a:fld id="{EB4B8DE2-A4E8-46E4-8BBF-D75455EFF32C}" type="slidenum">
              <a:rPr lang="en-US" smtClean="0"/>
              <a:pPr/>
              <a:t>69</a:t>
            </a:fld>
            <a:endParaRPr lang="en-US" dirty="0"/>
          </a:p>
        </p:txBody>
      </p:sp>
      <p:sp>
        <p:nvSpPr>
          <p:cNvPr id="8" name="TextBox 7">
            <a:extLst>
              <a:ext uri="{FF2B5EF4-FFF2-40B4-BE49-F238E27FC236}">
                <a16:creationId xmlns:a16="http://schemas.microsoft.com/office/drawing/2014/main" id="{F727D0DC-7DA0-46DB-9CFF-2C741152C77D}"/>
              </a:ext>
            </a:extLst>
          </p:cNvPr>
          <p:cNvSpPr txBox="1"/>
          <p:nvPr/>
        </p:nvSpPr>
        <p:spPr>
          <a:xfrm>
            <a:off x="5014218" y="1518060"/>
            <a:ext cx="596317" cy="338554"/>
          </a:xfrm>
          <a:prstGeom prst="rect">
            <a:avLst/>
          </a:prstGeom>
          <a:noFill/>
        </p:spPr>
        <p:txBody>
          <a:bodyPr wrap="none" lIns="0" rIns="0" rtlCol="0">
            <a:spAutoFit/>
          </a:bodyPr>
          <a:lstStyle/>
          <a:p>
            <a:pPr algn="l"/>
            <a:r>
              <a:rPr lang="en-US" sz="1600" dirty="0">
                <a:solidFill>
                  <a:schemeClr val="accent1"/>
                </a:solidFill>
                <a:latin typeface="Amazon Ember Display" panose="020F0603020204020204" pitchFamily="34" charset="0"/>
              </a:rPr>
              <a:t>Charts</a:t>
            </a:r>
          </a:p>
        </p:txBody>
      </p:sp>
      <p:sp>
        <p:nvSpPr>
          <p:cNvPr id="9" name="TextBox 8">
            <a:extLst>
              <a:ext uri="{FF2B5EF4-FFF2-40B4-BE49-F238E27FC236}">
                <a16:creationId xmlns:a16="http://schemas.microsoft.com/office/drawing/2014/main" id="{783C24D7-B995-4864-8B89-DC4E530FA47A}"/>
              </a:ext>
            </a:extLst>
          </p:cNvPr>
          <p:cNvSpPr txBox="1"/>
          <p:nvPr/>
        </p:nvSpPr>
        <p:spPr>
          <a:xfrm>
            <a:off x="5365075" y="2689112"/>
            <a:ext cx="601127" cy="338554"/>
          </a:xfrm>
          <a:prstGeom prst="rect">
            <a:avLst/>
          </a:prstGeom>
          <a:noFill/>
        </p:spPr>
        <p:txBody>
          <a:bodyPr wrap="none" lIns="0" rIns="0" rtlCol="0">
            <a:spAutoFit/>
          </a:bodyPr>
          <a:lstStyle/>
          <a:p>
            <a:pPr algn="l"/>
            <a:r>
              <a:rPr lang="en-US" sz="1600" dirty="0">
                <a:solidFill>
                  <a:schemeClr val="tx2">
                    <a:lumMod val="75000"/>
                    <a:lumOff val="25000"/>
                  </a:schemeClr>
                </a:solidFill>
                <a:latin typeface="Amazon Ember Display" panose="020F0603020204020204" pitchFamily="34" charset="0"/>
              </a:rPr>
              <a:t>Tables</a:t>
            </a:r>
          </a:p>
        </p:txBody>
      </p:sp>
      <p:sp>
        <p:nvSpPr>
          <p:cNvPr id="10" name="TextBox 9">
            <a:extLst>
              <a:ext uri="{FF2B5EF4-FFF2-40B4-BE49-F238E27FC236}">
                <a16:creationId xmlns:a16="http://schemas.microsoft.com/office/drawing/2014/main" id="{56700FEF-D82E-404F-AE4A-8B02CD5A5368}"/>
              </a:ext>
            </a:extLst>
          </p:cNvPr>
          <p:cNvSpPr txBox="1"/>
          <p:nvPr/>
        </p:nvSpPr>
        <p:spPr>
          <a:xfrm>
            <a:off x="5785053" y="3146937"/>
            <a:ext cx="804707" cy="338554"/>
          </a:xfrm>
          <a:prstGeom prst="rect">
            <a:avLst/>
          </a:prstGeom>
          <a:noFill/>
        </p:spPr>
        <p:txBody>
          <a:bodyPr wrap="none" lIns="0" rIns="0" rtlCol="0">
            <a:spAutoFit/>
          </a:bodyPr>
          <a:lstStyle/>
          <a:p>
            <a:pPr algn="l"/>
            <a:r>
              <a:rPr lang="en-US" sz="1600" dirty="0">
                <a:solidFill>
                  <a:schemeClr val="tx2">
                    <a:lumMod val="50000"/>
                    <a:lumOff val="50000"/>
                  </a:schemeClr>
                </a:solidFill>
                <a:latin typeface="Amazon Ember Display" panose="020F0603020204020204" pitchFamily="34" charset="0"/>
              </a:rPr>
              <a:t>Graphics</a:t>
            </a:r>
          </a:p>
        </p:txBody>
      </p:sp>
      <p:cxnSp>
        <p:nvCxnSpPr>
          <p:cNvPr id="12" name="Straight Connector 11">
            <a:extLst>
              <a:ext uri="{FF2B5EF4-FFF2-40B4-BE49-F238E27FC236}">
                <a16:creationId xmlns:a16="http://schemas.microsoft.com/office/drawing/2014/main" id="{25634120-5053-47D9-ABCA-A72954BD2A9F}"/>
              </a:ext>
            </a:extLst>
          </p:cNvPr>
          <p:cNvCxnSpPr/>
          <p:nvPr/>
        </p:nvCxnSpPr>
        <p:spPr>
          <a:xfrm flipV="1">
            <a:off x="5171476" y="1834716"/>
            <a:ext cx="0" cy="776783"/>
          </a:xfrm>
          <a:prstGeom prst="line">
            <a:avLst/>
          </a:prstGeom>
          <a:ln w="285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E62023F-61A6-40BD-AF36-5A1CB4427C2E}"/>
              </a:ext>
            </a:extLst>
          </p:cNvPr>
          <p:cNvCxnSpPr>
            <a:cxnSpLocks/>
          </p:cNvCxnSpPr>
          <p:nvPr/>
        </p:nvCxnSpPr>
        <p:spPr>
          <a:xfrm flipV="1">
            <a:off x="5545218" y="3016045"/>
            <a:ext cx="0" cy="763190"/>
          </a:xfrm>
          <a:prstGeom prst="line">
            <a:avLst/>
          </a:prstGeom>
          <a:ln w="28575" cap="rnd">
            <a:solidFill>
              <a:schemeClr val="tx2">
                <a:lumMod val="50000"/>
                <a:lumOff val="50000"/>
              </a:schemeClr>
            </a:solidFill>
            <a:roun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0CFCBA5-56E1-4C32-A88A-42494C5F891A}"/>
              </a:ext>
            </a:extLst>
          </p:cNvPr>
          <p:cNvCxnSpPr>
            <a:cxnSpLocks/>
          </p:cNvCxnSpPr>
          <p:nvPr/>
        </p:nvCxnSpPr>
        <p:spPr>
          <a:xfrm flipV="1">
            <a:off x="5924360" y="3470115"/>
            <a:ext cx="0" cy="472494"/>
          </a:xfrm>
          <a:prstGeom prst="line">
            <a:avLst/>
          </a:prstGeom>
          <a:ln w="28575" cap="rnd">
            <a:solidFill>
              <a:schemeClr val="tx2">
                <a:lumMod val="25000"/>
                <a:lumOff val="75000"/>
              </a:schemeClr>
            </a:solidFill>
            <a:round/>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9B93FAF-B897-6F1D-676B-B0640590D9DD}"/>
              </a:ext>
            </a:extLst>
          </p:cNvPr>
          <p:cNvSpPr txBox="1"/>
          <p:nvPr/>
        </p:nvSpPr>
        <p:spPr>
          <a:xfrm>
            <a:off x="572528" y="1887039"/>
            <a:ext cx="3454884" cy="2834622"/>
          </a:xfrm>
          <a:prstGeom prst="rect">
            <a:avLst/>
          </a:prstGeom>
          <a:noFill/>
        </p:spPr>
        <p:txBody>
          <a:bodyPr wrap="square">
            <a:spAutoFit/>
          </a:bodyPr>
          <a:lstStyle/>
          <a:p>
            <a:pPr defTabSz="228389">
              <a:lnSpc>
                <a:spcPct val="90000"/>
              </a:lnSpc>
              <a:defRPr/>
            </a:pPr>
            <a:r>
              <a:rPr lang="en-US"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To create a new chart, select Insert tab &gt; Chart. Enter your data and adjust the font sizes to the minimum 12 pt. or larger.</a:t>
            </a:r>
          </a:p>
          <a:p>
            <a:pPr defTabSz="228389">
              <a:lnSpc>
                <a:spcPct val="90000"/>
              </a:lnSpc>
              <a:defRPr/>
            </a:pPr>
            <a:endParaRPr lang="en-US"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p>
            <a:pPr defTabSz="228389">
              <a:lnSpc>
                <a:spcPct val="90000"/>
              </a:lnSpc>
              <a:defRPr/>
            </a:pPr>
            <a:r>
              <a:rPr lang="en-US" dirty="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rPr>
              <a:t>Use a bright color to emphasize the most important data. Use subtle colors for other data. Include labels for accessibility.</a:t>
            </a:r>
          </a:p>
        </p:txBody>
      </p:sp>
    </p:spTree>
    <p:extLst>
      <p:ext uri="{BB962C8B-B14F-4D97-AF65-F5344CB8AC3E}">
        <p14:creationId xmlns:p14="http://schemas.microsoft.com/office/powerpoint/2010/main" val="2095485622"/>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4E2C4E32-9B8E-C6C6-60A2-B4B22A534290}"/>
              </a:ext>
            </a:extLst>
          </p:cNvPr>
          <p:cNvSpPr>
            <a:spLocks/>
          </p:cNvSpPr>
          <p:nvPr/>
        </p:nvSpPr>
        <p:spPr>
          <a:xfrm flipH="1">
            <a:off x="6210167" y="1714500"/>
            <a:ext cx="5372232" cy="4480560"/>
          </a:xfrm>
          <a:prstGeom prst="roundRect">
            <a:avLst>
              <a:gd name="adj" fmla="val 1515"/>
            </a:avLst>
          </a:prstGeom>
          <a:solidFill>
            <a:schemeClr val="accent2">
              <a:lumMod val="20000"/>
              <a:lumOff val="8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marL="182880" algn="ctr" defTabSz="228389">
              <a:lnSpc>
                <a:spcPct val="90000"/>
              </a:lnSpc>
            </a:pPr>
            <a:endParaRPr lang="en-US" dirty="0" err="1">
              <a:solidFill>
                <a:schemeClr val="tx1"/>
              </a:solidFill>
              <a:latin typeface="Amazon Ember Display" panose="020F0603020204020204" pitchFamily="34" charset="0"/>
            </a:endParaRPr>
          </a:p>
        </p:txBody>
      </p:sp>
      <p:sp>
        <p:nvSpPr>
          <p:cNvPr id="7" name="Rounded Rectangle 6">
            <a:extLst>
              <a:ext uri="{FF2B5EF4-FFF2-40B4-BE49-F238E27FC236}">
                <a16:creationId xmlns:a16="http://schemas.microsoft.com/office/drawing/2014/main" id="{E65EE719-CAEA-3A6D-EA45-1BF2026F57A8}"/>
              </a:ext>
            </a:extLst>
          </p:cNvPr>
          <p:cNvSpPr>
            <a:spLocks/>
          </p:cNvSpPr>
          <p:nvPr/>
        </p:nvSpPr>
        <p:spPr>
          <a:xfrm flipH="1">
            <a:off x="614039" y="1714500"/>
            <a:ext cx="5372232" cy="4480560"/>
          </a:xfrm>
          <a:prstGeom prst="roundRect">
            <a:avLst>
              <a:gd name="adj" fmla="val 1515"/>
            </a:avLst>
          </a:prstGeom>
          <a:solidFill>
            <a:schemeClr val="accent2">
              <a:lumMod val="20000"/>
              <a:lumOff val="8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marL="182880" algn="ctr" defTabSz="228389">
              <a:lnSpc>
                <a:spcPct val="90000"/>
              </a:lnSpc>
            </a:pPr>
            <a:endParaRPr lang="en-US" dirty="0" err="1">
              <a:solidFill>
                <a:schemeClr val="tx1"/>
              </a:solidFill>
              <a:latin typeface="Amazon Ember Display" panose="020F0603020204020204" pitchFamily="34" charset="0"/>
            </a:endParaRPr>
          </a:p>
        </p:txBody>
      </p:sp>
      <p:sp>
        <p:nvSpPr>
          <p:cNvPr id="2" name="Title 1">
            <a:extLst>
              <a:ext uri="{FF2B5EF4-FFF2-40B4-BE49-F238E27FC236}">
                <a16:creationId xmlns:a16="http://schemas.microsoft.com/office/drawing/2014/main" id="{E7AA6B66-9379-4B43-9658-36E7E2EF6B47}"/>
              </a:ext>
            </a:extLst>
          </p:cNvPr>
          <p:cNvSpPr>
            <a:spLocks noGrp="1"/>
          </p:cNvSpPr>
          <p:nvPr>
            <p:ph type="title"/>
          </p:nvPr>
        </p:nvSpPr>
        <p:spPr>
          <a:xfrm>
            <a:off x="487680" y="914401"/>
            <a:ext cx="10972800" cy="590931"/>
          </a:xfrm>
        </p:spPr>
        <p:txBody>
          <a:bodyPr/>
          <a:lstStyle/>
          <a:p>
            <a:r>
              <a:rPr lang="en-US" dirty="0"/>
              <a:t>Keep charts as simple and clear as possible</a:t>
            </a:r>
          </a:p>
        </p:txBody>
      </p:sp>
      <p:sp>
        <p:nvSpPr>
          <p:cNvPr id="5" name="Slide Number Placeholder 4">
            <a:extLst>
              <a:ext uri="{FF2B5EF4-FFF2-40B4-BE49-F238E27FC236}">
                <a16:creationId xmlns:a16="http://schemas.microsoft.com/office/drawing/2014/main" id="{392EE18E-C646-684D-A87B-36AFF9E9625F}"/>
              </a:ext>
            </a:extLst>
          </p:cNvPr>
          <p:cNvSpPr>
            <a:spLocks noGrp="1"/>
          </p:cNvSpPr>
          <p:nvPr>
            <p:ph type="sldNum" sz="quarter" idx="12"/>
          </p:nvPr>
        </p:nvSpPr>
        <p:spPr/>
        <p:txBody>
          <a:bodyPr/>
          <a:lstStyle/>
          <a:p>
            <a:fld id="{EB4B8DE2-A4E8-46E4-8BBF-D75455EFF32C}" type="slidenum">
              <a:rPr lang="en-US" smtClean="0"/>
              <a:pPr/>
              <a:t>70</a:t>
            </a:fld>
            <a:endParaRPr lang="en-US" dirty="0"/>
          </a:p>
        </p:txBody>
      </p:sp>
      <p:graphicFrame>
        <p:nvGraphicFramePr>
          <p:cNvPr id="3" name="Chart 2">
            <a:extLst>
              <a:ext uri="{FF2B5EF4-FFF2-40B4-BE49-F238E27FC236}">
                <a16:creationId xmlns:a16="http://schemas.microsoft.com/office/drawing/2014/main" id="{DDC1265F-B751-4FF5-BE56-76B0759E54A6}"/>
              </a:ext>
            </a:extLst>
          </p:cNvPr>
          <p:cNvGraphicFramePr/>
          <p:nvPr>
            <p:extLst>
              <p:ext uri="{D42A27DB-BD31-4B8C-83A1-F6EECF244321}">
                <p14:modId xmlns:p14="http://schemas.microsoft.com/office/powerpoint/2010/main" val="417888187"/>
              </p:ext>
            </p:extLst>
          </p:nvPr>
        </p:nvGraphicFramePr>
        <p:xfrm>
          <a:off x="609600" y="1956602"/>
          <a:ext cx="5372235" cy="376158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52BCD90D-43E5-4CF7-BFCB-FC77AB4ABBC0}"/>
              </a:ext>
            </a:extLst>
          </p:cNvPr>
          <p:cNvGraphicFramePr/>
          <p:nvPr>
            <p:extLst>
              <p:ext uri="{D42A27DB-BD31-4B8C-83A1-F6EECF244321}">
                <p14:modId xmlns:p14="http://schemas.microsoft.com/office/powerpoint/2010/main" val="2545235965"/>
              </p:ext>
            </p:extLst>
          </p:nvPr>
        </p:nvGraphicFramePr>
        <p:xfrm>
          <a:off x="6274492" y="1956602"/>
          <a:ext cx="5303469" cy="376158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59994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656FE-FBB2-D86C-6399-7CCE52E53C55}"/>
              </a:ext>
            </a:extLst>
          </p:cNvPr>
          <p:cNvSpPr>
            <a:spLocks noGrp="1"/>
          </p:cNvSpPr>
          <p:nvPr>
            <p:ph type="title"/>
          </p:nvPr>
        </p:nvSpPr>
        <p:spPr>
          <a:xfrm>
            <a:off x="514064" y="917577"/>
            <a:ext cx="10972800" cy="535531"/>
          </a:xfrm>
        </p:spPr>
        <p:txBody>
          <a:bodyPr>
            <a:noAutofit/>
          </a:bodyPr>
          <a:lstStyle/>
          <a:p>
            <a:r>
              <a:rPr lang="en-US" dirty="0"/>
              <a:t>Customer personas</a:t>
            </a:r>
          </a:p>
        </p:txBody>
      </p:sp>
      <p:sp>
        <p:nvSpPr>
          <p:cNvPr id="3" name="Text Placeholder 2">
            <a:extLst>
              <a:ext uri="{FF2B5EF4-FFF2-40B4-BE49-F238E27FC236}">
                <a16:creationId xmlns:a16="http://schemas.microsoft.com/office/drawing/2014/main" id="{A7D388D2-35B1-8FDC-B2A4-F8212FEF3633}"/>
              </a:ext>
            </a:extLst>
          </p:cNvPr>
          <p:cNvSpPr>
            <a:spLocks noGrp="1"/>
          </p:cNvSpPr>
          <p:nvPr>
            <p:ph type="body" idx="1"/>
          </p:nvPr>
        </p:nvSpPr>
        <p:spPr>
          <a:xfrm>
            <a:off x="609598" y="4502139"/>
            <a:ext cx="3483864" cy="369332"/>
          </a:xfrm>
        </p:spPr>
        <p:txBody>
          <a:bodyPr/>
          <a:lstStyle/>
          <a:p>
            <a:r>
              <a:rPr lang="en-US" dirty="0"/>
              <a:t>Legacy builder</a:t>
            </a:r>
          </a:p>
        </p:txBody>
      </p:sp>
      <p:sp>
        <p:nvSpPr>
          <p:cNvPr id="4" name="Content Placeholder 3">
            <a:extLst>
              <a:ext uri="{FF2B5EF4-FFF2-40B4-BE49-F238E27FC236}">
                <a16:creationId xmlns:a16="http://schemas.microsoft.com/office/drawing/2014/main" id="{1BC02CF2-FB66-1D8D-58D2-1800D2B2C1D3}"/>
              </a:ext>
            </a:extLst>
          </p:cNvPr>
          <p:cNvSpPr>
            <a:spLocks noGrp="1"/>
          </p:cNvSpPr>
          <p:nvPr>
            <p:ph sz="half" idx="2"/>
          </p:nvPr>
        </p:nvSpPr>
        <p:spPr>
          <a:xfrm>
            <a:off x="609598" y="4871472"/>
            <a:ext cx="3483864" cy="1338828"/>
          </a:xfrm>
        </p:spPr>
        <p:txBody>
          <a:bodyPr/>
          <a:lstStyle/>
          <a:p>
            <a:r>
              <a:rPr lang="en-US" dirty="0">
                <a:effectLst/>
              </a:rPr>
              <a:t>They love the building blocks (our primitives), they love to tinker and get into the thick of </a:t>
            </a:r>
            <a:br>
              <a:rPr lang="en-US" dirty="0">
                <a:effectLst/>
              </a:rPr>
            </a:br>
            <a:r>
              <a:rPr lang="en-US" dirty="0">
                <a:effectLst/>
              </a:rPr>
              <a:t>it, and they’ve been with us from the beginning.</a:t>
            </a:r>
            <a:endParaRPr lang="en-US" dirty="0"/>
          </a:p>
        </p:txBody>
      </p:sp>
      <p:sp>
        <p:nvSpPr>
          <p:cNvPr id="5" name="Text Placeholder 4">
            <a:extLst>
              <a:ext uri="{FF2B5EF4-FFF2-40B4-BE49-F238E27FC236}">
                <a16:creationId xmlns:a16="http://schemas.microsoft.com/office/drawing/2014/main" id="{EDAA83EE-8053-D4F4-6226-92058F1BFF1B}"/>
              </a:ext>
            </a:extLst>
          </p:cNvPr>
          <p:cNvSpPr>
            <a:spLocks noGrp="1"/>
          </p:cNvSpPr>
          <p:nvPr>
            <p:ph type="body" sz="quarter" idx="3"/>
          </p:nvPr>
        </p:nvSpPr>
        <p:spPr>
          <a:xfrm>
            <a:off x="4354067" y="4502139"/>
            <a:ext cx="3483864" cy="369332"/>
          </a:xfrm>
        </p:spPr>
        <p:txBody>
          <a:bodyPr/>
          <a:lstStyle/>
          <a:p>
            <a:r>
              <a:rPr lang="en-US" dirty="0"/>
              <a:t>Emerging builder</a:t>
            </a:r>
          </a:p>
        </p:txBody>
      </p:sp>
      <p:sp>
        <p:nvSpPr>
          <p:cNvPr id="6" name="Content Placeholder 5">
            <a:extLst>
              <a:ext uri="{FF2B5EF4-FFF2-40B4-BE49-F238E27FC236}">
                <a16:creationId xmlns:a16="http://schemas.microsoft.com/office/drawing/2014/main" id="{629B1795-0AA5-6878-DBAE-4D7FCCFFC452}"/>
              </a:ext>
            </a:extLst>
          </p:cNvPr>
          <p:cNvSpPr>
            <a:spLocks noGrp="1"/>
          </p:cNvSpPr>
          <p:nvPr>
            <p:ph sz="quarter" idx="4"/>
          </p:nvPr>
        </p:nvSpPr>
        <p:spPr>
          <a:xfrm>
            <a:off x="4354067" y="4871472"/>
            <a:ext cx="3483864" cy="1338828"/>
          </a:xfrm>
        </p:spPr>
        <p:txBody>
          <a:bodyPr/>
          <a:lstStyle/>
          <a:p>
            <a:r>
              <a:rPr lang="en-US" dirty="0"/>
              <a:t>T</a:t>
            </a:r>
            <a:r>
              <a:rPr lang="en-US" dirty="0">
                <a:effectLst/>
              </a:rPr>
              <a:t>hese customers are new to cloud, define “building” in a different way, and want solutions—give them the </a:t>
            </a:r>
            <a:r>
              <a:rPr lang="en-US" dirty="0"/>
              <a:t>L</a:t>
            </a:r>
            <a:r>
              <a:rPr lang="en-US" dirty="0">
                <a:effectLst/>
              </a:rPr>
              <a:t>ego kits, not the </a:t>
            </a:r>
            <a:r>
              <a:rPr lang="en-US" dirty="0"/>
              <a:t>L</a:t>
            </a:r>
            <a:r>
              <a:rPr lang="en-US" dirty="0">
                <a:effectLst/>
              </a:rPr>
              <a:t>ego bricks.</a:t>
            </a:r>
            <a:endParaRPr lang="en-US" dirty="0"/>
          </a:p>
        </p:txBody>
      </p:sp>
      <p:sp>
        <p:nvSpPr>
          <p:cNvPr id="7" name="Text Placeholder 6">
            <a:extLst>
              <a:ext uri="{FF2B5EF4-FFF2-40B4-BE49-F238E27FC236}">
                <a16:creationId xmlns:a16="http://schemas.microsoft.com/office/drawing/2014/main" id="{BDF8D39A-DE48-C01C-B745-A4E9609F5A82}"/>
              </a:ext>
            </a:extLst>
          </p:cNvPr>
          <p:cNvSpPr>
            <a:spLocks noGrp="1"/>
          </p:cNvSpPr>
          <p:nvPr>
            <p:ph type="body" sz="quarter" idx="10"/>
          </p:nvPr>
        </p:nvSpPr>
        <p:spPr>
          <a:xfrm>
            <a:off x="8098536" y="4502139"/>
            <a:ext cx="3483864" cy="369332"/>
          </a:xfrm>
        </p:spPr>
        <p:txBody>
          <a:bodyPr/>
          <a:lstStyle/>
          <a:p>
            <a:r>
              <a:rPr lang="en-US" dirty="0"/>
              <a:t>Buyers</a:t>
            </a:r>
          </a:p>
        </p:txBody>
      </p:sp>
      <p:sp>
        <p:nvSpPr>
          <p:cNvPr id="8" name="Content Placeholder 7">
            <a:extLst>
              <a:ext uri="{FF2B5EF4-FFF2-40B4-BE49-F238E27FC236}">
                <a16:creationId xmlns:a16="http://schemas.microsoft.com/office/drawing/2014/main" id="{CC701350-2A1E-583D-5C4D-1B593EBFE284}"/>
              </a:ext>
            </a:extLst>
          </p:cNvPr>
          <p:cNvSpPr>
            <a:spLocks noGrp="1"/>
          </p:cNvSpPr>
          <p:nvPr>
            <p:ph sz="quarter" idx="11"/>
          </p:nvPr>
        </p:nvSpPr>
        <p:spPr>
          <a:xfrm>
            <a:off x="8098536" y="4871472"/>
            <a:ext cx="3483864" cy="1338828"/>
          </a:xfrm>
        </p:spPr>
        <p:txBody>
          <a:bodyPr/>
          <a:lstStyle/>
          <a:p>
            <a:r>
              <a:rPr lang="en-US" dirty="0"/>
              <a:t>T</a:t>
            </a:r>
            <a:r>
              <a:rPr lang="en-US" dirty="0">
                <a:effectLst/>
              </a:rPr>
              <a:t>hey think differently and care more about how our offerings will help them drive innovation in their respective fields and impact their business.</a:t>
            </a:r>
            <a:endParaRPr lang="en-US" dirty="0"/>
          </a:p>
        </p:txBody>
      </p:sp>
      <p:sp>
        <p:nvSpPr>
          <p:cNvPr id="9" name="Slide Number Placeholder 8">
            <a:extLst>
              <a:ext uri="{FF2B5EF4-FFF2-40B4-BE49-F238E27FC236}">
                <a16:creationId xmlns:a16="http://schemas.microsoft.com/office/drawing/2014/main" id="{C2F635DF-64FD-E978-739E-C37B9C7DBC6C}"/>
              </a:ext>
            </a:extLst>
          </p:cNvPr>
          <p:cNvSpPr>
            <a:spLocks noGrp="1"/>
          </p:cNvSpPr>
          <p:nvPr>
            <p:ph type="sldNum" sz="quarter" idx="14"/>
          </p:nvPr>
        </p:nvSpPr>
        <p:spPr/>
        <p:txBody>
          <a:bodyPr/>
          <a:lstStyle/>
          <a:p>
            <a:fld id="{EB4B8DE2-A4E8-46E4-8BBF-D75455EFF32C}" type="slidenum">
              <a:rPr lang="en-US" smtClean="0"/>
              <a:pPr/>
              <a:t>71</a:t>
            </a:fld>
            <a:endParaRPr lang="en-US" dirty="0"/>
          </a:p>
        </p:txBody>
      </p:sp>
      <p:pic>
        <p:nvPicPr>
          <p:cNvPr id="14" name="Picture Placeholder 13">
            <a:extLst>
              <a:ext uri="{FF2B5EF4-FFF2-40B4-BE49-F238E27FC236}">
                <a16:creationId xmlns:a16="http://schemas.microsoft.com/office/drawing/2014/main" id="{F2BD8566-D27A-B535-287D-20FCC5EA4AE0}"/>
              </a:ext>
            </a:extLst>
          </p:cNvPr>
          <p:cNvPicPr>
            <a:picLocks noGrp="1" noChangeAspect="1"/>
          </p:cNvPicPr>
          <p:nvPr>
            <p:ph type="pic" sz="quarter" idx="15"/>
          </p:nvPr>
        </p:nvPicPr>
        <p:blipFill rotWithShape="1">
          <a:blip r:embed="rId2" cstate="hqprint">
            <a:extLst>
              <a:ext uri="{28A0092B-C50C-407E-A947-70E740481C1C}">
                <a14:useLocalDpi xmlns:a14="http://schemas.microsoft.com/office/drawing/2010/main"/>
              </a:ext>
            </a:extLst>
          </a:blip>
          <a:srcRect/>
          <a:stretch/>
        </p:blipFill>
        <p:spPr>
          <a:xfrm>
            <a:off x="609598" y="1553369"/>
            <a:ext cx="3223704" cy="2807208"/>
          </a:xfrm>
          <a:prstGeom prst="roundRect">
            <a:avLst>
              <a:gd name="adj" fmla="val 5367"/>
            </a:avLst>
          </a:prstGeom>
        </p:spPr>
      </p:pic>
      <p:pic>
        <p:nvPicPr>
          <p:cNvPr id="16" name="Picture Placeholder 15">
            <a:extLst>
              <a:ext uri="{FF2B5EF4-FFF2-40B4-BE49-F238E27FC236}">
                <a16:creationId xmlns:a16="http://schemas.microsoft.com/office/drawing/2014/main" id="{24D473F4-8146-047A-DF1A-33109A7DB6ED}"/>
              </a:ext>
            </a:extLst>
          </p:cNvPr>
          <p:cNvPicPr>
            <a:picLocks noGrp="1" noChangeAspect="1"/>
          </p:cNvPicPr>
          <p:nvPr>
            <p:ph type="pic" sz="quarter" idx="16"/>
          </p:nvPr>
        </p:nvPicPr>
        <p:blipFill rotWithShape="1">
          <a:blip r:embed="rId3" cstate="hqprint">
            <a:extLst>
              <a:ext uri="{28A0092B-C50C-407E-A947-70E740481C1C}">
                <a14:useLocalDpi xmlns:a14="http://schemas.microsoft.com/office/drawing/2010/main"/>
              </a:ext>
            </a:extLst>
          </a:blip>
          <a:srcRect/>
          <a:stretch/>
        </p:blipFill>
        <p:spPr>
          <a:xfrm>
            <a:off x="4354067" y="1553368"/>
            <a:ext cx="3223704" cy="2807208"/>
          </a:xfrm>
          <a:prstGeom prst="roundRect">
            <a:avLst>
              <a:gd name="adj" fmla="val 5367"/>
            </a:avLst>
          </a:prstGeom>
        </p:spPr>
      </p:pic>
      <p:pic>
        <p:nvPicPr>
          <p:cNvPr id="18" name="Picture Placeholder 17">
            <a:extLst>
              <a:ext uri="{FF2B5EF4-FFF2-40B4-BE49-F238E27FC236}">
                <a16:creationId xmlns:a16="http://schemas.microsoft.com/office/drawing/2014/main" id="{36C0E36E-4AA4-7211-78CD-C59DD5941570}"/>
              </a:ext>
            </a:extLst>
          </p:cNvPr>
          <p:cNvPicPr>
            <a:picLocks noGrp="1" noChangeAspect="1"/>
          </p:cNvPicPr>
          <p:nvPr>
            <p:ph type="pic" sz="quarter" idx="17"/>
          </p:nvPr>
        </p:nvPicPr>
        <p:blipFill rotWithShape="1">
          <a:blip r:embed="rId4" cstate="hqprint">
            <a:extLst>
              <a:ext uri="{28A0092B-C50C-407E-A947-70E740481C1C}">
                <a14:useLocalDpi xmlns:a14="http://schemas.microsoft.com/office/drawing/2010/main"/>
              </a:ext>
            </a:extLst>
          </a:blip>
          <a:srcRect/>
          <a:stretch/>
        </p:blipFill>
        <p:spPr>
          <a:xfrm>
            <a:off x="8098536" y="1553368"/>
            <a:ext cx="3223704" cy="2807208"/>
          </a:xfrm>
          <a:prstGeom prst="roundRect">
            <a:avLst>
              <a:gd name="adj" fmla="val 4829"/>
            </a:avLst>
          </a:prstGeom>
        </p:spPr>
      </p:pic>
      <p:grpSp>
        <p:nvGrpSpPr>
          <p:cNvPr id="10" name="Group 9">
            <a:extLst>
              <a:ext uri="{FF2B5EF4-FFF2-40B4-BE49-F238E27FC236}">
                <a16:creationId xmlns:a16="http://schemas.microsoft.com/office/drawing/2014/main" id="{E1648510-DA20-DFB6-E443-DC984DD33952}"/>
              </a:ext>
            </a:extLst>
          </p:cNvPr>
          <p:cNvGrpSpPr/>
          <p:nvPr/>
        </p:nvGrpSpPr>
        <p:grpSpPr>
          <a:xfrm>
            <a:off x="6383740" y="304800"/>
            <a:ext cx="5198660" cy="885021"/>
            <a:chOff x="6389650" y="767355"/>
            <a:chExt cx="5198660" cy="885021"/>
          </a:xfrm>
        </p:grpSpPr>
        <p:sp>
          <p:nvSpPr>
            <p:cNvPr id="11" name="Rounded Rectangle 10">
              <a:extLst>
                <a:ext uri="{FF2B5EF4-FFF2-40B4-BE49-F238E27FC236}">
                  <a16:creationId xmlns:a16="http://schemas.microsoft.com/office/drawing/2014/main" id="{2987093D-ED0D-7951-151F-04E424C11DBD}"/>
                </a:ext>
              </a:extLst>
            </p:cNvPr>
            <p:cNvSpPr/>
            <p:nvPr/>
          </p:nvSpPr>
          <p:spPr>
            <a:xfrm>
              <a:off x="6389650" y="767355"/>
              <a:ext cx="5198660" cy="885021"/>
            </a:xfrm>
            <a:prstGeom prst="round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endParaRPr lang="en-US" sz="1050" dirty="0">
                <a:solidFill>
                  <a:schemeClr val="bg1"/>
                </a:solidFill>
                <a:latin typeface="Amazon Ember Display" panose="020F0603020204020204" pitchFamily="34" charset="0"/>
              </a:endParaRPr>
            </a:p>
          </p:txBody>
        </p:sp>
        <p:sp>
          <p:nvSpPr>
            <p:cNvPr id="12" name="Oval 11">
              <a:extLst>
                <a:ext uri="{FF2B5EF4-FFF2-40B4-BE49-F238E27FC236}">
                  <a16:creationId xmlns:a16="http://schemas.microsoft.com/office/drawing/2014/main" id="{6142C607-CBB4-C925-7366-667064D63160}"/>
                </a:ext>
              </a:extLst>
            </p:cNvPr>
            <p:cNvSpPr/>
            <p:nvPr/>
          </p:nvSpPr>
          <p:spPr>
            <a:xfrm>
              <a:off x="6575081" y="939499"/>
              <a:ext cx="584717" cy="584717"/>
            </a:xfrm>
            <a:prstGeom prst="ellipse">
              <a:avLst/>
            </a:prstGeom>
            <a:solidFill>
              <a:srgbClr val="FCFCFD"/>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13" name="TextBox 12">
              <a:extLst>
                <a:ext uri="{FF2B5EF4-FFF2-40B4-BE49-F238E27FC236}">
                  <a16:creationId xmlns:a16="http://schemas.microsoft.com/office/drawing/2014/main" id="{D4337CA8-90BE-570D-C911-199B5CE2C5F6}"/>
                </a:ext>
              </a:extLst>
            </p:cNvPr>
            <p:cNvSpPr txBox="1"/>
            <p:nvPr/>
          </p:nvSpPr>
          <p:spPr>
            <a:xfrm>
              <a:off x="6764923" y="980186"/>
              <a:ext cx="668682" cy="523220"/>
            </a:xfrm>
            <a:prstGeom prst="rect">
              <a:avLst/>
            </a:prstGeom>
            <a:noFill/>
          </p:spPr>
          <p:txBody>
            <a:bodyPr wrap="square" lIns="0" rIns="0" rtlCol="0">
              <a:spAutoFit/>
            </a:bodyPr>
            <a:lstStyle/>
            <a:p>
              <a:pPr algn="l"/>
              <a:r>
                <a:rPr lang="en-US" sz="2800" dirty="0">
                  <a:solidFill>
                    <a:schemeClr val="accent5">
                      <a:lumMod val="60000"/>
                      <a:lumOff val="40000"/>
                    </a:schemeClr>
                  </a:solidFill>
                  <a:latin typeface="Amazon Ember Mono" panose="020B0509020204020204" pitchFamily="49" charset="0"/>
                  <a:ea typeface="Amazon Ember Mono" panose="020B0509020204020204" pitchFamily="49" charset="0"/>
                  <a:cs typeface="Amazon Ember Mono" panose="020B0509020204020204" pitchFamily="49" charset="0"/>
                </a:rPr>
                <a:t>!</a:t>
              </a:r>
            </a:p>
          </p:txBody>
        </p:sp>
        <p:sp>
          <p:nvSpPr>
            <p:cNvPr id="15" name="TextBox 14">
              <a:extLst>
                <a:ext uri="{FF2B5EF4-FFF2-40B4-BE49-F238E27FC236}">
                  <a16:creationId xmlns:a16="http://schemas.microsoft.com/office/drawing/2014/main" id="{14BCB8C5-D140-2A63-4BB2-AC597E0B27E4}"/>
                </a:ext>
              </a:extLst>
            </p:cNvPr>
            <p:cNvSpPr txBox="1"/>
            <p:nvPr/>
          </p:nvSpPr>
          <p:spPr>
            <a:xfrm>
              <a:off x="7159798" y="940112"/>
              <a:ext cx="4199577" cy="507831"/>
            </a:xfrm>
            <a:prstGeom prst="rect">
              <a:avLst/>
            </a:prstGeom>
            <a:noFill/>
          </p:spPr>
          <p:txBody>
            <a:bodyPr wrap="square">
              <a:spAutoFit/>
            </a:bodyPr>
            <a:lstStyle/>
            <a:p>
              <a:r>
                <a:rPr lang="en-US" sz="900" dirty="0">
                  <a:latin typeface="Amazon Ember Display" panose="020F0603020204020204" pitchFamily="34" charset="0"/>
                </a:rPr>
                <a:t>To change image:</a:t>
              </a:r>
            </a:p>
            <a:p>
              <a:r>
                <a:rPr lang="en-US" sz="900" dirty="0">
                  <a:latin typeface="Amazon Ember Display" panose="020F0603020204020204" pitchFamily="34" charset="0"/>
                </a:rPr>
                <a:t>Select image and on the top tool bar, select Picture Format &gt; Change Picture &gt; Select where you are uploading the image from and upload.</a:t>
              </a:r>
            </a:p>
          </p:txBody>
        </p:sp>
      </p:grpSp>
    </p:spTree>
    <p:extLst>
      <p:ext uri="{BB962C8B-B14F-4D97-AF65-F5344CB8AC3E}">
        <p14:creationId xmlns:p14="http://schemas.microsoft.com/office/powerpoint/2010/main" val="3786630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E828C-505F-8E9E-893E-A04431BE420E}"/>
              </a:ext>
            </a:extLst>
          </p:cNvPr>
          <p:cNvSpPr>
            <a:spLocks noGrp="1"/>
          </p:cNvSpPr>
          <p:nvPr>
            <p:ph type="title"/>
          </p:nvPr>
        </p:nvSpPr>
        <p:spPr>
          <a:xfrm>
            <a:off x="509241" y="917577"/>
            <a:ext cx="10972800" cy="535531"/>
          </a:xfrm>
        </p:spPr>
        <p:txBody>
          <a:bodyPr>
            <a:noAutofit/>
          </a:bodyPr>
          <a:lstStyle/>
          <a:p>
            <a:r>
              <a:rPr lang="en-US" dirty="0"/>
              <a:t>Use this slide to compare two things</a:t>
            </a:r>
          </a:p>
        </p:txBody>
      </p:sp>
      <p:sp>
        <p:nvSpPr>
          <p:cNvPr id="3" name="Text Placeholder 2">
            <a:extLst>
              <a:ext uri="{FF2B5EF4-FFF2-40B4-BE49-F238E27FC236}">
                <a16:creationId xmlns:a16="http://schemas.microsoft.com/office/drawing/2014/main" id="{45FFFF77-DF28-D644-CE3B-CBB0182B0FF3}"/>
              </a:ext>
            </a:extLst>
          </p:cNvPr>
          <p:cNvSpPr>
            <a:spLocks noGrp="1"/>
          </p:cNvSpPr>
          <p:nvPr>
            <p:ph type="body" idx="1"/>
          </p:nvPr>
        </p:nvSpPr>
        <p:spPr>
          <a:xfrm>
            <a:off x="609599" y="1743647"/>
            <a:ext cx="5248656" cy="774571"/>
          </a:xfrm>
        </p:spPr>
        <p:txBody>
          <a:bodyPr/>
          <a:lstStyle/>
          <a:p>
            <a:r>
              <a:rPr lang="en-US" dirty="0"/>
              <a:t>Data Warehouse</a:t>
            </a:r>
          </a:p>
          <a:p>
            <a:endParaRPr lang="en-US" dirty="0"/>
          </a:p>
        </p:txBody>
      </p:sp>
      <p:sp>
        <p:nvSpPr>
          <p:cNvPr id="4" name="Content Placeholder 3">
            <a:extLst>
              <a:ext uri="{FF2B5EF4-FFF2-40B4-BE49-F238E27FC236}">
                <a16:creationId xmlns:a16="http://schemas.microsoft.com/office/drawing/2014/main" id="{315FC9D9-434C-CB30-EBC3-4A746D9CF0A6}"/>
              </a:ext>
            </a:extLst>
          </p:cNvPr>
          <p:cNvSpPr>
            <a:spLocks noGrp="1"/>
          </p:cNvSpPr>
          <p:nvPr>
            <p:ph sz="half" idx="2"/>
          </p:nvPr>
        </p:nvSpPr>
        <p:spPr>
          <a:xfrm>
            <a:off x="609598" y="2141554"/>
            <a:ext cx="5248656" cy="1851789"/>
          </a:xfrm>
        </p:spPr>
        <p:txBody>
          <a:bodyPr/>
          <a:lstStyle/>
          <a:p>
            <a:r>
              <a:rPr lang="en-US" dirty="0"/>
              <a:t>Relational data</a:t>
            </a:r>
          </a:p>
          <a:p>
            <a:r>
              <a:rPr lang="en-US" dirty="0"/>
              <a:t>Schema-on-write</a:t>
            </a:r>
          </a:p>
          <a:p>
            <a:r>
              <a:rPr lang="en-US" dirty="0"/>
              <a:t>Fastest query results</a:t>
            </a:r>
          </a:p>
          <a:p>
            <a:r>
              <a:rPr lang="en-US" dirty="0"/>
              <a:t>Highly curated data</a:t>
            </a:r>
          </a:p>
          <a:p>
            <a:endParaRPr lang="en-US" dirty="0"/>
          </a:p>
        </p:txBody>
      </p:sp>
      <p:sp>
        <p:nvSpPr>
          <p:cNvPr id="5" name="Text Placeholder 4">
            <a:extLst>
              <a:ext uri="{FF2B5EF4-FFF2-40B4-BE49-F238E27FC236}">
                <a16:creationId xmlns:a16="http://schemas.microsoft.com/office/drawing/2014/main" id="{05A65B0C-7ADB-8CF1-5164-C43CF73FA618}"/>
              </a:ext>
            </a:extLst>
          </p:cNvPr>
          <p:cNvSpPr>
            <a:spLocks noGrp="1"/>
          </p:cNvSpPr>
          <p:nvPr>
            <p:ph type="body" sz="quarter" idx="3"/>
          </p:nvPr>
        </p:nvSpPr>
        <p:spPr>
          <a:xfrm>
            <a:off x="6334125" y="1743647"/>
            <a:ext cx="5248656" cy="774571"/>
          </a:xfrm>
        </p:spPr>
        <p:txBody>
          <a:bodyPr/>
          <a:lstStyle/>
          <a:p>
            <a:r>
              <a:rPr lang="en-US" dirty="0"/>
              <a:t>Data Lake</a:t>
            </a:r>
          </a:p>
          <a:p>
            <a:endParaRPr lang="en-US" dirty="0"/>
          </a:p>
        </p:txBody>
      </p:sp>
      <p:sp>
        <p:nvSpPr>
          <p:cNvPr id="6" name="Content Placeholder 5">
            <a:extLst>
              <a:ext uri="{FF2B5EF4-FFF2-40B4-BE49-F238E27FC236}">
                <a16:creationId xmlns:a16="http://schemas.microsoft.com/office/drawing/2014/main" id="{B4854C38-352D-52EA-ACBB-215FFF2C14F4}"/>
              </a:ext>
            </a:extLst>
          </p:cNvPr>
          <p:cNvSpPr>
            <a:spLocks noGrp="1"/>
          </p:cNvSpPr>
          <p:nvPr>
            <p:ph sz="quarter" idx="4"/>
          </p:nvPr>
        </p:nvSpPr>
        <p:spPr>
          <a:xfrm>
            <a:off x="6334125" y="2141554"/>
            <a:ext cx="5248656" cy="1851789"/>
          </a:xfrm>
        </p:spPr>
        <p:txBody>
          <a:bodyPr/>
          <a:lstStyle/>
          <a:p>
            <a:r>
              <a:rPr lang="en-US" dirty="0"/>
              <a:t>All data</a:t>
            </a:r>
          </a:p>
          <a:p>
            <a:r>
              <a:rPr lang="en-US" dirty="0"/>
              <a:t>Schema-on-read</a:t>
            </a:r>
          </a:p>
          <a:p>
            <a:r>
              <a:rPr lang="en-US" dirty="0"/>
              <a:t>Query results getting faster</a:t>
            </a:r>
          </a:p>
          <a:p>
            <a:r>
              <a:rPr lang="en-US" dirty="0"/>
              <a:t>Any data</a:t>
            </a:r>
          </a:p>
          <a:p>
            <a:endParaRPr lang="en-US" dirty="0"/>
          </a:p>
        </p:txBody>
      </p:sp>
      <p:grpSp>
        <p:nvGrpSpPr>
          <p:cNvPr id="7" name="Group 6">
            <a:extLst>
              <a:ext uri="{FF2B5EF4-FFF2-40B4-BE49-F238E27FC236}">
                <a16:creationId xmlns:a16="http://schemas.microsoft.com/office/drawing/2014/main" id="{69199841-30BD-00CF-ACF3-E61B939E41E8}"/>
              </a:ext>
            </a:extLst>
          </p:cNvPr>
          <p:cNvGrpSpPr/>
          <p:nvPr/>
        </p:nvGrpSpPr>
        <p:grpSpPr>
          <a:xfrm>
            <a:off x="6383740" y="4839629"/>
            <a:ext cx="5198660" cy="1338147"/>
            <a:chOff x="6389650" y="384496"/>
            <a:chExt cx="5198660" cy="1338147"/>
          </a:xfrm>
        </p:grpSpPr>
        <p:sp>
          <p:nvSpPr>
            <p:cNvPr id="8" name="Rounded Rectangle 7">
              <a:extLst>
                <a:ext uri="{FF2B5EF4-FFF2-40B4-BE49-F238E27FC236}">
                  <a16:creationId xmlns:a16="http://schemas.microsoft.com/office/drawing/2014/main" id="{8457F78A-5488-C43A-54D8-5A024D618CB0}"/>
                </a:ext>
              </a:extLst>
            </p:cNvPr>
            <p:cNvSpPr/>
            <p:nvPr/>
          </p:nvSpPr>
          <p:spPr>
            <a:xfrm>
              <a:off x="6389650" y="384496"/>
              <a:ext cx="5198660" cy="1338147"/>
            </a:xfrm>
            <a:prstGeom prst="round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endParaRPr lang="en-US" sz="1050" dirty="0">
                <a:solidFill>
                  <a:schemeClr val="bg1"/>
                </a:solidFill>
                <a:latin typeface="Amazon Ember Display" panose="020F0603020204020204" pitchFamily="34" charset="0"/>
              </a:endParaRPr>
            </a:p>
          </p:txBody>
        </p:sp>
        <p:sp>
          <p:nvSpPr>
            <p:cNvPr id="9" name="Oval 8">
              <a:extLst>
                <a:ext uri="{FF2B5EF4-FFF2-40B4-BE49-F238E27FC236}">
                  <a16:creationId xmlns:a16="http://schemas.microsoft.com/office/drawing/2014/main" id="{294F22FC-1056-E801-8D73-EBB80D6BE517}"/>
                </a:ext>
              </a:extLst>
            </p:cNvPr>
            <p:cNvSpPr/>
            <p:nvPr/>
          </p:nvSpPr>
          <p:spPr>
            <a:xfrm>
              <a:off x="6575081" y="761080"/>
              <a:ext cx="584717" cy="584717"/>
            </a:xfrm>
            <a:prstGeom prst="ellipse">
              <a:avLst/>
            </a:prstGeom>
            <a:solidFill>
              <a:srgbClr val="FCFCFD"/>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10" name="TextBox 9">
              <a:extLst>
                <a:ext uri="{FF2B5EF4-FFF2-40B4-BE49-F238E27FC236}">
                  <a16:creationId xmlns:a16="http://schemas.microsoft.com/office/drawing/2014/main" id="{5D1B7479-89F8-0A54-22F0-A59D1CD5CF71}"/>
                </a:ext>
              </a:extLst>
            </p:cNvPr>
            <p:cNvSpPr txBox="1"/>
            <p:nvPr/>
          </p:nvSpPr>
          <p:spPr>
            <a:xfrm>
              <a:off x="6764923" y="801767"/>
              <a:ext cx="668682" cy="523220"/>
            </a:xfrm>
            <a:prstGeom prst="rect">
              <a:avLst/>
            </a:prstGeom>
            <a:noFill/>
          </p:spPr>
          <p:txBody>
            <a:bodyPr wrap="square" lIns="0" rIns="0" rtlCol="0">
              <a:spAutoFit/>
            </a:bodyPr>
            <a:lstStyle/>
            <a:p>
              <a:pPr algn="l"/>
              <a:r>
                <a:rPr lang="en-US" sz="2800" dirty="0">
                  <a:solidFill>
                    <a:schemeClr val="accent5">
                      <a:lumMod val="60000"/>
                      <a:lumOff val="40000"/>
                    </a:schemeClr>
                  </a:solidFill>
                  <a:latin typeface="Amazon Ember Mono" panose="020B0509020204020204" pitchFamily="49" charset="0"/>
                  <a:ea typeface="Amazon Ember Mono" panose="020B0509020204020204" pitchFamily="49" charset="0"/>
                  <a:cs typeface="Amazon Ember Mono" panose="020B0509020204020204" pitchFamily="49" charset="0"/>
                </a:rPr>
                <a:t>!</a:t>
              </a:r>
            </a:p>
          </p:txBody>
        </p:sp>
        <p:sp>
          <p:nvSpPr>
            <p:cNvPr id="11" name="TextBox 10">
              <a:extLst>
                <a:ext uri="{FF2B5EF4-FFF2-40B4-BE49-F238E27FC236}">
                  <a16:creationId xmlns:a16="http://schemas.microsoft.com/office/drawing/2014/main" id="{01B8BFF2-959B-DE8D-E18D-A22CB2F61353}"/>
                </a:ext>
              </a:extLst>
            </p:cNvPr>
            <p:cNvSpPr txBox="1"/>
            <p:nvPr/>
          </p:nvSpPr>
          <p:spPr>
            <a:xfrm>
              <a:off x="7159798" y="520976"/>
              <a:ext cx="4199577" cy="1200329"/>
            </a:xfrm>
            <a:prstGeom prst="rect">
              <a:avLst/>
            </a:prstGeom>
            <a:noFill/>
          </p:spPr>
          <p:txBody>
            <a:bodyPr wrap="square">
              <a:spAutoFit/>
            </a:bodyPr>
            <a:lstStyle/>
            <a:p>
              <a:r>
                <a:rPr lang="en-US" sz="900" dirty="0">
                  <a:solidFill>
                    <a:schemeClr val="bg1"/>
                  </a:solidFill>
                  <a:latin typeface="Amazon Ember Display" panose="020F0603020204020204" pitchFamily="34" charset="0"/>
                </a:rPr>
                <a:t>To edit text: </a:t>
              </a:r>
            </a:p>
            <a:p>
              <a:r>
                <a:rPr lang="en-US" sz="900" dirty="0">
                  <a:solidFill>
                    <a:schemeClr val="bg1"/>
                  </a:solidFill>
                  <a:latin typeface="Amazon Ember Display" panose="020F0603020204020204" pitchFamily="34" charset="0"/>
                </a:rPr>
                <a:t>Click on the text box you wish to change and add updated text. Try to avoid resizing and recoloring text unless necessary to maintain brand standards. </a:t>
              </a:r>
            </a:p>
            <a:p>
              <a:endParaRPr lang="en-US" sz="900" dirty="0">
                <a:solidFill>
                  <a:schemeClr val="bg1"/>
                </a:solidFill>
                <a:latin typeface="Amazon Ember Display" panose="020F0603020204020204" pitchFamily="34" charset="0"/>
              </a:endParaRPr>
            </a:p>
            <a:p>
              <a:r>
                <a:rPr lang="en-US" sz="900" dirty="0">
                  <a:solidFill>
                    <a:schemeClr val="bg1"/>
                  </a:solidFill>
                  <a:latin typeface="Amazon Ember Display" panose="020F0603020204020204" pitchFamily="34" charset="0"/>
                </a:rPr>
                <a:t>Best use case for this slide:</a:t>
              </a:r>
            </a:p>
            <a:p>
              <a:r>
                <a:rPr lang="en-US" sz="900" dirty="0">
                  <a:solidFill>
                    <a:schemeClr val="bg1"/>
                  </a:solidFill>
                  <a:latin typeface="Amazon Ember Display" panose="020F0603020204020204" pitchFamily="34" charset="0"/>
                </a:rPr>
                <a:t>Have the corresponding bullet points for each thing in relation to each other to show true comparison as seen in example above – data warehouses vs. data lakes.</a:t>
              </a:r>
            </a:p>
          </p:txBody>
        </p:sp>
      </p:grpSp>
    </p:spTree>
    <p:extLst>
      <p:ext uri="{BB962C8B-B14F-4D97-AF65-F5344CB8AC3E}">
        <p14:creationId xmlns:p14="http://schemas.microsoft.com/office/powerpoint/2010/main" val="990036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13CFBEC3-9C21-2051-F206-DCDF39F6F37D}"/>
              </a:ext>
            </a:extLst>
          </p:cNvPr>
          <p:cNvSpPr/>
          <p:nvPr/>
        </p:nvSpPr>
        <p:spPr>
          <a:xfrm>
            <a:off x="609600" y="1714500"/>
            <a:ext cx="10972800" cy="4495800"/>
          </a:xfrm>
          <a:prstGeom prst="roundRect">
            <a:avLst>
              <a:gd name="adj" fmla="val 1209"/>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4" name="Title 3"/>
          <p:cNvSpPr>
            <a:spLocks noGrp="1"/>
          </p:cNvSpPr>
          <p:nvPr>
            <p:ph type="title"/>
          </p:nvPr>
        </p:nvSpPr>
        <p:spPr>
          <a:xfrm>
            <a:off x="536448" y="914401"/>
            <a:ext cx="10972800" cy="590931"/>
          </a:xfrm>
        </p:spPr>
        <p:txBody>
          <a:bodyPr/>
          <a:lstStyle/>
          <a:p>
            <a:r>
              <a:rPr lang="en-US" dirty="0"/>
              <a:t>Tables</a:t>
            </a:r>
          </a:p>
        </p:txBody>
      </p:sp>
      <p:sp>
        <p:nvSpPr>
          <p:cNvPr id="2" name="Slide Number Placeholder 1">
            <a:extLst>
              <a:ext uri="{FF2B5EF4-FFF2-40B4-BE49-F238E27FC236}">
                <a16:creationId xmlns:a16="http://schemas.microsoft.com/office/drawing/2014/main" id="{B0742C09-18A5-634F-96C2-E3ECF0929D9B}"/>
              </a:ext>
            </a:extLst>
          </p:cNvPr>
          <p:cNvSpPr>
            <a:spLocks noGrp="1"/>
          </p:cNvSpPr>
          <p:nvPr>
            <p:ph type="sldNum" sz="quarter" idx="12"/>
          </p:nvPr>
        </p:nvSpPr>
        <p:spPr/>
        <p:txBody>
          <a:bodyPr/>
          <a:lstStyle/>
          <a:p>
            <a:fld id="{EB4B8DE2-A4E8-46E4-8BBF-D75455EFF32C}" type="slidenum">
              <a:rPr lang="en-US" smtClean="0"/>
              <a:pPr/>
              <a:t>73</a:t>
            </a:fld>
            <a:endParaRPr lang="en-US" dirty="0"/>
          </a:p>
        </p:txBody>
      </p:sp>
      <p:graphicFrame>
        <p:nvGraphicFramePr>
          <p:cNvPr id="9" name="Table 8"/>
          <p:cNvGraphicFramePr>
            <a:graphicFrameLocks noGrp="1"/>
          </p:cNvGraphicFramePr>
          <p:nvPr>
            <p:extLst>
              <p:ext uri="{D42A27DB-BD31-4B8C-83A1-F6EECF244321}">
                <p14:modId xmlns:p14="http://schemas.microsoft.com/office/powerpoint/2010/main" val="1445758360"/>
              </p:ext>
            </p:extLst>
          </p:nvPr>
        </p:nvGraphicFramePr>
        <p:xfrm>
          <a:off x="853441" y="1872143"/>
          <a:ext cx="10472928" cy="2008113"/>
        </p:xfrm>
        <a:graphic>
          <a:graphicData uri="http://schemas.openxmlformats.org/drawingml/2006/table">
            <a:tbl>
              <a:tblPr firstRow="1" bandRow="1">
                <a:tableStyleId>{69012ECD-51FC-41F1-AA8D-1B2483CD663E}</a:tableStyleId>
              </a:tblPr>
              <a:tblGrid>
                <a:gridCol w="2230881">
                  <a:extLst>
                    <a:ext uri="{9D8B030D-6E8A-4147-A177-3AD203B41FA5}">
                      <a16:colId xmlns:a16="http://schemas.microsoft.com/office/drawing/2014/main" val="20000"/>
                    </a:ext>
                  </a:extLst>
                </a:gridCol>
                <a:gridCol w="4126967">
                  <a:extLst>
                    <a:ext uri="{9D8B030D-6E8A-4147-A177-3AD203B41FA5}">
                      <a16:colId xmlns:a16="http://schemas.microsoft.com/office/drawing/2014/main" val="20001"/>
                    </a:ext>
                  </a:extLst>
                </a:gridCol>
                <a:gridCol w="4115080">
                  <a:extLst>
                    <a:ext uri="{9D8B030D-6E8A-4147-A177-3AD203B41FA5}">
                      <a16:colId xmlns:a16="http://schemas.microsoft.com/office/drawing/2014/main" val="20002"/>
                    </a:ext>
                  </a:extLst>
                </a:gridCol>
              </a:tblGrid>
              <a:tr h="453633">
                <a:tc>
                  <a:txBody>
                    <a:bodyPr/>
                    <a:lstStyle/>
                    <a:p>
                      <a:endParaRPr lang="en-US" sz="18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Tables</a:t>
                      </a: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Charts</a:t>
                      </a: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extLst>
                  <a:ext uri="{0D108BD9-81ED-4DB2-BD59-A6C34878D82A}">
                    <a16:rowId xmlns:a16="http://schemas.microsoft.com/office/drawing/2014/main" val="10000"/>
                  </a:ext>
                </a:extLst>
              </a:tr>
              <a:tr h="453633">
                <a:tc>
                  <a:txBody>
                    <a:bodyPr/>
                    <a:lstStyle/>
                    <a:p>
                      <a:pPr marL="0" algn="l" defTabSz="1097278" rtl="0" eaLnBrk="1" latinLnBrk="0" hangingPunct="1"/>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Main use</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Focus</a:t>
                      </a:r>
                      <a:r>
                        <a:rPr lang="en-US" sz="1600" b="0" i="0" baseline="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 on data points</a:t>
                      </a:r>
                      <a:endPar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Focus on trends</a:t>
                      </a:r>
                      <a:r>
                        <a:rPr lang="en-US" sz="1600" b="0" i="0" baseline="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 or relationships</a:t>
                      </a:r>
                      <a:endPar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53633">
                <a:tc>
                  <a:txBody>
                    <a:bodyPr/>
                    <a:lstStyle/>
                    <a:p>
                      <a:pPr marL="0" algn="l" defTabSz="1097278" rtl="0" eaLnBrk="1" latinLnBrk="0" hangingPunct="1"/>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Main benefit</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Precise</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Visual</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53633">
                <a:tc>
                  <a:txBody>
                    <a:bodyPr/>
                    <a:lstStyle/>
                    <a:p>
                      <a:pPr marL="0" algn="l" defTabSz="1097278" rtl="0" eaLnBrk="1" latinLnBrk="0" hangingPunct="1"/>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Second benefit</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Drill down on specific data</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Simplify complex datasets</a:t>
                      </a:r>
                    </a:p>
                  </a:txBody>
                  <a:tcPr marL="137160" marR="137160" marT="137160" marB="1371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26212998"/>
              </p:ext>
            </p:extLst>
          </p:nvPr>
        </p:nvGraphicFramePr>
        <p:xfrm>
          <a:off x="853440" y="4094791"/>
          <a:ext cx="10472927" cy="1938787"/>
        </p:xfrm>
        <a:graphic>
          <a:graphicData uri="http://schemas.openxmlformats.org/drawingml/2006/table">
            <a:tbl>
              <a:tblPr firstRow="1" bandRow="1">
                <a:tableStyleId>{69012ECD-51FC-41F1-AA8D-1B2483CD663E}</a:tableStyleId>
              </a:tblPr>
              <a:tblGrid>
                <a:gridCol w="2618232">
                  <a:extLst>
                    <a:ext uri="{9D8B030D-6E8A-4147-A177-3AD203B41FA5}">
                      <a16:colId xmlns:a16="http://schemas.microsoft.com/office/drawing/2014/main" val="20000"/>
                    </a:ext>
                  </a:extLst>
                </a:gridCol>
                <a:gridCol w="2696733">
                  <a:extLst>
                    <a:ext uri="{9D8B030D-6E8A-4147-A177-3AD203B41FA5}">
                      <a16:colId xmlns:a16="http://schemas.microsoft.com/office/drawing/2014/main" val="20001"/>
                    </a:ext>
                  </a:extLst>
                </a:gridCol>
                <a:gridCol w="2539730">
                  <a:extLst>
                    <a:ext uri="{9D8B030D-6E8A-4147-A177-3AD203B41FA5}">
                      <a16:colId xmlns:a16="http://schemas.microsoft.com/office/drawing/2014/main" val="20002"/>
                    </a:ext>
                  </a:extLst>
                </a:gridCol>
                <a:gridCol w="2618232">
                  <a:extLst>
                    <a:ext uri="{9D8B030D-6E8A-4147-A177-3AD203B41FA5}">
                      <a16:colId xmlns:a16="http://schemas.microsoft.com/office/drawing/2014/main" val="20003"/>
                    </a:ext>
                  </a:extLst>
                </a:gridCol>
              </a:tblGrid>
              <a:tr h="412138">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Data</a:t>
                      </a:r>
                      <a:r>
                        <a:rPr lang="en-US" sz="1600" b="0" i="0" baseline="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 tips</a:t>
                      </a:r>
                      <a:endPar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6">
                        <a:lumMod val="60000"/>
                        <a:lumOff val="40000"/>
                      </a:schemeClr>
                    </a:solidFill>
                  </a:tcPr>
                </a:tc>
                <a:tc>
                  <a:txBody>
                    <a:bodyPr/>
                    <a:lstStyle/>
                    <a:p>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Table tips</a:t>
                      </a: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6">
                        <a:lumMod val="60000"/>
                        <a:lumOff val="40000"/>
                      </a:schemeClr>
                    </a:solidFill>
                  </a:tcPr>
                </a:tc>
                <a:tc>
                  <a:txBody>
                    <a:bodyPr/>
                    <a:lstStyle/>
                    <a:p>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Table formatting</a:t>
                      </a: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6">
                        <a:lumMod val="60000"/>
                        <a:lumOff val="40000"/>
                      </a:schemeClr>
                    </a:solidFill>
                  </a:tcPr>
                </a:tc>
                <a:tc>
                  <a:txBody>
                    <a:bodyPr/>
                    <a:lstStyle/>
                    <a:p>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Table don’ts</a:t>
                      </a:r>
                    </a:p>
                  </a:txBody>
                  <a:tcPr marL="145457" marR="72729" marT="36369" marB="36369"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508883">
                <a:tc>
                  <a:txBody>
                    <a:bodyPr/>
                    <a:lstStyle/>
                    <a:p>
                      <a:pPr marL="0" algn="l" defTabSz="1097278" rtl="0" eaLnBrk="1" latinLnBrk="0" hangingPunct="1"/>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Be honest and precise</a:t>
                      </a:r>
                    </a:p>
                  </a:txBody>
                  <a:tcPr marL="145457" marR="72729" marT="36369" marB="36369" anchor="ctr">
                    <a:lnL w="12700" cap="flat" cmpd="sng" algn="ctr">
                      <a:no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Remove clutter</a:t>
                      </a:r>
                    </a:p>
                  </a:txBody>
                  <a:tcPr marL="145457" marR="72729" marT="36369" marB="36369"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Left align</a:t>
                      </a:r>
                    </a:p>
                  </a:txBody>
                  <a:tcPr marL="145457" marR="72729" marT="36369" marB="36369"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Don’t use tiny text</a:t>
                      </a:r>
                    </a:p>
                  </a:txBody>
                  <a:tcPr marL="145457" marR="72729" marT="36369" marB="36369" anchor="ctr">
                    <a:lnL w="12700" cap="flat" cmpd="sng" algn="ctr">
                      <a:solidFill>
                        <a:schemeClr val="accent6"/>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10001"/>
                  </a:ext>
                </a:extLst>
              </a:tr>
              <a:tr h="508883">
                <a:tc>
                  <a:txBody>
                    <a:bodyPr/>
                    <a:lstStyle/>
                    <a:p>
                      <a:pPr marL="0" algn="l" defTabSz="1097278" rtl="0" eaLnBrk="1" latinLnBrk="0" hangingPunct="1"/>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Make a point</a:t>
                      </a:r>
                    </a:p>
                  </a:txBody>
                  <a:tcPr marL="145457" marR="72729" marT="36369" marB="36369" anchor="ctr">
                    <a:lnL w="12700" cap="flat" cmpd="sng" algn="ctr">
                      <a:no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Emphasize</a:t>
                      </a:r>
                      <a:r>
                        <a:rPr lang="en-US" sz="1600" b="0" i="0" baseline="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 message</a:t>
                      </a:r>
                      <a:endPar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45457" marR="72729" marT="36369" marB="36369"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Use</a:t>
                      </a:r>
                      <a:r>
                        <a:rPr lang="en-US" sz="1600" b="0" i="0" baseline="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 consistent sizes</a:t>
                      </a:r>
                      <a:endPar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45457" marR="72729" marT="36369" marB="36369"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Don’t include it all</a:t>
                      </a:r>
                    </a:p>
                  </a:txBody>
                  <a:tcPr marL="145457" marR="72729" marT="36369" marB="36369" anchor="ctr">
                    <a:lnL w="12700" cap="flat" cmpd="sng" algn="ctr">
                      <a:solidFill>
                        <a:schemeClr val="accent6"/>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noFill/>
                  </a:tcPr>
                </a:tc>
                <a:extLst>
                  <a:ext uri="{0D108BD9-81ED-4DB2-BD59-A6C34878D82A}">
                    <a16:rowId xmlns:a16="http://schemas.microsoft.com/office/drawing/2014/main" val="10002"/>
                  </a:ext>
                </a:extLst>
              </a:tr>
              <a:tr h="508883">
                <a:tc>
                  <a:txBody>
                    <a:bodyPr/>
                    <a:lstStyle/>
                    <a:p>
                      <a:pPr marL="0" algn="l" defTabSz="1097278" rtl="0" eaLnBrk="1" latinLnBrk="0" hangingPunct="1"/>
                      <a:r>
                        <a:rPr lang="en-US" sz="1600" b="0" i="0" kern="120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Use the right method</a:t>
                      </a:r>
                    </a:p>
                  </a:txBody>
                  <a:tcPr marL="145457" marR="72729" marT="36369" marB="36369" anchor="ctr">
                    <a:lnL w="12700" cap="flat" cmpd="sng" algn="ctr">
                      <a:no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Keep</a:t>
                      </a:r>
                      <a:r>
                        <a:rPr lang="en-US" sz="1600" b="0" i="0" baseline="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 it short</a:t>
                      </a:r>
                      <a:endPar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endParaRPr>
                    </a:p>
                  </a:txBody>
                  <a:tcPr marL="145457" marR="72729" marT="36369" marB="36369"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Use visible colors</a:t>
                      </a:r>
                    </a:p>
                  </a:txBody>
                  <a:tcPr marL="145457" marR="72729" marT="36369" marB="36369"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r>
                        <a:rPr lang="en-US" sz="1600" b="0" i="0" dirty="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rPr>
                        <a:t>Don’t overcomplicate</a:t>
                      </a:r>
                    </a:p>
                  </a:txBody>
                  <a:tcPr marL="145457" marR="72729" marT="36369" marB="36369" anchor="ctr">
                    <a:lnL w="12700" cap="flat" cmpd="sng" algn="ctr">
                      <a:solidFill>
                        <a:schemeClr val="accent6"/>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5F68B749-3EF8-E6D4-A079-B00DF101101C}"/>
              </a:ext>
            </a:extLst>
          </p:cNvPr>
          <p:cNvSpPr txBox="1"/>
          <p:nvPr/>
        </p:nvSpPr>
        <p:spPr>
          <a:xfrm>
            <a:off x="9887712" y="377952"/>
            <a:ext cx="65" cy="369332"/>
          </a:xfrm>
          <a:prstGeom prst="rect">
            <a:avLst/>
          </a:prstGeom>
          <a:noFill/>
        </p:spPr>
        <p:txBody>
          <a:bodyPr wrap="none" lIns="0" rIns="0" rtlCol="0">
            <a:spAutoFit/>
          </a:bodyPr>
          <a:lstStyle/>
          <a:p>
            <a:pPr algn="l"/>
            <a:endParaRPr lang="en-US" dirty="0" err="1">
              <a:latin typeface="Amazon Ember Display" panose="020F0603020204020204" pitchFamily="34" charset="0"/>
            </a:endParaRPr>
          </a:p>
        </p:txBody>
      </p:sp>
    </p:spTree>
    <p:extLst>
      <p:ext uri="{BB962C8B-B14F-4D97-AF65-F5344CB8AC3E}">
        <p14:creationId xmlns:p14="http://schemas.microsoft.com/office/powerpoint/2010/main" val="559871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p15="http://schemas.microsoft.com/office/powerpoint/2012/main"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631535-9B0D-4E28-B7E2-AC8D8B1AFE0E}"/>
              </a:ext>
            </a:extLst>
          </p:cNvPr>
          <p:cNvSpPr>
            <a:spLocks noGrp="1"/>
          </p:cNvSpPr>
          <p:nvPr>
            <p:ph type="title"/>
          </p:nvPr>
        </p:nvSpPr>
        <p:spPr>
          <a:xfrm>
            <a:off x="487679" y="917577"/>
            <a:ext cx="10972800" cy="646331"/>
          </a:xfrm>
        </p:spPr>
        <p:txBody>
          <a:bodyPr/>
          <a:lstStyle/>
          <a:p>
            <a:r>
              <a:rPr lang="en-US" dirty="0"/>
              <a:t>Photography</a:t>
            </a:r>
          </a:p>
        </p:txBody>
      </p:sp>
      <p:pic>
        <p:nvPicPr>
          <p:cNvPr id="6" name="Picture Placeholder 7">
            <a:extLst>
              <a:ext uri="{FF2B5EF4-FFF2-40B4-BE49-F238E27FC236}">
                <a16:creationId xmlns:a16="http://schemas.microsoft.com/office/drawing/2014/main" id="{2FF94A69-473A-4DED-9103-E88271FE2AE8}"/>
              </a:ext>
            </a:extLst>
          </p:cNvPr>
          <p:cNvPicPr>
            <a:picLocks noGrp="1" noChangeAspect="1"/>
          </p:cNvPicPr>
          <p:nvPr>
            <p:ph idx="1"/>
          </p:nvPr>
        </p:nvPicPr>
        <p:blipFill>
          <a:blip r:embed="rId2" cstate="hqprint">
            <a:extLst>
              <a:ext uri="{28A0092B-C50C-407E-A947-70E740481C1C}">
                <a14:useLocalDpi xmlns:a14="http://schemas.microsoft.com/office/drawing/2010/main"/>
              </a:ext>
            </a:extLst>
          </a:blip>
          <a:srcRect/>
          <a:stretch/>
        </p:blipFill>
        <p:spPr bwMode="ltGray">
          <a:xfrm>
            <a:off x="4721566" y="633984"/>
            <a:ext cx="6860834" cy="5576316"/>
          </a:xfrm>
          <a:prstGeom prst="roundRect">
            <a:avLst>
              <a:gd name="adj" fmla="val 1581"/>
            </a:avLst>
          </a:prstGeom>
        </p:spPr>
      </p:pic>
      <p:sp>
        <p:nvSpPr>
          <p:cNvPr id="5" name="Text Placeholder 4">
            <a:extLst>
              <a:ext uri="{FF2B5EF4-FFF2-40B4-BE49-F238E27FC236}">
                <a16:creationId xmlns:a16="http://schemas.microsoft.com/office/drawing/2014/main" id="{F31BC713-B895-42AB-B08D-3A4E9F0CDA43}"/>
              </a:ext>
            </a:extLst>
          </p:cNvPr>
          <p:cNvSpPr>
            <a:spLocks noGrp="1"/>
          </p:cNvSpPr>
          <p:nvPr>
            <p:ph type="body" sz="half" idx="2"/>
          </p:nvPr>
        </p:nvSpPr>
        <p:spPr>
          <a:xfrm>
            <a:off x="609599" y="1725611"/>
            <a:ext cx="3425953" cy="3837974"/>
          </a:xfrm>
        </p:spPr>
        <p:txBody>
          <a:bodyPr/>
          <a:lstStyle/>
          <a:p>
            <a:r>
              <a:rPr lang="en-US" sz="1800" dirty="0">
                <a:solidFill>
                  <a:schemeClr val="accent1"/>
                </a:solidFill>
              </a:rPr>
              <a:t>Use it thoughtfully</a:t>
            </a:r>
          </a:p>
          <a:p>
            <a:r>
              <a:rPr lang="en-US" dirty="0"/>
              <a:t>Photography is an important tool for expressing the AWS brand, our customers, and how we enable them </a:t>
            </a:r>
            <a:br>
              <a:rPr lang="en-US" dirty="0"/>
            </a:br>
            <a:r>
              <a:rPr lang="en-US" dirty="0"/>
              <a:t>to reinvent every day.</a:t>
            </a:r>
          </a:p>
          <a:p>
            <a:r>
              <a:rPr lang="en-US" dirty="0"/>
              <a:t>Presentation decks are a visual medium intended to provide illustrative support to the message you deliver orally.</a:t>
            </a:r>
          </a:p>
          <a:p>
            <a:r>
              <a:rPr lang="en-US" dirty="0"/>
              <a:t>Including imagery that supports your points has a more powerful effect on your audience than filling your slides with text.</a:t>
            </a:r>
          </a:p>
          <a:p>
            <a:endParaRPr lang="en-US" dirty="0"/>
          </a:p>
        </p:txBody>
      </p:sp>
      <p:grpSp>
        <p:nvGrpSpPr>
          <p:cNvPr id="14" name="Group 13">
            <a:extLst>
              <a:ext uri="{FF2B5EF4-FFF2-40B4-BE49-F238E27FC236}">
                <a16:creationId xmlns:a16="http://schemas.microsoft.com/office/drawing/2014/main" id="{4AD9E177-7BCA-5FA2-F597-FDEF3631F8DF}"/>
              </a:ext>
            </a:extLst>
          </p:cNvPr>
          <p:cNvGrpSpPr/>
          <p:nvPr/>
        </p:nvGrpSpPr>
        <p:grpSpPr>
          <a:xfrm>
            <a:off x="6200077" y="767355"/>
            <a:ext cx="5198660" cy="1635876"/>
            <a:chOff x="6389650" y="767355"/>
            <a:chExt cx="5198660" cy="1635876"/>
          </a:xfrm>
        </p:grpSpPr>
        <p:sp>
          <p:nvSpPr>
            <p:cNvPr id="4" name="Rounded Rectangle 3">
              <a:extLst>
                <a:ext uri="{FF2B5EF4-FFF2-40B4-BE49-F238E27FC236}">
                  <a16:creationId xmlns:a16="http://schemas.microsoft.com/office/drawing/2014/main" id="{FE053103-A6AA-0B08-0E39-401AA80367AC}"/>
                </a:ext>
              </a:extLst>
            </p:cNvPr>
            <p:cNvSpPr/>
            <p:nvPr/>
          </p:nvSpPr>
          <p:spPr>
            <a:xfrm>
              <a:off x="6389650" y="767355"/>
              <a:ext cx="5198660" cy="1635876"/>
            </a:xfrm>
            <a:prstGeom prst="roundRect">
              <a:avLst>
                <a:gd name="adj" fmla="val 8784"/>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endParaRPr lang="en-US" sz="1050" dirty="0">
                <a:solidFill>
                  <a:schemeClr val="bg1"/>
                </a:solidFill>
                <a:latin typeface="Amazon Ember Display" panose="020F0603020204020204" pitchFamily="34" charset="0"/>
              </a:endParaRPr>
            </a:p>
          </p:txBody>
        </p:sp>
        <p:sp>
          <p:nvSpPr>
            <p:cNvPr id="7" name="Oval 6">
              <a:extLst>
                <a:ext uri="{FF2B5EF4-FFF2-40B4-BE49-F238E27FC236}">
                  <a16:creationId xmlns:a16="http://schemas.microsoft.com/office/drawing/2014/main" id="{1E104162-9360-73C2-881F-F2A869E58964}"/>
                </a:ext>
              </a:extLst>
            </p:cNvPr>
            <p:cNvSpPr/>
            <p:nvPr/>
          </p:nvSpPr>
          <p:spPr>
            <a:xfrm>
              <a:off x="6575081" y="1291189"/>
              <a:ext cx="584717" cy="584717"/>
            </a:xfrm>
            <a:prstGeom prst="ellipse">
              <a:avLst/>
            </a:prstGeom>
            <a:solidFill>
              <a:srgbClr val="FCFCFD"/>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8" name="TextBox 7">
              <a:extLst>
                <a:ext uri="{FF2B5EF4-FFF2-40B4-BE49-F238E27FC236}">
                  <a16:creationId xmlns:a16="http://schemas.microsoft.com/office/drawing/2014/main" id="{615C03F5-EC08-6C5E-D8B5-CEFB89665515}"/>
                </a:ext>
              </a:extLst>
            </p:cNvPr>
            <p:cNvSpPr txBox="1"/>
            <p:nvPr/>
          </p:nvSpPr>
          <p:spPr>
            <a:xfrm>
              <a:off x="6764923" y="1331876"/>
              <a:ext cx="668682" cy="523220"/>
            </a:xfrm>
            <a:prstGeom prst="rect">
              <a:avLst/>
            </a:prstGeom>
            <a:noFill/>
          </p:spPr>
          <p:txBody>
            <a:bodyPr wrap="square" lIns="0" rIns="0" rtlCol="0">
              <a:spAutoFit/>
            </a:bodyPr>
            <a:lstStyle/>
            <a:p>
              <a:pPr algn="l"/>
              <a:r>
                <a:rPr lang="en-US" sz="2800" dirty="0">
                  <a:solidFill>
                    <a:schemeClr val="accent5">
                      <a:lumMod val="60000"/>
                      <a:lumOff val="40000"/>
                    </a:schemeClr>
                  </a:solidFill>
                  <a:latin typeface="Amazon Ember Mono" panose="020B0509020204020204" pitchFamily="49" charset="0"/>
                  <a:ea typeface="Amazon Ember Mono" panose="020B0509020204020204" pitchFamily="49" charset="0"/>
                  <a:cs typeface="Amazon Ember Mono" panose="020B0509020204020204" pitchFamily="49" charset="0"/>
                </a:rPr>
                <a:t>!</a:t>
              </a:r>
            </a:p>
          </p:txBody>
        </p:sp>
        <p:sp>
          <p:nvSpPr>
            <p:cNvPr id="13" name="TextBox 12">
              <a:extLst>
                <a:ext uri="{FF2B5EF4-FFF2-40B4-BE49-F238E27FC236}">
                  <a16:creationId xmlns:a16="http://schemas.microsoft.com/office/drawing/2014/main" id="{A16E471F-D407-880D-45D3-8E9452FF9877}"/>
                </a:ext>
              </a:extLst>
            </p:cNvPr>
            <p:cNvSpPr txBox="1"/>
            <p:nvPr/>
          </p:nvSpPr>
          <p:spPr>
            <a:xfrm>
              <a:off x="7159798" y="940112"/>
              <a:ext cx="4199577" cy="1338828"/>
            </a:xfrm>
            <a:prstGeom prst="rect">
              <a:avLst/>
            </a:prstGeom>
            <a:noFill/>
          </p:spPr>
          <p:txBody>
            <a:bodyPr wrap="square">
              <a:spAutoFit/>
            </a:bodyPr>
            <a:lstStyle/>
            <a:p>
              <a:r>
                <a:rPr lang="en-US" sz="900" dirty="0">
                  <a:latin typeface="Amazon Ember Display" panose="020F0603020204020204" pitchFamily="34" charset="0"/>
                </a:rPr>
                <a:t>To change image:</a:t>
              </a:r>
            </a:p>
            <a:p>
              <a:r>
                <a:rPr lang="en-US" sz="900" dirty="0">
                  <a:latin typeface="Amazon Ember Display" panose="020F0603020204020204" pitchFamily="34" charset="0"/>
                </a:rPr>
                <a:t>Select image and on the top tool bar, select Picture Format &gt; Change Picture &gt; Select where you are uploading the image from and upload.</a:t>
              </a:r>
            </a:p>
            <a:p>
              <a:endParaRPr lang="en-US" sz="900" dirty="0">
                <a:latin typeface="Amazon Ember Display" panose="020F0603020204020204" pitchFamily="34" charset="0"/>
              </a:endParaRPr>
            </a:p>
            <a:p>
              <a:r>
                <a:rPr lang="en-US" sz="900" dirty="0">
                  <a:latin typeface="Amazon Ember Display" panose="020F0603020204020204" pitchFamily="34" charset="0"/>
                </a:rPr>
                <a:t>Rounded corners: </a:t>
              </a:r>
            </a:p>
            <a:p>
              <a:r>
                <a:rPr lang="en-US" sz="900" dirty="0">
                  <a:latin typeface="Amazon Ember Display" panose="020F0603020204020204" pitchFamily="34" charset="0"/>
                </a:rPr>
                <a:t>Double click on image, select Picture Format. Select the drop down next to Crop &gt; Crop to shape. Select the rounded rectangle. Adjust the amount the corners are rounded by sliding the yellow rectangle (located in top left corner of the image frame), left or right.</a:t>
              </a:r>
            </a:p>
          </p:txBody>
        </p:sp>
      </p:grpSp>
    </p:spTree>
    <p:extLst>
      <p:ext uri="{BB962C8B-B14F-4D97-AF65-F5344CB8AC3E}">
        <p14:creationId xmlns:p14="http://schemas.microsoft.com/office/powerpoint/2010/main" val="3440888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Placeholder 4">
            <a:extLst>
              <a:ext uri="{FF2B5EF4-FFF2-40B4-BE49-F238E27FC236}">
                <a16:creationId xmlns:a16="http://schemas.microsoft.com/office/drawing/2014/main" id="{2D108C00-626C-4ACA-AEC8-8CD4525A369A}"/>
              </a:ext>
            </a:extLst>
          </p:cNvPr>
          <p:cNvPicPr>
            <a:picLocks noGrp="1" noChangeAspect="1"/>
          </p:cNvPicPr>
          <p:nvPr>
            <p:ph type="pic" sz="quarter" idx="10"/>
          </p:nvPr>
        </p:nvPicPr>
        <p:blipFill>
          <a:blip r:embed="rId2">
            <a:extLst>
              <a:ext uri="{28A0092B-C50C-407E-A947-70E740481C1C}">
                <a14:useLocalDpi xmlns:a14="http://schemas.microsoft.com/office/drawing/2010/main"/>
              </a:ext>
            </a:extLst>
          </a:blip>
          <a:srcRect/>
          <a:stretch/>
        </p:blipFill>
        <p:spPr/>
      </p:pic>
      <p:pic>
        <p:nvPicPr>
          <p:cNvPr id="3" name="Picture 2">
            <a:extLst>
              <a:ext uri="{FF2B5EF4-FFF2-40B4-BE49-F238E27FC236}">
                <a16:creationId xmlns:a16="http://schemas.microsoft.com/office/drawing/2014/main" id="{15105268-0FEC-778A-8479-94BAF355E792}"/>
              </a:ext>
            </a:extLst>
          </p:cNvPr>
          <p:cNvPicPr>
            <a:picLocks noChangeAspect="1"/>
          </p:cNvPicPr>
          <p:nvPr/>
        </p:nvPicPr>
        <p:blipFill rotWithShape="1">
          <a:blip r:embed="rId3" cstate="hqprint">
            <a:extLst>
              <a:ext uri="{28A0092B-C50C-407E-A947-70E740481C1C}">
                <a14:useLocalDpi xmlns:a14="http://schemas.microsoft.com/office/drawing/2010/main"/>
              </a:ext>
            </a:extLst>
          </a:blip>
          <a:srcRect/>
          <a:stretch/>
        </p:blipFill>
        <p:spPr>
          <a:xfrm>
            <a:off x="0" y="1"/>
            <a:ext cx="12191999" cy="6858000"/>
          </a:xfrm>
          <a:prstGeom prst="rect">
            <a:avLst/>
          </a:prstGeom>
        </p:spPr>
      </p:pic>
      <p:grpSp>
        <p:nvGrpSpPr>
          <p:cNvPr id="2" name="Group 1">
            <a:extLst>
              <a:ext uri="{FF2B5EF4-FFF2-40B4-BE49-F238E27FC236}">
                <a16:creationId xmlns:a16="http://schemas.microsoft.com/office/drawing/2014/main" id="{2673DE34-434D-38FE-0542-B0EDB86D9A0A}"/>
              </a:ext>
            </a:extLst>
          </p:cNvPr>
          <p:cNvGrpSpPr/>
          <p:nvPr/>
        </p:nvGrpSpPr>
        <p:grpSpPr>
          <a:xfrm>
            <a:off x="609600" y="293649"/>
            <a:ext cx="5198660" cy="885021"/>
            <a:chOff x="6389650" y="767355"/>
            <a:chExt cx="5198660" cy="885021"/>
          </a:xfrm>
        </p:grpSpPr>
        <p:sp>
          <p:nvSpPr>
            <p:cNvPr id="5" name="Rounded Rectangle 4">
              <a:extLst>
                <a:ext uri="{FF2B5EF4-FFF2-40B4-BE49-F238E27FC236}">
                  <a16:creationId xmlns:a16="http://schemas.microsoft.com/office/drawing/2014/main" id="{C190C71E-7651-A18E-4A1C-934CFA37CFD0}"/>
                </a:ext>
              </a:extLst>
            </p:cNvPr>
            <p:cNvSpPr/>
            <p:nvPr/>
          </p:nvSpPr>
          <p:spPr>
            <a:xfrm>
              <a:off x="6389650" y="767355"/>
              <a:ext cx="5198660" cy="885021"/>
            </a:xfrm>
            <a:prstGeom prst="round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endParaRPr lang="en-US" sz="1050" dirty="0">
                <a:solidFill>
                  <a:schemeClr val="bg1"/>
                </a:solidFill>
                <a:latin typeface="Amazon Ember Display" panose="020F0603020204020204" pitchFamily="34" charset="0"/>
              </a:endParaRPr>
            </a:p>
          </p:txBody>
        </p:sp>
        <p:sp>
          <p:nvSpPr>
            <p:cNvPr id="6" name="Oval 5">
              <a:extLst>
                <a:ext uri="{FF2B5EF4-FFF2-40B4-BE49-F238E27FC236}">
                  <a16:creationId xmlns:a16="http://schemas.microsoft.com/office/drawing/2014/main" id="{4D23EE8C-5ED4-DC1F-D50E-F43BB15AD56F}"/>
                </a:ext>
              </a:extLst>
            </p:cNvPr>
            <p:cNvSpPr/>
            <p:nvPr/>
          </p:nvSpPr>
          <p:spPr>
            <a:xfrm>
              <a:off x="6575081" y="939499"/>
              <a:ext cx="584717" cy="584717"/>
            </a:xfrm>
            <a:prstGeom prst="ellipse">
              <a:avLst/>
            </a:prstGeom>
            <a:solidFill>
              <a:srgbClr val="FCFCFD"/>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7" name="TextBox 6">
              <a:extLst>
                <a:ext uri="{FF2B5EF4-FFF2-40B4-BE49-F238E27FC236}">
                  <a16:creationId xmlns:a16="http://schemas.microsoft.com/office/drawing/2014/main" id="{39BC0764-19C0-AF37-54B8-95939C3B6B17}"/>
                </a:ext>
              </a:extLst>
            </p:cNvPr>
            <p:cNvSpPr txBox="1"/>
            <p:nvPr/>
          </p:nvSpPr>
          <p:spPr>
            <a:xfrm>
              <a:off x="6764923" y="980186"/>
              <a:ext cx="668682" cy="523220"/>
            </a:xfrm>
            <a:prstGeom prst="rect">
              <a:avLst/>
            </a:prstGeom>
            <a:noFill/>
          </p:spPr>
          <p:txBody>
            <a:bodyPr wrap="square" lIns="0" rIns="0" rtlCol="0">
              <a:spAutoFit/>
            </a:bodyPr>
            <a:lstStyle/>
            <a:p>
              <a:pPr algn="l"/>
              <a:r>
                <a:rPr lang="en-US" sz="2800" dirty="0">
                  <a:solidFill>
                    <a:schemeClr val="accent5">
                      <a:lumMod val="60000"/>
                      <a:lumOff val="40000"/>
                    </a:schemeClr>
                  </a:solidFill>
                  <a:latin typeface="Amazon Ember Mono" panose="020B0509020204020204" pitchFamily="49" charset="0"/>
                  <a:ea typeface="Amazon Ember Mono" panose="020B0509020204020204" pitchFamily="49" charset="0"/>
                  <a:cs typeface="Amazon Ember Mono" panose="020B0509020204020204" pitchFamily="49" charset="0"/>
                </a:rPr>
                <a:t>!</a:t>
              </a:r>
            </a:p>
          </p:txBody>
        </p:sp>
        <p:sp>
          <p:nvSpPr>
            <p:cNvPr id="8" name="TextBox 7">
              <a:extLst>
                <a:ext uri="{FF2B5EF4-FFF2-40B4-BE49-F238E27FC236}">
                  <a16:creationId xmlns:a16="http://schemas.microsoft.com/office/drawing/2014/main" id="{72833EC7-71DC-9241-9CBC-F85A42C8E3FD}"/>
                </a:ext>
              </a:extLst>
            </p:cNvPr>
            <p:cNvSpPr txBox="1"/>
            <p:nvPr/>
          </p:nvSpPr>
          <p:spPr>
            <a:xfrm>
              <a:off x="7159798" y="940112"/>
              <a:ext cx="4199577" cy="507831"/>
            </a:xfrm>
            <a:prstGeom prst="rect">
              <a:avLst/>
            </a:prstGeom>
            <a:noFill/>
          </p:spPr>
          <p:txBody>
            <a:bodyPr wrap="square">
              <a:spAutoFit/>
            </a:bodyPr>
            <a:lstStyle/>
            <a:p>
              <a:r>
                <a:rPr lang="en-US" sz="900" dirty="0">
                  <a:latin typeface="Amazon Ember Display" panose="020F0603020204020204" pitchFamily="34" charset="0"/>
                </a:rPr>
                <a:t>To change image:</a:t>
              </a:r>
            </a:p>
            <a:p>
              <a:r>
                <a:rPr lang="en-US" sz="900" dirty="0">
                  <a:latin typeface="Amazon Ember Display" panose="020F0603020204020204" pitchFamily="34" charset="0"/>
                </a:rPr>
                <a:t>Select image and on the top tool bar, select Picture Format &gt; Change Picture &gt; Select where you are uploading the image from and upload.</a:t>
              </a:r>
            </a:p>
          </p:txBody>
        </p:sp>
      </p:grpSp>
    </p:spTree>
    <p:extLst>
      <p:ext uri="{BB962C8B-B14F-4D97-AF65-F5344CB8AC3E}">
        <p14:creationId xmlns:p14="http://schemas.microsoft.com/office/powerpoint/2010/main" val="35721028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 name="Rounded Rectangle 23">
            <a:extLst>
              <a:ext uri="{FF2B5EF4-FFF2-40B4-BE49-F238E27FC236}">
                <a16:creationId xmlns:a16="http://schemas.microsoft.com/office/drawing/2014/main" id="{CB208862-14EA-AB83-F84A-BE48999EA311}"/>
              </a:ext>
            </a:extLst>
          </p:cNvPr>
          <p:cNvSpPr/>
          <p:nvPr/>
        </p:nvSpPr>
        <p:spPr>
          <a:xfrm>
            <a:off x="6195392" y="3104278"/>
            <a:ext cx="5387008" cy="1447228"/>
          </a:xfrm>
          <a:prstGeom prst="roundRect">
            <a:avLst>
              <a:gd name="adj" fmla="val 6317"/>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5" name="Rounded Rectangle 24">
            <a:extLst>
              <a:ext uri="{FF2B5EF4-FFF2-40B4-BE49-F238E27FC236}">
                <a16:creationId xmlns:a16="http://schemas.microsoft.com/office/drawing/2014/main" id="{EDAF4637-8CFB-C807-9506-D2AB97254661}"/>
              </a:ext>
            </a:extLst>
          </p:cNvPr>
          <p:cNvSpPr/>
          <p:nvPr/>
        </p:nvSpPr>
        <p:spPr>
          <a:xfrm>
            <a:off x="609600" y="3104278"/>
            <a:ext cx="5387008" cy="1447228"/>
          </a:xfrm>
          <a:prstGeom prst="roundRect">
            <a:avLst>
              <a:gd name="adj" fmla="val 6317"/>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8" name="Rounded Rectangle 27">
            <a:extLst>
              <a:ext uri="{FF2B5EF4-FFF2-40B4-BE49-F238E27FC236}">
                <a16:creationId xmlns:a16="http://schemas.microsoft.com/office/drawing/2014/main" id="{4BCABFA2-6098-DDF3-B9FD-A1B823CD96BA}"/>
              </a:ext>
            </a:extLst>
          </p:cNvPr>
          <p:cNvSpPr/>
          <p:nvPr/>
        </p:nvSpPr>
        <p:spPr>
          <a:xfrm>
            <a:off x="6195392" y="4763072"/>
            <a:ext cx="5387008" cy="1447228"/>
          </a:xfrm>
          <a:prstGeom prst="roundRect">
            <a:avLst>
              <a:gd name="adj" fmla="val 6317"/>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29" name="Rounded Rectangle 28">
            <a:extLst>
              <a:ext uri="{FF2B5EF4-FFF2-40B4-BE49-F238E27FC236}">
                <a16:creationId xmlns:a16="http://schemas.microsoft.com/office/drawing/2014/main" id="{31958268-89D8-EA6E-6A49-707D4D8E76E3}"/>
              </a:ext>
            </a:extLst>
          </p:cNvPr>
          <p:cNvSpPr/>
          <p:nvPr/>
        </p:nvSpPr>
        <p:spPr>
          <a:xfrm>
            <a:off x="609600" y="4763072"/>
            <a:ext cx="5387008" cy="1447228"/>
          </a:xfrm>
          <a:prstGeom prst="roundRect">
            <a:avLst>
              <a:gd name="adj" fmla="val 6317"/>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3" name="Title 2">
            <a:extLst>
              <a:ext uri="{FF2B5EF4-FFF2-40B4-BE49-F238E27FC236}">
                <a16:creationId xmlns:a16="http://schemas.microsoft.com/office/drawing/2014/main" id="{5901F018-779E-4952-9E01-E04FBB82B18B}"/>
              </a:ext>
            </a:extLst>
          </p:cNvPr>
          <p:cNvSpPr>
            <a:spLocks noGrp="1"/>
          </p:cNvSpPr>
          <p:nvPr>
            <p:ph type="title"/>
          </p:nvPr>
        </p:nvSpPr>
        <p:spPr>
          <a:xfrm>
            <a:off x="544284" y="914401"/>
            <a:ext cx="10972800" cy="590931"/>
          </a:xfrm>
        </p:spPr>
        <p:txBody>
          <a:bodyPr/>
          <a:lstStyle/>
          <a:p>
            <a:r>
              <a:rPr lang="en-US" dirty="0"/>
              <a:t>Additional resources</a:t>
            </a:r>
          </a:p>
        </p:txBody>
      </p:sp>
      <p:sp>
        <p:nvSpPr>
          <p:cNvPr id="2" name="Slide Number Placeholder 1">
            <a:extLst>
              <a:ext uri="{FF2B5EF4-FFF2-40B4-BE49-F238E27FC236}">
                <a16:creationId xmlns:a16="http://schemas.microsoft.com/office/drawing/2014/main" id="{0F9EF7A0-18BF-B44D-A104-848C39D65BDC}"/>
              </a:ext>
            </a:extLst>
          </p:cNvPr>
          <p:cNvSpPr>
            <a:spLocks noGrp="1"/>
          </p:cNvSpPr>
          <p:nvPr>
            <p:ph type="sldNum" sz="quarter" idx="12"/>
          </p:nvPr>
        </p:nvSpPr>
        <p:spPr/>
        <p:txBody>
          <a:bodyPr/>
          <a:lstStyle/>
          <a:p>
            <a:fld id="{EB4B8DE2-A4E8-46E4-8BBF-D75455EFF32C}" type="slidenum">
              <a:rPr lang="en-US" smtClean="0"/>
              <a:pPr/>
              <a:t>76</a:t>
            </a:fld>
            <a:endParaRPr lang="en-US" dirty="0"/>
          </a:p>
        </p:txBody>
      </p:sp>
      <p:sp>
        <p:nvSpPr>
          <p:cNvPr id="4" name="TextBox 3">
            <a:extLst>
              <a:ext uri="{FF2B5EF4-FFF2-40B4-BE49-F238E27FC236}">
                <a16:creationId xmlns:a16="http://schemas.microsoft.com/office/drawing/2014/main" id="{7A7DDBAD-B1EF-4C14-BE65-35B4F535872C}"/>
              </a:ext>
            </a:extLst>
          </p:cNvPr>
          <p:cNvSpPr txBox="1"/>
          <p:nvPr/>
        </p:nvSpPr>
        <p:spPr>
          <a:xfrm>
            <a:off x="1729987" y="3536769"/>
            <a:ext cx="3597388" cy="646331"/>
          </a:xfrm>
          <a:prstGeom prst="rect">
            <a:avLst/>
          </a:prstGeom>
          <a:noFill/>
        </p:spPr>
        <p:txBody>
          <a:bodyPr wrap="square" lIns="0" rtlCol="0">
            <a:spAutoFit/>
          </a:bodyPr>
          <a:lstStyle/>
          <a:p>
            <a:r>
              <a:rPr lang="en-US" dirty="0">
                <a:latin typeface="Amazon Ember Display" panose="020F0603020204020204" pitchFamily="34" charset="0"/>
                <a:hlinkClick r:id="rId2"/>
              </a:rPr>
              <a:t>Generate QR codes</a:t>
            </a:r>
            <a:r>
              <a:rPr lang="en-US" dirty="0">
                <a:latin typeface="Amazon Ember Display" panose="020F0603020204020204" pitchFamily="34" charset="0"/>
              </a:rPr>
              <a:t> </a:t>
            </a:r>
            <a:br>
              <a:rPr lang="en-US" dirty="0">
                <a:latin typeface="Amazon Ember Display" panose="020F0603020204020204" pitchFamily="34" charset="0"/>
              </a:rPr>
            </a:br>
            <a:r>
              <a:rPr lang="en-US" dirty="0">
                <a:latin typeface="Amazon Ember Display" panose="020F0603020204020204" pitchFamily="34" charset="0"/>
              </a:rPr>
              <a:t>AWS speakers only</a:t>
            </a:r>
          </a:p>
        </p:txBody>
      </p:sp>
      <p:pic>
        <p:nvPicPr>
          <p:cNvPr id="5" name="Picture 4">
            <a:extLst>
              <a:ext uri="{FF2B5EF4-FFF2-40B4-BE49-F238E27FC236}">
                <a16:creationId xmlns:a16="http://schemas.microsoft.com/office/drawing/2014/main" id="{D53B7132-1E37-4DBE-80D8-4B0352A53078}"/>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856436" y="3472684"/>
            <a:ext cx="719642" cy="710416"/>
          </a:xfrm>
          <a:prstGeom prst="rect">
            <a:avLst/>
          </a:prstGeom>
        </p:spPr>
      </p:pic>
      <p:pic>
        <p:nvPicPr>
          <p:cNvPr id="6" name="Picture 5">
            <a:extLst>
              <a:ext uri="{FF2B5EF4-FFF2-40B4-BE49-F238E27FC236}">
                <a16:creationId xmlns:a16="http://schemas.microsoft.com/office/drawing/2014/main" id="{CFA8FFCD-F87B-44D5-8F7B-5EB8DA7042EB}"/>
              </a:ext>
            </a:extLst>
          </p:cNvPr>
          <p:cNvPicPr>
            <a:picLocks noChangeAspect="1"/>
          </p:cNvPicPr>
          <p:nvPr/>
        </p:nvPicPr>
        <p:blipFill>
          <a:blip r:embed="rId4" cstate="hqprint">
            <a:extLst>
              <a:ext uri="{28A0092B-C50C-407E-A947-70E740481C1C}">
                <a14:useLocalDpi xmlns:a14="http://schemas.microsoft.com/office/drawing/2010/main"/>
              </a:ext>
            </a:extLst>
          </a:blip>
          <a:stretch>
            <a:fillRect/>
          </a:stretch>
        </p:blipFill>
        <p:spPr>
          <a:xfrm>
            <a:off x="6433931" y="3472684"/>
            <a:ext cx="708604" cy="710416"/>
          </a:xfrm>
          <a:prstGeom prst="rect">
            <a:avLst/>
          </a:prstGeom>
        </p:spPr>
      </p:pic>
      <p:sp>
        <p:nvSpPr>
          <p:cNvPr id="7" name="Rectangle 6">
            <a:extLst>
              <a:ext uri="{FF2B5EF4-FFF2-40B4-BE49-F238E27FC236}">
                <a16:creationId xmlns:a16="http://schemas.microsoft.com/office/drawing/2014/main" id="{7A0139D9-2AF1-4F8C-A70D-FA683F9F43F4}"/>
              </a:ext>
            </a:extLst>
          </p:cNvPr>
          <p:cNvSpPr/>
          <p:nvPr/>
        </p:nvSpPr>
        <p:spPr>
          <a:xfrm>
            <a:off x="7381074" y="3328546"/>
            <a:ext cx="3830265" cy="1089529"/>
          </a:xfrm>
          <a:prstGeom prst="rect">
            <a:avLst/>
          </a:prstGeom>
        </p:spPr>
        <p:txBody>
          <a:bodyPr wrap="square" lIns="0">
            <a:spAutoFit/>
          </a:bodyPr>
          <a:lstStyle/>
          <a:p>
            <a:pPr>
              <a:lnSpc>
                <a:spcPct val="90000"/>
              </a:lnSpc>
              <a:spcAft>
                <a:spcPts val="1000"/>
              </a:spcAft>
            </a:pPr>
            <a:r>
              <a:rPr lang="en-US" dirty="0">
                <a:gradFill>
                  <a:gsLst>
                    <a:gs pos="2917">
                      <a:schemeClr val="tx1"/>
                    </a:gs>
                    <a:gs pos="30000">
                      <a:schemeClr val="tx1"/>
                    </a:gs>
                  </a:gsLst>
                  <a:lin ang="5400000" scaled="0"/>
                </a:gradFill>
                <a:latin typeface="Amazon Ember Display" panose="020F0603020204020204" pitchFamily="34" charset="0"/>
                <a:hlinkClick r:id="rId5"/>
              </a:rPr>
              <a:t>Microsoft PowerPoint Help &amp; Learning site</a:t>
            </a:r>
            <a:br>
              <a:rPr lang="en-US" dirty="0">
                <a:gradFill>
                  <a:gsLst>
                    <a:gs pos="2917">
                      <a:schemeClr val="tx1"/>
                    </a:gs>
                    <a:gs pos="30000">
                      <a:schemeClr val="tx1"/>
                    </a:gs>
                  </a:gsLst>
                  <a:lin ang="5400000" scaled="0"/>
                </a:gradFill>
                <a:latin typeface="Amazon Ember Display" panose="020F0603020204020204" pitchFamily="34" charset="0"/>
              </a:rPr>
            </a:br>
            <a:r>
              <a:rPr lang="en-US" dirty="0">
                <a:gradFill>
                  <a:gsLst>
                    <a:gs pos="2917">
                      <a:schemeClr val="tx1"/>
                    </a:gs>
                    <a:gs pos="30000">
                      <a:schemeClr val="tx1"/>
                    </a:gs>
                  </a:gsLst>
                  <a:lin ang="5400000" scaled="0"/>
                </a:gradFill>
                <a:latin typeface="Amazon Ember Display" panose="020F0603020204020204" pitchFamily="34" charset="0"/>
              </a:rPr>
              <a:t>Essential basics on using PowerPoint from Microsoft</a:t>
            </a:r>
            <a:endParaRPr lang="en-US" dirty="0">
              <a:gradFill>
                <a:gsLst>
                  <a:gs pos="2917">
                    <a:schemeClr val="tx1"/>
                  </a:gs>
                  <a:gs pos="30000">
                    <a:schemeClr val="tx1"/>
                  </a:gs>
                </a:gsLst>
                <a:lin ang="5400000" scaled="0"/>
              </a:gradFill>
              <a:latin typeface="Amazon Ember Display" panose="020F0603020204020204" pitchFamily="34" charset="0"/>
              <a:hlinkClick r:id="rId6"/>
            </a:endParaRPr>
          </a:p>
        </p:txBody>
      </p:sp>
      <p:sp>
        <p:nvSpPr>
          <p:cNvPr id="8" name="Rectangle 7">
            <a:extLst>
              <a:ext uri="{FF2B5EF4-FFF2-40B4-BE49-F238E27FC236}">
                <a16:creationId xmlns:a16="http://schemas.microsoft.com/office/drawing/2014/main" id="{5DBE58B7-DB67-4308-BEB8-1E2A33654984}"/>
              </a:ext>
            </a:extLst>
          </p:cNvPr>
          <p:cNvSpPr/>
          <p:nvPr/>
        </p:nvSpPr>
        <p:spPr>
          <a:xfrm>
            <a:off x="1654756" y="4951991"/>
            <a:ext cx="3828384" cy="1089529"/>
          </a:xfrm>
          <a:prstGeom prst="rect">
            <a:avLst/>
          </a:prstGeom>
        </p:spPr>
        <p:txBody>
          <a:bodyPr wrap="square" lIns="0">
            <a:spAutoFit/>
          </a:bodyPr>
          <a:lstStyle/>
          <a:p>
            <a:pPr>
              <a:lnSpc>
                <a:spcPct val="90000"/>
              </a:lnSpc>
              <a:spcAft>
                <a:spcPts val="1000"/>
              </a:spcAft>
            </a:pPr>
            <a:r>
              <a:rPr lang="en-US" dirty="0">
                <a:gradFill>
                  <a:gsLst>
                    <a:gs pos="2917">
                      <a:schemeClr val="tx1"/>
                    </a:gs>
                    <a:gs pos="30000">
                      <a:schemeClr val="tx1"/>
                    </a:gs>
                  </a:gsLst>
                  <a:lin ang="5400000" scaled="0"/>
                </a:gradFill>
                <a:latin typeface="Amazon Ember Display" panose="020F0603020204020204" pitchFamily="34" charset="0"/>
                <a:hlinkClick r:id="rId7"/>
              </a:rPr>
              <a:t>The World of Presentations podcast</a:t>
            </a:r>
            <a:br>
              <a:rPr lang="en-US" dirty="0">
                <a:gradFill>
                  <a:gsLst>
                    <a:gs pos="2917">
                      <a:schemeClr val="tx1"/>
                    </a:gs>
                    <a:gs pos="30000">
                      <a:schemeClr val="tx1"/>
                    </a:gs>
                  </a:gsLst>
                  <a:lin ang="5400000" scaled="0"/>
                </a:gradFill>
                <a:latin typeface="Amazon Ember Display" panose="020F0603020204020204" pitchFamily="34" charset="0"/>
                <a:ea typeface="Amazon Ember Display" panose="020F0603020204020204" pitchFamily="34" charset="0"/>
                <a:cs typeface="Amazon Ember Display" panose="020F0603020204020204" pitchFamily="34" charset="0"/>
                <a:hlinkClick r:id="rId8" invalidUrl="http:///"/>
              </a:rPr>
            </a:br>
            <a:r>
              <a:rPr lang="en-US" dirty="0">
                <a:gradFill>
                  <a:gsLst>
                    <a:gs pos="2917">
                      <a:schemeClr val="tx1"/>
                    </a:gs>
                    <a:gs pos="30000">
                      <a:schemeClr val="tx1"/>
                    </a:gs>
                  </a:gsLst>
                  <a:lin ang="5400000" scaled="0"/>
                </a:gradFill>
                <a:latin typeface="Amazon Ember Display" panose="020F0603020204020204" pitchFamily="34" charset="0"/>
              </a:rPr>
              <a:t>Conversations with industry experts about PowerPoint design, mechanics, and presenting</a:t>
            </a:r>
          </a:p>
        </p:txBody>
      </p:sp>
      <p:pic>
        <p:nvPicPr>
          <p:cNvPr id="9" name="Picture 8">
            <a:extLst>
              <a:ext uri="{FF2B5EF4-FFF2-40B4-BE49-F238E27FC236}">
                <a16:creationId xmlns:a16="http://schemas.microsoft.com/office/drawing/2014/main" id="{604D7370-8B92-47D2-A495-28D03D803167}"/>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781205" y="5134271"/>
            <a:ext cx="692060" cy="704829"/>
          </a:xfrm>
          <a:prstGeom prst="rect">
            <a:avLst/>
          </a:prstGeom>
        </p:spPr>
      </p:pic>
      <p:sp>
        <p:nvSpPr>
          <p:cNvPr id="10" name="Rectangle 9">
            <a:extLst>
              <a:ext uri="{FF2B5EF4-FFF2-40B4-BE49-F238E27FC236}">
                <a16:creationId xmlns:a16="http://schemas.microsoft.com/office/drawing/2014/main" id="{780B42BD-8441-4A40-ADDC-5346F6DBA4CC}"/>
              </a:ext>
            </a:extLst>
          </p:cNvPr>
          <p:cNvSpPr/>
          <p:nvPr/>
        </p:nvSpPr>
        <p:spPr>
          <a:xfrm>
            <a:off x="7377685" y="5044668"/>
            <a:ext cx="3559262" cy="840230"/>
          </a:xfrm>
          <a:prstGeom prst="rect">
            <a:avLst/>
          </a:prstGeom>
        </p:spPr>
        <p:txBody>
          <a:bodyPr wrap="square" lIns="0" anchor="t">
            <a:spAutoFit/>
          </a:bodyPr>
          <a:lstStyle/>
          <a:p>
            <a:pPr>
              <a:lnSpc>
                <a:spcPct val="90000"/>
              </a:lnSpc>
              <a:spcAft>
                <a:spcPts val="1000"/>
              </a:spcAft>
            </a:pPr>
            <a:r>
              <a:rPr lang="en-US" dirty="0">
                <a:gradFill>
                  <a:gsLst>
                    <a:gs pos="2917">
                      <a:schemeClr val="tx1"/>
                    </a:gs>
                    <a:gs pos="30000">
                      <a:schemeClr val="tx1"/>
                    </a:gs>
                  </a:gsLst>
                  <a:lin ang="5400000" scaled="0"/>
                </a:gradFill>
                <a:latin typeface="Amazon Ember Display" panose="020F0603020204020204" pitchFamily="34" charset="0"/>
                <a:hlinkClick r:id="rId10"/>
              </a:rPr>
              <a:t>BrightCarbon events</a:t>
            </a:r>
            <a:br>
              <a:rPr lang="en-US" dirty="0">
                <a:gradFill>
                  <a:gsLst>
                    <a:gs pos="2917">
                      <a:schemeClr val="tx1"/>
                    </a:gs>
                    <a:gs pos="30000">
                      <a:schemeClr val="tx1"/>
                    </a:gs>
                  </a:gsLst>
                  <a:lin ang="5400000" scaled="0"/>
                </a:gradFill>
                <a:latin typeface="Amazon Ember Display" panose="020F0603020204020204" pitchFamily="34" charset="0"/>
                <a:ea typeface="Amazon Ember Display" panose="020F0603020204020204" pitchFamily="34" charset="0"/>
                <a:cs typeface="Amazon Ember Display" panose="020F0603020204020204" pitchFamily="34" charset="0"/>
                <a:hlinkClick r:id="rId11" invalidUrl="http:///"/>
              </a:rPr>
            </a:br>
            <a:r>
              <a:rPr lang="en-US" dirty="0">
                <a:gradFill>
                  <a:gsLst>
                    <a:gs pos="2917">
                      <a:schemeClr val="tx1"/>
                    </a:gs>
                    <a:gs pos="30000">
                      <a:schemeClr val="tx1"/>
                    </a:gs>
                  </a:gsLst>
                  <a:lin ang="5400000" scaled="0"/>
                </a:gradFill>
                <a:latin typeface="Amazon Ember Display" panose="020F0603020204020204" pitchFamily="34" charset="0"/>
              </a:rPr>
              <a:t>Free webinars on PowerPoint design, presenter skills, and more</a:t>
            </a:r>
          </a:p>
        </p:txBody>
      </p:sp>
      <p:pic>
        <p:nvPicPr>
          <p:cNvPr id="11" name="Picture 10">
            <a:extLst>
              <a:ext uri="{FF2B5EF4-FFF2-40B4-BE49-F238E27FC236}">
                <a16:creationId xmlns:a16="http://schemas.microsoft.com/office/drawing/2014/main" id="{69597CCE-2B2D-4BA9-AB3B-6CF090811ABD}"/>
              </a:ext>
            </a:extLst>
          </p:cNvPr>
          <p:cNvPicPr>
            <a:picLocks noChangeAspect="1"/>
          </p:cNvPicPr>
          <p:nvPr/>
        </p:nvPicPr>
        <p:blipFill>
          <a:blip r:embed="rId12" cstate="hqprint">
            <a:extLst>
              <a:ext uri="{28A0092B-C50C-407E-A947-70E740481C1C}">
                <a14:useLocalDpi xmlns:a14="http://schemas.microsoft.com/office/drawing/2010/main"/>
              </a:ext>
            </a:extLst>
          </a:blip>
          <a:stretch>
            <a:fillRect/>
          </a:stretch>
        </p:blipFill>
        <p:spPr>
          <a:xfrm>
            <a:off x="6433931" y="5121308"/>
            <a:ext cx="706605" cy="717792"/>
          </a:xfrm>
          <a:prstGeom prst="rect">
            <a:avLst/>
          </a:prstGeom>
        </p:spPr>
      </p:pic>
      <p:grpSp>
        <p:nvGrpSpPr>
          <p:cNvPr id="16" name="Group 15">
            <a:extLst>
              <a:ext uri="{FF2B5EF4-FFF2-40B4-BE49-F238E27FC236}">
                <a16:creationId xmlns:a16="http://schemas.microsoft.com/office/drawing/2014/main" id="{C08CA87A-3E8B-1059-1E10-02815ED76F79}"/>
              </a:ext>
            </a:extLst>
          </p:cNvPr>
          <p:cNvGrpSpPr/>
          <p:nvPr/>
        </p:nvGrpSpPr>
        <p:grpSpPr>
          <a:xfrm>
            <a:off x="8929200" y="767355"/>
            <a:ext cx="2659109" cy="885021"/>
            <a:chOff x="9631680" y="5465877"/>
            <a:chExt cx="2659109" cy="885021"/>
          </a:xfrm>
        </p:grpSpPr>
        <p:sp>
          <p:nvSpPr>
            <p:cNvPr id="12" name="Rounded Rectangle 11">
              <a:extLst>
                <a:ext uri="{FF2B5EF4-FFF2-40B4-BE49-F238E27FC236}">
                  <a16:creationId xmlns:a16="http://schemas.microsoft.com/office/drawing/2014/main" id="{A89156BD-9CD4-49D1-FD2B-5ACF6C6D4722}"/>
                </a:ext>
              </a:extLst>
            </p:cNvPr>
            <p:cNvSpPr/>
            <p:nvPr/>
          </p:nvSpPr>
          <p:spPr>
            <a:xfrm>
              <a:off x="9631680" y="5465877"/>
              <a:ext cx="2659109" cy="8850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lvl="2">
                <a:lnSpc>
                  <a:spcPct val="80000"/>
                </a:lnSpc>
              </a:pPr>
              <a:r>
                <a:rPr lang="en-US" sz="1400" dirty="0">
                  <a:solidFill>
                    <a:schemeClr val="tx2"/>
                  </a:solidFill>
                  <a:latin typeface="Amazon Ember Display" panose="020F0603020204020204" pitchFamily="34" charset="0"/>
                  <a:cs typeface="Amazon Ember Display" panose="020F0603020204020204" pitchFamily="34" charset="0"/>
                </a:rPr>
                <a:t>AWS speakers, </a:t>
              </a:r>
              <a:br>
                <a:rPr lang="en-US" sz="1400" dirty="0">
                  <a:solidFill>
                    <a:schemeClr val="tx2"/>
                  </a:solidFill>
                  <a:latin typeface="Amazon Ember Display" panose="020F0603020204020204" pitchFamily="34" charset="0"/>
                  <a:cs typeface="Amazon Ember Display" panose="020F0603020204020204" pitchFamily="34" charset="0"/>
                </a:rPr>
              </a:br>
              <a:r>
                <a:rPr lang="en-US" sz="1400" dirty="0">
                  <a:solidFill>
                    <a:schemeClr val="tx2"/>
                  </a:solidFill>
                  <a:latin typeface="Amazon Ember Display" panose="020F0603020204020204" pitchFamily="34" charset="0"/>
                  <a:cs typeface="Amazon Ember Display" panose="020F0603020204020204" pitchFamily="34" charset="0"/>
                </a:rPr>
                <a:t>more resources </a:t>
              </a:r>
              <a:br>
                <a:rPr lang="en-US" sz="1400" dirty="0">
                  <a:solidFill>
                    <a:schemeClr val="tx2"/>
                  </a:solidFill>
                  <a:latin typeface="Amazon Ember Display" panose="020F0603020204020204" pitchFamily="34" charset="0"/>
                  <a:cs typeface="Amazon Ember Display" panose="020F0603020204020204" pitchFamily="34" charset="0"/>
                </a:rPr>
              </a:br>
              <a:r>
                <a:rPr lang="en-US" sz="1400" dirty="0">
                  <a:solidFill>
                    <a:schemeClr val="tx2"/>
                  </a:solidFill>
                  <a:latin typeface="Amazon Ember Display" panose="020F0603020204020204" pitchFamily="34" charset="0"/>
                  <a:cs typeface="Amazon Ember Display" panose="020F0603020204020204" pitchFamily="34" charset="0"/>
                </a:rPr>
                <a:t>are on </a:t>
              </a:r>
              <a:r>
                <a:rPr lang="en-US" sz="1400" dirty="0">
                  <a:solidFill>
                    <a:schemeClr val="accent2"/>
                  </a:solidFill>
                  <a:latin typeface="Amazon Ember Display" panose="020F0603020204020204" pitchFamily="34" charset="0"/>
                  <a:cs typeface="Amazon Ember Display" panose="020F0603020204020204" pitchFamily="34" charset="0"/>
                  <a:hlinkClick r:id="rId13">
                    <a:extLst>
                      <a:ext uri="{A12FA001-AC4F-418D-AE19-62706E023703}">
                        <ahyp:hlinkClr xmlns:ahyp="http://schemas.microsoft.com/office/drawing/2018/hyperlinkcolor" val="tx"/>
                      </a:ext>
                    </a:extLst>
                  </a:hlinkClick>
                </a:rPr>
                <a:t>the wiki</a:t>
              </a:r>
              <a:endParaRPr lang="en-US" sz="1400" dirty="0">
                <a:solidFill>
                  <a:schemeClr val="accent2"/>
                </a:solidFill>
                <a:latin typeface="Amazon Ember Display" panose="020F0603020204020204" pitchFamily="34" charset="0"/>
                <a:cs typeface="Amazon Ember Display" panose="020F0603020204020204" pitchFamily="34" charset="0"/>
              </a:endParaRPr>
            </a:p>
          </p:txBody>
        </p:sp>
        <p:sp>
          <p:nvSpPr>
            <p:cNvPr id="15" name="Oval 14">
              <a:extLst>
                <a:ext uri="{FF2B5EF4-FFF2-40B4-BE49-F238E27FC236}">
                  <a16:creationId xmlns:a16="http://schemas.microsoft.com/office/drawing/2014/main" id="{8879559B-F3AE-83F1-9960-951EA87AC3FC}"/>
                </a:ext>
              </a:extLst>
            </p:cNvPr>
            <p:cNvSpPr/>
            <p:nvPr/>
          </p:nvSpPr>
          <p:spPr>
            <a:xfrm>
              <a:off x="9855792" y="5638021"/>
              <a:ext cx="584717" cy="584717"/>
            </a:xfrm>
            <a:prstGeom prst="ellipse">
              <a:avLst/>
            </a:prstGeom>
            <a:solidFill>
              <a:srgbClr val="FCFCFD"/>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err="1">
                <a:solidFill>
                  <a:schemeClr val="tx1"/>
                </a:solidFill>
                <a:latin typeface="Amazon Ember Display" panose="020F0603020204020204" pitchFamily="34" charset="0"/>
              </a:endParaRPr>
            </a:p>
          </p:txBody>
        </p:sp>
        <p:sp>
          <p:nvSpPr>
            <p:cNvPr id="14" name="TextBox 13">
              <a:extLst>
                <a:ext uri="{FF2B5EF4-FFF2-40B4-BE49-F238E27FC236}">
                  <a16:creationId xmlns:a16="http://schemas.microsoft.com/office/drawing/2014/main" id="{48FDF0BA-46B2-9379-6753-765052BDBCD7}"/>
                </a:ext>
              </a:extLst>
            </p:cNvPr>
            <p:cNvSpPr txBox="1"/>
            <p:nvPr/>
          </p:nvSpPr>
          <p:spPr>
            <a:xfrm>
              <a:off x="10045634" y="5678708"/>
              <a:ext cx="668682" cy="523220"/>
            </a:xfrm>
            <a:prstGeom prst="rect">
              <a:avLst/>
            </a:prstGeom>
            <a:noFill/>
          </p:spPr>
          <p:txBody>
            <a:bodyPr wrap="square" lIns="0" rIns="0" rtlCol="0">
              <a:spAutoFit/>
            </a:bodyPr>
            <a:lstStyle/>
            <a:p>
              <a:pPr algn="l"/>
              <a:r>
                <a:rPr lang="en-US" sz="2800" dirty="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rPr>
                <a:t>!</a:t>
              </a:r>
            </a:p>
          </p:txBody>
        </p:sp>
      </p:grpSp>
    </p:spTree>
    <p:extLst>
      <p:ext uri="{BB962C8B-B14F-4D97-AF65-F5344CB8AC3E}">
        <p14:creationId xmlns:p14="http://schemas.microsoft.com/office/powerpoint/2010/main" val="188121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hyp="http://schemas.microsoft.com/office/drawing/2018/hyperlinkcolor" xmlns:a16="http://schemas.microsoft.com/office/drawing/2014/main"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043B8B3-25C2-DB78-8B37-99488D1F47BF}"/>
              </a:ext>
            </a:extLst>
          </p:cNvPr>
          <p:cNvSpPr>
            <a:spLocks noGrp="1"/>
          </p:cNvSpPr>
          <p:nvPr>
            <p:ph type="sldNum" sz="quarter" idx="12"/>
          </p:nvPr>
        </p:nvSpPr>
        <p:spPr/>
        <p:txBody>
          <a:bodyPr/>
          <a:lstStyle/>
          <a:p>
            <a:fld id="{EB4B8DE2-A4E8-46E4-8BBF-D75455EFF32C}" type="slidenum">
              <a:rPr lang="en-US" smtClean="0"/>
              <a:pPr/>
              <a:t>77</a:t>
            </a:fld>
            <a:endParaRPr lang="en-US" dirty="0"/>
          </a:p>
        </p:txBody>
      </p:sp>
      <p:sp>
        <p:nvSpPr>
          <p:cNvPr id="3" name="Content Placeholder 4">
            <a:extLst>
              <a:ext uri="{FF2B5EF4-FFF2-40B4-BE49-F238E27FC236}">
                <a16:creationId xmlns:a16="http://schemas.microsoft.com/office/drawing/2014/main" id="{23967585-D04B-0C06-A73E-0CD122902975}"/>
              </a:ext>
            </a:extLst>
          </p:cNvPr>
          <p:cNvSpPr txBox="1">
            <a:spLocks/>
          </p:cNvSpPr>
          <p:nvPr/>
        </p:nvSpPr>
        <p:spPr>
          <a:xfrm>
            <a:off x="609600" y="1711804"/>
            <a:ext cx="5222488" cy="4191000"/>
          </a:xfrm>
          <a:prstGeom prst="rect">
            <a:avLst/>
          </a:prstGeom>
        </p:spPr>
        <p:txBody>
          <a:bodyPr/>
          <a:lstStyle>
            <a:lvl1pPr marL="228600" indent="-228600" algn="l" defTabSz="914400" rtl="0" eaLnBrk="1" latinLnBrk="0" hangingPunct="1">
              <a:lnSpc>
                <a:spcPct val="90000"/>
              </a:lnSpc>
              <a:spcBef>
                <a:spcPts val="0"/>
              </a:spcBef>
              <a:spcAft>
                <a:spcPts val="1200"/>
              </a:spcAft>
              <a:buSzPct val="90000"/>
              <a:buFont typeface="Arial" panose="020B0604020202020204" pitchFamily="34" charset="0"/>
              <a:buChar char="•"/>
              <a:defRPr sz="2800" kern="1200">
                <a:solidFill>
                  <a:schemeClr val="tx1"/>
                </a:solidFill>
                <a:latin typeface="+mn-lt"/>
                <a:ea typeface="+mn-ea"/>
                <a:cs typeface="+mn-cs"/>
              </a:defRPr>
            </a:lvl1pPr>
            <a:lvl2pPr marL="51435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400" kern="1200">
                <a:solidFill>
                  <a:schemeClr val="tx1"/>
                </a:solidFill>
                <a:latin typeface="+mn-lt"/>
                <a:ea typeface="+mn-ea"/>
                <a:cs typeface="+mn-cs"/>
              </a:defRPr>
            </a:lvl2pPr>
            <a:lvl3pPr marL="857250" indent="-228600" algn="l" defTabSz="914400" rtl="0" eaLnBrk="1" latinLnBrk="0" hangingPunct="1">
              <a:lnSpc>
                <a:spcPct val="90000"/>
              </a:lnSpc>
              <a:spcBef>
                <a:spcPts val="0"/>
              </a:spcBef>
              <a:spcAft>
                <a:spcPts val="1200"/>
              </a:spcAft>
              <a:buFont typeface="Amazon Ember" panose="020B0603020204020204" pitchFamily="34" charset="0"/>
              <a:buChar char="–"/>
              <a:defRPr sz="2000" kern="1200">
                <a:solidFill>
                  <a:schemeClr val="tx1"/>
                </a:solidFill>
                <a:latin typeface="+mn-lt"/>
                <a:ea typeface="+mn-ea"/>
                <a:cs typeface="+mn-cs"/>
              </a:defRPr>
            </a:lvl3pPr>
            <a:lvl4pPr marL="103028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201738" indent="-171450" algn="l" defTabSz="914400" rtl="0" eaLnBrk="1" latinLnBrk="0" hangingPunct="1">
              <a:lnSpc>
                <a:spcPct val="9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100" dirty="0">
                <a:latin typeface="Amazon Ember Display" panose="020F0603020204020204" pitchFamily="34" charset="0"/>
                <a:ea typeface="Amazon Ember Display" panose="020F0603020204020204" pitchFamily="34" charset="0"/>
                <a:cs typeface="Amazon Ember Display" panose="020F0603020204020204" pitchFamily="34" charset="0"/>
              </a:rPr>
              <a:t>Recommended placement</a:t>
            </a:r>
            <a:br>
              <a:rPr lang="en-US" sz="2100"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sz="1600" dirty="0">
                <a:latin typeface="Amazon Ember Display" panose="020F0603020204020204" pitchFamily="34" charset="0"/>
              </a:rPr>
              <a:t>The slides below contain custom AWS charts with recommended page placement for slides where you might want to include headline and copy. Feel empowered to place data visualizations elsewhere, where needed.</a:t>
            </a:r>
          </a:p>
          <a:p>
            <a:pPr marL="0" indent="0">
              <a:buFont typeface="Arial" panose="020B0604020202020204" pitchFamily="34" charset="0"/>
              <a:buNone/>
            </a:pPr>
            <a:r>
              <a:rPr lang="en-US" sz="2100" dirty="0">
                <a:latin typeface="Amazon Ember Display" panose="020F0603020204020204" pitchFamily="34" charset="0"/>
                <a:ea typeface="Amazon Ember Display" panose="020F0603020204020204" pitchFamily="34" charset="0"/>
                <a:cs typeface="Amazon Ember Display" panose="020F0603020204020204" pitchFamily="34" charset="0"/>
              </a:rPr>
              <a:t>Other options</a:t>
            </a:r>
            <a:br>
              <a:rPr lang="en-US" sz="2400" dirty="0">
                <a:latin typeface="Amazon Ember Display" panose="020F0603020204020204" pitchFamily="34" charset="0"/>
              </a:rPr>
            </a:br>
            <a:r>
              <a:rPr lang="en-US" sz="1600" dirty="0">
                <a:latin typeface="Amazon Ember Display" panose="020F0603020204020204" pitchFamily="34" charset="0"/>
              </a:rPr>
              <a:t>The data visualizations included in this document are meant to cover most user needs, but not all. Feel empowered to use the charts built into PowerPoint to depict the appropriate information. You may also access the </a:t>
            </a:r>
            <a:r>
              <a:rPr lang="en-US" sz="1600" dirty="0">
                <a:latin typeface="Amazon Ember Display" panose="020F0603020204020204" pitchFamily="34" charset="0"/>
                <a:hlinkClick r:id="rId2"/>
              </a:rPr>
              <a:t>Figma library </a:t>
            </a:r>
            <a:r>
              <a:rPr lang="en-US" sz="1600" dirty="0">
                <a:latin typeface="Amazon Ember Display" panose="020F0603020204020204" pitchFamily="34" charset="0"/>
              </a:rPr>
              <a:t>to create and export more custom visuals.</a:t>
            </a:r>
          </a:p>
        </p:txBody>
      </p:sp>
      <p:sp>
        <p:nvSpPr>
          <p:cNvPr id="4" name="Title 8">
            <a:extLst>
              <a:ext uri="{FF2B5EF4-FFF2-40B4-BE49-F238E27FC236}">
                <a16:creationId xmlns:a16="http://schemas.microsoft.com/office/drawing/2014/main" id="{D6F5AA52-17CF-6B42-4D6B-A7971F17B353}"/>
              </a:ext>
            </a:extLst>
          </p:cNvPr>
          <p:cNvSpPr txBox="1">
            <a:spLocks/>
          </p:cNvSpPr>
          <p:nvPr/>
        </p:nvSpPr>
        <p:spPr>
          <a:xfrm>
            <a:off x="609600" y="914401"/>
            <a:ext cx="10972800" cy="590931"/>
          </a:xfrm>
          <a:prstGeom prst="rect">
            <a:avLst/>
          </a:prstGeom>
        </p:spPr>
        <p:txBody>
          <a:bodyPr/>
          <a:lstStyle>
            <a:lvl1pPr algn="l" defTabSz="914400" rtl="0" eaLnBrk="1" latinLnBrk="0" hangingPunct="1">
              <a:lnSpc>
                <a:spcPct val="90000"/>
              </a:lnSpc>
              <a:spcBef>
                <a:spcPct val="0"/>
              </a:spcBef>
              <a:buNone/>
              <a:defRPr sz="3200" b="0" i="0" kern="1200" baseline="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sz="3600" dirty="0"/>
              <a:t>Data visualizations</a:t>
            </a:r>
          </a:p>
        </p:txBody>
      </p:sp>
      <p:sp>
        <p:nvSpPr>
          <p:cNvPr id="6" name="TextBox 5">
            <a:extLst>
              <a:ext uri="{FF2B5EF4-FFF2-40B4-BE49-F238E27FC236}">
                <a16:creationId xmlns:a16="http://schemas.microsoft.com/office/drawing/2014/main" id="{93B679E9-31D6-C7D0-FF20-4408B8F4F4CE}"/>
              </a:ext>
            </a:extLst>
          </p:cNvPr>
          <p:cNvSpPr txBox="1"/>
          <p:nvPr/>
        </p:nvSpPr>
        <p:spPr>
          <a:xfrm>
            <a:off x="609600" y="5146196"/>
            <a:ext cx="5222488" cy="584775"/>
          </a:xfrm>
          <a:prstGeom prst="rect">
            <a:avLst/>
          </a:prstGeom>
          <a:noFill/>
        </p:spPr>
        <p:txBody>
          <a:bodyPr wrap="square">
            <a:spAutoFit/>
          </a:bodyPr>
          <a:lstStyle/>
          <a:p>
            <a:r>
              <a:rPr lang="en-US" sz="1600" dirty="0">
                <a:latin typeface="Amazon Ember Display" panose="020F0603020204020204" pitchFamily="34" charset="0"/>
              </a:rPr>
              <a:t>Please </a:t>
            </a:r>
            <a:r>
              <a:rPr lang="en-US" sz="1600" dirty="0">
                <a:latin typeface="Amazon Ember Display" panose="020F0603020204020204" pitchFamily="34" charset="0"/>
                <a:hlinkClick r:id="rId3">
                  <a:extLst>
                    <a:ext uri="{A12FA001-AC4F-418D-AE19-62706E023703}">
                      <ahyp:hlinkClr xmlns:ahyp="http://schemas.microsoft.com/office/drawing/2018/hyperlinkcolor" val="tx"/>
                    </a:ext>
                  </a:extLst>
                </a:hlinkClick>
              </a:rPr>
              <a:t>reference this Microsoft support article</a:t>
            </a:r>
            <a:r>
              <a:rPr lang="en-US" sz="1600" dirty="0">
                <a:latin typeface="Amazon Ember Display" panose="020F0603020204020204" pitchFamily="34" charset="0"/>
              </a:rPr>
              <a:t> to learn more about how to build and manipulate PPT charts.</a:t>
            </a:r>
          </a:p>
        </p:txBody>
      </p:sp>
    </p:spTree>
    <p:extLst>
      <p:ext uri="{BB962C8B-B14F-4D97-AF65-F5344CB8AC3E}">
        <p14:creationId xmlns:p14="http://schemas.microsoft.com/office/powerpoint/2010/main" val="780868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1E77C9A-0178-59E0-E5CC-65511A01C7B9}"/>
              </a:ext>
            </a:extLst>
          </p:cNvPr>
          <p:cNvSpPr>
            <a:spLocks noGrp="1"/>
          </p:cNvSpPr>
          <p:nvPr>
            <p:ph type="sldNum" sz="quarter" idx="12"/>
          </p:nvPr>
        </p:nvSpPr>
        <p:spPr/>
        <p:txBody>
          <a:bodyPr/>
          <a:lstStyle/>
          <a:p>
            <a:fld id="{EB4B8DE2-A4E8-46E4-8BBF-D75455EFF32C}" type="slidenum">
              <a:rPr lang="en-US" smtClean="0"/>
              <a:pPr/>
              <a:t>78</a:t>
            </a:fld>
            <a:endParaRPr lang="en-US" dirty="0"/>
          </a:p>
        </p:txBody>
      </p:sp>
      <p:graphicFrame>
        <p:nvGraphicFramePr>
          <p:cNvPr id="3" name="Chart 2">
            <a:extLst>
              <a:ext uri="{FF2B5EF4-FFF2-40B4-BE49-F238E27FC236}">
                <a16:creationId xmlns:a16="http://schemas.microsoft.com/office/drawing/2014/main" id="{5B405AAE-5F6D-D518-F8AF-F97EBDC2C39B}"/>
              </a:ext>
            </a:extLst>
          </p:cNvPr>
          <p:cNvGraphicFramePr/>
          <p:nvPr>
            <p:extLst>
              <p:ext uri="{D42A27DB-BD31-4B8C-83A1-F6EECF244321}">
                <p14:modId xmlns:p14="http://schemas.microsoft.com/office/powerpoint/2010/main" val="3716541752"/>
              </p:ext>
            </p:extLst>
          </p:nvPr>
        </p:nvGraphicFramePr>
        <p:xfrm>
          <a:off x="4519448" y="205746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78892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6E2EF-5F88-6897-9F7E-63896FF769D6}"/>
              </a:ext>
            </a:extLst>
          </p:cNvPr>
          <p:cNvSpPr>
            <a:spLocks noGrp="1"/>
          </p:cNvSpPr>
          <p:nvPr>
            <p:ph type="sldNum" sz="quarter" idx="12"/>
          </p:nvPr>
        </p:nvSpPr>
        <p:spPr/>
        <p:txBody>
          <a:bodyPr/>
          <a:lstStyle/>
          <a:p>
            <a:fld id="{EB4B8DE2-A4E8-46E4-8BBF-D75455EFF32C}" type="slidenum">
              <a:rPr lang="en-US" smtClean="0"/>
              <a:pPr/>
              <a:t>79</a:t>
            </a:fld>
            <a:endParaRPr lang="en-US" dirty="0"/>
          </a:p>
        </p:txBody>
      </p:sp>
      <p:graphicFrame>
        <p:nvGraphicFramePr>
          <p:cNvPr id="3" name="Chart 2">
            <a:extLst>
              <a:ext uri="{FF2B5EF4-FFF2-40B4-BE49-F238E27FC236}">
                <a16:creationId xmlns:a16="http://schemas.microsoft.com/office/drawing/2014/main" id="{FF99F2EA-64F7-F20A-60ED-92F8329F7943}"/>
              </a:ext>
            </a:extLst>
          </p:cNvPr>
          <p:cNvGraphicFramePr/>
          <p:nvPr>
            <p:extLst>
              <p:ext uri="{D42A27DB-BD31-4B8C-83A1-F6EECF244321}">
                <p14:modId xmlns:p14="http://schemas.microsoft.com/office/powerpoint/2010/main" val="2727440751"/>
              </p:ext>
            </p:extLst>
          </p:nvPr>
        </p:nvGraphicFramePr>
        <p:xfrm>
          <a:off x="4519448" y="205746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73293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4FD6AEB-6E80-4989-7769-0BD8C0C2B428}"/>
              </a:ext>
            </a:extLst>
          </p:cNvPr>
          <p:cNvSpPr>
            <a:spLocks noGrp="1"/>
          </p:cNvSpPr>
          <p:nvPr>
            <p:ph type="sldNum" sz="quarter" idx="12"/>
          </p:nvPr>
        </p:nvSpPr>
        <p:spPr/>
        <p:txBody>
          <a:bodyPr/>
          <a:lstStyle/>
          <a:p>
            <a:fld id="{EB4B8DE2-A4E8-46E4-8BBF-D75455EFF32C}" type="slidenum">
              <a:rPr lang="en-US" smtClean="0"/>
              <a:pPr/>
              <a:t>80</a:t>
            </a:fld>
            <a:endParaRPr lang="en-US" dirty="0"/>
          </a:p>
        </p:txBody>
      </p:sp>
      <p:graphicFrame>
        <p:nvGraphicFramePr>
          <p:cNvPr id="3" name="Chart 2">
            <a:extLst>
              <a:ext uri="{FF2B5EF4-FFF2-40B4-BE49-F238E27FC236}">
                <a16:creationId xmlns:a16="http://schemas.microsoft.com/office/drawing/2014/main" id="{EF3AEEB8-DEE7-9BAD-C3DA-72C75246BF3B}"/>
              </a:ext>
            </a:extLst>
          </p:cNvPr>
          <p:cNvGraphicFramePr/>
          <p:nvPr>
            <p:extLst>
              <p:ext uri="{D42A27DB-BD31-4B8C-83A1-F6EECF244321}">
                <p14:modId xmlns:p14="http://schemas.microsoft.com/office/powerpoint/2010/main" val="3454555076"/>
              </p:ext>
            </p:extLst>
          </p:nvPr>
        </p:nvGraphicFramePr>
        <p:xfrm>
          <a:off x="4519448" y="205746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519103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5E189D2-5064-4E92-D443-FC81387DF832}"/>
              </a:ext>
            </a:extLst>
          </p:cNvPr>
          <p:cNvSpPr>
            <a:spLocks noGrp="1"/>
          </p:cNvSpPr>
          <p:nvPr>
            <p:ph type="sldNum" sz="quarter" idx="12"/>
          </p:nvPr>
        </p:nvSpPr>
        <p:spPr/>
        <p:txBody>
          <a:bodyPr/>
          <a:lstStyle/>
          <a:p>
            <a:fld id="{EB4B8DE2-A4E8-46E4-8BBF-D75455EFF32C}" type="slidenum">
              <a:rPr lang="en-US" smtClean="0"/>
              <a:pPr/>
              <a:t>81</a:t>
            </a:fld>
            <a:endParaRPr lang="en-US" dirty="0"/>
          </a:p>
        </p:txBody>
      </p:sp>
      <p:graphicFrame>
        <p:nvGraphicFramePr>
          <p:cNvPr id="3" name="Chart 2">
            <a:extLst>
              <a:ext uri="{FF2B5EF4-FFF2-40B4-BE49-F238E27FC236}">
                <a16:creationId xmlns:a16="http://schemas.microsoft.com/office/drawing/2014/main" id="{1BBFAB12-EF23-0011-4BC7-468D68BA57AD}"/>
              </a:ext>
            </a:extLst>
          </p:cNvPr>
          <p:cNvGraphicFramePr/>
          <p:nvPr>
            <p:extLst>
              <p:ext uri="{D42A27DB-BD31-4B8C-83A1-F6EECF244321}">
                <p14:modId xmlns:p14="http://schemas.microsoft.com/office/powerpoint/2010/main" val="2960399329"/>
              </p:ext>
            </p:extLst>
          </p:nvPr>
        </p:nvGraphicFramePr>
        <p:xfrm>
          <a:off x="4519448" y="205746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801959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0CAE0C-DDCF-FDB4-9E18-A37CDE975CFC}"/>
              </a:ext>
            </a:extLst>
          </p:cNvPr>
          <p:cNvSpPr>
            <a:spLocks noGrp="1"/>
          </p:cNvSpPr>
          <p:nvPr>
            <p:ph type="sldNum" sz="quarter" idx="12"/>
          </p:nvPr>
        </p:nvSpPr>
        <p:spPr/>
        <p:txBody>
          <a:bodyPr/>
          <a:lstStyle/>
          <a:p>
            <a:fld id="{EB4B8DE2-A4E8-46E4-8BBF-D75455EFF32C}" type="slidenum">
              <a:rPr lang="en-US" smtClean="0"/>
              <a:pPr/>
              <a:t>82</a:t>
            </a:fld>
            <a:endParaRPr lang="en-US" dirty="0"/>
          </a:p>
        </p:txBody>
      </p:sp>
      <mc:AlternateContent xmlns:mc="http://schemas.openxmlformats.org/markup-compatibility/2006" xmlns:cx1="http://schemas.microsoft.com/office/drawing/2015/9/8/chartex">
        <mc:Choice Requires="cx1">
          <p:graphicFrame>
            <p:nvGraphicFramePr>
              <p:cNvPr id="3" name="Chart 2">
                <a:extLst>
                  <a:ext uri="{FF2B5EF4-FFF2-40B4-BE49-F238E27FC236}">
                    <a16:creationId xmlns:a16="http://schemas.microsoft.com/office/drawing/2014/main" id="{4E869CF4-A403-E220-7711-344DCF9685D8}"/>
                  </a:ext>
                </a:extLst>
              </p:cNvPr>
              <p:cNvGraphicFramePr/>
              <p:nvPr>
                <p:extLst>
                  <p:ext uri="{D42A27DB-BD31-4B8C-83A1-F6EECF244321}">
                    <p14:modId xmlns:p14="http://schemas.microsoft.com/office/powerpoint/2010/main" val="1704561937"/>
                  </p:ext>
                </p:extLst>
              </p:nvPr>
            </p:nvGraphicFramePr>
            <p:xfrm>
              <a:off x="4613699" y="1627890"/>
              <a:ext cx="7028595" cy="4678793"/>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3" name="Chart 2">
                <a:extLst>
                  <a:ext uri="{FF2B5EF4-FFF2-40B4-BE49-F238E27FC236}">
                    <a16:creationId xmlns:a16="http://schemas.microsoft.com/office/drawing/2014/main" id="{4E869CF4-A403-E220-7711-344DCF9685D8}"/>
                  </a:ext>
                </a:extLst>
              </p:cNvPr>
              <p:cNvPicPr>
                <a:picLocks noGrp="1" noRot="1" noChangeAspect="1" noMove="1" noResize="1" noEditPoints="1" noAdjustHandles="1" noChangeArrowheads="1" noChangeShapeType="1"/>
              </p:cNvPicPr>
              <p:nvPr/>
            </p:nvPicPr>
            <p:blipFill>
              <a:blip r:embed="rId3"/>
              <a:stretch>
                <a:fillRect/>
              </a:stretch>
            </p:blipFill>
            <p:spPr>
              <a:xfrm>
                <a:off x="4613699" y="1627890"/>
                <a:ext cx="7028595" cy="4678793"/>
              </a:xfrm>
              <a:prstGeom prst="rect">
                <a:avLst/>
              </a:prstGeom>
            </p:spPr>
          </p:pic>
        </mc:Fallback>
      </mc:AlternateContent>
    </p:spTree>
    <p:extLst>
      <p:ext uri="{BB962C8B-B14F-4D97-AF65-F5344CB8AC3E}">
        <p14:creationId xmlns:p14="http://schemas.microsoft.com/office/powerpoint/2010/main" val="1448914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10A5C3-94CB-192F-64D1-B212C6966B1B}"/>
              </a:ext>
            </a:extLst>
          </p:cNvPr>
          <p:cNvSpPr>
            <a:spLocks noGrp="1"/>
          </p:cNvSpPr>
          <p:nvPr>
            <p:ph type="sldNum" sz="quarter" idx="12"/>
          </p:nvPr>
        </p:nvSpPr>
        <p:spPr/>
        <p:txBody>
          <a:bodyPr/>
          <a:lstStyle/>
          <a:p>
            <a:fld id="{EB4B8DE2-A4E8-46E4-8BBF-D75455EFF32C}" type="slidenum">
              <a:rPr lang="en-US" smtClean="0"/>
              <a:pPr/>
              <a:t>83</a:t>
            </a:fld>
            <a:endParaRPr lang="en-US" dirty="0"/>
          </a:p>
        </p:txBody>
      </p:sp>
      <p:graphicFrame>
        <p:nvGraphicFramePr>
          <p:cNvPr id="3" name="Chart 2">
            <a:extLst>
              <a:ext uri="{FF2B5EF4-FFF2-40B4-BE49-F238E27FC236}">
                <a16:creationId xmlns:a16="http://schemas.microsoft.com/office/drawing/2014/main" id="{E7826664-03BE-71D6-A0CB-60E77D5ACDE5}"/>
              </a:ext>
            </a:extLst>
          </p:cNvPr>
          <p:cNvGraphicFramePr/>
          <p:nvPr>
            <p:extLst>
              <p:ext uri="{D42A27DB-BD31-4B8C-83A1-F6EECF244321}">
                <p14:modId xmlns:p14="http://schemas.microsoft.com/office/powerpoint/2010/main" val="1308613024"/>
              </p:ext>
            </p:extLst>
          </p:nvPr>
        </p:nvGraphicFramePr>
        <p:xfrm>
          <a:off x="4519448" y="1870842"/>
          <a:ext cx="7066861"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01058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751792-801C-E78C-AF3D-B99FBEA411A7}"/>
              </a:ext>
            </a:extLst>
          </p:cNvPr>
          <p:cNvSpPr>
            <a:spLocks noGrp="1"/>
          </p:cNvSpPr>
          <p:nvPr>
            <p:ph type="sldNum" sz="quarter" idx="12"/>
          </p:nvPr>
        </p:nvSpPr>
        <p:spPr/>
        <p:txBody>
          <a:bodyPr/>
          <a:lstStyle/>
          <a:p>
            <a:fld id="{EB4B8DE2-A4E8-46E4-8BBF-D75455EFF32C}" type="slidenum">
              <a:rPr lang="en-US" smtClean="0"/>
              <a:pPr/>
              <a:t>84</a:t>
            </a:fld>
            <a:endParaRPr lang="en-US" dirty="0"/>
          </a:p>
        </p:txBody>
      </p:sp>
      <p:graphicFrame>
        <p:nvGraphicFramePr>
          <p:cNvPr id="3" name="Chart 2">
            <a:extLst>
              <a:ext uri="{FF2B5EF4-FFF2-40B4-BE49-F238E27FC236}">
                <a16:creationId xmlns:a16="http://schemas.microsoft.com/office/drawing/2014/main" id="{EF307EDB-DEBE-23EF-C7B7-7B0B42ABB594}"/>
              </a:ext>
            </a:extLst>
          </p:cNvPr>
          <p:cNvGraphicFramePr/>
          <p:nvPr>
            <p:extLst>
              <p:ext uri="{D42A27DB-BD31-4B8C-83A1-F6EECF244321}">
                <p14:modId xmlns:p14="http://schemas.microsoft.com/office/powerpoint/2010/main" val="661581390"/>
              </p:ext>
            </p:extLst>
          </p:nvPr>
        </p:nvGraphicFramePr>
        <p:xfrm>
          <a:off x="4519448" y="1870842"/>
          <a:ext cx="7066861"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21927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026661-6283-D8CB-F4B3-57EF10016525}"/>
              </a:ext>
            </a:extLst>
          </p:cNvPr>
          <p:cNvSpPr>
            <a:spLocks noGrp="1"/>
          </p:cNvSpPr>
          <p:nvPr>
            <p:ph type="sldNum" sz="quarter" idx="12"/>
          </p:nvPr>
        </p:nvSpPr>
        <p:spPr/>
        <p:txBody>
          <a:bodyPr/>
          <a:lstStyle/>
          <a:p>
            <a:fld id="{EB4B8DE2-A4E8-46E4-8BBF-D75455EFF32C}" type="slidenum">
              <a:rPr lang="en-US" smtClean="0"/>
              <a:pPr/>
              <a:t>85</a:t>
            </a:fld>
            <a:endParaRPr lang="en-US" dirty="0"/>
          </a:p>
        </p:txBody>
      </p:sp>
      <p:graphicFrame>
        <p:nvGraphicFramePr>
          <p:cNvPr id="3" name="Chart 2">
            <a:extLst>
              <a:ext uri="{FF2B5EF4-FFF2-40B4-BE49-F238E27FC236}">
                <a16:creationId xmlns:a16="http://schemas.microsoft.com/office/drawing/2014/main" id="{D0F91521-5E93-011D-5914-8C1784533A7A}"/>
              </a:ext>
            </a:extLst>
          </p:cNvPr>
          <p:cNvGraphicFramePr/>
          <p:nvPr>
            <p:extLst>
              <p:ext uri="{D42A27DB-BD31-4B8C-83A1-F6EECF244321}">
                <p14:modId xmlns:p14="http://schemas.microsoft.com/office/powerpoint/2010/main" val="967668789"/>
              </p:ext>
            </p:extLst>
          </p:nvPr>
        </p:nvGraphicFramePr>
        <p:xfrm>
          <a:off x="4519448" y="1870842"/>
          <a:ext cx="7066861"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98402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95BA25-12C1-597B-9FA6-1E77109F860D}"/>
              </a:ext>
            </a:extLst>
          </p:cNvPr>
          <p:cNvSpPr>
            <a:spLocks noGrp="1"/>
          </p:cNvSpPr>
          <p:nvPr>
            <p:ph type="sldNum" sz="quarter" idx="12"/>
          </p:nvPr>
        </p:nvSpPr>
        <p:spPr/>
        <p:txBody>
          <a:bodyPr/>
          <a:lstStyle/>
          <a:p>
            <a:fld id="{EB4B8DE2-A4E8-46E4-8BBF-D75455EFF32C}" type="slidenum">
              <a:rPr lang="en-US" smtClean="0"/>
              <a:pPr/>
              <a:t>86</a:t>
            </a:fld>
            <a:endParaRPr lang="en-US" dirty="0"/>
          </a:p>
        </p:txBody>
      </p:sp>
      <p:graphicFrame>
        <p:nvGraphicFramePr>
          <p:cNvPr id="4" name="Chart 3">
            <a:extLst>
              <a:ext uri="{FF2B5EF4-FFF2-40B4-BE49-F238E27FC236}">
                <a16:creationId xmlns:a16="http://schemas.microsoft.com/office/drawing/2014/main" id="{73F28082-1ED9-9DFB-A664-D88316C2D016}"/>
              </a:ext>
            </a:extLst>
          </p:cNvPr>
          <p:cNvGraphicFramePr/>
          <p:nvPr>
            <p:extLst>
              <p:ext uri="{D42A27DB-BD31-4B8C-83A1-F6EECF244321}">
                <p14:modId xmlns:p14="http://schemas.microsoft.com/office/powerpoint/2010/main" val="1476456267"/>
              </p:ext>
            </p:extLst>
          </p:nvPr>
        </p:nvGraphicFramePr>
        <p:xfrm>
          <a:off x="4519448" y="187084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593184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6B26FB-1D81-C87F-4BFF-07770DDA5F0C}"/>
              </a:ext>
            </a:extLst>
          </p:cNvPr>
          <p:cNvSpPr>
            <a:spLocks noGrp="1"/>
          </p:cNvSpPr>
          <p:nvPr>
            <p:ph type="sldNum" sz="quarter" idx="12"/>
          </p:nvPr>
        </p:nvSpPr>
        <p:spPr/>
        <p:txBody>
          <a:bodyPr/>
          <a:lstStyle/>
          <a:p>
            <a:fld id="{EB4B8DE2-A4E8-46E4-8BBF-D75455EFF32C}" type="slidenum">
              <a:rPr lang="en-US" smtClean="0"/>
              <a:pPr/>
              <a:t>87</a:t>
            </a:fld>
            <a:endParaRPr lang="en-US" dirty="0"/>
          </a:p>
        </p:txBody>
      </p:sp>
      <p:graphicFrame>
        <p:nvGraphicFramePr>
          <p:cNvPr id="4" name="Chart 3">
            <a:extLst>
              <a:ext uri="{FF2B5EF4-FFF2-40B4-BE49-F238E27FC236}">
                <a16:creationId xmlns:a16="http://schemas.microsoft.com/office/drawing/2014/main" id="{8F4DC8ED-2B67-6CA3-A3F7-A5B62E743056}"/>
              </a:ext>
            </a:extLst>
          </p:cNvPr>
          <p:cNvGraphicFramePr/>
          <p:nvPr>
            <p:extLst>
              <p:ext uri="{D42A27DB-BD31-4B8C-83A1-F6EECF244321}">
                <p14:modId xmlns:p14="http://schemas.microsoft.com/office/powerpoint/2010/main" val="830692751"/>
              </p:ext>
            </p:extLst>
          </p:nvPr>
        </p:nvGraphicFramePr>
        <p:xfrm>
          <a:off x="4519448" y="187084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078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90BD65-6902-8B7C-C927-DDB72B77D9F9}"/>
              </a:ext>
            </a:extLst>
          </p:cNvPr>
          <p:cNvSpPr>
            <a:spLocks noGrp="1"/>
          </p:cNvSpPr>
          <p:nvPr>
            <p:ph type="sldNum" sz="quarter" idx="12"/>
          </p:nvPr>
        </p:nvSpPr>
        <p:spPr/>
        <p:txBody>
          <a:bodyPr/>
          <a:lstStyle/>
          <a:p>
            <a:fld id="{EB4B8DE2-A4E8-46E4-8BBF-D75455EFF32C}" type="slidenum">
              <a:rPr lang="en-US" smtClean="0"/>
              <a:pPr/>
              <a:t>88</a:t>
            </a:fld>
            <a:endParaRPr lang="en-US" dirty="0"/>
          </a:p>
        </p:txBody>
      </p:sp>
      <p:graphicFrame>
        <p:nvGraphicFramePr>
          <p:cNvPr id="3" name="Chart 2">
            <a:extLst>
              <a:ext uri="{FF2B5EF4-FFF2-40B4-BE49-F238E27FC236}">
                <a16:creationId xmlns:a16="http://schemas.microsoft.com/office/drawing/2014/main" id="{2BE0966E-3912-32EF-3AEB-570A57DF5D14}"/>
              </a:ext>
            </a:extLst>
          </p:cNvPr>
          <p:cNvGraphicFramePr/>
          <p:nvPr>
            <p:extLst>
              <p:ext uri="{D42A27DB-BD31-4B8C-83A1-F6EECF244321}">
                <p14:modId xmlns:p14="http://schemas.microsoft.com/office/powerpoint/2010/main" val="21031808"/>
              </p:ext>
            </p:extLst>
          </p:nvPr>
        </p:nvGraphicFramePr>
        <p:xfrm>
          <a:off x="5335701" y="1399355"/>
          <a:ext cx="6856299" cy="4570866"/>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05BB937B-AE48-425A-1C07-985BE7A62D2E}"/>
              </a:ext>
            </a:extLst>
          </p:cNvPr>
          <p:cNvSpPr txBox="1"/>
          <p:nvPr/>
        </p:nvSpPr>
        <p:spPr>
          <a:xfrm>
            <a:off x="7818286" y="3220666"/>
            <a:ext cx="1891127" cy="584775"/>
          </a:xfrm>
          <a:prstGeom prst="rect">
            <a:avLst/>
          </a:prstGeom>
          <a:noFill/>
        </p:spPr>
        <p:txBody>
          <a:bodyPr wrap="square" rtlCol="0">
            <a:spAutoFit/>
          </a:bodyPr>
          <a:lstStyle/>
          <a:p>
            <a:pPr algn="ctr"/>
            <a:r>
              <a:rPr lang="en-US" sz="3200" dirty="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rPr>
              <a:t>XX%</a:t>
            </a:r>
          </a:p>
        </p:txBody>
      </p:sp>
    </p:spTree>
    <p:extLst>
      <p:ext uri="{BB962C8B-B14F-4D97-AF65-F5344CB8AC3E}">
        <p14:creationId xmlns:p14="http://schemas.microsoft.com/office/powerpoint/2010/main" val="2592391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9AAEA7A-D9BE-74DE-D044-35E647C8E6F6}"/>
              </a:ext>
            </a:extLst>
          </p:cNvPr>
          <p:cNvSpPr>
            <a:spLocks noGrp="1"/>
          </p:cNvSpPr>
          <p:nvPr>
            <p:ph type="sldNum" sz="quarter" idx="12"/>
          </p:nvPr>
        </p:nvSpPr>
        <p:spPr/>
        <p:txBody>
          <a:bodyPr/>
          <a:lstStyle/>
          <a:p>
            <a:fld id="{EB4B8DE2-A4E8-46E4-8BBF-D75455EFF32C}" type="slidenum">
              <a:rPr lang="en-US" smtClean="0"/>
              <a:pPr/>
              <a:t>89</a:t>
            </a:fld>
            <a:endParaRPr lang="en-US" dirty="0"/>
          </a:p>
        </p:txBody>
      </p:sp>
      <p:graphicFrame>
        <p:nvGraphicFramePr>
          <p:cNvPr id="3" name="Chart 2">
            <a:extLst>
              <a:ext uri="{FF2B5EF4-FFF2-40B4-BE49-F238E27FC236}">
                <a16:creationId xmlns:a16="http://schemas.microsoft.com/office/drawing/2014/main" id="{47356077-BB1F-C1F2-8169-46E397FF77DE}"/>
              </a:ext>
            </a:extLst>
          </p:cNvPr>
          <p:cNvGraphicFramePr/>
          <p:nvPr>
            <p:extLst>
              <p:ext uri="{D42A27DB-BD31-4B8C-83A1-F6EECF244321}">
                <p14:modId xmlns:p14="http://schemas.microsoft.com/office/powerpoint/2010/main" val="1585716115"/>
              </p:ext>
            </p:extLst>
          </p:nvPr>
        </p:nvGraphicFramePr>
        <p:xfrm>
          <a:off x="5335701" y="1399355"/>
          <a:ext cx="6856299" cy="4570866"/>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0DE77808-9E11-7191-0429-7A5E6E83D3A7}"/>
              </a:ext>
            </a:extLst>
          </p:cNvPr>
          <p:cNvSpPr txBox="1"/>
          <p:nvPr/>
        </p:nvSpPr>
        <p:spPr>
          <a:xfrm>
            <a:off x="7818286" y="3220666"/>
            <a:ext cx="1891127" cy="584775"/>
          </a:xfrm>
          <a:prstGeom prst="rect">
            <a:avLst/>
          </a:prstGeom>
          <a:noFill/>
        </p:spPr>
        <p:txBody>
          <a:bodyPr wrap="square" rtlCol="0">
            <a:spAutoFit/>
          </a:bodyPr>
          <a:lstStyle/>
          <a:p>
            <a:pPr algn="ctr"/>
            <a:r>
              <a:rPr lang="en-US" sz="3200" dirty="0">
                <a:solidFill>
                  <a:schemeClr val="accent1"/>
                </a:solidFill>
                <a:latin typeface="Amazon Ember Mono" panose="020B0509020204020204" pitchFamily="49" charset="0"/>
                <a:ea typeface="Amazon Ember Mono" panose="020B0509020204020204" pitchFamily="49" charset="0"/>
                <a:cs typeface="Amazon Ember Mono" panose="020B0509020204020204" pitchFamily="49" charset="0"/>
              </a:rPr>
              <a:t>XX%</a:t>
            </a:r>
          </a:p>
        </p:txBody>
      </p:sp>
    </p:spTree>
    <p:extLst>
      <p:ext uri="{BB962C8B-B14F-4D97-AF65-F5344CB8AC3E}">
        <p14:creationId xmlns:p14="http://schemas.microsoft.com/office/powerpoint/2010/main" val="5156668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5B78BB-511E-D5F9-820A-AB74258E426F}"/>
              </a:ext>
            </a:extLst>
          </p:cNvPr>
          <p:cNvSpPr>
            <a:spLocks noGrp="1"/>
          </p:cNvSpPr>
          <p:nvPr>
            <p:ph type="sldNum" sz="quarter" idx="12"/>
          </p:nvPr>
        </p:nvSpPr>
        <p:spPr/>
        <p:txBody>
          <a:bodyPr/>
          <a:lstStyle/>
          <a:p>
            <a:fld id="{EB4B8DE2-A4E8-46E4-8BBF-D75455EFF32C}" type="slidenum">
              <a:rPr lang="en-US" smtClean="0"/>
              <a:pPr/>
              <a:t>90</a:t>
            </a:fld>
            <a:endParaRPr lang="en-US" dirty="0"/>
          </a:p>
        </p:txBody>
      </p:sp>
      <p:graphicFrame>
        <p:nvGraphicFramePr>
          <p:cNvPr id="3" name="Chart 2">
            <a:extLst>
              <a:ext uri="{FF2B5EF4-FFF2-40B4-BE49-F238E27FC236}">
                <a16:creationId xmlns:a16="http://schemas.microsoft.com/office/drawing/2014/main" id="{525D1D7D-86A9-19CB-6F1D-C2EFDFC59CA8}"/>
              </a:ext>
            </a:extLst>
          </p:cNvPr>
          <p:cNvGraphicFramePr/>
          <p:nvPr>
            <p:extLst>
              <p:ext uri="{D42A27DB-BD31-4B8C-83A1-F6EECF244321}">
                <p14:modId xmlns:p14="http://schemas.microsoft.com/office/powerpoint/2010/main" val="912330608"/>
              </p:ext>
            </p:extLst>
          </p:nvPr>
        </p:nvGraphicFramePr>
        <p:xfrm>
          <a:off x="5335701" y="1240972"/>
          <a:ext cx="6856299" cy="494152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6650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C60D89-232D-ACFA-E814-2AB9A2697C2D}"/>
              </a:ext>
            </a:extLst>
          </p:cNvPr>
          <p:cNvSpPr>
            <a:spLocks noGrp="1"/>
          </p:cNvSpPr>
          <p:nvPr>
            <p:ph type="sldNum" sz="quarter" idx="12"/>
          </p:nvPr>
        </p:nvSpPr>
        <p:spPr/>
        <p:txBody>
          <a:bodyPr/>
          <a:lstStyle/>
          <a:p>
            <a:fld id="{EB4B8DE2-A4E8-46E4-8BBF-D75455EFF32C}" type="slidenum">
              <a:rPr lang="en-US" smtClean="0"/>
              <a:pPr/>
              <a:t>91</a:t>
            </a:fld>
            <a:endParaRPr lang="en-US" dirty="0"/>
          </a:p>
        </p:txBody>
      </p:sp>
      <p:sp>
        <p:nvSpPr>
          <p:cNvPr id="3" name="Arc 2">
            <a:extLst>
              <a:ext uri="{FF2B5EF4-FFF2-40B4-BE49-F238E27FC236}">
                <a16:creationId xmlns:a16="http://schemas.microsoft.com/office/drawing/2014/main" id="{8C31F486-E41F-0BC7-C614-ED47ABDE030B}"/>
              </a:ext>
            </a:extLst>
          </p:cNvPr>
          <p:cNvSpPr/>
          <p:nvPr/>
        </p:nvSpPr>
        <p:spPr>
          <a:xfrm>
            <a:off x="6830606" y="1595749"/>
            <a:ext cx="3861576" cy="3861574"/>
          </a:xfrm>
          <a:prstGeom prst="arc">
            <a:avLst>
              <a:gd name="adj1" fmla="val 16200000"/>
              <a:gd name="adj2" fmla="val 9595971"/>
            </a:avLst>
          </a:prstGeom>
          <a:noFill/>
          <a:ln w="203200" cap="sq">
            <a:solidFill>
              <a:schemeClr val="accent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4" name="Arc 3">
            <a:extLst>
              <a:ext uri="{FF2B5EF4-FFF2-40B4-BE49-F238E27FC236}">
                <a16:creationId xmlns:a16="http://schemas.microsoft.com/office/drawing/2014/main" id="{B89E6883-4781-0A7B-0AC6-15540EEB2CC8}"/>
              </a:ext>
            </a:extLst>
          </p:cNvPr>
          <p:cNvSpPr/>
          <p:nvPr/>
        </p:nvSpPr>
        <p:spPr>
          <a:xfrm>
            <a:off x="7077526" y="1842669"/>
            <a:ext cx="3367736" cy="3367734"/>
          </a:xfrm>
          <a:prstGeom prst="arc">
            <a:avLst>
              <a:gd name="adj1" fmla="val 16200000"/>
              <a:gd name="adj2" fmla="val 7452996"/>
            </a:avLst>
          </a:prstGeom>
          <a:noFill/>
          <a:ln w="203200" cap="sq">
            <a:solidFill>
              <a:schemeClr val="accent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5" name="Arc 4">
            <a:extLst>
              <a:ext uri="{FF2B5EF4-FFF2-40B4-BE49-F238E27FC236}">
                <a16:creationId xmlns:a16="http://schemas.microsoft.com/office/drawing/2014/main" id="{9351F154-5FEC-BF80-D457-1D3D1A0561AE}"/>
              </a:ext>
            </a:extLst>
          </p:cNvPr>
          <p:cNvSpPr/>
          <p:nvPr/>
        </p:nvSpPr>
        <p:spPr>
          <a:xfrm>
            <a:off x="7335429" y="2100571"/>
            <a:ext cx="2851931" cy="2851930"/>
          </a:xfrm>
          <a:prstGeom prst="arc">
            <a:avLst>
              <a:gd name="adj1" fmla="val 16200000"/>
              <a:gd name="adj2" fmla="val 5058842"/>
            </a:avLst>
          </a:prstGeom>
          <a:noFill/>
          <a:ln w="203200" cap="sq">
            <a:solidFill>
              <a:schemeClr val="accent3"/>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6" name="Arc 5">
            <a:extLst>
              <a:ext uri="{FF2B5EF4-FFF2-40B4-BE49-F238E27FC236}">
                <a16:creationId xmlns:a16="http://schemas.microsoft.com/office/drawing/2014/main" id="{94B81236-8C37-C65C-3039-3981953F6CBE}"/>
              </a:ext>
            </a:extLst>
          </p:cNvPr>
          <p:cNvSpPr/>
          <p:nvPr/>
        </p:nvSpPr>
        <p:spPr>
          <a:xfrm>
            <a:off x="7602321" y="2367463"/>
            <a:ext cx="2318147" cy="2318146"/>
          </a:xfrm>
          <a:prstGeom prst="arc">
            <a:avLst>
              <a:gd name="adj1" fmla="val 16200000"/>
              <a:gd name="adj2" fmla="val 2878482"/>
            </a:avLst>
          </a:prstGeom>
          <a:noFill/>
          <a:ln w="203200" cap="sq">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grpSp>
        <p:nvGrpSpPr>
          <p:cNvPr id="7" name="Group 6">
            <a:extLst>
              <a:ext uri="{FF2B5EF4-FFF2-40B4-BE49-F238E27FC236}">
                <a16:creationId xmlns:a16="http://schemas.microsoft.com/office/drawing/2014/main" id="{AEB02661-40D8-788E-9C5B-0A6E4198C2A6}"/>
              </a:ext>
            </a:extLst>
          </p:cNvPr>
          <p:cNvGrpSpPr/>
          <p:nvPr/>
        </p:nvGrpSpPr>
        <p:grpSpPr>
          <a:xfrm>
            <a:off x="6096000" y="6152032"/>
            <a:ext cx="967255" cy="230832"/>
            <a:chOff x="6842467" y="6104135"/>
            <a:chExt cx="967255" cy="230832"/>
          </a:xfrm>
        </p:grpSpPr>
        <p:cxnSp>
          <p:nvCxnSpPr>
            <p:cNvPr id="8" name="Straight Connector 7">
              <a:extLst>
                <a:ext uri="{FF2B5EF4-FFF2-40B4-BE49-F238E27FC236}">
                  <a16:creationId xmlns:a16="http://schemas.microsoft.com/office/drawing/2014/main" id="{D56084CC-D523-4562-CF61-D9E1C0B1849F}"/>
                </a:ext>
              </a:extLst>
            </p:cNvPr>
            <p:cNvCxnSpPr>
              <a:cxnSpLocks/>
            </p:cNvCxnSpPr>
            <p:nvPr/>
          </p:nvCxnSpPr>
          <p:spPr>
            <a:xfrm>
              <a:off x="6842467" y="6219551"/>
              <a:ext cx="159377" cy="0"/>
            </a:xfrm>
            <a:prstGeom prst="line">
              <a:avLst/>
            </a:prstGeom>
            <a:ln w="76200" cap="sq"/>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2FFFD8B-DB38-3D1E-3185-6F253D1CB1C4}"/>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A</a:t>
              </a:r>
            </a:p>
          </p:txBody>
        </p:sp>
      </p:grpSp>
      <p:grpSp>
        <p:nvGrpSpPr>
          <p:cNvPr id="10" name="Group 9">
            <a:extLst>
              <a:ext uri="{FF2B5EF4-FFF2-40B4-BE49-F238E27FC236}">
                <a16:creationId xmlns:a16="http://schemas.microsoft.com/office/drawing/2014/main" id="{4ACE41E5-CBC2-A073-4616-5920BE2EFFDF}"/>
              </a:ext>
            </a:extLst>
          </p:cNvPr>
          <p:cNvGrpSpPr/>
          <p:nvPr/>
        </p:nvGrpSpPr>
        <p:grpSpPr>
          <a:xfrm>
            <a:off x="7241564" y="6152032"/>
            <a:ext cx="967255" cy="230832"/>
            <a:chOff x="6842467" y="6104135"/>
            <a:chExt cx="967255" cy="230832"/>
          </a:xfrm>
        </p:grpSpPr>
        <p:cxnSp>
          <p:nvCxnSpPr>
            <p:cNvPr id="11" name="Straight Connector 10">
              <a:extLst>
                <a:ext uri="{FF2B5EF4-FFF2-40B4-BE49-F238E27FC236}">
                  <a16:creationId xmlns:a16="http://schemas.microsoft.com/office/drawing/2014/main" id="{B354A556-2F7E-0542-7FCA-7C4BB9543330}"/>
                </a:ext>
              </a:extLst>
            </p:cNvPr>
            <p:cNvCxnSpPr>
              <a:cxnSpLocks/>
            </p:cNvCxnSpPr>
            <p:nvPr/>
          </p:nvCxnSpPr>
          <p:spPr>
            <a:xfrm>
              <a:off x="6842467" y="6219551"/>
              <a:ext cx="159377" cy="0"/>
            </a:xfrm>
            <a:prstGeom prst="line">
              <a:avLst/>
            </a:prstGeom>
            <a:ln w="76200" cap="sq">
              <a:solidFill>
                <a:schemeClr val="accent2"/>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2AC7F62-5ED2-E42D-2E3B-1E0B476295EB}"/>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B</a:t>
              </a:r>
            </a:p>
          </p:txBody>
        </p:sp>
      </p:grpSp>
      <p:sp>
        <p:nvSpPr>
          <p:cNvPr id="13" name="Arc 12">
            <a:extLst>
              <a:ext uri="{FF2B5EF4-FFF2-40B4-BE49-F238E27FC236}">
                <a16:creationId xmlns:a16="http://schemas.microsoft.com/office/drawing/2014/main" id="{64A0CD0B-7C6E-C695-4446-04FEE2750BE0}"/>
              </a:ext>
            </a:extLst>
          </p:cNvPr>
          <p:cNvSpPr/>
          <p:nvPr/>
        </p:nvSpPr>
        <p:spPr>
          <a:xfrm>
            <a:off x="7859910" y="2625053"/>
            <a:ext cx="1802968" cy="1802967"/>
          </a:xfrm>
          <a:prstGeom prst="arc">
            <a:avLst>
              <a:gd name="adj1" fmla="val 16200000"/>
              <a:gd name="adj2" fmla="val 1113793"/>
            </a:avLst>
          </a:prstGeom>
          <a:noFill/>
          <a:ln w="203200" cap="sq">
            <a:solidFill>
              <a:schemeClr val="accent5"/>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grpSp>
        <p:nvGrpSpPr>
          <p:cNvPr id="14" name="Group 13">
            <a:extLst>
              <a:ext uri="{FF2B5EF4-FFF2-40B4-BE49-F238E27FC236}">
                <a16:creationId xmlns:a16="http://schemas.microsoft.com/office/drawing/2014/main" id="{B03301BE-1CFA-CAA8-5C2E-4D2D67FFE3F9}"/>
              </a:ext>
            </a:extLst>
          </p:cNvPr>
          <p:cNvGrpSpPr/>
          <p:nvPr/>
        </p:nvGrpSpPr>
        <p:grpSpPr>
          <a:xfrm>
            <a:off x="8387128" y="6152032"/>
            <a:ext cx="967255" cy="230832"/>
            <a:chOff x="6842467" y="6104135"/>
            <a:chExt cx="967255" cy="230832"/>
          </a:xfrm>
        </p:grpSpPr>
        <p:cxnSp>
          <p:nvCxnSpPr>
            <p:cNvPr id="15" name="Straight Connector 14">
              <a:extLst>
                <a:ext uri="{FF2B5EF4-FFF2-40B4-BE49-F238E27FC236}">
                  <a16:creationId xmlns:a16="http://schemas.microsoft.com/office/drawing/2014/main" id="{264AB975-B78F-2AC9-995E-256FEB947EB5}"/>
                </a:ext>
              </a:extLst>
            </p:cNvPr>
            <p:cNvCxnSpPr>
              <a:cxnSpLocks/>
            </p:cNvCxnSpPr>
            <p:nvPr/>
          </p:nvCxnSpPr>
          <p:spPr>
            <a:xfrm>
              <a:off x="6842467" y="6219551"/>
              <a:ext cx="159377" cy="0"/>
            </a:xfrm>
            <a:prstGeom prst="line">
              <a:avLst/>
            </a:prstGeom>
            <a:ln w="76200" cap="sq">
              <a:solidFill>
                <a:schemeClr val="accent3"/>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E2E188A-7D9B-96D8-068F-3B6CE350BBC2}"/>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C</a:t>
              </a:r>
            </a:p>
          </p:txBody>
        </p:sp>
      </p:grpSp>
      <p:grpSp>
        <p:nvGrpSpPr>
          <p:cNvPr id="17" name="Group 16">
            <a:extLst>
              <a:ext uri="{FF2B5EF4-FFF2-40B4-BE49-F238E27FC236}">
                <a16:creationId xmlns:a16="http://schemas.microsoft.com/office/drawing/2014/main" id="{5D4C3099-02C0-28F6-F88B-7F17C03400CD}"/>
              </a:ext>
            </a:extLst>
          </p:cNvPr>
          <p:cNvGrpSpPr/>
          <p:nvPr/>
        </p:nvGrpSpPr>
        <p:grpSpPr>
          <a:xfrm>
            <a:off x="9532692" y="6152032"/>
            <a:ext cx="967255" cy="230832"/>
            <a:chOff x="6842467" y="6104135"/>
            <a:chExt cx="967255" cy="230832"/>
          </a:xfrm>
        </p:grpSpPr>
        <p:cxnSp>
          <p:nvCxnSpPr>
            <p:cNvPr id="18" name="Straight Connector 17">
              <a:extLst>
                <a:ext uri="{FF2B5EF4-FFF2-40B4-BE49-F238E27FC236}">
                  <a16:creationId xmlns:a16="http://schemas.microsoft.com/office/drawing/2014/main" id="{3C62C3C4-5FFF-9660-7B50-BBBA60AEAFF0}"/>
                </a:ext>
              </a:extLst>
            </p:cNvPr>
            <p:cNvCxnSpPr>
              <a:cxnSpLocks/>
            </p:cNvCxnSpPr>
            <p:nvPr/>
          </p:nvCxnSpPr>
          <p:spPr>
            <a:xfrm>
              <a:off x="6842467" y="6219551"/>
              <a:ext cx="159377" cy="0"/>
            </a:xfrm>
            <a:prstGeom prst="line">
              <a:avLst/>
            </a:prstGeom>
            <a:ln w="76200" cap="sq">
              <a:solidFill>
                <a:schemeClr val="accent4"/>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569D363-493A-FE68-7E4F-D178E1F0088E}"/>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D</a:t>
              </a:r>
            </a:p>
          </p:txBody>
        </p:sp>
      </p:grpSp>
      <p:grpSp>
        <p:nvGrpSpPr>
          <p:cNvPr id="20" name="Group 19">
            <a:extLst>
              <a:ext uri="{FF2B5EF4-FFF2-40B4-BE49-F238E27FC236}">
                <a16:creationId xmlns:a16="http://schemas.microsoft.com/office/drawing/2014/main" id="{67BA5FCF-597A-E2C3-8734-007B797E4D96}"/>
              </a:ext>
            </a:extLst>
          </p:cNvPr>
          <p:cNvGrpSpPr/>
          <p:nvPr/>
        </p:nvGrpSpPr>
        <p:grpSpPr>
          <a:xfrm>
            <a:off x="10678255" y="6152032"/>
            <a:ext cx="967255" cy="230832"/>
            <a:chOff x="6842467" y="6104135"/>
            <a:chExt cx="967255" cy="230832"/>
          </a:xfrm>
        </p:grpSpPr>
        <p:cxnSp>
          <p:nvCxnSpPr>
            <p:cNvPr id="21" name="Straight Connector 20">
              <a:extLst>
                <a:ext uri="{FF2B5EF4-FFF2-40B4-BE49-F238E27FC236}">
                  <a16:creationId xmlns:a16="http://schemas.microsoft.com/office/drawing/2014/main" id="{36F649F1-00DE-2697-8659-82AA966A68FE}"/>
                </a:ext>
              </a:extLst>
            </p:cNvPr>
            <p:cNvCxnSpPr>
              <a:cxnSpLocks/>
            </p:cNvCxnSpPr>
            <p:nvPr/>
          </p:nvCxnSpPr>
          <p:spPr>
            <a:xfrm>
              <a:off x="6842467" y="6219551"/>
              <a:ext cx="159377" cy="0"/>
            </a:xfrm>
            <a:prstGeom prst="line">
              <a:avLst/>
            </a:prstGeom>
            <a:ln w="76200" cap="sq">
              <a:solidFill>
                <a:schemeClr val="accent5"/>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1D59A8E5-AEBD-3C15-B01F-0688C4926784}"/>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E</a:t>
              </a:r>
            </a:p>
          </p:txBody>
        </p:sp>
      </p:grpSp>
      <p:sp>
        <p:nvSpPr>
          <p:cNvPr id="23" name="TextBox 22">
            <a:extLst>
              <a:ext uri="{FF2B5EF4-FFF2-40B4-BE49-F238E27FC236}">
                <a16:creationId xmlns:a16="http://schemas.microsoft.com/office/drawing/2014/main" id="{C26DEEA9-A604-F1F0-33BD-2F3C4FE4A1FB}"/>
              </a:ext>
            </a:extLst>
          </p:cNvPr>
          <p:cNvSpPr txBox="1"/>
          <p:nvPr/>
        </p:nvSpPr>
        <p:spPr>
          <a:xfrm>
            <a:off x="7602321" y="1462037"/>
            <a:ext cx="1048623" cy="276999"/>
          </a:xfrm>
          <a:prstGeom prst="rect">
            <a:avLst/>
          </a:prstGeom>
          <a:noFill/>
        </p:spPr>
        <p:txBody>
          <a:bodyPr wrap="square" rtlCol="0">
            <a:spAutoFit/>
          </a:bodyPr>
          <a:lstStyle/>
          <a:p>
            <a:pPr algn="r"/>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24" name="TextBox 23">
            <a:extLst>
              <a:ext uri="{FF2B5EF4-FFF2-40B4-BE49-F238E27FC236}">
                <a16:creationId xmlns:a16="http://schemas.microsoft.com/office/drawing/2014/main" id="{464C3981-8A8F-DCCB-95A6-BAAB842746F4}"/>
              </a:ext>
            </a:extLst>
          </p:cNvPr>
          <p:cNvSpPr txBox="1"/>
          <p:nvPr/>
        </p:nvSpPr>
        <p:spPr>
          <a:xfrm>
            <a:off x="7602321" y="1705386"/>
            <a:ext cx="1048623" cy="276999"/>
          </a:xfrm>
          <a:prstGeom prst="rect">
            <a:avLst/>
          </a:prstGeom>
          <a:noFill/>
        </p:spPr>
        <p:txBody>
          <a:bodyPr wrap="square" rtlCol="0">
            <a:spAutoFit/>
          </a:bodyPr>
          <a:lstStyle/>
          <a:p>
            <a:pPr algn="r"/>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25" name="TextBox 24">
            <a:extLst>
              <a:ext uri="{FF2B5EF4-FFF2-40B4-BE49-F238E27FC236}">
                <a16:creationId xmlns:a16="http://schemas.microsoft.com/office/drawing/2014/main" id="{C14CCF24-4219-2972-8EC4-D49A89B8A356}"/>
              </a:ext>
            </a:extLst>
          </p:cNvPr>
          <p:cNvSpPr txBox="1"/>
          <p:nvPr/>
        </p:nvSpPr>
        <p:spPr>
          <a:xfrm>
            <a:off x="7609695" y="1963483"/>
            <a:ext cx="1048623" cy="276999"/>
          </a:xfrm>
          <a:prstGeom prst="rect">
            <a:avLst/>
          </a:prstGeom>
          <a:noFill/>
        </p:spPr>
        <p:txBody>
          <a:bodyPr wrap="square" rtlCol="0">
            <a:spAutoFit/>
          </a:bodyPr>
          <a:lstStyle/>
          <a:p>
            <a:pPr algn="r"/>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26" name="TextBox 25">
            <a:extLst>
              <a:ext uri="{FF2B5EF4-FFF2-40B4-BE49-F238E27FC236}">
                <a16:creationId xmlns:a16="http://schemas.microsoft.com/office/drawing/2014/main" id="{555C70C7-149B-D78C-FA5A-FA383DC4DA52}"/>
              </a:ext>
            </a:extLst>
          </p:cNvPr>
          <p:cNvSpPr txBox="1"/>
          <p:nvPr/>
        </p:nvSpPr>
        <p:spPr>
          <a:xfrm>
            <a:off x="7609695" y="2236328"/>
            <a:ext cx="1048623" cy="276999"/>
          </a:xfrm>
          <a:prstGeom prst="rect">
            <a:avLst/>
          </a:prstGeom>
          <a:noFill/>
        </p:spPr>
        <p:txBody>
          <a:bodyPr wrap="square" rtlCol="0">
            <a:spAutoFit/>
          </a:bodyPr>
          <a:lstStyle/>
          <a:p>
            <a:pPr algn="r"/>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27" name="TextBox 26">
            <a:extLst>
              <a:ext uri="{FF2B5EF4-FFF2-40B4-BE49-F238E27FC236}">
                <a16:creationId xmlns:a16="http://schemas.microsoft.com/office/drawing/2014/main" id="{2356E576-7218-868E-ECBA-295371C22835}"/>
              </a:ext>
            </a:extLst>
          </p:cNvPr>
          <p:cNvSpPr txBox="1"/>
          <p:nvPr/>
        </p:nvSpPr>
        <p:spPr>
          <a:xfrm>
            <a:off x="7617069" y="2501799"/>
            <a:ext cx="1048623" cy="276999"/>
          </a:xfrm>
          <a:prstGeom prst="rect">
            <a:avLst/>
          </a:prstGeom>
          <a:noFill/>
        </p:spPr>
        <p:txBody>
          <a:bodyPr wrap="square" rtlCol="0">
            <a:spAutoFit/>
          </a:bodyPr>
          <a:lstStyle/>
          <a:p>
            <a:pPr algn="r"/>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Tree>
    <p:extLst>
      <p:ext uri="{BB962C8B-B14F-4D97-AF65-F5344CB8AC3E}">
        <p14:creationId xmlns:p14="http://schemas.microsoft.com/office/powerpoint/2010/main" val="2277980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C34928-BBEC-2D06-9553-540F28235EDD}"/>
              </a:ext>
            </a:extLst>
          </p:cNvPr>
          <p:cNvSpPr>
            <a:spLocks noGrp="1"/>
          </p:cNvSpPr>
          <p:nvPr>
            <p:ph type="sldNum" sz="quarter" idx="12"/>
          </p:nvPr>
        </p:nvSpPr>
        <p:spPr/>
        <p:txBody>
          <a:bodyPr/>
          <a:lstStyle/>
          <a:p>
            <a:fld id="{EB4B8DE2-A4E8-46E4-8BBF-D75455EFF32C}" type="slidenum">
              <a:rPr lang="en-US" smtClean="0"/>
              <a:pPr/>
              <a:t>92</a:t>
            </a:fld>
            <a:endParaRPr lang="en-US" dirty="0"/>
          </a:p>
        </p:txBody>
      </p:sp>
      <p:sp>
        <p:nvSpPr>
          <p:cNvPr id="3" name="Arc 2">
            <a:extLst>
              <a:ext uri="{FF2B5EF4-FFF2-40B4-BE49-F238E27FC236}">
                <a16:creationId xmlns:a16="http://schemas.microsoft.com/office/drawing/2014/main" id="{9999860A-6059-7019-89D3-4A3C50A2DF44}"/>
              </a:ext>
            </a:extLst>
          </p:cNvPr>
          <p:cNvSpPr/>
          <p:nvPr/>
        </p:nvSpPr>
        <p:spPr>
          <a:xfrm rot="16200000">
            <a:off x="6964150" y="2438605"/>
            <a:ext cx="3861576" cy="3861574"/>
          </a:xfrm>
          <a:prstGeom prst="arc">
            <a:avLst>
              <a:gd name="adj1" fmla="val 16200000"/>
              <a:gd name="adj2" fmla="val 5400677"/>
            </a:avLst>
          </a:prstGeom>
          <a:noFill/>
          <a:ln w="254000" cap="rnd">
            <a:solidFill>
              <a:schemeClr val="bg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grpSp>
        <p:nvGrpSpPr>
          <p:cNvPr id="4" name="Group 3">
            <a:extLst>
              <a:ext uri="{FF2B5EF4-FFF2-40B4-BE49-F238E27FC236}">
                <a16:creationId xmlns:a16="http://schemas.microsoft.com/office/drawing/2014/main" id="{D87B69B4-AE17-ECE3-2D2D-05DAEDEFD36C}"/>
              </a:ext>
            </a:extLst>
          </p:cNvPr>
          <p:cNvGrpSpPr/>
          <p:nvPr/>
        </p:nvGrpSpPr>
        <p:grpSpPr>
          <a:xfrm>
            <a:off x="7915229" y="5335715"/>
            <a:ext cx="967255" cy="230832"/>
            <a:chOff x="6842467" y="6104135"/>
            <a:chExt cx="967255" cy="230832"/>
          </a:xfrm>
        </p:grpSpPr>
        <p:cxnSp>
          <p:nvCxnSpPr>
            <p:cNvPr id="5" name="Straight Connector 4">
              <a:extLst>
                <a:ext uri="{FF2B5EF4-FFF2-40B4-BE49-F238E27FC236}">
                  <a16:creationId xmlns:a16="http://schemas.microsoft.com/office/drawing/2014/main" id="{179CA879-B729-C77A-2345-A6BBAD3D9A19}"/>
                </a:ext>
              </a:extLst>
            </p:cNvPr>
            <p:cNvCxnSpPr>
              <a:cxnSpLocks/>
            </p:cNvCxnSpPr>
            <p:nvPr/>
          </p:nvCxnSpPr>
          <p:spPr>
            <a:xfrm>
              <a:off x="6842467" y="6219551"/>
              <a:ext cx="159377" cy="0"/>
            </a:xfrm>
            <a:prstGeom prst="line">
              <a:avLst/>
            </a:prstGeom>
            <a:ln w="76200" cap="sq"/>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F655CB0-6EF3-A787-D631-21E698A00F16}"/>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A</a:t>
              </a:r>
            </a:p>
          </p:txBody>
        </p:sp>
      </p:grpSp>
      <p:grpSp>
        <p:nvGrpSpPr>
          <p:cNvPr id="7" name="Group 6">
            <a:extLst>
              <a:ext uri="{FF2B5EF4-FFF2-40B4-BE49-F238E27FC236}">
                <a16:creationId xmlns:a16="http://schemas.microsoft.com/office/drawing/2014/main" id="{D318CB82-5828-FD95-C17F-19087A2BE6F5}"/>
              </a:ext>
            </a:extLst>
          </p:cNvPr>
          <p:cNvGrpSpPr/>
          <p:nvPr/>
        </p:nvGrpSpPr>
        <p:grpSpPr>
          <a:xfrm>
            <a:off x="9060793" y="5335715"/>
            <a:ext cx="967255" cy="230832"/>
            <a:chOff x="6842467" y="6104135"/>
            <a:chExt cx="967255" cy="230832"/>
          </a:xfrm>
        </p:grpSpPr>
        <p:cxnSp>
          <p:nvCxnSpPr>
            <p:cNvPr id="8" name="Straight Connector 7">
              <a:extLst>
                <a:ext uri="{FF2B5EF4-FFF2-40B4-BE49-F238E27FC236}">
                  <a16:creationId xmlns:a16="http://schemas.microsoft.com/office/drawing/2014/main" id="{FA19390E-040F-6525-CD1E-F7B1C5659513}"/>
                </a:ext>
              </a:extLst>
            </p:cNvPr>
            <p:cNvCxnSpPr>
              <a:cxnSpLocks/>
            </p:cNvCxnSpPr>
            <p:nvPr/>
          </p:nvCxnSpPr>
          <p:spPr>
            <a:xfrm>
              <a:off x="6842467" y="6219551"/>
              <a:ext cx="159377" cy="0"/>
            </a:xfrm>
            <a:prstGeom prst="line">
              <a:avLst/>
            </a:prstGeom>
            <a:ln w="76200" cap="sq">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86EAC7C-7EE7-756E-944A-7C17B58D7613}"/>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B</a:t>
              </a:r>
            </a:p>
          </p:txBody>
        </p:sp>
      </p:grpSp>
      <p:sp>
        <p:nvSpPr>
          <p:cNvPr id="10" name="TextBox 9">
            <a:extLst>
              <a:ext uri="{FF2B5EF4-FFF2-40B4-BE49-F238E27FC236}">
                <a16:creationId xmlns:a16="http://schemas.microsoft.com/office/drawing/2014/main" id="{868F01E1-E3A2-19E2-D00D-53C236D657AE}"/>
              </a:ext>
            </a:extLst>
          </p:cNvPr>
          <p:cNvSpPr txBox="1"/>
          <p:nvPr/>
        </p:nvSpPr>
        <p:spPr>
          <a:xfrm>
            <a:off x="8370626" y="3567841"/>
            <a:ext cx="1048623" cy="523220"/>
          </a:xfrm>
          <a:prstGeom prst="rect">
            <a:avLst/>
          </a:prstGeom>
          <a:noFill/>
        </p:spPr>
        <p:txBody>
          <a:bodyPr wrap="square" rtlCol="0">
            <a:spAutoFit/>
          </a:bodyPr>
          <a:lstStyle/>
          <a:p>
            <a:pPr algn="ctr"/>
            <a:r>
              <a:rPr lang="en-US" sz="28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1" name="Arc 10">
            <a:extLst>
              <a:ext uri="{FF2B5EF4-FFF2-40B4-BE49-F238E27FC236}">
                <a16:creationId xmlns:a16="http://schemas.microsoft.com/office/drawing/2014/main" id="{28ED56BD-E6FF-7446-7B8C-EC6718234D1E}"/>
              </a:ext>
            </a:extLst>
          </p:cNvPr>
          <p:cNvSpPr/>
          <p:nvPr/>
        </p:nvSpPr>
        <p:spPr>
          <a:xfrm rot="16200000">
            <a:off x="6964150" y="2438605"/>
            <a:ext cx="3861576" cy="3861574"/>
          </a:xfrm>
          <a:prstGeom prst="arc">
            <a:avLst>
              <a:gd name="adj1" fmla="val 16200000"/>
              <a:gd name="adj2" fmla="val 1527291"/>
            </a:avLst>
          </a:prstGeom>
          <a:noFill/>
          <a:ln w="254000" cap="rnd">
            <a:solidFill>
              <a:schemeClr val="accent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Tree>
    <p:extLst>
      <p:ext uri="{BB962C8B-B14F-4D97-AF65-F5344CB8AC3E}">
        <p14:creationId xmlns:p14="http://schemas.microsoft.com/office/powerpoint/2010/main" val="3940934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FE72D05-5400-7A3C-2637-6E55648C7730}"/>
              </a:ext>
            </a:extLst>
          </p:cNvPr>
          <p:cNvSpPr>
            <a:spLocks noGrp="1"/>
          </p:cNvSpPr>
          <p:nvPr>
            <p:ph type="sldNum" sz="quarter" idx="12"/>
          </p:nvPr>
        </p:nvSpPr>
        <p:spPr/>
        <p:txBody>
          <a:bodyPr/>
          <a:lstStyle/>
          <a:p>
            <a:fld id="{EB4B8DE2-A4E8-46E4-8BBF-D75455EFF32C}" type="slidenum">
              <a:rPr lang="en-US" smtClean="0"/>
              <a:pPr/>
              <a:t>93</a:t>
            </a:fld>
            <a:endParaRPr lang="en-US" dirty="0"/>
          </a:p>
        </p:txBody>
      </p:sp>
      <p:sp>
        <p:nvSpPr>
          <p:cNvPr id="3" name="Arc 2">
            <a:extLst>
              <a:ext uri="{FF2B5EF4-FFF2-40B4-BE49-F238E27FC236}">
                <a16:creationId xmlns:a16="http://schemas.microsoft.com/office/drawing/2014/main" id="{6CC64510-A801-3208-EFE0-4D0DAD730FB4}"/>
              </a:ext>
            </a:extLst>
          </p:cNvPr>
          <p:cNvSpPr/>
          <p:nvPr/>
        </p:nvSpPr>
        <p:spPr>
          <a:xfrm rot="16200000">
            <a:off x="1160253" y="3921832"/>
            <a:ext cx="2413980" cy="2413979"/>
          </a:xfrm>
          <a:prstGeom prst="arc">
            <a:avLst>
              <a:gd name="adj1" fmla="val 16200000"/>
              <a:gd name="adj2" fmla="val 5400677"/>
            </a:avLst>
          </a:prstGeom>
          <a:noFill/>
          <a:ln w="203200" cap="rnd">
            <a:solidFill>
              <a:schemeClr val="bg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4" name="TextBox 3">
            <a:extLst>
              <a:ext uri="{FF2B5EF4-FFF2-40B4-BE49-F238E27FC236}">
                <a16:creationId xmlns:a16="http://schemas.microsoft.com/office/drawing/2014/main" id="{03A31CCE-3A7E-613F-52CB-BAFA3BA39A13}"/>
              </a:ext>
            </a:extLst>
          </p:cNvPr>
          <p:cNvSpPr txBox="1"/>
          <p:nvPr/>
        </p:nvSpPr>
        <p:spPr>
          <a:xfrm>
            <a:off x="1842932" y="4647341"/>
            <a:ext cx="1048623" cy="400110"/>
          </a:xfrm>
          <a:prstGeom prst="rect">
            <a:avLst/>
          </a:prstGeom>
          <a:noFill/>
        </p:spPr>
        <p:txBody>
          <a:bodyPr wrap="square" rtlCol="0">
            <a:spAutoFit/>
          </a:bodyPr>
          <a:lstStyle/>
          <a:p>
            <a:pPr algn="ctr"/>
            <a:r>
              <a:rPr lang="en-US" sz="20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5" name="Arc 4">
            <a:extLst>
              <a:ext uri="{FF2B5EF4-FFF2-40B4-BE49-F238E27FC236}">
                <a16:creationId xmlns:a16="http://schemas.microsoft.com/office/drawing/2014/main" id="{B83728AF-9596-8DEE-085C-9858BA08E202}"/>
              </a:ext>
            </a:extLst>
          </p:cNvPr>
          <p:cNvSpPr/>
          <p:nvPr/>
        </p:nvSpPr>
        <p:spPr>
          <a:xfrm rot="16200000">
            <a:off x="1160253" y="3921832"/>
            <a:ext cx="2413980" cy="2413979"/>
          </a:xfrm>
          <a:prstGeom prst="arc">
            <a:avLst>
              <a:gd name="adj1" fmla="val 16200000"/>
              <a:gd name="adj2" fmla="val 1527291"/>
            </a:avLst>
          </a:prstGeom>
          <a:noFill/>
          <a:ln w="203200" cap="rnd">
            <a:solidFill>
              <a:schemeClr val="accent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6" name="Arc 5">
            <a:extLst>
              <a:ext uri="{FF2B5EF4-FFF2-40B4-BE49-F238E27FC236}">
                <a16:creationId xmlns:a16="http://schemas.microsoft.com/office/drawing/2014/main" id="{B9D4FF30-FFAD-F718-E187-EE93A5B02372}"/>
              </a:ext>
            </a:extLst>
          </p:cNvPr>
          <p:cNvSpPr/>
          <p:nvPr/>
        </p:nvSpPr>
        <p:spPr>
          <a:xfrm rot="16200000">
            <a:off x="4889010" y="3928494"/>
            <a:ext cx="2413980" cy="2413979"/>
          </a:xfrm>
          <a:prstGeom prst="arc">
            <a:avLst>
              <a:gd name="adj1" fmla="val 16200000"/>
              <a:gd name="adj2" fmla="val 5400677"/>
            </a:avLst>
          </a:prstGeom>
          <a:noFill/>
          <a:ln w="203200" cap="rnd">
            <a:solidFill>
              <a:schemeClr val="bg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7" name="TextBox 6">
            <a:extLst>
              <a:ext uri="{FF2B5EF4-FFF2-40B4-BE49-F238E27FC236}">
                <a16:creationId xmlns:a16="http://schemas.microsoft.com/office/drawing/2014/main" id="{064A23FB-3B86-8F7F-4961-3AD0BC0062E1}"/>
              </a:ext>
            </a:extLst>
          </p:cNvPr>
          <p:cNvSpPr txBox="1"/>
          <p:nvPr/>
        </p:nvSpPr>
        <p:spPr>
          <a:xfrm>
            <a:off x="5571689" y="4654003"/>
            <a:ext cx="1048623" cy="400110"/>
          </a:xfrm>
          <a:prstGeom prst="rect">
            <a:avLst/>
          </a:prstGeom>
          <a:noFill/>
        </p:spPr>
        <p:txBody>
          <a:bodyPr wrap="square" rtlCol="0">
            <a:spAutoFit/>
          </a:bodyPr>
          <a:lstStyle/>
          <a:p>
            <a:pPr algn="ctr"/>
            <a:r>
              <a:rPr lang="en-US" sz="20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8" name="Arc 7">
            <a:extLst>
              <a:ext uri="{FF2B5EF4-FFF2-40B4-BE49-F238E27FC236}">
                <a16:creationId xmlns:a16="http://schemas.microsoft.com/office/drawing/2014/main" id="{2050DF6C-F4E7-6873-DBEF-48C29CC7F522}"/>
              </a:ext>
            </a:extLst>
          </p:cNvPr>
          <p:cNvSpPr/>
          <p:nvPr/>
        </p:nvSpPr>
        <p:spPr>
          <a:xfrm rot="16200000">
            <a:off x="4889010" y="3928494"/>
            <a:ext cx="2413980" cy="2413979"/>
          </a:xfrm>
          <a:prstGeom prst="arc">
            <a:avLst>
              <a:gd name="adj1" fmla="val 16200000"/>
              <a:gd name="adj2" fmla="val 1608181"/>
            </a:avLst>
          </a:prstGeom>
          <a:noFill/>
          <a:ln w="203200" cap="rnd">
            <a:solidFill>
              <a:schemeClr val="accent3"/>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9" name="Arc 8">
            <a:extLst>
              <a:ext uri="{FF2B5EF4-FFF2-40B4-BE49-F238E27FC236}">
                <a16:creationId xmlns:a16="http://schemas.microsoft.com/office/drawing/2014/main" id="{D8E6A993-DF25-D265-5C5F-5961A3EBFB1F}"/>
              </a:ext>
            </a:extLst>
          </p:cNvPr>
          <p:cNvSpPr/>
          <p:nvPr/>
        </p:nvSpPr>
        <p:spPr>
          <a:xfrm rot="16200000">
            <a:off x="8640554" y="3921834"/>
            <a:ext cx="2413980" cy="2413979"/>
          </a:xfrm>
          <a:prstGeom prst="arc">
            <a:avLst>
              <a:gd name="adj1" fmla="val 16200000"/>
              <a:gd name="adj2" fmla="val 5400677"/>
            </a:avLst>
          </a:prstGeom>
          <a:noFill/>
          <a:ln w="203200" cap="rnd">
            <a:solidFill>
              <a:schemeClr val="bg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10" name="TextBox 9">
            <a:extLst>
              <a:ext uri="{FF2B5EF4-FFF2-40B4-BE49-F238E27FC236}">
                <a16:creationId xmlns:a16="http://schemas.microsoft.com/office/drawing/2014/main" id="{4334C64C-D5D6-14C9-5F28-CA63F454009B}"/>
              </a:ext>
            </a:extLst>
          </p:cNvPr>
          <p:cNvSpPr txBox="1"/>
          <p:nvPr/>
        </p:nvSpPr>
        <p:spPr>
          <a:xfrm>
            <a:off x="9323233" y="4647343"/>
            <a:ext cx="1048623" cy="400110"/>
          </a:xfrm>
          <a:prstGeom prst="rect">
            <a:avLst/>
          </a:prstGeom>
          <a:noFill/>
        </p:spPr>
        <p:txBody>
          <a:bodyPr wrap="square" rtlCol="0">
            <a:spAutoFit/>
          </a:bodyPr>
          <a:lstStyle/>
          <a:p>
            <a:pPr algn="ctr"/>
            <a:r>
              <a:rPr lang="en-US" sz="20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1" name="Arc 10">
            <a:extLst>
              <a:ext uri="{FF2B5EF4-FFF2-40B4-BE49-F238E27FC236}">
                <a16:creationId xmlns:a16="http://schemas.microsoft.com/office/drawing/2014/main" id="{89EE0140-A8F8-36A0-A991-59EEADFBEFEE}"/>
              </a:ext>
            </a:extLst>
          </p:cNvPr>
          <p:cNvSpPr/>
          <p:nvPr/>
        </p:nvSpPr>
        <p:spPr>
          <a:xfrm rot="16200000">
            <a:off x="8640554" y="3921834"/>
            <a:ext cx="2413980" cy="2413979"/>
          </a:xfrm>
          <a:prstGeom prst="arc">
            <a:avLst>
              <a:gd name="adj1" fmla="val 16200000"/>
              <a:gd name="adj2" fmla="val 19909599"/>
            </a:avLst>
          </a:prstGeom>
          <a:noFill/>
          <a:ln w="203200" cap="rnd">
            <a:solidFill>
              <a:schemeClr val="accent5"/>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
        <p:nvSpPr>
          <p:cNvPr id="12" name="TextBox 11">
            <a:extLst>
              <a:ext uri="{FF2B5EF4-FFF2-40B4-BE49-F238E27FC236}">
                <a16:creationId xmlns:a16="http://schemas.microsoft.com/office/drawing/2014/main" id="{A4798B9A-1ECB-256A-22E8-E0155366E936}"/>
              </a:ext>
            </a:extLst>
          </p:cNvPr>
          <p:cNvSpPr txBox="1"/>
          <p:nvPr/>
        </p:nvSpPr>
        <p:spPr>
          <a:xfrm>
            <a:off x="1713718" y="5047451"/>
            <a:ext cx="1307050" cy="400110"/>
          </a:xfrm>
          <a:prstGeom prst="rect">
            <a:avLst/>
          </a:prstGeom>
          <a:noFill/>
        </p:spPr>
        <p:txBody>
          <a:bodyPr wrap="square" rtlCol="0">
            <a:spAutoFit/>
          </a:bodyPr>
          <a:lstStyle/>
          <a:p>
            <a:pPr algn="ctr"/>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a:t>
            </a:r>
          </a:p>
        </p:txBody>
      </p:sp>
      <p:sp>
        <p:nvSpPr>
          <p:cNvPr id="13" name="TextBox 12">
            <a:extLst>
              <a:ext uri="{FF2B5EF4-FFF2-40B4-BE49-F238E27FC236}">
                <a16:creationId xmlns:a16="http://schemas.microsoft.com/office/drawing/2014/main" id="{47C5A854-DCD6-00A0-4EDB-773646E6ADE5}"/>
              </a:ext>
            </a:extLst>
          </p:cNvPr>
          <p:cNvSpPr txBox="1"/>
          <p:nvPr/>
        </p:nvSpPr>
        <p:spPr>
          <a:xfrm>
            <a:off x="5442474" y="5054112"/>
            <a:ext cx="1307050" cy="400110"/>
          </a:xfrm>
          <a:prstGeom prst="rect">
            <a:avLst/>
          </a:prstGeom>
          <a:noFill/>
        </p:spPr>
        <p:txBody>
          <a:bodyPr wrap="square" rtlCol="0">
            <a:spAutoFit/>
          </a:bodyPr>
          <a:lstStyle/>
          <a:p>
            <a:pPr algn="ctr"/>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a:t>
            </a:r>
          </a:p>
        </p:txBody>
      </p:sp>
      <p:sp>
        <p:nvSpPr>
          <p:cNvPr id="14" name="TextBox 13">
            <a:extLst>
              <a:ext uri="{FF2B5EF4-FFF2-40B4-BE49-F238E27FC236}">
                <a16:creationId xmlns:a16="http://schemas.microsoft.com/office/drawing/2014/main" id="{65AF9DDB-AD05-7A54-720B-5DA0C6282CB4}"/>
              </a:ext>
            </a:extLst>
          </p:cNvPr>
          <p:cNvSpPr txBox="1"/>
          <p:nvPr/>
        </p:nvSpPr>
        <p:spPr>
          <a:xfrm>
            <a:off x="9194018" y="5047451"/>
            <a:ext cx="1307050" cy="400110"/>
          </a:xfrm>
          <a:prstGeom prst="rect">
            <a:avLst/>
          </a:prstGeom>
          <a:noFill/>
        </p:spPr>
        <p:txBody>
          <a:bodyPr wrap="square" rtlCol="0">
            <a:spAutoFit/>
          </a:bodyPr>
          <a:lstStyle/>
          <a:p>
            <a:pPr algn="ctr"/>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a:t>
            </a:r>
          </a:p>
        </p:txBody>
      </p:sp>
    </p:spTree>
    <p:extLst>
      <p:ext uri="{BB962C8B-B14F-4D97-AF65-F5344CB8AC3E}">
        <p14:creationId xmlns:p14="http://schemas.microsoft.com/office/powerpoint/2010/main" val="4140112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96CAFD0-1105-AFC6-1D2A-D9F04E01A37B}"/>
              </a:ext>
            </a:extLst>
          </p:cNvPr>
          <p:cNvSpPr>
            <a:spLocks noGrp="1"/>
          </p:cNvSpPr>
          <p:nvPr>
            <p:ph type="sldNum" sz="quarter" idx="12"/>
          </p:nvPr>
        </p:nvSpPr>
        <p:spPr/>
        <p:txBody>
          <a:bodyPr/>
          <a:lstStyle/>
          <a:p>
            <a:fld id="{EB4B8DE2-A4E8-46E4-8BBF-D75455EFF32C}" type="slidenum">
              <a:rPr lang="en-US" smtClean="0"/>
              <a:pPr/>
              <a:t>94</a:t>
            </a:fld>
            <a:endParaRPr lang="en-US" dirty="0"/>
          </a:p>
        </p:txBody>
      </p:sp>
      <p:sp>
        <p:nvSpPr>
          <p:cNvPr id="3" name="Arc 2">
            <a:extLst>
              <a:ext uri="{FF2B5EF4-FFF2-40B4-BE49-F238E27FC236}">
                <a16:creationId xmlns:a16="http://schemas.microsoft.com/office/drawing/2014/main" id="{8E86CA6C-29D2-0C97-7284-F5A55F11F4A9}"/>
              </a:ext>
            </a:extLst>
          </p:cNvPr>
          <p:cNvSpPr/>
          <p:nvPr/>
        </p:nvSpPr>
        <p:spPr>
          <a:xfrm rot="16200000">
            <a:off x="6964150" y="2438605"/>
            <a:ext cx="3861576" cy="3861574"/>
          </a:xfrm>
          <a:prstGeom prst="arc">
            <a:avLst>
              <a:gd name="adj1" fmla="val 16200000"/>
              <a:gd name="adj2" fmla="val 5400677"/>
            </a:avLst>
          </a:prstGeom>
          <a:noFill/>
          <a:ln w="254000" cap="rnd">
            <a:solidFill>
              <a:schemeClr val="bg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grpSp>
        <p:nvGrpSpPr>
          <p:cNvPr id="4" name="Group 3">
            <a:extLst>
              <a:ext uri="{FF2B5EF4-FFF2-40B4-BE49-F238E27FC236}">
                <a16:creationId xmlns:a16="http://schemas.microsoft.com/office/drawing/2014/main" id="{072DB997-2F2B-B5DC-2B4F-830DBFD1898C}"/>
              </a:ext>
            </a:extLst>
          </p:cNvPr>
          <p:cNvGrpSpPr/>
          <p:nvPr/>
        </p:nvGrpSpPr>
        <p:grpSpPr>
          <a:xfrm>
            <a:off x="7915229" y="5335715"/>
            <a:ext cx="967255" cy="230832"/>
            <a:chOff x="6842467" y="6104135"/>
            <a:chExt cx="967255" cy="230832"/>
          </a:xfrm>
        </p:grpSpPr>
        <p:cxnSp>
          <p:nvCxnSpPr>
            <p:cNvPr id="5" name="Straight Connector 4">
              <a:extLst>
                <a:ext uri="{FF2B5EF4-FFF2-40B4-BE49-F238E27FC236}">
                  <a16:creationId xmlns:a16="http://schemas.microsoft.com/office/drawing/2014/main" id="{74E99025-961D-32F1-2369-B4F81D272530}"/>
                </a:ext>
              </a:extLst>
            </p:cNvPr>
            <p:cNvCxnSpPr>
              <a:cxnSpLocks/>
            </p:cNvCxnSpPr>
            <p:nvPr/>
          </p:nvCxnSpPr>
          <p:spPr>
            <a:xfrm>
              <a:off x="6842467" y="6219551"/>
              <a:ext cx="159377" cy="0"/>
            </a:xfrm>
            <a:prstGeom prst="line">
              <a:avLst/>
            </a:prstGeom>
            <a:ln w="76200" cap="sq"/>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C8B12B4-2351-3370-193E-CFD808416A7B}"/>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A</a:t>
              </a:r>
            </a:p>
          </p:txBody>
        </p:sp>
      </p:grpSp>
      <p:grpSp>
        <p:nvGrpSpPr>
          <p:cNvPr id="7" name="Group 6">
            <a:extLst>
              <a:ext uri="{FF2B5EF4-FFF2-40B4-BE49-F238E27FC236}">
                <a16:creationId xmlns:a16="http://schemas.microsoft.com/office/drawing/2014/main" id="{B8116305-3C5D-3EF6-63D3-19A1B4CC89E7}"/>
              </a:ext>
            </a:extLst>
          </p:cNvPr>
          <p:cNvGrpSpPr/>
          <p:nvPr/>
        </p:nvGrpSpPr>
        <p:grpSpPr>
          <a:xfrm>
            <a:off x="9060793" y="5335715"/>
            <a:ext cx="967255" cy="230832"/>
            <a:chOff x="6842467" y="6104135"/>
            <a:chExt cx="967255" cy="230832"/>
          </a:xfrm>
        </p:grpSpPr>
        <p:cxnSp>
          <p:nvCxnSpPr>
            <p:cNvPr id="8" name="Straight Connector 7">
              <a:extLst>
                <a:ext uri="{FF2B5EF4-FFF2-40B4-BE49-F238E27FC236}">
                  <a16:creationId xmlns:a16="http://schemas.microsoft.com/office/drawing/2014/main" id="{32F7563F-65F8-8831-A46E-F90915612234}"/>
                </a:ext>
              </a:extLst>
            </p:cNvPr>
            <p:cNvCxnSpPr>
              <a:cxnSpLocks/>
            </p:cNvCxnSpPr>
            <p:nvPr/>
          </p:nvCxnSpPr>
          <p:spPr>
            <a:xfrm>
              <a:off x="6842467" y="6219551"/>
              <a:ext cx="159377" cy="0"/>
            </a:xfrm>
            <a:prstGeom prst="line">
              <a:avLst/>
            </a:prstGeom>
            <a:ln w="76200" cap="sq">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E59C3C1-B4A2-B21C-50F2-F9005EABFAD3}"/>
                </a:ext>
              </a:extLst>
            </p:cNvPr>
            <p:cNvSpPr txBox="1"/>
            <p:nvPr/>
          </p:nvSpPr>
          <p:spPr>
            <a:xfrm>
              <a:off x="7001844" y="6104135"/>
              <a:ext cx="807878"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Color B</a:t>
              </a:r>
            </a:p>
          </p:txBody>
        </p:sp>
      </p:grpSp>
      <p:sp>
        <p:nvSpPr>
          <p:cNvPr id="10" name="TextBox 9">
            <a:extLst>
              <a:ext uri="{FF2B5EF4-FFF2-40B4-BE49-F238E27FC236}">
                <a16:creationId xmlns:a16="http://schemas.microsoft.com/office/drawing/2014/main" id="{6CF55B39-E7FD-E3A8-C7E1-2FB6DFE4F726}"/>
              </a:ext>
            </a:extLst>
          </p:cNvPr>
          <p:cNvSpPr txBox="1"/>
          <p:nvPr/>
        </p:nvSpPr>
        <p:spPr>
          <a:xfrm>
            <a:off x="8370626" y="3567841"/>
            <a:ext cx="1048623" cy="523220"/>
          </a:xfrm>
          <a:prstGeom prst="rect">
            <a:avLst/>
          </a:prstGeom>
          <a:noFill/>
        </p:spPr>
        <p:txBody>
          <a:bodyPr wrap="square" rtlCol="0">
            <a:spAutoFit/>
          </a:bodyPr>
          <a:lstStyle/>
          <a:p>
            <a:pPr algn="ctr"/>
            <a:r>
              <a:rPr lang="en-US" sz="28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1" name="Arc 10">
            <a:extLst>
              <a:ext uri="{FF2B5EF4-FFF2-40B4-BE49-F238E27FC236}">
                <a16:creationId xmlns:a16="http://schemas.microsoft.com/office/drawing/2014/main" id="{3FA537C1-0582-EFEB-655E-EE4613848B5A}"/>
              </a:ext>
            </a:extLst>
          </p:cNvPr>
          <p:cNvSpPr/>
          <p:nvPr/>
        </p:nvSpPr>
        <p:spPr>
          <a:xfrm rot="16200000">
            <a:off x="6964150" y="2438605"/>
            <a:ext cx="3861576" cy="3861574"/>
          </a:xfrm>
          <a:prstGeom prst="arc">
            <a:avLst>
              <a:gd name="adj1" fmla="val 16200000"/>
              <a:gd name="adj2" fmla="val 1527291"/>
            </a:avLst>
          </a:prstGeom>
          <a:noFill/>
          <a:ln w="254000" cap="rnd">
            <a:gradFill flip="none" rotWithShape="1">
              <a:gsLst>
                <a:gs pos="100000">
                  <a:schemeClr val="accent2"/>
                </a:gs>
                <a:gs pos="0">
                  <a:schemeClr val="accent1"/>
                </a:gs>
              </a:gsLst>
              <a:path path="circle">
                <a:fillToRect l="100000" t="100000"/>
              </a:path>
              <a:tileRect r="-100000" b="-100000"/>
            </a:gradFill>
            <a:miter lim="800000"/>
          </a:ln>
        </p:spPr>
        <p:style>
          <a:lnRef idx="2">
            <a:schemeClr val="accent1">
              <a:shade val="50000"/>
            </a:schemeClr>
          </a:lnRef>
          <a:fillRef idx="1">
            <a:schemeClr val="accent1"/>
          </a:fillRef>
          <a:effectRef idx="0">
            <a:schemeClr val="accent1"/>
          </a:effectRef>
          <a:fontRef idx="minor">
            <a:schemeClr val="lt1"/>
          </a:fontRef>
        </p:style>
        <p:txBody>
          <a:bodyPr lIns="45720" tIns="45720" rIns="45720" rtlCol="0" anchor="ctr"/>
          <a:lstStyle/>
          <a:p>
            <a:pPr algn="ctr"/>
            <a:endParaRPr lang="en-US" dirty="0">
              <a:solidFill>
                <a:schemeClr val="bg1"/>
              </a:solidFill>
              <a:latin typeface="Amazon Ember Display" panose="020F0603020204020204" pitchFamily="34" charset="0"/>
            </a:endParaRPr>
          </a:p>
        </p:txBody>
      </p:sp>
    </p:spTree>
    <p:extLst>
      <p:ext uri="{BB962C8B-B14F-4D97-AF65-F5344CB8AC3E}">
        <p14:creationId xmlns:p14="http://schemas.microsoft.com/office/powerpoint/2010/main" val="1431439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2C9118C-02CE-BA9A-1F41-2F652836096C}"/>
              </a:ext>
            </a:extLst>
          </p:cNvPr>
          <p:cNvSpPr>
            <a:spLocks noGrp="1"/>
          </p:cNvSpPr>
          <p:nvPr>
            <p:ph type="sldNum" sz="quarter" idx="12"/>
          </p:nvPr>
        </p:nvSpPr>
        <p:spPr/>
        <p:txBody>
          <a:bodyPr/>
          <a:lstStyle/>
          <a:p>
            <a:fld id="{EB4B8DE2-A4E8-46E4-8BBF-D75455EFF32C}" type="slidenum">
              <a:rPr lang="en-US" smtClean="0"/>
              <a:pPr/>
              <a:t>95</a:t>
            </a:fld>
            <a:endParaRPr lang="en-US" dirty="0"/>
          </a:p>
        </p:txBody>
      </p:sp>
      <p:sp>
        <p:nvSpPr>
          <p:cNvPr id="3" name="TextBox 2">
            <a:extLst>
              <a:ext uri="{FF2B5EF4-FFF2-40B4-BE49-F238E27FC236}">
                <a16:creationId xmlns:a16="http://schemas.microsoft.com/office/drawing/2014/main" id="{5D41C095-6559-F4BE-FFC4-4544B97A5AEE}"/>
              </a:ext>
            </a:extLst>
          </p:cNvPr>
          <p:cNvSpPr txBox="1"/>
          <p:nvPr/>
        </p:nvSpPr>
        <p:spPr>
          <a:xfrm>
            <a:off x="5462022" y="4297845"/>
            <a:ext cx="2289113" cy="246221"/>
          </a:xfrm>
          <a:prstGeom prst="rect">
            <a:avLst/>
          </a:prstGeom>
          <a:noFill/>
        </p:spPr>
        <p:txBody>
          <a:bodyPr wrap="square" rtlCol="0">
            <a:spAutoFit/>
          </a:bodyPr>
          <a:lstStyle/>
          <a:p>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Category 3</a:t>
            </a:r>
          </a:p>
        </p:txBody>
      </p:sp>
      <p:cxnSp>
        <p:nvCxnSpPr>
          <p:cNvPr id="4" name="Straight Connector 3">
            <a:extLst>
              <a:ext uri="{FF2B5EF4-FFF2-40B4-BE49-F238E27FC236}">
                <a16:creationId xmlns:a16="http://schemas.microsoft.com/office/drawing/2014/main" id="{1A2A2BBC-0EF1-1592-1584-21860D620CB5}"/>
              </a:ext>
            </a:extLst>
          </p:cNvPr>
          <p:cNvCxnSpPr>
            <a:cxnSpLocks/>
          </p:cNvCxnSpPr>
          <p:nvPr/>
        </p:nvCxnSpPr>
        <p:spPr>
          <a:xfrm>
            <a:off x="5597850" y="4708718"/>
            <a:ext cx="5659958" cy="0"/>
          </a:xfrm>
          <a:prstGeom prst="line">
            <a:avLst/>
          </a:prstGeom>
          <a:ln w="203200" cap="rnd">
            <a:solidFill>
              <a:schemeClr val="accent5">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9D69E00-8707-9DB4-E2E1-4CED57FA59CC}"/>
              </a:ext>
            </a:extLst>
          </p:cNvPr>
          <p:cNvCxnSpPr>
            <a:cxnSpLocks/>
          </p:cNvCxnSpPr>
          <p:nvPr/>
        </p:nvCxnSpPr>
        <p:spPr>
          <a:xfrm>
            <a:off x="5597850" y="4708718"/>
            <a:ext cx="2322992" cy="0"/>
          </a:xfrm>
          <a:prstGeom prst="line">
            <a:avLst/>
          </a:prstGeom>
          <a:ln w="203200" cap="rnd">
            <a:gradFill flip="none" rotWithShape="1">
              <a:gsLst>
                <a:gs pos="0">
                  <a:schemeClr val="accent5">
                    <a:lumMod val="50000"/>
                  </a:schemeClr>
                </a:gs>
                <a:gs pos="100000">
                  <a:schemeClr val="accent5"/>
                </a:gs>
              </a:gsLst>
              <a:lin ang="0" scaled="0"/>
              <a:tileRect/>
            </a:gra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D896C29-B87B-0C98-ABD7-33D41404E639}"/>
              </a:ext>
            </a:extLst>
          </p:cNvPr>
          <p:cNvSpPr txBox="1"/>
          <p:nvPr/>
        </p:nvSpPr>
        <p:spPr>
          <a:xfrm>
            <a:off x="7611770" y="4314567"/>
            <a:ext cx="618144" cy="276999"/>
          </a:xfrm>
          <a:prstGeom prst="rect">
            <a:avLst/>
          </a:prstGeom>
          <a:noFill/>
        </p:spPr>
        <p:txBody>
          <a:bodyPr wrap="square" rtlCol="0">
            <a:spAutoFit/>
          </a:bodyPr>
          <a:lstStyle/>
          <a:p>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7" name="TextBox 6">
            <a:extLst>
              <a:ext uri="{FF2B5EF4-FFF2-40B4-BE49-F238E27FC236}">
                <a16:creationId xmlns:a16="http://schemas.microsoft.com/office/drawing/2014/main" id="{774C62AA-3D13-BEE3-0709-23A398A786F9}"/>
              </a:ext>
            </a:extLst>
          </p:cNvPr>
          <p:cNvSpPr txBox="1"/>
          <p:nvPr/>
        </p:nvSpPr>
        <p:spPr>
          <a:xfrm>
            <a:off x="5462022" y="3314597"/>
            <a:ext cx="2289113" cy="246221"/>
          </a:xfrm>
          <a:prstGeom prst="rect">
            <a:avLst/>
          </a:prstGeom>
          <a:noFill/>
        </p:spPr>
        <p:txBody>
          <a:bodyPr wrap="square" rtlCol="0">
            <a:spAutoFit/>
          </a:bodyPr>
          <a:lstStyle/>
          <a:p>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Category 2</a:t>
            </a:r>
          </a:p>
        </p:txBody>
      </p:sp>
      <p:cxnSp>
        <p:nvCxnSpPr>
          <p:cNvPr id="8" name="Straight Connector 7">
            <a:extLst>
              <a:ext uri="{FF2B5EF4-FFF2-40B4-BE49-F238E27FC236}">
                <a16:creationId xmlns:a16="http://schemas.microsoft.com/office/drawing/2014/main" id="{5A0D2695-C155-720C-70EC-BCDBB46B3330}"/>
              </a:ext>
            </a:extLst>
          </p:cNvPr>
          <p:cNvCxnSpPr>
            <a:cxnSpLocks/>
          </p:cNvCxnSpPr>
          <p:nvPr/>
        </p:nvCxnSpPr>
        <p:spPr>
          <a:xfrm>
            <a:off x="5597850" y="3725470"/>
            <a:ext cx="5719334" cy="0"/>
          </a:xfrm>
          <a:prstGeom prst="line">
            <a:avLst/>
          </a:prstGeom>
          <a:ln w="203200" cap="rnd">
            <a:solidFill>
              <a:schemeClr val="accent3">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6AA066D-3446-EAAE-4120-5F5A07771D9D}"/>
              </a:ext>
            </a:extLst>
          </p:cNvPr>
          <p:cNvSpPr txBox="1"/>
          <p:nvPr/>
        </p:nvSpPr>
        <p:spPr>
          <a:xfrm>
            <a:off x="8668673" y="3331319"/>
            <a:ext cx="618144" cy="276999"/>
          </a:xfrm>
          <a:prstGeom prst="rect">
            <a:avLst/>
          </a:prstGeom>
          <a:noFill/>
        </p:spPr>
        <p:txBody>
          <a:bodyPr wrap="square" rtlCol="0">
            <a:spAutoFit/>
          </a:bodyPr>
          <a:lstStyle/>
          <a:p>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cxnSp>
        <p:nvCxnSpPr>
          <p:cNvPr id="10" name="Straight Connector 9">
            <a:extLst>
              <a:ext uri="{FF2B5EF4-FFF2-40B4-BE49-F238E27FC236}">
                <a16:creationId xmlns:a16="http://schemas.microsoft.com/office/drawing/2014/main" id="{186771F1-5BB9-BA80-03C8-1542A64414AB}"/>
              </a:ext>
            </a:extLst>
          </p:cNvPr>
          <p:cNvCxnSpPr>
            <a:cxnSpLocks/>
          </p:cNvCxnSpPr>
          <p:nvPr/>
        </p:nvCxnSpPr>
        <p:spPr>
          <a:xfrm>
            <a:off x="5597850" y="3725470"/>
            <a:ext cx="3379895" cy="0"/>
          </a:xfrm>
          <a:prstGeom prst="line">
            <a:avLst/>
          </a:prstGeom>
          <a:ln w="203200" cap="rnd">
            <a:gradFill flip="none" rotWithShape="1">
              <a:gsLst>
                <a:gs pos="0">
                  <a:schemeClr val="accent3">
                    <a:lumMod val="50000"/>
                  </a:schemeClr>
                </a:gs>
                <a:gs pos="100000">
                  <a:schemeClr val="accent3"/>
                </a:gs>
              </a:gsLst>
              <a:lin ang="0" scaled="0"/>
              <a:tileRect/>
            </a:gra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04D8502-90BC-D9BF-EA23-9E64391B1D6C}"/>
              </a:ext>
            </a:extLst>
          </p:cNvPr>
          <p:cNvSpPr txBox="1"/>
          <p:nvPr/>
        </p:nvSpPr>
        <p:spPr>
          <a:xfrm>
            <a:off x="5462022" y="2355099"/>
            <a:ext cx="2289113" cy="246221"/>
          </a:xfrm>
          <a:prstGeom prst="rect">
            <a:avLst/>
          </a:prstGeom>
          <a:noFill/>
        </p:spPr>
        <p:txBody>
          <a:bodyPr wrap="square" rtlCol="0">
            <a:spAutoFit/>
          </a:bodyPr>
          <a:lstStyle/>
          <a:p>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Category 1</a:t>
            </a:r>
          </a:p>
        </p:txBody>
      </p:sp>
      <p:cxnSp>
        <p:nvCxnSpPr>
          <p:cNvPr id="12" name="Straight Connector 11">
            <a:extLst>
              <a:ext uri="{FF2B5EF4-FFF2-40B4-BE49-F238E27FC236}">
                <a16:creationId xmlns:a16="http://schemas.microsoft.com/office/drawing/2014/main" id="{76BA80A9-9DE0-B617-BF49-1518AC2FB415}"/>
              </a:ext>
            </a:extLst>
          </p:cNvPr>
          <p:cNvCxnSpPr>
            <a:cxnSpLocks/>
          </p:cNvCxnSpPr>
          <p:nvPr/>
        </p:nvCxnSpPr>
        <p:spPr>
          <a:xfrm>
            <a:off x="5597850" y="2765972"/>
            <a:ext cx="5719334" cy="0"/>
          </a:xfrm>
          <a:prstGeom prst="line">
            <a:avLst/>
          </a:prstGeom>
          <a:ln w="203200" cap="rnd">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BA579AE-F3D2-0DF9-4BE1-AD5AC994F9E8}"/>
              </a:ext>
            </a:extLst>
          </p:cNvPr>
          <p:cNvSpPr txBox="1"/>
          <p:nvPr/>
        </p:nvSpPr>
        <p:spPr>
          <a:xfrm>
            <a:off x="9761203" y="2371821"/>
            <a:ext cx="618144" cy="276999"/>
          </a:xfrm>
          <a:prstGeom prst="rect">
            <a:avLst/>
          </a:prstGeom>
          <a:noFill/>
        </p:spPr>
        <p:txBody>
          <a:bodyPr wrap="square" rtlCol="0">
            <a:spAutoFit/>
          </a:bodyPr>
          <a:lstStyle/>
          <a:p>
            <a:r>
              <a:rPr lang="en-US" sz="12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cxnSp>
        <p:nvCxnSpPr>
          <p:cNvPr id="14" name="Straight Connector 13">
            <a:extLst>
              <a:ext uri="{FF2B5EF4-FFF2-40B4-BE49-F238E27FC236}">
                <a16:creationId xmlns:a16="http://schemas.microsoft.com/office/drawing/2014/main" id="{EC0FBBAE-5F2C-601D-52B7-85080C2C14C1}"/>
              </a:ext>
            </a:extLst>
          </p:cNvPr>
          <p:cNvCxnSpPr>
            <a:cxnSpLocks/>
          </p:cNvCxnSpPr>
          <p:nvPr/>
        </p:nvCxnSpPr>
        <p:spPr>
          <a:xfrm>
            <a:off x="5597850" y="2777847"/>
            <a:ext cx="4472425" cy="0"/>
          </a:xfrm>
          <a:prstGeom prst="line">
            <a:avLst/>
          </a:prstGeom>
          <a:ln w="203200" cap="rnd">
            <a:gradFill flip="none" rotWithShape="1">
              <a:gsLst>
                <a:gs pos="0">
                  <a:schemeClr val="accent1">
                    <a:lumMod val="50000"/>
                  </a:schemeClr>
                </a:gs>
                <a:gs pos="100000">
                  <a:schemeClr val="accent1"/>
                </a:gs>
              </a:gsLst>
              <a:lin ang="0" scaled="0"/>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3974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CEFB1AE-4803-0DD9-FA16-0862046AE0F8}"/>
              </a:ext>
            </a:extLst>
          </p:cNvPr>
          <p:cNvSpPr>
            <a:spLocks noGrp="1"/>
          </p:cNvSpPr>
          <p:nvPr>
            <p:ph type="sldNum" sz="quarter" idx="12"/>
          </p:nvPr>
        </p:nvSpPr>
        <p:spPr/>
        <p:txBody>
          <a:bodyPr/>
          <a:lstStyle/>
          <a:p>
            <a:fld id="{EB4B8DE2-A4E8-46E4-8BBF-D75455EFF32C}" type="slidenum">
              <a:rPr lang="en-US" smtClean="0"/>
              <a:pPr/>
              <a:t>96</a:t>
            </a:fld>
            <a:endParaRPr lang="en-US" dirty="0"/>
          </a:p>
        </p:txBody>
      </p:sp>
      <p:cxnSp>
        <p:nvCxnSpPr>
          <p:cNvPr id="3" name="Straight Connector 2">
            <a:extLst>
              <a:ext uri="{FF2B5EF4-FFF2-40B4-BE49-F238E27FC236}">
                <a16:creationId xmlns:a16="http://schemas.microsoft.com/office/drawing/2014/main" id="{4EDB5250-FCAE-1AB0-0C55-F7A8C2C94E01}"/>
              </a:ext>
            </a:extLst>
          </p:cNvPr>
          <p:cNvCxnSpPr>
            <a:cxnSpLocks/>
          </p:cNvCxnSpPr>
          <p:nvPr/>
        </p:nvCxnSpPr>
        <p:spPr>
          <a:xfrm>
            <a:off x="5896680"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76832589-F5E6-BE28-B61D-2BDD8695B485}"/>
              </a:ext>
            </a:extLst>
          </p:cNvPr>
          <p:cNvCxnSpPr>
            <a:cxnSpLocks/>
          </p:cNvCxnSpPr>
          <p:nvPr/>
        </p:nvCxnSpPr>
        <p:spPr>
          <a:xfrm>
            <a:off x="6085698"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77FC2EE-08A3-A9C5-5C78-229054E51FA5}"/>
              </a:ext>
            </a:extLst>
          </p:cNvPr>
          <p:cNvCxnSpPr>
            <a:cxnSpLocks/>
          </p:cNvCxnSpPr>
          <p:nvPr/>
        </p:nvCxnSpPr>
        <p:spPr>
          <a:xfrm>
            <a:off x="6274716"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9DCEE40-6D21-4AEB-45F4-48CA840ACA64}"/>
              </a:ext>
            </a:extLst>
          </p:cNvPr>
          <p:cNvCxnSpPr>
            <a:cxnSpLocks/>
          </p:cNvCxnSpPr>
          <p:nvPr/>
        </p:nvCxnSpPr>
        <p:spPr>
          <a:xfrm>
            <a:off x="6463734"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CD45060-A51B-BFB2-5BEE-8DFCE2354A90}"/>
              </a:ext>
            </a:extLst>
          </p:cNvPr>
          <p:cNvCxnSpPr>
            <a:cxnSpLocks/>
          </p:cNvCxnSpPr>
          <p:nvPr/>
        </p:nvCxnSpPr>
        <p:spPr>
          <a:xfrm>
            <a:off x="6652752"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D7FA313-F8B8-92D6-8438-C26E73EB1A6A}"/>
              </a:ext>
            </a:extLst>
          </p:cNvPr>
          <p:cNvCxnSpPr>
            <a:cxnSpLocks/>
          </p:cNvCxnSpPr>
          <p:nvPr/>
        </p:nvCxnSpPr>
        <p:spPr>
          <a:xfrm>
            <a:off x="6841770"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85AA730-48D9-2DE9-3CFF-C80A87BB8FD5}"/>
              </a:ext>
            </a:extLst>
          </p:cNvPr>
          <p:cNvCxnSpPr>
            <a:cxnSpLocks/>
          </p:cNvCxnSpPr>
          <p:nvPr/>
        </p:nvCxnSpPr>
        <p:spPr>
          <a:xfrm>
            <a:off x="7030788"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47D02A9-9C64-8587-AB9F-EE064AE9F25E}"/>
              </a:ext>
            </a:extLst>
          </p:cNvPr>
          <p:cNvCxnSpPr>
            <a:cxnSpLocks/>
          </p:cNvCxnSpPr>
          <p:nvPr/>
        </p:nvCxnSpPr>
        <p:spPr>
          <a:xfrm>
            <a:off x="7219806"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D46F476-BA3C-CA1D-BEF8-8207FB9E99FE}"/>
              </a:ext>
            </a:extLst>
          </p:cNvPr>
          <p:cNvCxnSpPr>
            <a:cxnSpLocks/>
          </p:cNvCxnSpPr>
          <p:nvPr/>
        </p:nvCxnSpPr>
        <p:spPr>
          <a:xfrm>
            <a:off x="7408824"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E512894-5891-4573-DDF7-E5B2E8E32838}"/>
              </a:ext>
            </a:extLst>
          </p:cNvPr>
          <p:cNvCxnSpPr>
            <a:cxnSpLocks/>
          </p:cNvCxnSpPr>
          <p:nvPr/>
        </p:nvCxnSpPr>
        <p:spPr>
          <a:xfrm>
            <a:off x="7597842"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C0FFE9-5D4D-2FFF-397A-3307AAE3A700}"/>
              </a:ext>
            </a:extLst>
          </p:cNvPr>
          <p:cNvCxnSpPr>
            <a:cxnSpLocks/>
          </p:cNvCxnSpPr>
          <p:nvPr/>
        </p:nvCxnSpPr>
        <p:spPr>
          <a:xfrm>
            <a:off x="7786860"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69A7BFD-A982-8838-FEC4-FA77A54EE141}"/>
              </a:ext>
            </a:extLst>
          </p:cNvPr>
          <p:cNvCxnSpPr>
            <a:cxnSpLocks/>
          </p:cNvCxnSpPr>
          <p:nvPr/>
        </p:nvCxnSpPr>
        <p:spPr>
          <a:xfrm>
            <a:off x="7975878"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4A44DEE-98E1-A8B1-EB14-EDB8FBE661F5}"/>
              </a:ext>
            </a:extLst>
          </p:cNvPr>
          <p:cNvCxnSpPr>
            <a:cxnSpLocks/>
          </p:cNvCxnSpPr>
          <p:nvPr/>
        </p:nvCxnSpPr>
        <p:spPr>
          <a:xfrm>
            <a:off x="8164896"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7984986-EF13-51BD-A69C-2B1901E65B59}"/>
              </a:ext>
            </a:extLst>
          </p:cNvPr>
          <p:cNvCxnSpPr>
            <a:cxnSpLocks/>
          </p:cNvCxnSpPr>
          <p:nvPr/>
        </p:nvCxnSpPr>
        <p:spPr>
          <a:xfrm>
            <a:off x="8353914"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C8DDABF4-CC7C-59CE-B021-764859D636A1}"/>
              </a:ext>
            </a:extLst>
          </p:cNvPr>
          <p:cNvCxnSpPr>
            <a:cxnSpLocks/>
          </p:cNvCxnSpPr>
          <p:nvPr/>
        </p:nvCxnSpPr>
        <p:spPr>
          <a:xfrm>
            <a:off x="8542932"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85213F-9D81-7647-36DD-C95EA515950F}"/>
              </a:ext>
            </a:extLst>
          </p:cNvPr>
          <p:cNvCxnSpPr>
            <a:cxnSpLocks/>
          </p:cNvCxnSpPr>
          <p:nvPr/>
        </p:nvCxnSpPr>
        <p:spPr>
          <a:xfrm>
            <a:off x="8731950"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B7471D2-1270-1185-43DE-4F6702BBBC3E}"/>
              </a:ext>
            </a:extLst>
          </p:cNvPr>
          <p:cNvCxnSpPr>
            <a:cxnSpLocks/>
          </p:cNvCxnSpPr>
          <p:nvPr/>
        </p:nvCxnSpPr>
        <p:spPr>
          <a:xfrm>
            <a:off x="8920968"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1736AAF-011C-4AEA-45F2-A15F4916FF16}"/>
              </a:ext>
            </a:extLst>
          </p:cNvPr>
          <p:cNvCxnSpPr>
            <a:cxnSpLocks/>
          </p:cNvCxnSpPr>
          <p:nvPr/>
        </p:nvCxnSpPr>
        <p:spPr>
          <a:xfrm>
            <a:off x="9109986" y="2276082"/>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EF2D45A-440D-2D96-D2F3-6B90915FE3A5}"/>
              </a:ext>
            </a:extLst>
          </p:cNvPr>
          <p:cNvCxnSpPr>
            <a:cxnSpLocks/>
          </p:cNvCxnSpPr>
          <p:nvPr/>
        </p:nvCxnSpPr>
        <p:spPr>
          <a:xfrm>
            <a:off x="9299004" y="2276082"/>
            <a:ext cx="0" cy="461665"/>
          </a:xfrm>
          <a:prstGeom prst="line">
            <a:avLst/>
          </a:prstGeom>
          <a:ln w="10160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38B0C05-1F82-773B-8584-59B812196D3B}"/>
              </a:ext>
            </a:extLst>
          </p:cNvPr>
          <p:cNvCxnSpPr>
            <a:cxnSpLocks/>
          </p:cNvCxnSpPr>
          <p:nvPr/>
        </p:nvCxnSpPr>
        <p:spPr>
          <a:xfrm>
            <a:off x="9488022" y="2276082"/>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C702FBB-F83F-CB48-258B-685125777765}"/>
              </a:ext>
            </a:extLst>
          </p:cNvPr>
          <p:cNvCxnSpPr>
            <a:cxnSpLocks/>
          </p:cNvCxnSpPr>
          <p:nvPr/>
        </p:nvCxnSpPr>
        <p:spPr>
          <a:xfrm>
            <a:off x="9677040" y="2276082"/>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0B77F523-8C34-3D8B-5469-9BB5D42EF4FA}"/>
              </a:ext>
            </a:extLst>
          </p:cNvPr>
          <p:cNvCxnSpPr>
            <a:cxnSpLocks/>
          </p:cNvCxnSpPr>
          <p:nvPr/>
        </p:nvCxnSpPr>
        <p:spPr>
          <a:xfrm>
            <a:off x="9866058" y="2276082"/>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D862939-4CD3-B173-1A11-B696F58CD5C0}"/>
              </a:ext>
            </a:extLst>
          </p:cNvPr>
          <p:cNvCxnSpPr>
            <a:cxnSpLocks/>
          </p:cNvCxnSpPr>
          <p:nvPr/>
        </p:nvCxnSpPr>
        <p:spPr>
          <a:xfrm>
            <a:off x="10055076" y="2276082"/>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0085EB4-623F-9D64-9161-F4C7F96B7977}"/>
              </a:ext>
            </a:extLst>
          </p:cNvPr>
          <p:cNvCxnSpPr>
            <a:cxnSpLocks/>
          </p:cNvCxnSpPr>
          <p:nvPr/>
        </p:nvCxnSpPr>
        <p:spPr>
          <a:xfrm>
            <a:off x="10244094" y="2276082"/>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AD61D201-4743-7248-43A1-A82A213E0354}"/>
              </a:ext>
            </a:extLst>
          </p:cNvPr>
          <p:cNvCxnSpPr>
            <a:cxnSpLocks/>
          </p:cNvCxnSpPr>
          <p:nvPr/>
        </p:nvCxnSpPr>
        <p:spPr>
          <a:xfrm>
            <a:off x="10433102" y="2276082"/>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2AE810EE-4085-1414-72D0-58DB177CE561}"/>
              </a:ext>
            </a:extLst>
          </p:cNvPr>
          <p:cNvSpPr txBox="1"/>
          <p:nvPr/>
        </p:nvSpPr>
        <p:spPr>
          <a:xfrm>
            <a:off x="5756413" y="1928589"/>
            <a:ext cx="2289113" cy="246221"/>
          </a:xfrm>
          <a:prstGeom prst="rect">
            <a:avLst/>
          </a:prstGeom>
          <a:noFill/>
        </p:spPr>
        <p:txBody>
          <a:bodyPr wrap="square" rtlCol="0">
            <a:spAutoFit/>
          </a:bodyPr>
          <a:lstStyle/>
          <a:p>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Category 1</a:t>
            </a:r>
          </a:p>
        </p:txBody>
      </p:sp>
      <p:sp>
        <p:nvSpPr>
          <p:cNvPr id="29" name="TextBox 28">
            <a:extLst>
              <a:ext uri="{FF2B5EF4-FFF2-40B4-BE49-F238E27FC236}">
                <a16:creationId xmlns:a16="http://schemas.microsoft.com/office/drawing/2014/main" id="{7B692A20-002F-EB66-0BEA-7E9CDBAEF3AC}"/>
              </a:ext>
            </a:extLst>
          </p:cNvPr>
          <p:cNvSpPr txBox="1"/>
          <p:nvPr/>
        </p:nvSpPr>
        <p:spPr>
          <a:xfrm>
            <a:off x="10622110" y="2276081"/>
            <a:ext cx="1290819" cy="461665"/>
          </a:xfrm>
          <a:prstGeom prst="rect">
            <a:avLst/>
          </a:prstGeom>
          <a:noFill/>
        </p:spPr>
        <p:txBody>
          <a:bodyPr wrap="square" rtlCol="0">
            <a:spAutoFit/>
          </a:bodyPr>
          <a:lstStyle/>
          <a:p>
            <a:r>
              <a:rPr lang="en-US" sz="24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cxnSp>
        <p:nvCxnSpPr>
          <p:cNvPr id="30" name="Straight Connector 29">
            <a:extLst>
              <a:ext uri="{FF2B5EF4-FFF2-40B4-BE49-F238E27FC236}">
                <a16:creationId xmlns:a16="http://schemas.microsoft.com/office/drawing/2014/main" id="{25926246-6651-8136-0E6D-5F95CF551517}"/>
              </a:ext>
            </a:extLst>
          </p:cNvPr>
          <p:cNvCxnSpPr>
            <a:cxnSpLocks/>
          </p:cNvCxnSpPr>
          <p:nvPr/>
        </p:nvCxnSpPr>
        <p:spPr>
          <a:xfrm>
            <a:off x="5896680"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FB94E97-4AB8-6BBE-D2CB-5C9E790234E0}"/>
              </a:ext>
            </a:extLst>
          </p:cNvPr>
          <p:cNvCxnSpPr>
            <a:cxnSpLocks/>
          </p:cNvCxnSpPr>
          <p:nvPr/>
        </p:nvCxnSpPr>
        <p:spPr>
          <a:xfrm>
            <a:off x="6085698"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56C867E9-D038-678E-D912-6F6BCD020FEE}"/>
              </a:ext>
            </a:extLst>
          </p:cNvPr>
          <p:cNvCxnSpPr>
            <a:cxnSpLocks/>
          </p:cNvCxnSpPr>
          <p:nvPr/>
        </p:nvCxnSpPr>
        <p:spPr>
          <a:xfrm>
            <a:off x="6274716"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6D0D342-6683-7E50-FAD9-137D8694266C}"/>
              </a:ext>
            </a:extLst>
          </p:cNvPr>
          <p:cNvCxnSpPr>
            <a:cxnSpLocks/>
          </p:cNvCxnSpPr>
          <p:nvPr/>
        </p:nvCxnSpPr>
        <p:spPr>
          <a:xfrm>
            <a:off x="6463734"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F82C821-C715-EF27-601F-9F283B391DC1}"/>
              </a:ext>
            </a:extLst>
          </p:cNvPr>
          <p:cNvCxnSpPr>
            <a:cxnSpLocks/>
          </p:cNvCxnSpPr>
          <p:nvPr/>
        </p:nvCxnSpPr>
        <p:spPr>
          <a:xfrm>
            <a:off x="6652752"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ECF4407-E3A7-3F0B-4FEE-3FBC0B0B0287}"/>
              </a:ext>
            </a:extLst>
          </p:cNvPr>
          <p:cNvCxnSpPr>
            <a:cxnSpLocks/>
          </p:cNvCxnSpPr>
          <p:nvPr/>
        </p:nvCxnSpPr>
        <p:spPr>
          <a:xfrm>
            <a:off x="6841770"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2ECD7702-51C4-380A-04FE-B426B8262A89}"/>
              </a:ext>
            </a:extLst>
          </p:cNvPr>
          <p:cNvCxnSpPr>
            <a:cxnSpLocks/>
          </p:cNvCxnSpPr>
          <p:nvPr/>
        </p:nvCxnSpPr>
        <p:spPr>
          <a:xfrm>
            <a:off x="7030788"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23EDAD5-3D9D-E47C-8662-00177A49AA84}"/>
              </a:ext>
            </a:extLst>
          </p:cNvPr>
          <p:cNvCxnSpPr>
            <a:cxnSpLocks/>
          </p:cNvCxnSpPr>
          <p:nvPr/>
        </p:nvCxnSpPr>
        <p:spPr>
          <a:xfrm>
            <a:off x="7219806"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91D0855-2473-4D8B-D0C6-77256638247F}"/>
              </a:ext>
            </a:extLst>
          </p:cNvPr>
          <p:cNvCxnSpPr>
            <a:cxnSpLocks/>
          </p:cNvCxnSpPr>
          <p:nvPr/>
        </p:nvCxnSpPr>
        <p:spPr>
          <a:xfrm>
            <a:off x="7408824"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6A6CF66-CA08-29DD-FADF-5FDDA9030089}"/>
              </a:ext>
            </a:extLst>
          </p:cNvPr>
          <p:cNvCxnSpPr>
            <a:cxnSpLocks/>
          </p:cNvCxnSpPr>
          <p:nvPr/>
        </p:nvCxnSpPr>
        <p:spPr>
          <a:xfrm>
            <a:off x="7597842"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E43F6E4-C795-7617-289C-187C1BF38EF0}"/>
              </a:ext>
            </a:extLst>
          </p:cNvPr>
          <p:cNvCxnSpPr>
            <a:cxnSpLocks/>
          </p:cNvCxnSpPr>
          <p:nvPr/>
        </p:nvCxnSpPr>
        <p:spPr>
          <a:xfrm>
            <a:off x="7786860" y="3662493"/>
            <a:ext cx="0" cy="461665"/>
          </a:xfrm>
          <a:prstGeom prst="line">
            <a:avLst/>
          </a:prstGeom>
          <a:ln w="101600" cap="rnd"/>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6E7563C1-F7EE-42C6-39FB-E8152A8FC1E4}"/>
              </a:ext>
            </a:extLst>
          </p:cNvPr>
          <p:cNvCxnSpPr>
            <a:cxnSpLocks/>
          </p:cNvCxnSpPr>
          <p:nvPr/>
        </p:nvCxnSpPr>
        <p:spPr>
          <a:xfrm>
            <a:off x="7975878"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7C79293-92E2-64D6-3A0B-17A8DCA8D48F}"/>
              </a:ext>
            </a:extLst>
          </p:cNvPr>
          <p:cNvCxnSpPr>
            <a:cxnSpLocks/>
          </p:cNvCxnSpPr>
          <p:nvPr/>
        </p:nvCxnSpPr>
        <p:spPr>
          <a:xfrm>
            <a:off x="8164896"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7F15FC1-3062-3E4E-19D0-51AB03006377}"/>
              </a:ext>
            </a:extLst>
          </p:cNvPr>
          <p:cNvCxnSpPr>
            <a:cxnSpLocks/>
          </p:cNvCxnSpPr>
          <p:nvPr/>
        </p:nvCxnSpPr>
        <p:spPr>
          <a:xfrm>
            <a:off x="8353914"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7DEC281-9B55-046A-40EE-88094D0B6EB7}"/>
              </a:ext>
            </a:extLst>
          </p:cNvPr>
          <p:cNvCxnSpPr>
            <a:cxnSpLocks/>
          </p:cNvCxnSpPr>
          <p:nvPr/>
        </p:nvCxnSpPr>
        <p:spPr>
          <a:xfrm>
            <a:off x="8542932"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2696DE9-BB44-42CB-5D6C-EBA27EB5CEE3}"/>
              </a:ext>
            </a:extLst>
          </p:cNvPr>
          <p:cNvCxnSpPr>
            <a:cxnSpLocks/>
          </p:cNvCxnSpPr>
          <p:nvPr/>
        </p:nvCxnSpPr>
        <p:spPr>
          <a:xfrm>
            <a:off x="8731950"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660B11C-6F3B-A041-BCEB-0F13874DD38D}"/>
              </a:ext>
            </a:extLst>
          </p:cNvPr>
          <p:cNvCxnSpPr>
            <a:cxnSpLocks/>
          </p:cNvCxnSpPr>
          <p:nvPr/>
        </p:nvCxnSpPr>
        <p:spPr>
          <a:xfrm>
            <a:off x="8920968"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79256617-4FDB-62C1-2EF1-94CCD85D43B8}"/>
              </a:ext>
            </a:extLst>
          </p:cNvPr>
          <p:cNvCxnSpPr>
            <a:cxnSpLocks/>
          </p:cNvCxnSpPr>
          <p:nvPr/>
        </p:nvCxnSpPr>
        <p:spPr>
          <a:xfrm>
            <a:off x="9109986"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2585CC-0B2F-CA8A-2271-A43E4C5336D2}"/>
              </a:ext>
            </a:extLst>
          </p:cNvPr>
          <p:cNvCxnSpPr>
            <a:cxnSpLocks/>
          </p:cNvCxnSpPr>
          <p:nvPr/>
        </p:nvCxnSpPr>
        <p:spPr>
          <a:xfrm>
            <a:off x="9299004"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AD64F85-B506-D3F2-990C-18ABFA1D46C7}"/>
              </a:ext>
            </a:extLst>
          </p:cNvPr>
          <p:cNvCxnSpPr>
            <a:cxnSpLocks/>
          </p:cNvCxnSpPr>
          <p:nvPr/>
        </p:nvCxnSpPr>
        <p:spPr>
          <a:xfrm>
            <a:off x="9488022"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74585EF-3479-99B4-BCED-91EFC52468D2}"/>
              </a:ext>
            </a:extLst>
          </p:cNvPr>
          <p:cNvCxnSpPr>
            <a:cxnSpLocks/>
          </p:cNvCxnSpPr>
          <p:nvPr/>
        </p:nvCxnSpPr>
        <p:spPr>
          <a:xfrm>
            <a:off x="9677040"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6203940C-0673-54F1-6369-328CF302B4EC}"/>
              </a:ext>
            </a:extLst>
          </p:cNvPr>
          <p:cNvCxnSpPr>
            <a:cxnSpLocks/>
          </p:cNvCxnSpPr>
          <p:nvPr/>
        </p:nvCxnSpPr>
        <p:spPr>
          <a:xfrm>
            <a:off x="9866058"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10122C3-5E8D-E4B7-0D6E-EFF0CCE2495F}"/>
              </a:ext>
            </a:extLst>
          </p:cNvPr>
          <p:cNvCxnSpPr>
            <a:cxnSpLocks/>
          </p:cNvCxnSpPr>
          <p:nvPr/>
        </p:nvCxnSpPr>
        <p:spPr>
          <a:xfrm>
            <a:off x="10055076"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35F83A-5835-7EAE-EEC8-A93098B28915}"/>
              </a:ext>
            </a:extLst>
          </p:cNvPr>
          <p:cNvCxnSpPr>
            <a:cxnSpLocks/>
          </p:cNvCxnSpPr>
          <p:nvPr/>
        </p:nvCxnSpPr>
        <p:spPr>
          <a:xfrm>
            <a:off x="10244094"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3D113129-EB0D-C386-7A32-A83311FFD986}"/>
              </a:ext>
            </a:extLst>
          </p:cNvPr>
          <p:cNvCxnSpPr>
            <a:cxnSpLocks/>
          </p:cNvCxnSpPr>
          <p:nvPr/>
        </p:nvCxnSpPr>
        <p:spPr>
          <a:xfrm>
            <a:off x="10433102" y="3662493"/>
            <a:ext cx="0" cy="461665"/>
          </a:xfrm>
          <a:prstGeom prst="line">
            <a:avLst/>
          </a:prstGeom>
          <a:ln w="101600" cap="rnd">
            <a:solidFill>
              <a:schemeClr val="bg2"/>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08F253A4-83DC-933F-376D-AF925F2E2C11}"/>
              </a:ext>
            </a:extLst>
          </p:cNvPr>
          <p:cNvSpPr txBox="1"/>
          <p:nvPr/>
        </p:nvSpPr>
        <p:spPr>
          <a:xfrm>
            <a:off x="5756413" y="3315000"/>
            <a:ext cx="2289113" cy="246221"/>
          </a:xfrm>
          <a:prstGeom prst="rect">
            <a:avLst/>
          </a:prstGeom>
          <a:noFill/>
        </p:spPr>
        <p:txBody>
          <a:bodyPr wrap="square" rtlCol="0">
            <a:spAutoFit/>
          </a:bodyPr>
          <a:lstStyle/>
          <a:p>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Category 2</a:t>
            </a:r>
          </a:p>
        </p:txBody>
      </p:sp>
      <p:sp>
        <p:nvSpPr>
          <p:cNvPr id="56" name="TextBox 55">
            <a:extLst>
              <a:ext uri="{FF2B5EF4-FFF2-40B4-BE49-F238E27FC236}">
                <a16:creationId xmlns:a16="http://schemas.microsoft.com/office/drawing/2014/main" id="{C8FEBBF8-CF36-8894-D896-C13667DE38FF}"/>
              </a:ext>
            </a:extLst>
          </p:cNvPr>
          <p:cNvSpPr txBox="1"/>
          <p:nvPr/>
        </p:nvSpPr>
        <p:spPr>
          <a:xfrm>
            <a:off x="10622110" y="3662492"/>
            <a:ext cx="1290819" cy="461665"/>
          </a:xfrm>
          <a:prstGeom prst="rect">
            <a:avLst/>
          </a:prstGeom>
          <a:noFill/>
        </p:spPr>
        <p:txBody>
          <a:bodyPr wrap="square" rtlCol="0">
            <a:spAutoFit/>
          </a:bodyPr>
          <a:lstStyle/>
          <a:p>
            <a:r>
              <a:rPr lang="en-US" sz="24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Tree>
    <p:extLst>
      <p:ext uri="{BB962C8B-B14F-4D97-AF65-F5344CB8AC3E}">
        <p14:creationId xmlns:p14="http://schemas.microsoft.com/office/powerpoint/2010/main" val="10768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C97162-CBF7-5A10-E5C1-157CD8E1BFCE}"/>
              </a:ext>
            </a:extLst>
          </p:cNvPr>
          <p:cNvSpPr>
            <a:spLocks noGrp="1"/>
          </p:cNvSpPr>
          <p:nvPr>
            <p:ph type="sldNum" sz="quarter" idx="12"/>
          </p:nvPr>
        </p:nvSpPr>
        <p:spPr/>
        <p:txBody>
          <a:bodyPr/>
          <a:lstStyle/>
          <a:p>
            <a:fld id="{EB4B8DE2-A4E8-46E4-8BBF-D75455EFF32C}" type="slidenum">
              <a:rPr lang="en-US" smtClean="0"/>
              <a:pPr/>
              <a:t>97</a:t>
            </a:fld>
            <a:endParaRPr lang="en-US" dirty="0"/>
          </a:p>
        </p:txBody>
      </p:sp>
      <p:graphicFrame>
        <p:nvGraphicFramePr>
          <p:cNvPr id="3" name="Chart 2">
            <a:extLst>
              <a:ext uri="{FF2B5EF4-FFF2-40B4-BE49-F238E27FC236}">
                <a16:creationId xmlns:a16="http://schemas.microsoft.com/office/drawing/2014/main" id="{A3F9DE9B-0B8E-B1DE-D81C-25D3DC1E6D4A}"/>
              </a:ext>
            </a:extLst>
          </p:cNvPr>
          <p:cNvGraphicFramePr/>
          <p:nvPr>
            <p:extLst>
              <p:ext uri="{D42A27DB-BD31-4B8C-83A1-F6EECF244321}">
                <p14:modId xmlns:p14="http://schemas.microsoft.com/office/powerpoint/2010/main" val="4157988240"/>
              </p:ext>
            </p:extLst>
          </p:nvPr>
        </p:nvGraphicFramePr>
        <p:xfrm>
          <a:off x="4519448" y="742384"/>
          <a:ext cx="7313965" cy="506994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18116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3AD6BF-BF88-E440-B8EC-8B256E5B995C}"/>
              </a:ext>
            </a:extLst>
          </p:cNvPr>
          <p:cNvSpPr>
            <a:spLocks noGrp="1"/>
          </p:cNvSpPr>
          <p:nvPr>
            <p:ph type="sldNum" sz="quarter" idx="12"/>
          </p:nvPr>
        </p:nvSpPr>
        <p:spPr/>
        <p:txBody>
          <a:bodyPr/>
          <a:lstStyle/>
          <a:p>
            <a:fld id="{EB4B8DE2-A4E8-46E4-8BBF-D75455EFF32C}" type="slidenum">
              <a:rPr lang="en-US" smtClean="0"/>
              <a:pPr/>
              <a:t>98</a:t>
            </a:fld>
            <a:endParaRPr lang="en-US" dirty="0"/>
          </a:p>
        </p:txBody>
      </p:sp>
      <p:graphicFrame>
        <p:nvGraphicFramePr>
          <p:cNvPr id="3" name="Chart 2">
            <a:extLst>
              <a:ext uri="{FF2B5EF4-FFF2-40B4-BE49-F238E27FC236}">
                <a16:creationId xmlns:a16="http://schemas.microsoft.com/office/drawing/2014/main" id="{B74232B5-D910-6E3F-BEEE-EFBD88166EAD}"/>
              </a:ext>
            </a:extLst>
          </p:cNvPr>
          <p:cNvGraphicFramePr/>
          <p:nvPr>
            <p:extLst>
              <p:ext uri="{D42A27DB-BD31-4B8C-83A1-F6EECF244321}">
                <p14:modId xmlns:p14="http://schemas.microsoft.com/office/powerpoint/2010/main" val="3970822296"/>
              </p:ext>
            </p:extLst>
          </p:nvPr>
        </p:nvGraphicFramePr>
        <p:xfrm>
          <a:off x="4519448" y="986828"/>
          <a:ext cx="7313965" cy="485265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366259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34DA-DC27-4BF8-9844-075AF5334209}"/>
              </a:ext>
            </a:extLst>
          </p:cNvPr>
          <p:cNvSpPr>
            <a:spLocks noGrp="1"/>
          </p:cNvSpPr>
          <p:nvPr>
            <p:ph type="sldNum" sz="quarter" idx="12"/>
          </p:nvPr>
        </p:nvSpPr>
        <p:spPr/>
        <p:txBody>
          <a:bodyPr/>
          <a:lstStyle/>
          <a:p>
            <a:fld id="{EB4B8DE2-A4E8-46E4-8BBF-D75455EFF32C}" type="slidenum">
              <a:rPr lang="en-US" smtClean="0"/>
              <a:pPr/>
              <a:t>99</a:t>
            </a:fld>
            <a:endParaRPr lang="en-US" dirty="0"/>
          </a:p>
        </p:txBody>
      </p:sp>
      <p:graphicFrame>
        <p:nvGraphicFramePr>
          <p:cNvPr id="3" name="Chart 2">
            <a:extLst>
              <a:ext uri="{FF2B5EF4-FFF2-40B4-BE49-F238E27FC236}">
                <a16:creationId xmlns:a16="http://schemas.microsoft.com/office/drawing/2014/main" id="{B54AC899-06E9-A1C8-69FD-7D940FDA7A7A}"/>
              </a:ext>
            </a:extLst>
          </p:cNvPr>
          <p:cNvGraphicFramePr/>
          <p:nvPr>
            <p:extLst>
              <p:ext uri="{D42A27DB-BD31-4B8C-83A1-F6EECF244321}">
                <p14:modId xmlns:p14="http://schemas.microsoft.com/office/powerpoint/2010/main" val="1509857720"/>
              </p:ext>
            </p:extLst>
          </p:nvPr>
        </p:nvGraphicFramePr>
        <p:xfrm>
          <a:off x="4519448" y="735980"/>
          <a:ext cx="7313965" cy="532984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92858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1E05534-2EB1-D7BE-B342-1026F5651A27}"/>
              </a:ext>
            </a:extLst>
          </p:cNvPr>
          <p:cNvSpPr>
            <a:spLocks noGrp="1"/>
          </p:cNvSpPr>
          <p:nvPr>
            <p:ph type="sldNum" sz="quarter" idx="12"/>
          </p:nvPr>
        </p:nvSpPr>
        <p:spPr/>
        <p:txBody>
          <a:bodyPr/>
          <a:lstStyle/>
          <a:p>
            <a:fld id="{EB4B8DE2-A4E8-46E4-8BBF-D75455EFF32C}" type="slidenum">
              <a:rPr lang="en-US" smtClean="0"/>
              <a:pPr/>
              <a:t>100</a:t>
            </a:fld>
            <a:endParaRPr lang="en-US" dirty="0"/>
          </a:p>
        </p:txBody>
      </p:sp>
      <p:graphicFrame>
        <p:nvGraphicFramePr>
          <p:cNvPr id="3" name="Chart 2">
            <a:extLst>
              <a:ext uri="{FF2B5EF4-FFF2-40B4-BE49-F238E27FC236}">
                <a16:creationId xmlns:a16="http://schemas.microsoft.com/office/drawing/2014/main" id="{C1BD4436-EC90-342C-9DFB-B298128CED18}"/>
              </a:ext>
            </a:extLst>
          </p:cNvPr>
          <p:cNvGraphicFramePr/>
          <p:nvPr>
            <p:extLst>
              <p:ext uri="{D42A27DB-BD31-4B8C-83A1-F6EECF244321}">
                <p14:modId xmlns:p14="http://schemas.microsoft.com/office/powerpoint/2010/main" val="1793766884"/>
              </p:ext>
            </p:extLst>
          </p:nvPr>
        </p:nvGraphicFramePr>
        <p:xfrm>
          <a:off x="4519448" y="1294646"/>
          <a:ext cx="7170052" cy="47259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920574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A9E6AB6-77B2-6F0C-0EF1-7999CA32AF23}"/>
              </a:ext>
            </a:extLst>
          </p:cNvPr>
          <p:cNvSpPr>
            <a:spLocks noGrp="1"/>
          </p:cNvSpPr>
          <p:nvPr>
            <p:ph type="sldNum" sz="quarter" idx="12"/>
          </p:nvPr>
        </p:nvSpPr>
        <p:spPr/>
        <p:txBody>
          <a:bodyPr/>
          <a:lstStyle/>
          <a:p>
            <a:fld id="{EB4B8DE2-A4E8-46E4-8BBF-D75455EFF32C}" type="slidenum">
              <a:rPr lang="en-US" smtClean="0"/>
              <a:pPr/>
              <a:t>101</a:t>
            </a:fld>
            <a:endParaRPr lang="en-US" dirty="0"/>
          </a:p>
        </p:txBody>
      </p:sp>
      <p:sp>
        <p:nvSpPr>
          <p:cNvPr id="3" name="TextBox 2">
            <a:extLst>
              <a:ext uri="{FF2B5EF4-FFF2-40B4-BE49-F238E27FC236}">
                <a16:creationId xmlns:a16="http://schemas.microsoft.com/office/drawing/2014/main" id="{F72FC7F4-D357-371C-64D6-659208A40AD6}"/>
              </a:ext>
            </a:extLst>
          </p:cNvPr>
          <p:cNvSpPr txBox="1"/>
          <p:nvPr/>
        </p:nvSpPr>
        <p:spPr>
          <a:xfrm>
            <a:off x="5223918" y="2241616"/>
            <a:ext cx="1309168" cy="230832"/>
          </a:xfrm>
          <a:prstGeom prst="rect">
            <a:avLst/>
          </a:prstGeom>
          <a:noFill/>
        </p:spPr>
        <p:txBody>
          <a:bodyPr wrap="square" rtlCol="0">
            <a:spAutoFit/>
          </a:bodyPr>
          <a:lstStyle/>
          <a:p>
            <a:pPr algn="r"/>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Category 1</a:t>
            </a:r>
          </a:p>
        </p:txBody>
      </p:sp>
      <p:sp>
        <p:nvSpPr>
          <p:cNvPr id="4" name="TextBox 3">
            <a:extLst>
              <a:ext uri="{FF2B5EF4-FFF2-40B4-BE49-F238E27FC236}">
                <a16:creationId xmlns:a16="http://schemas.microsoft.com/office/drawing/2014/main" id="{A201C5DF-D44D-55A1-AF75-F8F02438A02E}"/>
              </a:ext>
            </a:extLst>
          </p:cNvPr>
          <p:cNvSpPr txBox="1"/>
          <p:nvPr/>
        </p:nvSpPr>
        <p:spPr>
          <a:xfrm>
            <a:off x="9674586" y="2060635"/>
            <a:ext cx="975961" cy="369332"/>
          </a:xfrm>
          <a:prstGeom prst="rect">
            <a:avLst/>
          </a:prstGeom>
          <a:noFill/>
        </p:spPr>
        <p:txBody>
          <a:bodyPr wrap="square" rtlCol="0">
            <a:spAutoFit/>
          </a:bodyPr>
          <a:lstStyle/>
          <a:p>
            <a:r>
              <a:rPr lang="en-US"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5" name="Oval 4">
            <a:extLst>
              <a:ext uri="{FF2B5EF4-FFF2-40B4-BE49-F238E27FC236}">
                <a16:creationId xmlns:a16="http://schemas.microsoft.com/office/drawing/2014/main" id="{E7D61F82-935D-473E-9CAF-523FB3C8B7CE}"/>
              </a:ext>
            </a:extLst>
          </p:cNvPr>
          <p:cNvSpPr/>
          <p:nvPr/>
        </p:nvSpPr>
        <p:spPr>
          <a:xfrm>
            <a:off x="6619751" y="1890868"/>
            <a:ext cx="932329" cy="93232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6" name="Oval 5">
            <a:extLst>
              <a:ext uri="{FF2B5EF4-FFF2-40B4-BE49-F238E27FC236}">
                <a16:creationId xmlns:a16="http://schemas.microsoft.com/office/drawing/2014/main" id="{78327B53-72A9-81E9-D77A-81FAA0C39F6A}"/>
              </a:ext>
            </a:extLst>
          </p:cNvPr>
          <p:cNvSpPr/>
          <p:nvPr/>
        </p:nvSpPr>
        <p:spPr>
          <a:xfrm>
            <a:off x="7552080" y="1635093"/>
            <a:ext cx="1465104" cy="146510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7" name="Oval 6">
            <a:extLst>
              <a:ext uri="{FF2B5EF4-FFF2-40B4-BE49-F238E27FC236}">
                <a16:creationId xmlns:a16="http://schemas.microsoft.com/office/drawing/2014/main" id="{D2022E81-EA07-B831-1B44-FB4BDDD48CD0}"/>
              </a:ext>
            </a:extLst>
          </p:cNvPr>
          <p:cNvSpPr/>
          <p:nvPr/>
        </p:nvSpPr>
        <p:spPr>
          <a:xfrm>
            <a:off x="9017184" y="1176183"/>
            <a:ext cx="2569125" cy="2569125"/>
          </a:xfrm>
          <a:prstGeom prst="ellipse">
            <a:avLst/>
          </a:prstGeom>
          <a:no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8" name="TextBox 7">
            <a:extLst>
              <a:ext uri="{FF2B5EF4-FFF2-40B4-BE49-F238E27FC236}">
                <a16:creationId xmlns:a16="http://schemas.microsoft.com/office/drawing/2014/main" id="{8FDF76C3-2092-BDEE-E8DC-52C18D35C831}"/>
              </a:ext>
            </a:extLst>
          </p:cNvPr>
          <p:cNvSpPr txBox="1"/>
          <p:nvPr/>
        </p:nvSpPr>
        <p:spPr>
          <a:xfrm>
            <a:off x="9674586" y="2419594"/>
            <a:ext cx="1408010" cy="338554"/>
          </a:xfrm>
          <a:prstGeom prst="rect">
            <a:avLst/>
          </a:prstGeom>
          <a:noFill/>
        </p:spPr>
        <p:txBody>
          <a:bodyPr wrap="square" rtlCol="0">
            <a:spAutoFit/>
          </a:bodyPr>
          <a:lstStyle/>
          <a:p>
            <a:r>
              <a:rPr lang="en-US" sz="8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 </a:t>
            </a:r>
            <a:r>
              <a:rPr lang="en-US" sz="800" dirty="0" err="1">
                <a:latin typeface="Amazon Ember Mono" panose="020B0509020204020204" pitchFamily="49" charset="0"/>
                <a:ea typeface="Amazon Ember Mono" panose="020B0509020204020204" pitchFamily="49" charset="0"/>
                <a:cs typeface="Amazon Ember Mono" panose="020B0509020204020204" pitchFamily="49" charset="0"/>
              </a:rPr>
              <a:t>amet</a:t>
            </a:r>
            <a:r>
              <a:rPr lang="en-US" sz="800" dirty="0">
                <a:latin typeface="Amazon Ember Mono" panose="020B0509020204020204" pitchFamily="49" charset="0"/>
                <a:ea typeface="Amazon Ember Mono" panose="020B0509020204020204" pitchFamily="49" charset="0"/>
                <a:cs typeface="Amazon Ember Mono" panose="020B0509020204020204" pitchFamily="49" charset="0"/>
              </a:rPr>
              <a:t> </a:t>
            </a:r>
            <a:r>
              <a:rPr lang="en-US" sz="800" dirty="0" err="1">
                <a:latin typeface="Amazon Ember Mono" panose="020B0509020204020204" pitchFamily="49" charset="0"/>
                <a:ea typeface="Amazon Ember Mono" panose="020B0509020204020204" pitchFamily="49" charset="0"/>
                <a:cs typeface="Amazon Ember Mono" panose="020B0509020204020204" pitchFamily="49" charset="0"/>
              </a:rPr>
              <a:t>consectetur</a:t>
            </a:r>
            <a:endParaRPr lang="en-US" sz="800" dirty="0">
              <a:latin typeface="Amazon Ember Mono" panose="020B0509020204020204" pitchFamily="49" charset="0"/>
              <a:ea typeface="Amazon Ember Mono" panose="020B0509020204020204" pitchFamily="49" charset="0"/>
              <a:cs typeface="Amazon Ember Mono" panose="020B0509020204020204" pitchFamily="49" charset="0"/>
            </a:endParaRPr>
          </a:p>
        </p:txBody>
      </p:sp>
      <p:sp>
        <p:nvSpPr>
          <p:cNvPr id="9" name="TextBox 8">
            <a:extLst>
              <a:ext uri="{FF2B5EF4-FFF2-40B4-BE49-F238E27FC236}">
                <a16:creationId xmlns:a16="http://schemas.microsoft.com/office/drawing/2014/main" id="{F14CD4EF-7256-C8C1-8673-E69AA6CAFE15}"/>
              </a:ext>
            </a:extLst>
          </p:cNvPr>
          <p:cNvSpPr txBox="1"/>
          <p:nvPr/>
        </p:nvSpPr>
        <p:spPr>
          <a:xfrm>
            <a:off x="6720720" y="2195449"/>
            <a:ext cx="734967" cy="276999"/>
          </a:xfrm>
          <a:prstGeom prst="rect">
            <a:avLst/>
          </a:prstGeom>
          <a:noFill/>
        </p:spPr>
        <p:txBody>
          <a:bodyPr wrap="square" rtlCol="0">
            <a:spAutoFit/>
          </a:bodyPr>
          <a:lstStyle/>
          <a:p>
            <a:pPr algn="ctr"/>
            <a:r>
              <a:rPr lang="en-US" sz="12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0" name="TextBox 9">
            <a:extLst>
              <a:ext uri="{FF2B5EF4-FFF2-40B4-BE49-F238E27FC236}">
                <a16:creationId xmlns:a16="http://schemas.microsoft.com/office/drawing/2014/main" id="{4908B0BC-40E5-7F3F-0D4B-EA2E1878D9A3}"/>
              </a:ext>
            </a:extLst>
          </p:cNvPr>
          <p:cNvSpPr txBox="1"/>
          <p:nvPr/>
        </p:nvSpPr>
        <p:spPr>
          <a:xfrm>
            <a:off x="7638745" y="2195449"/>
            <a:ext cx="1282045" cy="276999"/>
          </a:xfrm>
          <a:prstGeom prst="rect">
            <a:avLst/>
          </a:prstGeom>
          <a:noFill/>
        </p:spPr>
        <p:txBody>
          <a:bodyPr wrap="square" rtlCol="0">
            <a:spAutoFit/>
          </a:bodyPr>
          <a:lstStyle/>
          <a:p>
            <a:pPr algn="ctr"/>
            <a:r>
              <a:rPr lang="en-US" sz="12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1" name="TextBox 10">
            <a:extLst>
              <a:ext uri="{FF2B5EF4-FFF2-40B4-BE49-F238E27FC236}">
                <a16:creationId xmlns:a16="http://schemas.microsoft.com/office/drawing/2014/main" id="{E00C69D1-76A1-F1B8-2E1D-75B4F104A464}"/>
              </a:ext>
            </a:extLst>
          </p:cNvPr>
          <p:cNvSpPr txBox="1"/>
          <p:nvPr/>
        </p:nvSpPr>
        <p:spPr>
          <a:xfrm>
            <a:off x="5223918" y="4166472"/>
            <a:ext cx="1309168" cy="230832"/>
          </a:xfrm>
          <a:prstGeom prst="rect">
            <a:avLst/>
          </a:prstGeom>
          <a:noFill/>
        </p:spPr>
        <p:txBody>
          <a:bodyPr wrap="square" rtlCol="0">
            <a:spAutoFit/>
          </a:bodyPr>
          <a:lstStyle/>
          <a:p>
            <a:pPr algn="r"/>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Category 2</a:t>
            </a:r>
          </a:p>
        </p:txBody>
      </p:sp>
      <p:sp>
        <p:nvSpPr>
          <p:cNvPr id="12" name="Oval 11">
            <a:extLst>
              <a:ext uri="{FF2B5EF4-FFF2-40B4-BE49-F238E27FC236}">
                <a16:creationId xmlns:a16="http://schemas.microsoft.com/office/drawing/2014/main" id="{BDF7B36B-3892-A8AA-FF8C-A4C7C6137F3F}"/>
              </a:ext>
            </a:extLst>
          </p:cNvPr>
          <p:cNvSpPr/>
          <p:nvPr/>
        </p:nvSpPr>
        <p:spPr>
          <a:xfrm>
            <a:off x="6619751" y="3740370"/>
            <a:ext cx="1085829" cy="108582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13" name="TextBox 12">
            <a:extLst>
              <a:ext uri="{FF2B5EF4-FFF2-40B4-BE49-F238E27FC236}">
                <a16:creationId xmlns:a16="http://schemas.microsoft.com/office/drawing/2014/main" id="{0D5ADD2E-E805-611A-1C0D-1252FA6E3DEB}"/>
              </a:ext>
            </a:extLst>
          </p:cNvPr>
          <p:cNvSpPr txBox="1"/>
          <p:nvPr/>
        </p:nvSpPr>
        <p:spPr>
          <a:xfrm>
            <a:off x="6817113" y="4144784"/>
            <a:ext cx="734967" cy="276999"/>
          </a:xfrm>
          <a:prstGeom prst="rect">
            <a:avLst/>
          </a:prstGeom>
          <a:noFill/>
        </p:spPr>
        <p:txBody>
          <a:bodyPr wrap="square" rtlCol="0">
            <a:spAutoFit/>
          </a:bodyPr>
          <a:lstStyle/>
          <a:p>
            <a:pPr algn="ctr"/>
            <a:r>
              <a:rPr lang="en-US" sz="12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4" name="Oval 13">
            <a:extLst>
              <a:ext uri="{FF2B5EF4-FFF2-40B4-BE49-F238E27FC236}">
                <a16:creationId xmlns:a16="http://schemas.microsoft.com/office/drawing/2014/main" id="{453C0FC2-3CE6-F444-709D-09925C0E5C76}"/>
              </a:ext>
            </a:extLst>
          </p:cNvPr>
          <p:cNvSpPr/>
          <p:nvPr/>
        </p:nvSpPr>
        <p:spPr>
          <a:xfrm>
            <a:off x="7705580" y="3898450"/>
            <a:ext cx="851324" cy="85132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15" name="TextBox 14">
            <a:extLst>
              <a:ext uri="{FF2B5EF4-FFF2-40B4-BE49-F238E27FC236}">
                <a16:creationId xmlns:a16="http://schemas.microsoft.com/office/drawing/2014/main" id="{6C2E2A1F-E529-6930-2B1A-E0466294E2E9}"/>
              </a:ext>
            </a:extLst>
          </p:cNvPr>
          <p:cNvSpPr txBox="1"/>
          <p:nvPr/>
        </p:nvSpPr>
        <p:spPr>
          <a:xfrm>
            <a:off x="7757150" y="4166472"/>
            <a:ext cx="764659" cy="276999"/>
          </a:xfrm>
          <a:prstGeom prst="rect">
            <a:avLst/>
          </a:prstGeom>
          <a:noFill/>
        </p:spPr>
        <p:txBody>
          <a:bodyPr wrap="square" rtlCol="0">
            <a:spAutoFit/>
          </a:bodyPr>
          <a:lstStyle/>
          <a:p>
            <a:pPr algn="ctr"/>
            <a:r>
              <a:rPr lang="en-US" sz="12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6" name="Oval 15">
            <a:extLst>
              <a:ext uri="{FF2B5EF4-FFF2-40B4-BE49-F238E27FC236}">
                <a16:creationId xmlns:a16="http://schemas.microsoft.com/office/drawing/2014/main" id="{90048226-E405-D9B7-AD2D-0C7555851352}"/>
              </a:ext>
            </a:extLst>
          </p:cNvPr>
          <p:cNvSpPr/>
          <p:nvPr/>
        </p:nvSpPr>
        <p:spPr>
          <a:xfrm>
            <a:off x="8556904" y="4079154"/>
            <a:ext cx="451633" cy="451633"/>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17" name="TextBox 16">
            <a:extLst>
              <a:ext uri="{FF2B5EF4-FFF2-40B4-BE49-F238E27FC236}">
                <a16:creationId xmlns:a16="http://schemas.microsoft.com/office/drawing/2014/main" id="{419988C4-6A7B-97DE-C4C4-A03216F12CAF}"/>
              </a:ext>
            </a:extLst>
          </p:cNvPr>
          <p:cNvSpPr txBox="1"/>
          <p:nvPr/>
        </p:nvSpPr>
        <p:spPr>
          <a:xfrm>
            <a:off x="9043632" y="4197249"/>
            <a:ext cx="1408010" cy="492443"/>
          </a:xfrm>
          <a:prstGeom prst="rect">
            <a:avLst/>
          </a:prstGeom>
          <a:noFill/>
        </p:spPr>
        <p:txBody>
          <a:bodyPr wrap="square" rtlCol="0">
            <a:spAutoFit/>
          </a:bodyPr>
          <a:lstStyle/>
          <a:p>
            <a:r>
              <a:rPr lang="en-US" sz="1000" dirty="0">
                <a:latin typeface="Amazon Ember Mono" panose="020B0509020204020204" pitchFamily="49" charset="0"/>
                <a:ea typeface="Amazon Ember Mono" panose="020B0509020204020204" pitchFamily="49" charset="0"/>
                <a:cs typeface="Amazon Ember Mono" panose="020B0509020204020204" pitchFamily="49" charset="0"/>
              </a:rPr>
              <a:t>XX%</a:t>
            </a:r>
            <a:r>
              <a:rPr lang="en-US" sz="800" dirty="0">
                <a:latin typeface="Amazon Ember Mono" panose="020B0509020204020204" pitchFamily="49" charset="0"/>
                <a:ea typeface="Amazon Ember Mono" panose="020B0509020204020204" pitchFamily="49" charset="0"/>
                <a:cs typeface="Amazon Ember Mono" panose="020B0509020204020204" pitchFamily="49" charset="0"/>
              </a:rPr>
              <a:t> </a:t>
            </a:r>
            <a:br>
              <a:rPr lang="en-US" sz="800" dirty="0">
                <a:latin typeface="Amazon Ember Mono" panose="020B0509020204020204" pitchFamily="49" charset="0"/>
                <a:ea typeface="Amazon Ember Mono" panose="020B0509020204020204" pitchFamily="49" charset="0"/>
                <a:cs typeface="Amazon Ember Mono" panose="020B0509020204020204" pitchFamily="49" charset="0"/>
              </a:rPr>
            </a:br>
            <a:r>
              <a:rPr lang="en-US" sz="8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 </a:t>
            </a:r>
            <a:r>
              <a:rPr lang="en-US" sz="800" dirty="0" err="1">
                <a:latin typeface="Amazon Ember Mono" panose="020B0509020204020204" pitchFamily="49" charset="0"/>
                <a:ea typeface="Amazon Ember Mono" panose="020B0509020204020204" pitchFamily="49" charset="0"/>
                <a:cs typeface="Amazon Ember Mono" panose="020B0509020204020204" pitchFamily="49" charset="0"/>
              </a:rPr>
              <a:t>amet</a:t>
            </a:r>
            <a:r>
              <a:rPr lang="en-US" sz="800" dirty="0">
                <a:latin typeface="Amazon Ember Mono" panose="020B0509020204020204" pitchFamily="49" charset="0"/>
                <a:ea typeface="Amazon Ember Mono" panose="020B0509020204020204" pitchFamily="49" charset="0"/>
                <a:cs typeface="Amazon Ember Mono" panose="020B0509020204020204" pitchFamily="49" charset="0"/>
              </a:rPr>
              <a:t> </a:t>
            </a:r>
            <a:r>
              <a:rPr lang="en-US" sz="800" dirty="0" err="1">
                <a:latin typeface="Amazon Ember Mono" panose="020B0509020204020204" pitchFamily="49" charset="0"/>
                <a:ea typeface="Amazon Ember Mono" panose="020B0509020204020204" pitchFamily="49" charset="0"/>
                <a:cs typeface="Amazon Ember Mono" panose="020B0509020204020204" pitchFamily="49" charset="0"/>
              </a:rPr>
              <a:t>consectetur</a:t>
            </a:r>
            <a:endParaRPr lang="en-US" sz="800" dirty="0">
              <a:latin typeface="Amazon Ember Mono" panose="020B0509020204020204" pitchFamily="49" charset="0"/>
              <a:ea typeface="Amazon Ember Mono" panose="020B0509020204020204" pitchFamily="49" charset="0"/>
              <a:cs typeface="Amazon Ember Mono" panose="020B0509020204020204" pitchFamily="49" charset="0"/>
            </a:endParaRPr>
          </a:p>
        </p:txBody>
      </p:sp>
      <p:sp>
        <p:nvSpPr>
          <p:cNvPr id="18" name="TextBox 17">
            <a:extLst>
              <a:ext uri="{FF2B5EF4-FFF2-40B4-BE49-F238E27FC236}">
                <a16:creationId xmlns:a16="http://schemas.microsoft.com/office/drawing/2014/main" id="{59A6D1D6-5AA8-9870-66F6-8CEF34FABF54}"/>
              </a:ext>
            </a:extLst>
          </p:cNvPr>
          <p:cNvSpPr txBox="1"/>
          <p:nvPr/>
        </p:nvSpPr>
        <p:spPr>
          <a:xfrm>
            <a:off x="5670233" y="5450986"/>
            <a:ext cx="667866" cy="230832"/>
          </a:xfrm>
          <a:prstGeom prst="rect">
            <a:avLst/>
          </a:prstGeom>
          <a:noFill/>
        </p:spPr>
        <p:txBody>
          <a:bodyPr wrap="square" rtlCol="0">
            <a:spAutoFit/>
          </a:bodyPr>
          <a:lstStyle/>
          <a:p>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20XX</a:t>
            </a:r>
          </a:p>
        </p:txBody>
      </p:sp>
      <p:sp>
        <p:nvSpPr>
          <p:cNvPr id="19" name="TextBox 18">
            <a:extLst>
              <a:ext uri="{FF2B5EF4-FFF2-40B4-BE49-F238E27FC236}">
                <a16:creationId xmlns:a16="http://schemas.microsoft.com/office/drawing/2014/main" id="{053BDDCD-2ACD-E772-9766-FD24BA81EA9F}"/>
              </a:ext>
            </a:extLst>
          </p:cNvPr>
          <p:cNvSpPr txBox="1"/>
          <p:nvPr/>
        </p:nvSpPr>
        <p:spPr>
          <a:xfrm>
            <a:off x="10918443" y="5450986"/>
            <a:ext cx="667866" cy="230832"/>
          </a:xfrm>
          <a:prstGeom prst="rect">
            <a:avLst/>
          </a:prstGeom>
          <a:noFill/>
        </p:spPr>
        <p:txBody>
          <a:bodyPr wrap="square" rtlCol="0">
            <a:spAutoFit/>
          </a:bodyPr>
          <a:lstStyle/>
          <a:p>
            <a:pPr algn="r"/>
            <a:r>
              <a:rPr lang="en-US" sz="900" dirty="0">
                <a:latin typeface="Amazon Ember Mono" panose="020B0509020204020204" pitchFamily="49" charset="0"/>
                <a:ea typeface="Amazon Ember Mono" panose="020B0509020204020204" pitchFamily="49" charset="0"/>
                <a:cs typeface="Amazon Ember Mono" panose="020B0509020204020204" pitchFamily="49" charset="0"/>
              </a:rPr>
              <a:t>2023</a:t>
            </a:r>
          </a:p>
        </p:txBody>
      </p:sp>
      <p:cxnSp>
        <p:nvCxnSpPr>
          <p:cNvPr id="20" name="Straight Connector 19">
            <a:extLst>
              <a:ext uri="{FF2B5EF4-FFF2-40B4-BE49-F238E27FC236}">
                <a16:creationId xmlns:a16="http://schemas.microsoft.com/office/drawing/2014/main" id="{AD1E5B43-6F8C-CE6E-0C7C-316932536C72}"/>
              </a:ext>
            </a:extLst>
          </p:cNvPr>
          <p:cNvCxnSpPr>
            <a:cxnSpLocks/>
          </p:cNvCxnSpPr>
          <p:nvPr/>
        </p:nvCxnSpPr>
        <p:spPr>
          <a:xfrm>
            <a:off x="6189803" y="5566402"/>
            <a:ext cx="4892793" cy="0"/>
          </a:xfrm>
          <a:prstGeom prst="line">
            <a:avLst/>
          </a:prstGeom>
          <a:ln w="12700">
            <a:solidFill>
              <a:schemeClr val="tx2"/>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22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1C1FE3-6CEA-400A-C1C2-D9880FF07960}"/>
              </a:ext>
            </a:extLst>
          </p:cNvPr>
          <p:cNvSpPr>
            <a:spLocks noGrp="1"/>
          </p:cNvSpPr>
          <p:nvPr>
            <p:ph type="sldNum" sz="quarter" idx="12"/>
          </p:nvPr>
        </p:nvSpPr>
        <p:spPr/>
        <p:txBody>
          <a:bodyPr/>
          <a:lstStyle/>
          <a:p>
            <a:fld id="{EB4B8DE2-A4E8-46E4-8BBF-D75455EFF32C}" type="slidenum">
              <a:rPr lang="en-US" smtClean="0"/>
              <a:pPr/>
              <a:t>102</a:t>
            </a:fld>
            <a:endParaRPr lang="en-US" dirty="0"/>
          </a:p>
        </p:txBody>
      </p:sp>
      <p:grpSp>
        <p:nvGrpSpPr>
          <p:cNvPr id="9" name="Group 8">
            <a:extLst>
              <a:ext uri="{FF2B5EF4-FFF2-40B4-BE49-F238E27FC236}">
                <a16:creationId xmlns:a16="http://schemas.microsoft.com/office/drawing/2014/main" id="{A6573981-6768-BCC4-B777-D6C8CEEB1C19}"/>
              </a:ext>
            </a:extLst>
          </p:cNvPr>
          <p:cNvGrpSpPr/>
          <p:nvPr/>
        </p:nvGrpSpPr>
        <p:grpSpPr>
          <a:xfrm>
            <a:off x="6728645" y="1281076"/>
            <a:ext cx="4458616" cy="4295849"/>
            <a:chOff x="6728645" y="1281075"/>
            <a:chExt cx="4458616" cy="4295849"/>
          </a:xfrm>
        </p:grpSpPr>
        <p:sp>
          <p:nvSpPr>
            <p:cNvPr id="7" name="Oval 6">
              <a:extLst>
                <a:ext uri="{FF2B5EF4-FFF2-40B4-BE49-F238E27FC236}">
                  <a16:creationId xmlns:a16="http://schemas.microsoft.com/office/drawing/2014/main" id="{A4F44200-069E-FCF0-335F-B3946E654AEC}"/>
                </a:ext>
              </a:extLst>
            </p:cNvPr>
            <p:cNvSpPr/>
            <p:nvPr/>
          </p:nvSpPr>
          <p:spPr>
            <a:xfrm>
              <a:off x="6728645" y="1281075"/>
              <a:ext cx="3463672" cy="3463672"/>
            </a:xfrm>
            <a:prstGeom prst="ellipse">
              <a:avLst/>
            </a:prstGeom>
            <a:gradFill>
              <a:gsLst>
                <a:gs pos="78000">
                  <a:srgbClr val="0000A3"/>
                </a:gs>
                <a:gs pos="0">
                  <a:schemeClr val="accent1">
                    <a:lumMod val="75000"/>
                  </a:schemeClr>
                </a:gs>
              </a:gsLst>
              <a:lin ang="5400000" scaled="1"/>
            </a:gradFill>
            <a:ln>
              <a:noFill/>
            </a:ln>
          </p:spPr>
          <p:style>
            <a:lnRef idx="2">
              <a:scrgbClr r="0" g="0" b="0"/>
            </a:lnRef>
            <a:fillRef idx="1">
              <a:scrgbClr r="0" g="0" b="0"/>
            </a:fillRef>
            <a:effectRef idx="0">
              <a:schemeClr val="accent1">
                <a:alpha val="50000"/>
                <a:hueOff val="0"/>
                <a:satOff val="0"/>
                <a:lumOff val="0"/>
                <a:alphaOff val="0"/>
              </a:schemeClr>
            </a:effectRef>
            <a:fontRef idx="minor">
              <a:schemeClr val="tx1"/>
            </a:fontRef>
          </p:style>
          <p:txBody>
            <a:bodyPr/>
            <a:lstStyle/>
            <a:p>
              <a:endParaRPr lang="en-US"/>
            </a:p>
          </p:txBody>
        </p:sp>
        <p:sp>
          <p:nvSpPr>
            <p:cNvPr id="8" name="Oval 4">
              <a:extLst>
                <a:ext uri="{FF2B5EF4-FFF2-40B4-BE49-F238E27FC236}">
                  <a16:creationId xmlns:a16="http://schemas.microsoft.com/office/drawing/2014/main" id="{6052AACF-BA87-7279-781A-28F004C1735F}"/>
                </a:ext>
              </a:extLst>
            </p:cNvPr>
            <p:cNvSpPr txBox="1"/>
            <p:nvPr/>
          </p:nvSpPr>
          <p:spPr>
            <a:xfrm>
              <a:off x="6728645" y="1281075"/>
              <a:ext cx="3463672" cy="3463671"/>
            </a:xfrm>
            <a:prstGeom prst="rect">
              <a:avLst/>
            </a:prstGeom>
            <a:noFill/>
          </p:spPr>
          <p:style>
            <a:lnRef idx="0">
              <a:scrgbClr r="0" g="0" b="0"/>
            </a:lnRef>
            <a:fillRef idx="0">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r>
                <a:rPr lang="en-US" sz="1400" kern="12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Label A</a:t>
              </a:r>
            </a:p>
          </p:txBody>
        </p:sp>
        <p:sp>
          <p:nvSpPr>
            <p:cNvPr id="5" name="Oval 4">
              <a:extLst>
                <a:ext uri="{FF2B5EF4-FFF2-40B4-BE49-F238E27FC236}">
                  <a16:creationId xmlns:a16="http://schemas.microsoft.com/office/drawing/2014/main" id="{1D1D71A1-2911-0672-0BC6-DC8567688F04}"/>
                </a:ext>
              </a:extLst>
            </p:cNvPr>
            <p:cNvSpPr/>
            <p:nvPr/>
          </p:nvSpPr>
          <p:spPr>
            <a:xfrm>
              <a:off x="8932174" y="3321837"/>
              <a:ext cx="2255087" cy="2255087"/>
            </a:xfrm>
            <a:prstGeom prst="ellipse">
              <a:avLst/>
            </a:prstGeom>
            <a:gradFill>
              <a:gsLst>
                <a:gs pos="100000">
                  <a:schemeClr val="accent4">
                    <a:lumMod val="75000"/>
                  </a:schemeClr>
                </a:gs>
                <a:gs pos="14000">
                  <a:schemeClr val="accent2">
                    <a:lumMod val="75000"/>
                  </a:schemeClr>
                </a:gs>
              </a:gsLst>
              <a:lin ang="5400000" scaled="1"/>
            </a:gradFill>
            <a:ln>
              <a:noFill/>
            </a:ln>
          </p:spPr>
          <p:style>
            <a:lnRef idx="2">
              <a:scrgbClr r="0" g="0" b="0"/>
            </a:lnRef>
            <a:fillRef idx="1">
              <a:scrgbClr r="0" g="0" b="0"/>
            </a:fillRef>
            <a:effectRef idx="0">
              <a:schemeClr val="accent1">
                <a:alpha val="50000"/>
                <a:hueOff val="0"/>
                <a:satOff val="0"/>
                <a:lumOff val="0"/>
                <a:alphaOff val="0"/>
              </a:schemeClr>
            </a:effectRef>
            <a:fontRef idx="minor">
              <a:schemeClr val="tx1"/>
            </a:fontRef>
          </p:style>
          <p:txBody>
            <a:bodyPr/>
            <a:lstStyle/>
            <a:p>
              <a:endParaRPr lang="en-US"/>
            </a:p>
          </p:txBody>
        </p:sp>
        <p:sp>
          <p:nvSpPr>
            <p:cNvPr id="6" name="Oval 6">
              <a:extLst>
                <a:ext uri="{FF2B5EF4-FFF2-40B4-BE49-F238E27FC236}">
                  <a16:creationId xmlns:a16="http://schemas.microsoft.com/office/drawing/2014/main" id="{6A745203-72F2-20FF-A199-59B58BE794B5}"/>
                </a:ext>
              </a:extLst>
            </p:cNvPr>
            <p:cNvSpPr txBox="1"/>
            <p:nvPr/>
          </p:nvSpPr>
          <p:spPr>
            <a:xfrm>
              <a:off x="8929200" y="3321837"/>
              <a:ext cx="2258061" cy="2255087"/>
            </a:xfrm>
            <a:prstGeom prst="rect">
              <a:avLst/>
            </a:prstGeom>
            <a:noFill/>
          </p:spPr>
          <p:style>
            <a:lnRef idx="0">
              <a:scrgbClr r="0" g="0" b="0"/>
            </a:lnRef>
            <a:fillRef idx="0">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r>
                <a:rPr lang="en-US" sz="1400" kern="12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Label B</a:t>
              </a:r>
            </a:p>
          </p:txBody>
        </p:sp>
      </p:grpSp>
    </p:spTree>
    <p:extLst>
      <p:ext uri="{BB962C8B-B14F-4D97-AF65-F5344CB8AC3E}">
        <p14:creationId xmlns:p14="http://schemas.microsoft.com/office/powerpoint/2010/main" val="2568499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3C1DC91-0787-AFDB-F51E-C08997721DC3}"/>
              </a:ext>
            </a:extLst>
          </p:cNvPr>
          <p:cNvSpPr>
            <a:spLocks noGrp="1"/>
          </p:cNvSpPr>
          <p:nvPr>
            <p:ph type="sldNum" sz="quarter" idx="12"/>
          </p:nvPr>
        </p:nvSpPr>
        <p:spPr/>
        <p:txBody>
          <a:bodyPr/>
          <a:lstStyle/>
          <a:p>
            <a:fld id="{EB4B8DE2-A4E8-46E4-8BBF-D75455EFF32C}" type="slidenum">
              <a:rPr lang="en-US" smtClean="0"/>
              <a:pPr/>
              <a:t>103</a:t>
            </a:fld>
            <a:endParaRPr lang="en-US" dirty="0"/>
          </a:p>
        </p:txBody>
      </p:sp>
      <p:grpSp>
        <p:nvGrpSpPr>
          <p:cNvPr id="15" name="Group 14">
            <a:extLst>
              <a:ext uri="{FF2B5EF4-FFF2-40B4-BE49-F238E27FC236}">
                <a16:creationId xmlns:a16="http://schemas.microsoft.com/office/drawing/2014/main" id="{9D2ABB93-4291-77FC-334C-61C93069AF7F}"/>
              </a:ext>
            </a:extLst>
          </p:cNvPr>
          <p:cNvGrpSpPr/>
          <p:nvPr/>
        </p:nvGrpSpPr>
        <p:grpSpPr>
          <a:xfrm>
            <a:off x="6754248" y="1014924"/>
            <a:ext cx="4828152" cy="4828152"/>
            <a:chOff x="6754248" y="1014924"/>
            <a:chExt cx="4828152" cy="4828152"/>
          </a:xfrm>
        </p:grpSpPr>
        <p:grpSp>
          <p:nvGrpSpPr>
            <p:cNvPr id="3" name="Group 2">
              <a:extLst>
                <a:ext uri="{FF2B5EF4-FFF2-40B4-BE49-F238E27FC236}">
                  <a16:creationId xmlns:a16="http://schemas.microsoft.com/office/drawing/2014/main" id="{B35B762D-CA6C-F766-CBE0-D20546BD3B39}"/>
                </a:ext>
              </a:extLst>
            </p:cNvPr>
            <p:cNvGrpSpPr/>
            <p:nvPr/>
          </p:nvGrpSpPr>
          <p:grpSpPr>
            <a:xfrm>
              <a:off x="6754248" y="1014924"/>
              <a:ext cx="4828152" cy="4828152"/>
              <a:chOff x="1207037" y="0"/>
              <a:chExt cx="4828152" cy="4828152"/>
            </a:xfrm>
          </p:grpSpPr>
          <p:sp>
            <p:nvSpPr>
              <p:cNvPr id="13" name="Oval 12">
                <a:extLst>
                  <a:ext uri="{FF2B5EF4-FFF2-40B4-BE49-F238E27FC236}">
                    <a16:creationId xmlns:a16="http://schemas.microsoft.com/office/drawing/2014/main" id="{BBDFCA32-6CAC-9C84-CD50-79A3E6145C1D}"/>
                  </a:ext>
                </a:extLst>
              </p:cNvPr>
              <p:cNvSpPr/>
              <p:nvPr/>
            </p:nvSpPr>
            <p:spPr>
              <a:xfrm>
                <a:off x="1207037" y="0"/>
                <a:ext cx="4828152" cy="4828152"/>
              </a:xfrm>
              <a:prstGeom prst="ellipse">
                <a:avLst/>
              </a:prstGeom>
              <a:solidFill>
                <a:schemeClr val="accent5">
                  <a:lumMod val="20000"/>
                  <a:lumOff val="80000"/>
                </a:schemeClr>
              </a:solidFill>
              <a:ln w="31750">
                <a:solidFill>
                  <a:schemeClr val="accent5"/>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US"/>
              </a:p>
            </p:txBody>
          </p:sp>
          <p:sp>
            <p:nvSpPr>
              <p:cNvPr id="14" name="Oval 4">
                <a:extLst>
                  <a:ext uri="{FF2B5EF4-FFF2-40B4-BE49-F238E27FC236}">
                    <a16:creationId xmlns:a16="http://schemas.microsoft.com/office/drawing/2014/main" id="{11837A7C-9894-FB41-624D-5079B00B01C4}"/>
                  </a:ext>
                </a:extLst>
              </p:cNvPr>
              <p:cNvSpPr txBox="1"/>
              <p:nvPr/>
            </p:nvSpPr>
            <p:spPr>
              <a:xfrm>
                <a:off x="2946138" y="241407"/>
                <a:ext cx="1349951" cy="724222"/>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Label A</a:t>
                </a:r>
              </a:p>
            </p:txBody>
          </p:sp>
        </p:grpSp>
        <p:grpSp>
          <p:nvGrpSpPr>
            <p:cNvPr id="4" name="Group 3">
              <a:extLst>
                <a:ext uri="{FF2B5EF4-FFF2-40B4-BE49-F238E27FC236}">
                  <a16:creationId xmlns:a16="http://schemas.microsoft.com/office/drawing/2014/main" id="{C3A4F6D0-ADA8-923E-EAB3-6871DD85ECA9}"/>
                </a:ext>
              </a:extLst>
            </p:cNvPr>
            <p:cNvGrpSpPr/>
            <p:nvPr/>
          </p:nvGrpSpPr>
          <p:grpSpPr>
            <a:xfrm>
              <a:off x="7237063" y="1980554"/>
              <a:ext cx="3862522" cy="3862522"/>
              <a:chOff x="1689852" y="965630"/>
              <a:chExt cx="3862522" cy="3862522"/>
            </a:xfrm>
          </p:grpSpPr>
          <p:sp>
            <p:nvSpPr>
              <p:cNvPr id="11" name="Oval 10">
                <a:extLst>
                  <a:ext uri="{FF2B5EF4-FFF2-40B4-BE49-F238E27FC236}">
                    <a16:creationId xmlns:a16="http://schemas.microsoft.com/office/drawing/2014/main" id="{53121C57-CC86-F576-B5B2-B7C301D39C4D}"/>
                  </a:ext>
                </a:extLst>
              </p:cNvPr>
              <p:cNvSpPr/>
              <p:nvPr/>
            </p:nvSpPr>
            <p:spPr>
              <a:xfrm>
                <a:off x="1689852" y="965630"/>
                <a:ext cx="3862522" cy="3862522"/>
              </a:xfrm>
              <a:prstGeom prst="ellipse">
                <a:avLst/>
              </a:prstGeom>
              <a:solidFill>
                <a:schemeClr val="accent3">
                  <a:lumMod val="20000"/>
                  <a:lumOff val="80000"/>
                </a:schemeClr>
              </a:solidFill>
              <a:ln w="31750">
                <a:solidFill>
                  <a:schemeClr val="accent3"/>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US"/>
              </a:p>
            </p:txBody>
          </p:sp>
          <p:sp>
            <p:nvSpPr>
              <p:cNvPr id="12" name="Oval 6">
                <a:extLst>
                  <a:ext uri="{FF2B5EF4-FFF2-40B4-BE49-F238E27FC236}">
                    <a16:creationId xmlns:a16="http://schemas.microsoft.com/office/drawing/2014/main" id="{D01BFC60-0BC7-4B1A-5FFC-2EA2CBC7428E}"/>
                  </a:ext>
                </a:extLst>
              </p:cNvPr>
              <p:cNvSpPr txBox="1"/>
              <p:nvPr/>
            </p:nvSpPr>
            <p:spPr>
              <a:xfrm>
                <a:off x="2946138" y="1197381"/>
                <a:ext cx="1349951" cy="69525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Label B</a:t>
                </a:r>
              </a:p>
            </p:txBody>
          </p:sp>
        </p:grpSp>
        <p:grpSp>
          <p:nvGrpSpPr>
            <p:cNvPr id="5" name="Group 4">
              <a:extLst>
                <a:ext uri="{FF2B5EF4-FFF2-40B4-BE49-F238E27FC236}">
                  <a16:creationId xmlns:a16="http://schemas.microsoft.com/office/drawing/2014/main" id="{BEADCED4-32FB-C37C-162E-20110D28E9E7}"/>
                </a:ext>
              </a:extLst>
            </p:cNvPr>
            <p:cNvGrpSpPr/>
            <p:nvPr/>
          </p:nvGrpSpPr>
          <p:grpSpPr>
            <a:xfrm>
              <a:off x="7719879" y="2946185"/>
              <a:ext cx="2896891" cy="2896891"/>
              <a:chOff x="2172668" y="1931261"/>
              <a:chExt cx="2896891" cy="2896891"/>
            </a:xfrm>
          </p:grpSpPr>
          <p:sp>
            <p:nvSpPr>
              <p:cNvPr id="9" name="Oval 8">
                <a:extLst>
                  <a:ext uri="{FF2B5EF4-FFF2-40B4-BE49-F238E27FC236}">
                    <a16:creationId xmlns:a16="http://schemas.microsoft.com/office/drawing/2014/main" id="{B9ADBA51-52E3-7136-CA32-7F2E7B29953C}"/>
                  </a:ext>
                </a:extLst>
              </p:cNvPr>
              <p:cNvSpPr/>
              <p:nvPr/>
            </p:nvSpPr>
            <p:spPr>
              <a:xfrm>
                <a:off x="2172668" y="1931261"/>
                <a:ext cx="2896891" cy="2896891"/>
              </a:xfrm>
              <a:prstGeom prst="ellipse">
                <a:avLst/>
              </a:prstGeom>
              <a:solidFill>
                <a:schemeClr val="bg2"/>
              </a:solidFill>
              <a:ln w="31750">
                <a:solidFill>
                  <a:schemeClr val="accent2"/>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US"/>
              </a:p>
            </p:txBody>
          </p:sp>
          <p:sp>
            <p:nvSpPr>
              <p:cNvPr id="10" name="Oval 8">
                <a:extLst>
                  <a:ext uri="{FF2B5EF4-FFF2-40B4-BE49-F238E27FC236}">
                    <a16:creationId xmlns:a16="http://schemas.microsoft.com/office/drawing/2014/main" id="{986B0B84-FAC6-293B-D7D4-CFF7D14EF98B}"/>
                  </a:ext>
                </a:extLst>
              </p:cNvPr>
              <p:cNvSpPr txBox="1"/>
              <p:nvPr/>
            </p:nvSpPr>
            <p:spPr>
              <a:xfrm>
                <a:off x="2946138" y="2148528"/>
                <a:ext cx="1349951" cy="65180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Label C</a:t>
                </a:r>
              </a:p>
            </p:txBody>
          </p:sp>
        </p:grpSp>
        <p:grpSp>
          <p:nvGrpSpPr>
            <p:cNvPr id="6" name="Group 5">
              <a:extLst>
                <a:ext uri="{FF2B5EF4-FFF2-40B4-BE49-F238E27FC236}">
                  <a16:creationId xmlns:a16="http://schemas.microsoft.com/office/drawing/2014/main" id="{983D7732-77B1-7F14-3B7C-76682F678BF2}"/>
                </a:ext>
              </a:extLst>
            </p:cNvPr>
            <p:cNvGrpSpPr/>
            <p:nvPr/>
          </p:nvGrpSpPr>
          <p:grpSpPr>
            <a:xfrm>
              <a:off x="8202694" y="3911815"/>
              <a:ext cx="1931261" cy="1931261"/>
              <a:chOff x="2655483" y="2896891"/>
              <a:chExt cx="1931261" cy="1931261"/>
            </a:xfrm>
          </p:grpSpPr>
          <p:sp>
            <p:nvSpPr>
              <p:cNvPr id="7" name="Oval 6">
                <a:extLst>
                  <a:ext uri="{FF2B5EF4-FFF2-40B4-BE49-F238E27FC236}">
                    <a16:creationId xmlns:a16="http://schemas.microsoft.com/office/drawing/2014/main" id="{F1B77E6B-DD04-4AA1-E639-12172DA3609D}"/>
                  </a:ext>
                </a:extLst>
              </p:cNvPr>
              <p:cNvSpPr/>
              <p:nvPr/>
            </p:nvSpPr>
            <p:spPr>
              <a:xfrm>
                <a:off x="2655483" y="2896891"/>
                <a:ext cx="1931261" cy="1931261"/>
              </a:xfrm>
              <a:prstGeom prst="ellipse">
                <a:avLst/>
              </a:prstGeom>
              <a:solidFill>
                <a:schemeClr val="accent1">
                  <a:lumMod val="20000"/>
                  <a:lumOff val="80000"/>
                </a:schemeClr>
              </a:solidFill>
              <a:ln w="31750">
                <a:solidFill>
                  <a:schemeClr val="accent1"/>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US"/>
              </a:p>
            </p:txBody>
          </p:sp>
          <p:sp>
            <p:nvSpPr>
              <p:cNvPr id="8" name="Oval 10">
                <a:extLst>
                  <a:ext uri="{FF2B5EF4-FFF2-40B4-BE49-F238E27FC236}">
                    <a16:creationId xmlns:a16="http://schemas.microsoft.com/office/drawing/2014/main" id="{E0960681-5821-F008-D2DD-A74A54E6886F}"/>
                  </a:ext>
                </a:extLst>
              </p:cNvPr>
              <p:cNvSpPr txBox="1"/>
              <p:nvPr/>
            </p:nvSpPr>
            <p:spPr>
              <a:xfrm>
                <a:off x="2938310" y="3379707"/>
                <a:ext cx="1365607" cy="965630"/>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None/>
                </a:pPr>
                <a:r>
                  <a:rPr lang="en-US" sz="1200" kern="1200" dirty="0">
                    <a:solidFill>
                      <a:schemeClr val="tx1"/>
                    </a:solidFill>
                    <a:latin typeface="Amazon Ember Mono" panose="020B0509020204020204" pitchFamily="49" charset="0"/>
                    <a:ea typeface="Amazon Ember Mono" panose="020B0509020204020204" pitchFamily="49" charset="0"/>
                    <a:cs typeface="Amazon Ember Mono" panose="020B0509020204020204" pitchFamily="49" charset="0"/>
                  </a:rPr>
                  <a:t>Label D</a:t>
                </a:r>
              </a:p>
            </p:txBody>
          </p:sp>
        </p:grpSp>
      </p:grpSp>
    </p:spTree>
    <p:extLst>
      <p:ext uri="{BB962C8B-B14F-4D97-AF65-F5344CB8AC3E}">
        <p14:creationId xmlns:p14="http://schemas.microsoft.com/office/powerpoint/2010/main" val="21556225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810DFF3-C98B-58EE-11CF-0F8FDE8FA5A0}"/>
              </a:ext>
            </a:extLst>
          </p:cNvPr>
          <p:cNvSpPr>
            <a:spLocks noGrp="1"/>
          </p:cNvSpPr>
          <p:nvPr>
            <p:ph type="sldNum" sz="quarter" idx="12"/>
          </p:nvPr>
        </p:nvSpPr>
        <p:spPr/>
        <p:txBody>
          <a:bodyPr/>
          <a:lstStyle/>
          <a:p>
            <a:fld id="{EB4B8DE2-A4E8-46E4-8BBF-D75455EFF32C}" type="slidenum">
              <a:rPr lang="en-US" smtClean="0"/>
              <a:pPr/>
              <a:t>104</a:t>
            </a:fld>
            <a:endParaRPr lang="en-US" dirty="0"/>
          </a:p>
        </p:txBody>
      </p:sp>
      <p:graphicFrame>
        <p:nvGraphicFramePr>
          <p:cNvPr id="3" name="Diagram 2">
            <a:extLst>
              <a:ext uri="{FF2B5EF4-FFF2-40B4-BE49-F238E27FC236}">
                <a16:creationId xmlns:a16="http://schemas.microsoft.com/office/drawing/2014/main" id="{BC8D3474-EF9A-54EC-B825-DC4DC5D3F748}"/>
              </a:ext>
            </a:extLst>
          </p:cNvPr>
          <p:cNvGraphicFramePr/>
          <p:nvPr>
            <p:extLst>
              <p:ext uri="{D42A27DB-BD31-4B8C-83A1-F6EECF244321}">
                <p14:modId xmlns:p14="http://schemas.microsoft.com/office/powerpoint/2010/main" val="2829296520"/>
              </p:ext>
            </p:extLst>
          </p:nvPr>
        </p:nvGraphicFramePr>
        <p:xfrm>
          <a:off x="6095999" y="1212933"/>
          <a:ext cx="5382733" cy="44321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46396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432D1-5351-2D2B-BC6B-757359A247A8}"/>
              </a:ext>
            </a:extLst>
          </p:cNvPr>
          <p:cNvSpPr>
            <a:spLocks noGrp="1"/>
          </p:cNvSpPr>
          <p:nvPr>
            <p:ph type="sldNum" sz="quarter" idx="12"/>
          </p:nvPr>
        </p:nvSpPr>
        <p:spPr/>
        <p:txBody>
          <a:bodyPr/>
          <a:lstStyle/>
          <a:p>
            <a:fld id="{EB4B8DE2-A4E8-46E4-8BBF-D75455EFF32C}" type="slidenum">
              <a:rPr lang="en-US" smtClean="0"/>
              <a:pPr/>
              <a:t>105</a:t>
            </a:fld>
            <a:endParaRPr lang="en-US" dirty="0"/>
          </a:p>
        </p:txBody>
      </p:sp>
      <p:grpSp>
        <p:nvGrpSpPr>
          <p:cNvPr id="210" name="Group 209">
            <a:extLst>
              <a:ext uri="{FF2B5EF4-FFF2-40B4-BE49-F238E27FC236}">
                <a16:creationId xmlns:a16="http://schemas.microsoft.com/office/drawing/2014/main" id="{A9396419-FB96-DF55-5543-2D582DA7E5E7}"/>
              </a:ext>
            </a:extLst>
          </p:cNvPr>
          <p:cNvGrpSpPr/>
          <p:nvPr/>
        </p:nvGrpSpPr>
        <p:grpSpPr>
          <a:xfrm>
            <a:off x="-167465" y="948074"/>
            <a:ext cx="11927885" cy="4961852"/>
            <a:chOff x="-167465" y="1080182"/>
            <a:chExt cx="11927885" cy="4961852"/>
          </a:xfrm>
        </p:grpSpPr>
        <p:grpSp>
          <p:nvGrpSpPr>
            <p:cNvPr id="3" name="World Map">
              <a:extLst>
                <a:ext uri="{FF2B5EF4-FFF2-40B4-BE49-F238E27FC236}">
                  <a16:creationId xmlns:a16="http://schemas.microsoft.com/office/drawing/2014/main" id="{61A745BF-4BDC-E3B6-D40C-FE2FD1BCC9D9}"/>
                </a:ext>
              </a:extLst>
            </p:cNvPr>
            <p:cNvGrpSpPr>
              <a:grpSpLocks/>
            </p:cNvGrpSpPr>
            <p:nvPr/>
          </p:nvGrpSpPr>
          <p:grpSpPr>
            <a:xfrm>
              <a:off x="-167465" y="2485504"/>
              <a:ext cx="11753774" cy="3556530"/>
              <a:chOff x="399011" y="834814"/>
              <a:chExt cx="8342794" cy="4070611"/>
            </a:xfrm>
            <a:solidFill>
              <a:schemeClr val="bg1">
                <a:lumMod val="50000"/>
              </a:schemeClr>
            </a:solidFill>
            <a:effectLst/>
            <a:scene3d>
              <a:camera prst="perspectiveRelaxedModerately">
                <a:rot lat="19200000" lon="0" rev="0"/>
              </a:camera>
              <a:lightRig rig="threePt" dir="t"/>
            </a:scene3d>
          </p:grpSpPr>
          <p:sp>
            <p:nvSpPr>
              <p:cNvPr id="4" name="Zimbabwe" descr="© INSCALE GmbH, 05.05.2010&#10;http://www.presentationload.com/">
                <a:extLst>
                  <a:ext uri="{FF2B5EF4-FFF2-40B4-BE49-F238E27FC236}">
                    <a16:creationId xmlns:a16="http://schemas.microsoft.com/office/drawing/2014/main" id="{1AA0194B-EEC5-C73D-2525-F6D9B56221D8}"/>
                  </a:ext>
                </a:extLst>
              </p:cNvPr>
              <p:cNvSpPr>
                <a:spLocks/>
              </p:cNvSpPr>
              <p:nvPr/>
            </p:nvSpPr>
            <p:spPr bwMode="gray">
              <a:xfrm>
                <a:off x="4909872" y="3695804"/>
                <a:ext cx="209015" cy="209016"/>
              </a:xfrm>
              <a:custGeom>
                <a:avLst/>
                <a:gdLst>
                  <a:gd name="T0" fmla="*/ 2147483647 w 552"/>
                  <a:gd name="T1" fmla="*/ 2147483647 h 552"/>
                  <a:gd name="T2" fmla="*/ 2147483647 w 552"/>
                  <a:gd name="T3" fmla="*/ 2147483647 h 552"/>
                  <a:gd name="T4" fmla="*/ 2147483647 w 552"/>
                  <a:gd name="T5" fmla="*/ 2147483647 h 552"/>
                  <a:gd name="T6" fmla="*/ 2147483647 w 552"/>
                  <a:gd name="T7" fmla="*/ 2147483647 h 552"/>
                  <a:gd name="T8" fmla="*/ 2147483647 w 552"/>
                  <a:gd name="T9" fmla="*/ 2147483647 h 552"/>
                  <a:gd name="T10" fmla="*/ 2147483647 w 552"/>
                  <a:gd name="T11" fmla="*/ 2147483647 h 552"/>
                  <a:gd name="T12" fmla="*/ 2147483647 w 552"/>
                  <a:gd name="T13" fmla="*/ 2147483647 h 552"/>
                  <a:gd name="T14" fmla="*/ 2147483647 w 552"/>
                  <a:gd name="T15" fmla="*/ 2147483647 h 552"/>
                  <a:gd name="T16" fmla="*/ 2147483647 w 552"/>
                  <a:gd name="T17" fmla="*/ 2147483647 h 552"/>
                  <a:gd name="T18" fmla="*/ 2147483647 w 552"/>
                  <a:gd name="T19" fmla="*/ 2147483647 h 552"/>
                  <a:gd name="T20" fmla="*/ 2147483647 w 552"/>
                  <a:gd name="T21" fmla="*/ 2147483647 h 552"/>
                  <a:gd name="T22" fmla="*/ 2147483647 w 552"/>
                  <a:gd name="T23" fmla="*/ 2147483647 h 552"/>
                  <a:gd name="T24" fmla="*/ 2147483647 w 552"/>
                  <a:gd name="T25" fmla="*/ 2147483647 h 552"/>
                  <a:gd name="T26" fmla="*/ 2147483647 w 552"/>
                  <a:gd name="T27" fmla="*/ 2147483647 h 552"/>
                  <a:gd name="T28" fmla="*/ 2147483647 w 552"/>
                  <a:gd name="T29" fmla="*/ 2147483647 h 552"/>
                  <a:gd name="T30" fmla="*/ 2147483647 w 552"/>
                  <a:gd name="T31" fmla="*/ 2147483647 h 552"/>
                  <a:gd name="T32" fmla="*/ 2147483647 w 552"/>
                  <a:gd name="T33" fmla="*/ 2147483647 h 552"/>
                  <a:gd name="T34" fmla="*/ 2147483647 w 552"/>
                  <a:gd name="T35" fmla="*/ 2147483647 h 552"/>
                  <a:gd name="T36" fmla="*/ 2147483647 w 552"/>
                  <a:gd name="T37" fmla="*/ 2147483647 h 552"/>
                  <a:gd name="T38" fmla="*/ 2147483647 w 552"/>
                  <a:gd name="T39" fmla="*/ 2147483647 h 552"/>
                  <a:gd name="T40" fmla="*/ 2147483647 w 552"/>
                  <a:gd name="T41" fmla="*/ 2147483647 h 552"/>
                  <a:gd name="T42" fmla="*/ 2147483647 w 552"/>
                  <a:gd name="T43" fmla="*/ 2147483647 h 552"/>
                  <a:gd name="T44" fmla="*/ 2147483647 w 552"/>
                  <a:gd name="T45" fmla="*/ 2147483647 h 552"/>
                  <a:gd name="T46" fmla="*/ 2147483647 w 552"/>
                  <a:gd name="T47" fmla="*/ 2147483647 h 552"/>
                  <a:gd name="T48" fmla="*/ 2147483647 w 552"/>
                  <a:gd name="T49" fmla="*/ 2147483647 h 552"/>
                  <a:gd name="T50" fmla="*/ 2147483647 w 552"/>
                  <a:gd name="T51" fmla="*/ 2147483647 h 552"/>
                  <a:gd name="T52" fmla="*/ 2147483647 w 552"/>
                  <a:gd name="T53" fmla="*/ 2147483647 h 552"/>
                  <a:gd name="T54" fmla="*/ 2147483647 w 552"/>
                  <a:gd name="T55" fmla="*/ 2147483647 h 552"/>
                  <a:gd name="T56" fmla="*/ 2147483647 w 552"/>
                  <a:gd name="T57" fmla="*/ 2147483647 h 552"/>
                  <a:gd name="T58" fmla="*/ 2147483647 w 552"/>
                  <a:gd name="T59" fmla="*/ 2147483647 h 552"/>
                  <a:gd name="T60" fmla="*/ 2147483647 w 552"/>
                  <a:gd name="T61" fmla="*/ 2147483647 h 552"/>
                  <a:gd name="T62" fmla="*/ 2147483647 w 552"/>
                  <a:gd name="T63" fmla="*/ 2147483647 h 552"/>
                  <a:gd name="T64" fmla="*/ 2147483647 w 552"/>
                  <a:gd name="T65" fmla="*/ 2147483647 h 552"/>
                  <a:gd name="T66" fmla="*/ 2147483647 w 552"/>
                  <a:gd name="T67" fmla="*/ 2147483647 h 552"/>
                  <a:gd name="T68" fmla="*/ 2147483647 w 552"/>
                  <a:gd name="T69" fmla="*/ 2147483647 h 552"/>
                  <a:gd name="T70" fmla="*/ 2147483647 w 552"/>
                  <a:gd name="T71" fmla="*/ 2147483647 h 552"/>
                  <a:gd name="T72" fmla="*/ 2147483647 w 552"/>
                  <a:gd name="T73" fmla="*/ 2147483647 h 552"/>
                  <a:gd name="T74" fmla="*/ 2147483647 w 552"/>
                  <a:gd name="T75" fmla="*/ 0 h 552"/>
                  <a:gd name="T76" fmla="*/ 2147483647 w 552"/>
                  <a:gd name="T77" fmla="*/ 2147483647 h 552"/>
                  <a:gd name="T78" fmla="*/ 2147483647 w 552"/>
                  <a:gd name="T79" fmla="*/ 2147483647 h 552"/>
                  <a:gd name="T80" fmla="*/ 2147483647 w 552"/>
                  <a:gd name="T81" fmla="*/ 2147483647 h 552"/>
                  <a:gd name="T82" fmla="*/ 2147483647 w 552"/>
                  <a:gd name="T83" fmla="*/ 2147483647 h 552"/>
                  <a:gd name="T84" fmla="*/ 2147483647 w 552"/>
                  <a:gd name="T85" fmla="*/ 2147483647 h 552"/>
                  <a:gd name="T86" fmla="*/ 2147483647 w 552"/>
                  <a:gd name="T87" fmla="*/ 2147483647 h 552"/>
                  <a:gd name="T88" fmla="*/ 2147483647 w 552"/>
                  <a:gd name="T89" fmla="*/ 2147483647 h 552"/>
                  <a:gd name="T90" fmla="*/ 2147483647 w 552"/>
                  <a:gd name="T91" fmla="*/ 2147483647 h 552"/>
                  <a:gd name="T92" fmla="*/ 2147483647 w 552"/>
                  <a:gd name="T93" fmla="*/ 2147483647 h 552"/>
                  <a:gd name="T94" fmla="*/ 2147483647 w 552"/>
                  <a:gd name="T95" fmla="*/ 2147483647 h 552"/>
                  <a:gd name="T96" fmla="*/ 2147483647 w 552"/>
                  <a:gd name="T97" fmla="*/ 2147483647 h 552"/>
                  <a:gd name="T98" fmla="*/ 2147483647 w 552"/>
                  <a:gd name="T99" fmla="*/ 2147483647 h 552"/>
                  <a:gd name="T100" fmla="*/ 2147483647 w 552"/>
                  <a:gd name="T101" fmla="*/ 2147483647 h 552"/>
                  <a:gd name="T102" fmla="*/ 2147483647 w 552"/>
                  <a:gd name="T103" fmla="*/ 2147483647 h 55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52"/>
                  <a:gd name="T157" fmla="*/ 0 h 552"/>
                  <a:gd name="T158" fmla="*/ 552 w 552"/>
                  <a:gd name="T159" fmla="*/ 552 h 55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52" h="552">
                    <a:moveTo>
                      <a:pt x="18" y="204"/>
                    </a:moveTo>
                    <a:lnTo>
                      <a:pt x="18" y="234"/>
                    </a:lnTo>
                    <a:lnTo>
                      <a:pt x="30" y="234"/>
                    </a:lnTo>
                    <a:lnTo>
                      <a:pt x="36" y="240"/>
                    </a:lnTo>
                    <a:lnTo>
                      <a:pt x="48" y="264"/>
                    </a:lnTo>
                    <a:lnTo>
                      <a:pt x="54" y="270"/>
                    </a:lnTo>
                    <a:lnTo>
                      <a:pt x="54" y="294"/>
                    </a:lnTo>
                    <a:lnTo>
                      <a:pt x="72" y="330"/>
                    </a:lnTo>
                    <a:lnTo>
                      <a:pt x="84" y="336"/>
                    </a:lnTo>
                    <a:lnTo>
                      <a:pt x="102" y="354"/>
                    </a:lnTo>
                    <a:lnTo>
                      <a:pt x="132" y="354"/>
                    </a:lnTo>
                    <a:lnTo>
                      <a:pt x="138" y="360"/>
                    </a:lnTo>
                    <a:lnTo>
                      <a:pt x="138" y="390"/>
                    </a:lnTo>
                    <a:lnTo>
                      <a:pt x="168" y="390"/>
                    </a:lnTo>
                    <a:lnTo>
                      <a:pt x="174" y="414"/>
                    </a:lnTo>
                    <a:lnTo>
                      <a:pt x="168" y="420"/>
                    </a:lnTo>
                    <a:lnTo>
                      <a:pt x="168" y="450"/>
                    </a:lnTo>
                    <a:lnTo>
                      <a:pt x="186" y="450"/>
                    </a:lnTo>
                    <a:lnTo>
                      <a:pt x="186" y="480"/>
                    </a:lnTo>
                    <a:lnTo>
                      <a:pt x="198" y="480"/>
                    </a:lnTo>
                    <a:lnTo>
                      <a:pt x="216" y="486"/>
                    </a:lnTo>
                    <a:lnTo>
                      <a:pt x="228" y="486"/>
                    </a:lnTo>
                    <a:lnTo>
                      <a:pt x="246" y="492"/>
                    </a:lnTo>
                    <a:lnTo>
                      <a:pt x="264" y="510"/>
                    </a:lnTo>
                    <a:lnTo>
                      <a:pt x="270" y="522"/>
                    </a:lnTo>
                    <a:lnTo>
                      <a:pt x="270" y="528"/>
                    </a:lnTo>
                    <a:lnTo>
                      <a:pt x="252" y="528"/>
                    </a:lnTo>
                    <a:lnTo>
                      <a:pt x="312" y="528"/>
                    </a:lnTo>
                    <a:lnTo>
                      <a:pt x="324" y="534"/>
                    </a:lnTo>
                    <a:lnTo>
                      <a:pt x="330" y="534"/>
                    </a:lnTo>
                    <a:lnTo>
                      <a:pt x="342" y="540"/>
                    </a:lnTo>
                    <a:lnTo>
                      <a:pt x="402" y="540"/>
                    </a:lnTo>
                    <a:lnTo>
                      <a:pt x="420" y="552"/>
                    </a:lnTo>
                    <a:lnTo>
                      <a:pt x="486" y="468"/>
                    </a:lnTo>
                    <a:lnTo>
                      <a:pt x="504" y="462"/>
                    </a:lnTo>
                    <a:lnTo>
                      <a:pt x="492" y="444"/>
                    </a:lnTo>
                    <a:lnTo>
                      <a:pt x="504" y="432"/>
                    </a:lnTo>
                    <a:lnTo>
                      <a:pt x="504" y="402"/>
                    </a:lnTo>
                    <a:lnTo>
                      <a:pt x="516" y="396"/>
                    </a:lnTo>
                    <a:lnTo>
                      <a:pt x="528" y="384"/>
                    </a:lnTo>
                    <a:lnTo>
                      <a:pt x="528" y="372"/>
                    </a:lnTo>
                    <a:lnTo>
                      <a:pt x="540" y="360"/>
                    </a:lnTo>
                    <a:lnTo>
                      <a:pt x="546" y="348"/>
                    </a:lnTo>
                    <a:lnTo>
                      <a:pt x="546" y="342"/>
                    </a:lnTo>
                    <a:lnTo>
                      <a:pt x="522" y="318"/>
                    </a:lnTo>
                    <a:lnTo>
                      <a:pt x="522" y="306"/>
                    </a:lnTo>
                    <a:lnTo>
                      <a:pt x="540" y="288"/>
                    </a:lnTo>
                    <a:lnTo>
                      <a:pt x="522" y="264"/>
                    </a:lnTo>
                    <a:lnTo>
                      <a:pt x="540" y="252"/>
                    </a:lnTo>
                    <a:lnTo>
                      <a:pt x="540" y="240"/>
                    </a:lnTo>
                    <a:lnTo>
                      <a:pt x="546" y="240"/>
                    </a:lnTo>
                    <a:lnTo>
                      <a:pt x="546" y="234"/>
                    </a:lnTo>
                    <a:lnTo>
                      <a:pt x="552" y="228"/>
                    </a:lnTo>
                    <a:lnTo>
                      <a:pt x="552" y="216"/>
                    </a:lnTo>
                    <a:lnTo>
                      <a:pt x="540" y="192"/>
                    </a:lnTo>
                    <a:lnTo>
                      <a:pt x="540" y="180"/>
                    </a:lnTo>
                    <a:lnTo>
                      <a:pt x="546" y="174"/>
                    </a:lnTo>
                    <a:lnTo>
                      <a:pt x="546" y="168"/>
                    </a:lnTo>
                    <a:lnTo>
                      <a:pt x="552" y="162"/>
                    </a:lnTo>
                    <a:lnTo>
                      <a:pt x="540" y="150"/>
                    </a:lnTo>
                    <a:lnTo>
                      <a:pt x="552" y="138"/>
                    </a:lnTo>
                    <a:lnTo>
                      <a:pt x="540" y="120"/>
                    </a:lnTo>
                    <a:lnTo>
                      <a:pt x="546" y="114"/>
                    </a:lnTo>
                    <a:lnTo>
                      <a:pt x="552" y="102"/>
                    </a:lnTo>
                    <a:lnTo>
                      <a:pt x="552" y="96"/>
                    </a:lnTo>
                    <a:lnTo>
                      <a:pt x="540" y="84"/>
                    </a:lnTo>
                    <a:lnTo>
                      <a:pt x="528" y="84"/>
                    </a:lnTo>
                    <a:lnTo>
                      <a:pt x="510" y="66"/>
                    </a:lnTo>
                    <a:lnTo>
                      <a:pt x="498" y="66"/>
                    </a:lnTo>
                    <a:lnTo>
                      <a:pt x="486" y="72"/>
                    </a:lnTo>
                    <a:lnTo>
                      <a:pt x="480" y="72"/>
                    </a:lnTo>
                    <a:lnTo>
                      <a:pt x="462" y="48"/>
                    </a:lnTo>
                    <a:lnTo>
                      <a:pt x="444" y="48"/>
                    </a:lnTo>
                    <a:lnTo>
                      <a:pt x="432" y="30"/>
                    </a:lnTo>
                    <a:lnTo>
                      <a:pt x="372" y="30"/>
                    </a:lnTo>
                    <a:lnTo>
                      <a:pt x="366" y="0"/>
                    </a:lnTo>
                    <a:lnTo>
                      <a:pt x="330" y="0"/>
                    </a:lnTo>
                    <a:lnTo>
                      <a:pt x="294" y="12"/>
                    </a:lnTo>
                    <a:lnTo>
                      <a:pt x="282" y="24"/>
                    </a:lnTo>
                    <a:lnTo>
                      <a:pt x="258" y="36"/>
                    </a:lnTo>
                    <a:lnTo>
                      <a:pt x="258" y="72"/>
                    </a:lnTo>
                    <a:lnTo>
                      <a:pt x="252" y="78"/>
                    </a:lnTo>
                    <a:lnTo>
                      <a:pt x="240" y="78"/>
                    </a:lnTo>
                    <a:lnTo>
                      <a:pt x="228" y="84"/>
                    </a:lnTo>
                    <a:lnTo>
                      <a:pt x="210" y="90"/>
                    </a:lnTo>
                    <a:lnTo>
                      <a:pt x="198" y="96"/>
                    </a:lnTo>
                    <a:lnTo>
                      <a:pt x="192" y="102"/>
                    </a:lnTo>
                    <a:lnTo>
                      <a:pt x="180" y="126"/>
                    </a:lnTo>
                    <a:lnTo>
                      <a:pt x="174" y="132"/>
                    </a:lnTo>
                    <a:lnTo>
                      <a:pt x="174" y="138"/>
                    </a:lnTo>
                    <a:lnTo>
                      <a:pt x="168" y="144"/>
                    </a:lnTo>
                    <a:lnTo>
                      <a:pt x="162" y="156"/>
                    </a:lnTo>
                    <a:lnTo>
                      <a:pt x="132" y="186"/>
                    </a:lnTo>
                    <a:lnTo>
                      <a:pt x="108" y="198"/>
                    </a:lnTo>
                    <a:lnTo>
                      <a:pt x="90" y="198"/>
                    </a:lnTo>
                    <a:lnTo>
                      <a:pt x="90" y="192"/>
                    </a:lnTo>
                    <a:lnTo>
                      <a:pt x="78" y="180"/>
                    </a:lnTo>
                    <a:lnTo>
                      <a:pt x="66" y="180"/>
                    </a:lnTo>
                    <a:lnTo>
                      <a:pt x="66" y="192"/>
                    </a:lnTo>
                    <a:lnTo>
                      <a:pt x="54" y="192"/>
                    </a:lnTo>
                    <a:lnTo>
                      <a:pt x="42" y="180"/>
                    </a:lnTo>
                    <a:lnTo>
                      <a:pt x="42" y="174"/>
                    </a:lnTo>
                    <a:lnTo>
                      <a:pt x="0" y="174"/>
                    </a:lnTo>
                    <a:lnTo>
                      <a:pt x="6" y="192"/>
                    </a:lnTo>
                    <a:lnTo>
                      <a:pt x="18" y="20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 name="Zambia" descr="© INSCALE GmbH, 05.05.2010&#10;http://www.presentationload.com/">
                <a:extLst>
                  <a:ext uri="{FF2B5EF4-FFF2-40B4-BE49-F238E27FC236}">
                    <a16:creationId xmlns:a16="http://schemas.microsoft.com/office/drawing/2014/main" id="{BA08FF4E-8D18-FFDD-9893-DD6078DC8776}"/>
                  </a:ext>
                </a:extLst>
              </p:cNvPr>
              <p:cNvSpPr>
                <a:spLocks/>
              </p:cNvSpPr>
              <p:nvPr/>
            </p:nvSpPr>
            <p:spPr bwMode="gray">
              <a:xfrm>
                <a:off x="4825375" y="3467518"/>
                <a:ext cx="315746" cy="302405"/>
              </a:xfrm>
              <a:custGeom>
                <a:avLst/>
                <a:gdLst>
                  <a:gd name="T0" fmla="*/ 2147483647 w 834"/>
                  <a:gd name="T1" fmla="*/ 2147483647 h 798"/>
                  <a:gd name="T2" fmla="*/ 2147483647 w 834"/>
                  <a:gd name="T3" fmla="*/ 2147483647 h 798"/>
                  <a:gd name="T4" fmla="*/ 2147483647 w 834"/>
                  <a:gd name="T5" fmla="*/ 2147483647 h 798"/>
                  <a:gd name="T6" fmla="*/ 2147483647 w 834"/>
                  <a:gd name="T7" fmla="*/ 2147483647 h 798"/>
                  <a:gd name="T8" fmla="*/ 2147483647 w 834"/>
                  <a:gd name="T9" fmla="*/ 2147483647 h 798"/>
                  <a:gd name="T10" fmla="*/ 2147483647 w 834"/>
                  <a:gd name="T11" fmla="*/ 2147483647 h 798"/>
                  <a:gd name="T12" fmla="*/ 2147483647 w 834"/>
                  <a:gd name="T13" fmla="*/ 2147483647 h 798"/>
                  <a:gd name="T14" fmla="*/ 2147483647 w 834"/>
                  <a:gd name="T15" fmla="*/ 2147483647 h 798"/>
                  <a:gd name="T16" fmla="*/ 2147483647 w 834"/>
                  <a:gd name="T17" fmla="*/ 2147483647 h 798"/>
                  <a:gd name="T18" fmla="*/ 2147483647 w 834"/>
                  <a:gd name="T19" fmla="*/ 2147483647 h 798"/>
                  <a:gd name="T20" fmla="*/ 2147483647 w 834"/>
                  <a:gd name="T21" fmla="*/ 2147483647 h 798"/>
                  <a:gd name="T22" fmla="*/ 2147483647 w 834"/>
                  <a:gd name="T23" fmla="*/ 2147483647 h 798"/>
                  <a:gd name="T24" fmla="*/ 2147483647 w 834"/>
                  <a:gd name="T25" fmla="*/ 2147483647 h 798"/>
                  <a:gd name="T26" fmla="*/ 2147483647 w 834"/>
                  <a:gd name="T27" fmla="*/ 2147483647 h 798"/>
                  <a:gd name="T28" fmla="*/ 2147483647 w 834"/>
                  <a:gd name="T29" fmla="*/ 2147483647 h 798"/>
                  <a:gd name="T30" fmla="*/ 2147483647 w 834"/>
                  <a:gd name="T31" fmla="*/ 2147483647 h 798"/>
                  <a:gd name="T32" fmla="*/ 2147483647 w 834"/>
                  <a:gd name="T33" fmla="*/ 2147483647 h 798"/>
                  <a:gd name="T34" fmla="*/ 2147483647 w 834"/>
                  <a:gd name="T35" fmla="*/ 2147483647 h 798"/>
                  <a:gd name="T36" fmla="*/ 2147483647 w 834"/>
                  <a:gd name="T37" fmla="*/ 2147483647 h 798"/>
                  <a:gd name="T38" fmla="*/ 2147483647 w 834"/>
                  <a:gd name="T39" fmla="*/ 2147483647 h 798"/>
                  <a:gd name="T40" fmla="*/ 2147483647 w 834"/>
                  <a:gd name="T41" fmla="*/ 2147483647 h 798"/>
                  <a:gd name="T42" fmla="*/ 2147483647 w 834"/>
                  <a:gd name="T43" fmla="*/ 2147483647 h 798"/>
                  <a:gd name="T44" fmla="*/ 2147483647 w 834"/>
                  <a:gd name="T45" fmla="*/ 2147483647 h 798"/>
                  <a:gd name="T46" fmla="*/ 2147483647 w 834"/>
                  <a:gd name="T47" fmla="*/ 2147483647 h 798"/>
                  <a:gd name="T48" fmla="*/ 2147483647 w 834"/>
                  <a:gd name="T49" fmla="*/ 2147483647 h 798"/>
                  <a:gd name="T50" fmla="*/ 2147483647 w 834"/>
                  <a:gd name="T51" fmla="*/ 2147483647 h 798"/>
                  <a:gd name="T52" fmla="*/ 2147483647 w 834"/>
                  <a:gd name="T53" fmla="*/ 2147483647 h 798"/>
                  <a:gd name="T54" fmla="*/ 2147483647 w 834"/>
                  <a:gd name="T55" fmla="*/ 2147483647 h 798"/>
                  <a:gd name="T56" fmla="*/ 2147483647 w 834"/>
                  <a:gd name="T57" fmla="*/ 2147483647 h 798"/>
                  <a:gd name="T58" fmla="*/ 2147483647 w 834"/>
                  <a:gd name="T59" fmla="*/ 2147483647 h 798"/>
                  <a:gd name="T60" fmla="*/ 2147483647 w 834"/>
                  <a:gd name="T61" fmla="*/ 2147483647 h 798"/>
                  <a:gd name="T62" fmla="*/ 2147483647 w 834"/>
                  <a:gd name="T63" fmla="*/ 2147483647 h 798"/>
                  <a:gd name="T64" fmla="*/ 2147483647 w 834"/>
                  <a:gd name="T65" fmla="*/ 2147483647 h 798"/>
                  <a:gd name="T66" fmla="*/ 2147483647 w 834"/>
                  <a:gd name="T67" fmla="*/ 2147483647 h 798"/>
                  <a:gd name="T68" fmla="*/ 2147483647 w 834"/>
                  <a:gd name="T69" fmla="*/ 2147483647 h 798"/>
                  <a:gd name="T70" fmla="*/ 2147483647 w 834"/>
                  <a:gd name="T71" fmla="*/ 2147483647 h 798"/>
                  <a:gd name="T72" fmla="*/ 2147483647 w 834"/>
                  <a:gd name="T73" fmla="*/ 2147483647 h 798"/>
                  <a:gd name="T74" fmla="*/ 2147483647 w 834"/>
                  <a:gd name="T75" fmla="*/ 2147483647 h 798"/>
                  <a:gd name="T76" fmla="*/ 2147483647 w 834"/>
                  <a:gd name="T77" fmla="*/ 2147483647 h 798"/>
                  <a:gd name="T78" fmla="*/ 2147483647 w 834"/>
                  <a:gd name="T79" fmla="*/ 2147483647 h 798"/>
                  <a:gd name="T80" fmla="*/ 2147483647 w 834"/>
                  <a:gd name="T81" fmla="*/ 2147483647 h 798"/>
                  <a:gd name="T82" fmla="*/ 2147483647 w 834"/>
                  <a:gd name="T83" fmla="*/ 2147483647 h 798"/>
                  <a:gd name="T84" fmla="*/ 2147483647 w 834"/>
                  <a:gd name="T85" fmla="*/ 2147483647 h 798"/>
                  <a:gd name="T86" fmla="*/ 2147483647 w 834"/>
                  <a:gd name="T87" fmla="*/ 2147483647 h 798"/>
                  <a:gd name="T88" fmla="*/ 2147483647 w 834"/>
                  <a:gd name="T89" fmla="*/ 2147483647 h 798"/>
                  <a:gd name="T90" fmla="*/ 2147483647 w 834"/>
                  <a:gd name="T91" fmla="*/ 2147483647 h 798"/>
                  <a:gd name="T92" fmla="*/ 2147483647 w 834"/>
                  <a:gd name="T93" fmla="*/ 2147483647 h 798"/>
                  <a:gd name="T94" fmla="*/ 2147483647 w 834"/>
                  <a:gd name="T95" fmla="*/ 2147483647 h 798"/>
                  <a:gd name="T96" fmla="*/ 2147483647 w 834"/>
                  <a:gd name="T97" fmla="*/ 2147483647 h 798"/>
                  <a:gd name="T98" fmla="*/ 2147483647 w 834"/>
                  <a:gd name="T99" fmla="*/ 2147483647 h 798"/>
                  <a:gd name="T100" fmla="*/ 2147483647 w 834"/>
                  <a:gd name="T101" fmla="*/ 2147483647 h 798"/>
                  <a:gd name="T102" fmla="*/ 2147483647 w 834"/>
                  <a:gd name="T103" fmla="*/ 2147483647 h 79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834"/>
                  <a:gd name="T157" fmla="*/ 0 h 798"/>
                  <a:gd name="T158" fmla="*/ 834 w 834"/>
                  <a:gd name="T159" fmla="*/ 798 h 79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834" h="798">
                    <a:moveTo>
                      <a:pt x="822" y="186"/>
                    </a:moveTo>
                    <a:lnTo>
                      <a:pt x="822" y="162"/>
                    </a:lnTo>
                    <a:lnTo>
                      <a:pt x="816" y="168"/>
                    </a:lnTo>
                    <a:lnTo>
                      <a:pt x="810" y="168"/>
                    </a:lnTo>
                    <a:lnTo>
                      <a:pt x="810" y="126"/>
                    </a:lnTo>
                    <a:lnTo>
                      <a:pt x="798" y="114"/>
                    </a:lnTo>
                    <a:lnTo>
                      <a:pt x="786" y="114"/>
                    </a:lnTo>
                    <a:lnTo>
                      <a:pt x="786" y="102"/>
                    </a:lnTo>
                    <a:lnTo>
                      <a:pt x="768" y="90"/>
                    </a:lnTo>
                    <a:lnTo>
                      <a:pt x="750" y="90"/>
                    </a:lnTo>
                    <a:lnTo>
                      <a:pt x="750" y="72"/>
                    </a:lnTo>
                    <a:lnTo>
                      <a:pt x="738" y="78"/>
                    </a:lnTo>
                    <a:lnTo>
                      <a:pt x="726" y="78"/>
                    </a:lnTo>
                    <a:lnTo>
                      <a:pt x="708" y="60"/>
                    </a:lnTo>
                    <a:lnTo>
                      <a:pt x="690" y="60"/>
                    </a:lnTo>
                    <a:lnTo>
                      <a:pt x="684" y="54"/>
                    </a:lnTo>
                    <a:lnTo>
                      <a:pt x="684" y="36"/>
                    </a:lnTo>
                    <a:lnTo>
                      <a:pt x="672" y="42"/>
                    </a:lnTo>
                    <a:lnTo>
                      <a:pt x="654" y="42"/>
                    </a:lnTo>
                    <a:lnTo>
                      <a:pt x="648" y="54"/>
                    </a:lnTo>
                    <a:lnTo>
                      <a:pt x="642" y="60"/>
                    </a:lnTo>
                    <a:lnTo>
                      <a:pt x="636" y="60"/>
                    </a:lnTo>
                    <a:lnTo>
                      <a:pt x="624" y="48"/>
                    </a:lnTo>
                    <a:lnTo>
                      <a:pt x="624" y="36"/>
                    </a:lnTo>
                    <a:lnTo>
                      <a:pt x="618" y="30"/>
                    </a:lnTo>
                    <a:lnTo>
                      <a:pt x="606" y="30"/>
                    </a:lnTo>
                    <a:lnTo>
                      <a:pt x="600" y="24"/>
                    </a:lnTo>
                    <a:lnTo>
                      <a:pt x="594" y="24"/>
                    </a:lnTo>
                    <a:lnTo>
                      <a:pt x="594" y="6"/>
                    </a:lnTo>
                    <a:lnTo>
                      <a:pt x="600" y="0"/>
                    </a:lnTo>
                    <a:lnTo>
                      <a:pt x="576" y="12"/>
                    </a:lnTo>
                    <a:lnTo>
                      <a:pt x="558" y="12"/>
                    </a:lnTo>
                    <a:lnTo>
                      <a:pt x="546" y="18"/>
                    </a:lnTo>
                    <a:lnTo>
                      <a:pt x="528" y="18"/>
                    </a:lnTo>
                    <a:lnTo>
                      <a:pt x="510" y="24"/>
                    </a:lnTo>
                    <a:lnTo>
                      <a:pt x="498" y="24"/>
                    </a:lnTo>
                    <a:lnTo>
                      <a:pt x="498" y="54"/>
                    </a:lnTo>
                    <a:lnTo>
                      <a:pt x="480" y="72"/>
                    </a:lnTo>
                    <a:lnTo>
                      <a:pt x="468" y="78"/>
                    </a:lnTo>
                    <a:lnTo>
                      <a:pt x="462" y="84"/>
                    </a:lnTo>
                    <a:lnTo>
                      <a:pt x="456" y="84"/>
                    </a:lnTo>
                    <a:lnTo>
                      <a:pt x="468" y="96"/>
                    </a:lnTo>
                    <a:lnTo>
                      <a:pt x="468" y="102"/>
                    </a:lnTo>
                    <a:lnTo>
                      <a:pt x="474" y="108"/>
                    </a:lnTo>
                    <a:lnTo>
                      <a:pt x="474" y="114"/>
                    </a:lnTo>
                    <a:lnTo>
                      <a:pt x="480" y="120"/>
                    </a:lnTo>
                    <a:lnTo>
                      <a:pt x="480" y="144"/>
                    </a:lnTo>
                    <a:lnTo>
                      <a:pt x="486" y="162"/>
                    </a:lnTo>
                    <a:lnTo>
                      <a:pt x="486" y="216"/>
                    </a:lnTo>
                    <a:lnTo>
                      <a:pt x="474" y="228"/>
                    </a:lnTo>
                    <a:lnTo>
                      <a:pt x="468" y="240"/>
                    </a:lnTo>
                    <a:lnTo>
                      <a:pt x="462" y="258"/>
                    </a:lnTo>
                    <a:lnTo>
                      <a:pt x="456" y="270"/>
                    </a:lnTo>
                    <a:lnTo>
                      <a:pt x="456" y="294"/>
                    </a:lnTo>
                    <a:lnTo>
                      <a:pt x="468" y="306"/>
                    </a:lnTo>
                    <a:lnTo>
                      <a:pt x="474" y="306"/>
                    </a:lnTo>
                    <a:lnTo>
                      <a:pt x="474" y="312"/>
                    </a:lnTo>
                    <a:lnTo>
                      <a:pt x="480" y="312"/>
                    </a:lnTo>
                    <a:lnTo>
                      <a:pt x="510" y="342"/>
                    </a:lnTo>
                    <a:lnTo>
                      <a:pt x="522" y="348"/>
                    </a:lnTo>
                    <a:lnTo>
                      <a:pt x="528" y="348"/>
                    </a:lnTo>
                    <a:lnTo>
                      <a:pt x="534" y="342"/>
                    </a:lnTo>
                    <a:lnTo>
                      <a:pt x="534" y="324"/>
                    </a:lnTo>
                    <a:lnTo>
                      <a:pt x="558" y="324"/>
                    </a:lnTo>
                    <a:lnTo>
                      <a:pt x="558" y="372"/>
                    </a:lnTo>
                    <a:lnTo>
                      <a:pt x="552" y="408"/>
                    </a:lnTo>
                    <a:lnTo>
                      <a:pt x="546" y="426"/>
                    </a:lnTo>
                    <a:lnTo>
                      <a:pt x="540" y="426"/>
                    </a:lnTo>
                    <a:lnTo>
                      <a:pt x="540" y="420"/>
                    </a:lnTo>
                    <a:lnTo>
                      <a:pt x="534" y="408"/>
                    </a:lnTo>
                    <a:lnTo>
                      <a:pt x="516" y="420"/>
                    </a:lnTo>
                    <a:lnTo>
                      <a:pt x="498" y="420"/>
                    </a:lnTo>
                    <a:lnTo>
                      <a:pt x="498" y="408"/>
                    </a:lnTo>
                    <a:lnTo>
                      <a:pt x="492" y="396"/>
                    </a:lnTo>
                    <a:lnTo>
                      <a:pt x="492" y="384"/>
                    </a:lnTo>
                    <a:lnTo>
                      <a:pt x="480" y="372"/>
                    </a:lnTo>
                    <a:lnTo>
                      <a:pt x="468" y="372"/>
                    </a:lnTo>
                    <a:lnTo>
                      <a:pt x="462" y="360"/>
                    </a:lnTo>
                    <a:lnTo>
                      <a:pt x="462" y="354"/>
                    </a:lnTo>
                    <a:lnTo>
                      <a:pt x="456" y="342"/>
                    </a:lnTo>
                    <a:lnTo>
                      <a:pt x="450" y="336"/>
                    </a:lnTo>
                    <a:lnTo>
                      <a:pt x="444" y="336"/>
                    </a:lnTo>
                    <a:lnTo>
                      <a:pt x="438" y="342"/>
                    </a:lnTo>
                    <a:lnTo>
                      <a:pt x="426" y="342"/>
                    </a:lnTo>
                    <a:lnTo>
                      <a:pt x="426" y="330"/>
                    </a:lnTo>
                    <a:lnTo>
                      <a:pt x="420" y="324"/>
                    </a:lnTo>
                    <a:lnTo>
                      <a:pt x="390" y="324"/>
                    </a:lnTo>
                    <a:lnTo>
                      <a:pt x="390" y="312"/>
                    </a:lnTo>
                    <a:lnTo>
                      <a:pt x="396" y="312"/>
                    </a:lnTo>
                    <a:lnTo>
                      <a:pt x="396" y="300"/>
                    </a:lnTo>
                    <a:lnTo>
                      <a:pt x="384" y="300"/>
                    </a:lnTo>
                    <a:lnTo>
                      <a:pt x="378" y="294"/>
                    </a:lnTo>
                    <a:lnTo>
                      <a:pt x="378" y="282"/>
                    </a:lnTo>
                    <a:lnTo>
                      <a:pt x="366" y="270"/>
                    </a:lnTo>
                    <a:lnTo>
                      <a:pt x="360" y="270"/>
                    </a:lnTo>
                    <a:lnTo>
                      <a:pt x="354" y="276"/>
                    </a:lnTo>
                    <a:lnTo>
                      <a:pt x="354" y="294"/>
                    </a:lnTo>
                    <a:lnTo>
                      <a:pt x="348" y="300"/>
                    </a:lnTo>
                    <a:lnTo>
                      <a:pt x="348" y="306"/>
                    </a:lnTo>
                    <a:lnTo>
                      <a:pt x="330" y="306"/>
                    </a:lnTo>
                    <a:lnTo>
                      <a:pt x="300" y="300"/>
                    </a:lnTo>
                    <a:lnTo>
                      <a:pt x="264" y="294"/>
                    </a:lnTo>
                    <a:lnTo>
                      <a:pt x="246" y="282"/>
                    </a:lnTo>
                    <a:lnTo>
                      <a:pt x="240" y="276"/>
                    </a:lnTo>
                    <a:lnTo>
                      <a:pt x="234" y="264"/>
                    </a:lnTo>
                    <a:lnTo>
                      <a:pt x="234" y="246"/>
                    </a:lnTo>
                    <a:lnTo>
                      <a:pt x="192" y="252"/>
                    </a:lnTo>
                    <a:lnTo>
                      <a:pt x="198" y="258"/>
                    </a:lnTo>
                    <a:lnTo>
                      <a:pt x="198" y="264"/>
                    </a:lnTo>
                    <a:lnTo>
                      <a:pt x="180" y="264"/>
                    </a:lnTo>
                    <a:lnTo>
                      <a:pt x="174" y="258"/>
                    </a:lnTo>
                    <a:lnTo>
                      <a:pt x="174" y="228"/>
                    </a:lnTo>
                    <a:lnTo>
                      <a:pt x="156" y="228"/>
                    </a:lnTo>
                    <a:lnTo>
                      <a:pt x="150" y="216"/>
                    </a:lnTo>
                    <a:lnTo>
                      <a:pt x="144" y="234"/>
                    </a:lnTo>
                    <a:lnTo>
                      <a:pt x="144" y="240"/>
                    </a:lnTo>
                    <a:lnTo>
                      <a:pt x="156" y="252"/>
                    </a:lnTo>
                    <a:lnTo>
                      <a:pt x="156" y="270"/>
                    </a:lnTo>
                    <a:lnTo>
                      <a:pt x="150" y="276"/>
                    </a:lnTo>
                    <a:lnTo>
                      <a:pt x="144" y="276"/>
                    </a:lnTo>
                    <a:lnTo>
                      <a:pt x="144" y="330"/>
                    </a:lnTo>
                    <a:lnTo>
                      <a:pt x="156" y="342"/>
                    </a:lnTo>
                    <a:lnTo>
                      <a:pt x="138" y="348"/>
                    </a:lnTo>
                    <a:lnTo>
                      <a:pt x="138" y="354"/>
                    </a:lnTo>
                    <a:lnTo>
                      <a:pt x="144" y="360"/>
                    </a:lnTo>
                    <a:lnTo>
                      <a:pt x="144" y="384"/>
                    </a:lnTo>
                    <a:lnTo>
                      <a:pt x="132" y="396"/>
                    </a:lnTo>
                    <a:lnTo>
                      <a:pt x="126" y="396"/>
                    </a:lnTo>
                    <a:lnTo>
                      <a:pt x="0" y="390"/>
                    </a:lnTo>
                    <a:lnTo>
                      <a:pt x="0" y="642"/>
                    </a:lnTo>
                    <a:lnTo>
                      <a:pt x="6" y="654"/>
                    </a:lnTo>
                    <a:lnTo>
                      <a:pt x="6" y="672"/>
                    </a:lnTo>
                    <a:lnTo>
                      <a:pt x="96" y="762"/>
                    </a:lnTo>
                    <a:lnTo>
                      <a:pt x="114" y="768"/>
                    </a:lnTo>
                    <a:lnTo>
                      <a:pt x="138" y="756"/>
                    </a:lnTo>
                    <a:lnTo>
                      <a:pt x="144" y="756"/>
                    </a:lnTo>
                    <a:lnTo>
                      <a:pt x="150" y="750"/>
                    </a:lnTo>
                    <a:lnTo>
                      <a:pt x="168" y="750"/>
                    </a:lnTo>
                    <a:lnTo>
                      <a:pt x="174" y="756"/>
                    </a:lnTo>
                    <a:lnTo>
                      <a:pt x="174" y="762"/>
                    </a:lnTo>
                    <a:lnTo>
                      <a:pt x="204" y="756"/>
                    </a:lnTo>
                    <a:lnTo>
                      <a:pt x="222" y="774"/>
                    </a:lnTo>
                    <a:lnTo>
                      <a:pt x="264" y="774"/>
                    </a:lnTo>
                    <a:lnTo>
                      <a:pt x="264" y="780"/>
                    </a:lnTo>
                    <a:lnTo>
                      <a:pt x="276" y="792"/>
                    </a:lnTo>
                    <a:lnTo>
                      <a:pt x="288" y="792"/>
                    </a:lnTo>
                    <a:lnTo>
                      <a:pt x="288" y="780"/>
                    </a:lnTo>
                    <a:lnTo>
                      <a:pt x="300" y="780"/>
                    </a:lnTo>
                    <a:lnTo>
                      <a:pt x="312" y="792"/>
                    </a:lnTo>
                    <a:lnTo>
                      <a:pt x="312" y="798"/>
                    </a:lnTo>
                    <a:lnTo>
                      <a:pt x="330" y="798"/>
                    </a:lnTo>
                    <a:lnTo>
                      <a:pt x="354" y="786"/>
                    </a:lnTo>
                    <a:lnTo>
                      <a:pt x="384" y="756"/>
                    </a:lnTo>
                    <a:lnTo>
                      <a:pt x="390" y="744"/>
                    </a:lnTo>
                    <a:lnTo>
                      <a:pt x="396" y="738"/>
                    </a:lnTo>
                    <a:lnTo>
                      <a:pt x="396" y="732"/>
                    </a:lnTo>
                    <a:lnTo>
                      <a:pt x="402" y="726"/>
                    </a:lnTo>
                    <a:lnTo>
                      <a:pt x="414" y="702"/>
                    </a:lnTo>
                    <a:lnTo>
                      <a:pt x="420" y="696"/>
                    </a:lnTo>
                    <a:lnTo>
                      <a:pt x="432" y="690"/>
                    </a:lnTo>
                    <a:lnTo>
                      <a:pt x="450" y="684"/>
                    </a:lnTo>
                    <a:lnTo>
                      <a:pt x="462" y="678"/>
                    </a:lnTo>
                    <a:lnTo>
                      <a:pt x="474" y="678"/>
                    </a:lnTo>
                    <a:lnTo>
                      <a:pt x="480" y="672"/>
                    </a:lnTo>
                    <a:lnTo>
                      <a:pt x="480" y="636"/>
                    </a:lnTo>
                    <a:lnTo>
                      <a:pt x="504" y="624"/>
                    </a:lnTo>
                    <a:lnTo>
                      <a:pt x="516" y="612"/>
                    </a:lnTo>
                    <a:lnTo>
                      <a:pt x="552" y="600"/>
                    </a:lnTo>
                    <a:lnTo>
                      <a:pt x="588" y="600"/>
                    </a:lnTo>
                    <a:lnTo>
                      <a:pt x="588" y="576"/>
                    </a:lnTo>
                    <a:lnTo>
                      <a:pt x="570" y="558"/>
                    </a:lnTo>
                    <a:lnTo>
                      <a:pt x="582" y="546"/>
                    </a:lnTo>
                    <a:lnTo>
                      <a:pt x="612" y="546"/>
                    </a:lnTo>
                    <a:lnTo>
                      <a:pt x="630" y="528"/>
                    </a:lnTo>
                    <a:lnTo>
                      <a:pt x="642" y="528"/>
                    </a:lnTo>
                    <a:lnTo>
                      <a:pt x="654" y="522"/>
                    </a:lnTo>
                    <a:lnTo>
                      <a:pt x="672" y="522"/>
                    </a:lnTo>
                    <a:lnTo>
                      <a:pt x="690" y="516"/>
                    </a:lnTo>
                    <a:lnTo>
                      <a:pt x="702" y="510"/>
                    </a:lnTo>
                    <a:lnTo>
                      <a:pt x="708" y="510"/>
                    </a:lnTo>
                    <a:lnTo>
                      <a:pt x="732" y="498"/>
                    </a:lnTo>
                    <a:lnTo>
                      <a:pt x="750" y="486"/>
                    </a:lnTo>
                    <a:lnTo>
                      <a:pt x="762" y="480"/>
                    </a:lnTo>
                    <a:lnTo>
                      <a:pt x="780" y="474"/>
                    </a:lnTo>
                    <a:lnTo>
                      <a:pt x="786" y="468"/>
                    </a:lnTo>
                    <a:lnTo>
                      <a:pt x="792" y="468"/>
                    </a:lnTo>
                    <a:lnTo>
                      <a:pt x="780" y="462"/>
                    </a:lnTo>
                    <a:lnTo>
                      <a:pt x="768" y="450"/>
                    </a:lnTo>
                    <a:lnTo>
                      <a:pt x="756" y="444"/>
                    </a:lnTo>
                    <a:lnTo>
                      <a:pt x="756" y="438"/>
                    </a:lnTo>
                    <a:lnTo>
                      <a:pt x="762" y="432"/>
                    </a:lnTo>
                    <a:lnTo>
                      <a:pt x="768" y="420"/>
                    </a:lnTo>
                    <a:lnTo>
                      <a:pt x="774" y="414"/>
                    </a:lnTo>
                    <a:lnTo>
                      <a:pt x="780" y="402"/>
                    </a:lnTo>
                    <a:lnTo>
                      <a:pt x="774" y="366"/>
                    </a:lnTo>
                    <a:lnTo>
                      <a:pt x="780" y="366"/>
                    </a:lnTo>
                    <a:lnTo>
                      <a:pt x="786" y="360"/>
                    </a:lnTo>
                    <a:lnTo>
                      <a:pt x="798" y="354"/>
                    </a:lnTo>
                    <a:lnTo>
                      <a:pt x="816" y="336"/>
                    </a:lnTo>
                    <a:lnTo>
                      <a:pt x="816" y="330"/>
                    </a:lnTo>
                    <a:lnTo>
                      <a:pt x="804" y="330"/>
                    </a:lnTo>
                    <a:lnTo>
                      <a:pt x="804" y="258"/>
                    </a:lnTo>
                    <a:lnTo>
                      <a:pt x="810" y="240"/>
                    </a:lnTo>
                    <a:lnTo>
                      <a:pt x="798" y="234"/>
                    </a:lnTo>
                    <a:lnTo>
                      <a:pt x="798" y="216"/>
                    </a:lnTo>
                    <a:lnTo>
                      <a:pt x="804" y="216"/>
                    </a:lnTo>
                    <a:lnTo>
                      <a:pt x="810" y="210"/>
                    </a:lnTo>
                    <a:lnTo>
                      <a:pt x="834" y="198"/>
                    </a:lnTo>
                    <a:lnTo>
                      <a:pt x="834" y="186"/>
                    </a:lnTo>
                    <a:lnTo>
                      <a:pt x="822" y="18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 name="Yemen" descr="© INSCALE GmbH, 05.05.2010&#10;http://www.presentationload.com/">
                <a:extLst>
                  <a:ext uri="{FF2B5EF4-FFF2-40B4-BE49-F238E27FC236}">
                    <a16:creationId xmlns:a16="http://schemas.microsoft.com/office/drawing/2014/main" id="{FD335A43-055C-2582-24AA-398BD03C3A49}"/>
                  </a:ext>
                </a:extLst>
              </p:cNvPr>
              <p:cNvSpPr>
                <a:spLocks/>
              </p:cNvSpPr>
              <p:nvPr/>
            </p:nvSpPr>
            <p:spPr bwMode="gray">
              <a:xfrm>
                <a:off x="5375336" y="2637386"/>
                <a:ext cx="277203" cy="189744"/>
              </a:xfrm>
              <a:custGeom>
                <a:avLst/>
                <a:gdLst>
                  <a:gd name="T0" fmla="*/ 2147483647 w 732"/>
                  <a:gd name="T1" fmla="*/ 2147483647 h 498"/>
                  <a:gd name="T2" fmla="*/ 2147483647 w 732"/>
                  <a:gd name="T3" fmla="*/ 2147483647 h 498"/>
                  <a:gd name="T4" fmla="*/ 2147483647 w 732"/>
                  <a:gd name="T5" fmla="*/ 2147483647 h 498"/>
                  <a:gd name="T6" fmla="*/ 2147483647 w 732"/>
                  <a:gd name="T7" fmla="*/ 2147483647 h 498"/>
                  <a:gd name="T8" fmla="*/ 2147483647 w 732"/>
                  <a:gd name="T9" fmla="*/ 2147483647 h 498"/>
                  <a:gd name="T10" fmla="*/ 2147483647 w 732"/>
                  <a:gd name="T11" fmla="*/ 2147483647 h 498"/>
                  <a:gd name="T12" fmla="*/ 2147483647 w 732"/>
                  <a:gd name="T13" fmla="*/ 2147483647 h 498"/>
                  <a:gd name="T14" fmla="*/ 2147483647 w 732"/>
                  <a:gd name="T15" fmla="*/ 2147483647 h 498"/>
                  <a:gd name="T16" fmla="*/ 2147483647 w 732"/>
                  <a:gd name="T17" fmla="*/ 2147483647 h 498"/>
                  <a:gd name="T18" fmla="*/ 2147483647 w 732"/>
                  <a:gd name="T19" fmla="*/ 2147483647 h 498"/>
                  <a:gd name="T20" fmla="*/ 2147483647 w 732"/>
                  <a:gd name="T21" fmla="*/ 2147483647 h 498"/>
                  <a:gd name="T22" fmla="*/ 2147483647 w 732"/>
                  <a:gd name="T23" fmla="*/ 2147483647 h 498"/>
                  <a:gd name="T24" fmla="*/ 2147483647 w 732"/>
                  <a:gd name="T25" fmla="*/ 2147483647 h 498"/>
                  <a:gd name="T26" fmla="*/ 2147483647 w 732"/>
                  <a:gd name="T27" fmla="*/ 2147483647 h 498"/>
                  <a:gd name="T28" fmla="*/ 2147483647 w 732"/>
                  <a:gd name="T29" fmla="*/ 2147483647 h 498"/>
                  <a:gd name="T30" fmla="*/ 0 w 732"/>
                  <a:gd name="T31" fmla="*/ 2147483647 h 498"/>
                  <a:gd name="T32" fmla="*/ 2147483647 w 732"/>
                  <a:gd name="T33" fmla="*/ 2147483647 h 498"/>
                  <a:gd name="T34" fmla="*/ 2147483647 w 732"/>
                  <a:gd name="T35" fmla="*/ 2147483647 h 498"/>
                  <a:gd name="T36" fmla="*/ 2147483647 w 732"/>
                  <a:gd name="T37" fmla="*/ 2147483647 h 498"/>
                  <a:gd name="T38" fmla="*/ 2147483647 w 732"/>
                  <a:gd name="T39" fmla="*/ 2147483647 h 498"/>
                  <a:gd name="T40" fmla="*/ 2147483647 w 732"/>
                  <a:gd name="T41" fmla="*/ 2147483647 h 498"/>
                  <a:gd name="T42" fmla="*/ 2147483647 w 732"/>
                  <a:gd name="T43" fmla="*/ 2147483647 h 498"/>
                  <a:gd name="T44" fmla="*/ 2147483647 w 732"/>
                  <a:gd name="T45" fmla="*/ 2147483647 h 498"/>
                  <a:gd name="T46" fmla="*/ 2147483647 w 732"/>
                  <a:gd name="T47" fmla="*/ 2147483647 h 498"/>
                  <a:gd name="T48" fmla="*/ 2147483647 w 732"/>
                  <a:gd name="T49" fmla="*/ 2147483647 h 498"/>
                  <a:gd name="T50" fmla="*/ 2147483647 w 732"/>
                  <a:gd name="T51" fmla="*/ 2147483647 h 498"/>
                  <a:gd name="T52" fmla="*/ 2147483647 w 732"/>
                  <a:gd name="T53" fmla="*/ 2147483647 h 498"/>
                  <a:gd name="T54" fmla="*/ 2147483647 w 732"/>
                  <a:gd name="T55" fmla="*/ 2147483647 h 498"/>
                  <a:gd name="T56" fmla="*/ 2147483647 w 732"/>
                  <a:gd name="T57" fmla="*/ 2147483647 h 498"/>
                  <a:gd name="T58" fmla="*/ 2147483647 w 732"/>
                  <a:gd name="T59" fmla="*/ 2147483647 h 498"/>
                  <a:gd name="T60" fmla="*/ 2147483647 w 732"/>
                  <a:gd name="T61" fmla="*/ 2147483647 h 498"/>
                  <a:gd name="T62" fmla="*/ 2147483647 w 732"/>
                  <a:gd name="T63" fmla="*/ 2147483647 h 498"/>
                  <a:gd name="T64" fmla="*/ 2147483647 w 732"/>
                  <a:gd name="T65" fmla="*/ 2147483647 h 498"/>
                  <a:gd name="T66" fmla="*/ 2147483647 w 732"/>
                  <a:gd name="T67" fmla="*/ 2147483647 h 498"/>
                  <a:gd name="T68" fmla="*/ 2147483647 w 732"/>
                  <a:gd name="T69" fmla="*/ 2147483647 h 498"/>
                  <a:gd name="T70" fmla="*/ 2147483647 w 732"/>
                  <a:gd name="T71" fmla="*/ 2147483647 h 498"/>
                  <a:gd name="T72" fmla="*/ 2147483647 w 732"/>
                  <a:gd name="T73" fmla="*/ 2147483647 h 498"/>
                  <a:gd name="T74" fmla="*/ 2147483647 w 732"/>
                  <a:gd name="T75" fmla="*/ 2147483647 h 498"/>
                  <a:gd name="T76" fmla="*/ 2147483647 w 732"/>
                  <a:gd name="T77" fmla="*/ 0 h 498"/>
                  <a:gd name="T78" fmla="*/ 2147483647 w 732"/>
                  <a:gd name="T79" fmla="*/ 2147483647 h 498"/>
                  <a:gd name="T80" fmla="*/ 2147483647 w 732"/>
                  <a:gd name="T81" fmla="*/ 2147483647 h 49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732"/>
                  <a:gd name="T124" fmla="*/ 0 h 498"/>
                  <a:gd name="T125" fmla="*/ 732 w 732"/>
                  <a:gd name="T126" fmla="*/ 498 h 49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732" h="498">
                    <a:moveTo>
                      <a:pt x="468" y="24"/>
                    </a:moveTo>
                    <a:lnTo>
                      <a:pt x="450" y="30"/>
                    </a:lnTo>
                    <a:lnTo>
                      <a:pt x="420" y="36"/>
                    </a:lnTo>
                    <a:lnTo>
                      <a:pt x="390" y="54"/>
                    </a:lnTo>
                    <a:lnTo>
                      <a:pt x="372" y="72"/>
                    </a:lnTo>
                    <a:lnTo>
                      <a:pt x="366" y="84"/>
                    </a:lnTo>
                    <a:lnTo>
                      <a:pt x="354" y="96"/>
                    </a:lnTo>
                    <a:lnTo>
                      <a:pt x="348" y="108"/>
                    </a:lnTo>
                    <a:lnTo>
                      <a:pt x="342" y="114"/>
                    </a:lnTo>
                    <a:lnTo>
                      <a:pt x="336" y="126"/>
                    </a:lnTo>
                    <a:lnTo>
                      <a:pt x="336" y="144"/>
                    </a:lnTo>
                    <a:lnTo>
                      <a:pt x="330" y="150"/>
                    </a:lnTo>
                    <a:lnTo>
                      <a:pt x="324" y="162"/>
                    </a:lnTo>
                    <a:lnTo>
                      <a:pt x="312" y="162"/>
                    </a:lnTo>
                    <a:lnTo>
                      <a:pt x="300" y="156"/>
                    </a:lnTo>
                    <a:lnTo>
                      <a:pt x="294" y="144"/>
                    </a:lnTo>
                    <a:lnTo>
                      <a:pt x="288" y="138"/>
                    </a:lnTo>
                    <a:lnTo>
                      <a:pt x="210" y="138"/>
                    </a:lnTo>
                    <a:lnTo>
                      <a:pt x="204" y="132"/>
                    </a:lnTo>
                    <a:lnTo>
                      <a:pt x="192" y="126"/>
                    </a:lnTo>
                    <a:lnTo>
                      <a:pt x="102" y="126"/>
                    </a:lnTo>
                    <a:lnTo>
                      <a:pt x="96" y="132"/>
                    </a:lnTo>
                    <a:lnTo>
                      <a:pt x="72" y="138"/>
                    </a:lnTo>
                    <a:lnTo>
                      <a:pt x="54" y="120"/>
                    </a:lnTo>
                    <a:lnTo>
                      <a:pt x="48" y="120"/>
                    </a:lnTo>
                    <a:lnTo>
                      <a:pt x="42" y="126"/>
                    </a:lnTo>
                    <a:lnTo>
                      <a:pt x="36" y="138"/>
                    </a:lnTo>
                    <a:lnTo>
                      <a:pt x="36" y="186"/>
                    </a:lnTo>
                    <a:lnTo>
                      <a:pt x="30" y="192"/>
                    </a:lnTo>
                    <a:lnTo>
                      <a:pt x="24" y="204"/>
                    </a:lnTo>
                    <a:lnTo>
                      <a:pt x="12" y="216"/>
                    </a:lnTo>
                    <a:lnTo>
                      <a:pt x="0" y="252"/>
                    </a:lnTo>
                    <a:lnTo>
                      <a:pt x="0" y="258"/>
                    </a:lnTo>
                    <a:lnTo>
                      <a:pt x="18" y="276"/>
                    </a:lnTo>
                    <a:lnTo>
                      <a:pt x="24" y="288"/>
                    </a:lnTo>
                    <a:lnTo>
                      <a:pt x="36" y="294"/>
                    </a:lnTo>
                    <a:lnTo>
                      <a:pt x="24" y="408"/>
                    </a:lnTo>
                    <a:lnTo>
                      <a:pt x="54" y="444"/>
                    </a:lnTo>
                    <a:lnTo>
                      <a:pt x="54" y="456"/>
                    </a:lnTo>
                    <a:lnTo>
                      <a:pt x="60" y="468"/>
                    </a:lnTo>
                    <a:lnTo>
                      <a:pt x="78" y="486"/>
                    </a:lnTo>
                    <a:lnTo>
                      <a:pt x="90" y="492"/>
                    </a:lnTo>
                    <a:lnTo>
                      <a:pt x="114" y="498"/>
                    </a:lnTo>
                    <a:lnTo>
                      <a:pt x="132" y="498"/>
                    </a:lnTo>
                    <a:lnTo>
                      <a:pt x="150" y="492"/>
                    </a:lnTo>
                    <a:lnTo>
                      <a:pt x="162" y="486"/>
                    </a:lnTo>
                    <a:lnTo>
                      <a:pt x="168" y="480"/>
                    </a:lnTo>
                    <a:lnTo>
                      <a:pt x="186" y="444"/>
                    </a:lnTo>
                    <a:lnTo>
                      <a:pt x="198" y="432"/>
                    </a:lnTo>
                    <a:lnTo>
                      <a:pt x="210" y="432"/>
                    </a:lnTo>
                    <a:lnTo>
                      <a:pt x="228" y="438"/>
                    </a:lnTo>
                    <a:lnTo>
                      <a:pt x="270" y="438"/>
                    </a:lnTo>
                    <a:lnTo>
                      <a:pt x="324" y="432"/>
                    </a:lnTo>
                    <a:lnTo>
                      <a:pt x="366" y="426"/>
                    </a:lnTo>
                    <a:lnTo>
                      <a:pt x="390" y="414"/>
                    </a:lnTo>
                    <a:lnTo>
                      <a:pt x="402" y="402"/>
                    </a:lnTo>
                    <a:lnTo>
                      <a:pt x="414" y="384"/>
                    </a:lnTo>
                    <a:lnTo>
                      <a:pt x="426" y="372"/>
                    </a:lnTo>
                    <a:lnTo>
                      <a:pt x="450" y="360"/>
                    </a:lnTo>
                    <a:lnTo>
                      <a:pt x="462" y="348"/>
                    </a:lnTo>
                    <a:lnTo>
                      <a:pt x="474" y="342"/>
                    </a:lnTo>
                    <a:lnTo>
                      <a:pt x="486" y="330"/>
                    </a:lnTo>
                    <a:lnTo>
                      <a:pt x="504" y="324"/>
                    </a:lnTo>
                    <a:lnTo>
                      <a:pt x="528" y="312"/>
                    </a:lnTo>
                    <a:lnTo>
                      <a:pt x="546" y="306"/>
                    </a:lnTo>
                    <a:lnTo>
                      <a:pt x="558" y="294"/>
                    </a:lnTo>
                    <a:lnTo>
                      <a:pt x="594" y="276"/>
                    </a:lnTo>
                    <a:lnTo>
                      <a:pt x="666" y="276"/>
                    </a:lnTo>
                    <a:lnTo>
                      <a:pt x="666" y="270"/>
                    </a:lnTo>
                    <a:lnTo>
                      <a:pt x="672" y="264"/>
                    </a:lnTo>
                    <a:lnTo>
                      <a:pt x="684" y="240"/>
                    </a:lnTo>
                    <a:lnTo>
                      <a:pt x="690" y="222"/>
                    </a:lnTo>
                    <a:lnTo>
                      <a:pt x="702" y="210"/>
                    </a:lnTo>
                    <a:lnTo>
                      <a:pt x="708" y="198"/>
                    </a:lnTo>
                    <a:lnTo>
                      <a:pt x="720" y="192"/>
                    </a:lnTo>
                    <a:lnTo>
                      <a:pt x="720" y="186"/>
                    </a:lnTo>
                    <a:lnTo>
                      <a:pt x="732" y="186"/>
                    </a:lnTo>
                    <a:lnTo>
                      <a:pt x="648" y="0"/>
                    </a:lnTo>
                    <a:lnTo>
                      <a:pt x="630" y="0"/>
                    </a:lnTo>
                    <a:lnTo>
                      <a:pt x="588" y="6"/>
                    </a:lnTo>
                    <a:lnTo>
                      <a:pt x="540" y="18"/>
                    </a:lnTo>
                    <a:lnTo>
                      <a:pt x="492" y="24"/>
                    </a:lnTo>
                    <a:lnTo>
                      <a:pt x="468" y="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 name="Western Sahara" descr="© INSCALE GmbH, 05.05.2010&#10;http://www.presentationload.com/">
                <a:extLst>
                  <a:ext uri="{FF2B5EF4-FFF2-40B4-BE49-F238E27FC236}">
                    <a16:creationId xmlns:a16="http://schemas.microsoft.com/office/drawing/2014/main" id="{4C71C5CE-CF74-F105-4C28-D403EA57B0EB}"/>
                  </a:ext>
                </a:extLst>
              </p:cNvPr>
              <p:cNvSpPr>
                <a:spLocks/>
              </p:cNvSpPr>
              <p:nvPr/>
            </p:nvSpPr>
            <p:spPr bwMode="gray">
              <a:xfrm>
                <a:off x="3790679" y="2373523"/>
                <a:ext cx="226803" cy="194192"/>
              </a:xfrm>
              <a:custGeom>
                <a:avLst/>
                <a:gdLst>
                  <a:gd name="T0" fmla="*/ 2147483647 w 600"/>
                  <a:gd name="T1" fmla="*/ 0 h 510"/>
                  <a:gd name="T2" fmla="*/ 2147483647 w 600"/>
                  <a:gd name="T3" fmla="*/ 0 h 510"/>
                  <a:gd name="T4" fmla="*/ 2147483647 w 600"/>
                  <a:gd name="T5" fmla="*/ 2147483647 h 510"/>
                  <a:gd name="T6" fmla="*/ 2147483647 w 600"/>
                  <a:gd name="T7" fmla="*/ 2147483647 h 510"/>
                  <a:gd name="T8" fmla="*/ 2147483647 w 600"/>
                  <a:gd name="T9" fmla="*/ 2147483647 h 510"/>
                  <a:gd name="T10" fmla="*/ 2147483647 w 600"/>
                  <a:gd name="T11" fmla="*/ 2147483647 h 510"/>
                  <a:gd name="T12" fmla="*/ 2147483647 w 600"/>
                  <a:gd name="T13" fmla="*/ 2147483647 h 510"/>
                  <a:gd name="T14" fmla="*/ 2147483647 w 600"/>
                  <a:gd name="T15" fmla="*/ 2147483647 h 510"/>
                  <a:gd name="T16" fmla="*/ 2147483647 w 600"/>
                  <a:gd name="T17" fmla="*/ 2147483647 h 510"/>
                  <a:gd name="T18" fmla="*/ 2147483647 w 600"/>
                  <a:gd name="T19" fmla="*/ 2147483647 h 510"/>
                  <a:gd name="T20" fmla="*/ 2147483647 w 600"/>
                  <a:gd name="T21" fmla="*/ 2147483647 h 510"/>
                  <a:gd name="T22" fmla="*/ 2147483647 w 600"/>
                  <a:gd name="T23" fmla="*/ 2147483647 h 510"/>
                  <a:gd name="T24" fmla="*/ 2147483647 w 600"/>
                  <a:gd name="T25" fmla="*/ 2147483647 h 510"/>
                  <a:gd name="T26" fmla="*/ 2147483647 w 600"/>
                  <a:gd name="T27" fmla="*/ 2147483647 h 510"/>
                  <a:gd name="T28" fmla="*/ 2147483647 w 600"/>
                  <a:gd name="T29" fmla="*/ 2147483647 h 510"/>
                  <a:gd name="T30" fmla="*/ 2147483647 w 600"/>
                  <a:gd name="T31" fmla="*/ 2147483647 h 510"/>
                  <a:gd name="T32" fmla="*/ 2147483647 w 600"/>
                  <a:gd name="T33" fmla="*/ 2147483647 h 510"/>
                  <a:gd name="T34" fmla="*/ 2147483647 w 600"/>
                  <a:gd name="T35" fmla="*/ 2147483647 h 510"/>
                  <a:gd name="T36" fmla="*/ 2147483647 w 600"/>
                  <a:gd name="T37" fmla="*/ 2147483647 h 510"/>
                  <a:gd name="T38" fmla="*/ 2147483647 w 600"/>
                  <a:gd name="T39" fmla="*/ 2147483647 h 510"/>
                  <a:gd name="T40" fmla="*/ 2147483647 w 600"/>
                  <a:gd name="T41" fmla="*/ 2147483647 h 510"/>
                  <a:gd name="T42" fmla="*/ 2147483647 w 600"/>
                  <a:gd name="T43" fmla="*/ 2147483647 h 510"/>
                  <a:gd name="T44" fmla="*/ 2147483647 w 600"/>
                  <a:gd name="T45" fmla="*/ 2147483647 h 510"/>
                  <a:gd name="T46" fmla="*/ 2147483647 w 600"/>
                  <a:gd name="T47" fmla="*/ 2147483647 h 510"/>
                  <a:gd name="T48" fmla="*/ 2147483647 w 600"/>
                  <a:gd name="T49" fmla="*/ 2147483647 h 510"/>
                  <a:gd name="T50" fmla="*/ 2147483647 w 600"/>
                  <a:gd name="T51" fmla="*/ 2147483647 h 510"/>
                  <a:gd name="T52" fmla="*/ 2147483647 w 600"/>
                  <a:gd name="T53" fmla="*/ 2147483647 h 510"/>
                  <a:gd name="T54" fmla="*/ 2147483647 w 600"/>
                  <a:gd name="T55" fmla="*/ 2147483647 h 510"/>
                  <a:gd name="T56" fmla="*/ 2147483647 w 600"/>
                  <a:gd name="T57" fmla="*/ 2147483647 h 510"/>
                  <a:gd name="T58" fmla="*/ 2147483647 w 600"/>
                  <a:gd name="T59" fmla="*/ 2147483647 h 510"/>
                  <a:gd name="T60" fmla="*/ 2147483647 w 600"/>
                  <a:gd name="T61" fmla="*/ 2147483647 h 510"/>
                  <a:gd name="T62" fmla="*/ 2147483647 w 600"/>
                  <a:gd name="T63" fmla="*/ 2147483647 h 510"/>
                  <a:gd name="T64" fmla="*/ 2147483647 w 600"/>
                  <a:gd name="T65" fmla="*/ 2147483647 h 510"/>
                  <a:gd name="T66" fmla="*/ 2147483647 w 600"/>
                  <a:gd name="T67" fmla="*/ 2147483647 h 510"/>
                  <a:gd name="T68" fmla="*/ 2147483647 w 600"/>
                  <a:gd name="T69" fmla="*/ 2147483647 h 510"/>
                  <a:gd name="T70" fmla="*/ 2147483647 w 600"/>
                  <a:gd name="T71" fmla="*/ 2147483647 h 510"/>
                  <a:gd name="T72" fmla="*/ 2147483647 w 600"/>
                  <a:gd name="T73" fmla="*/ 2147483647 h 510"/>
                  <a:gd name="T74" fmla="*/ 2147483647 w 600"/>
                  <a:gd name="T75" fmla="*/ 2147483647 h 510"/>
                  <a:gd name="T76" fmla="*/ 2147483647 w 600"/>
                  <a:gd name="T77" fmla="*/ 2147483647 h 510"/>
                  <a:gd name="T78" fmla="*/ 0 w 600"/>
                  <a:gd name="T79" fmla="*/ 2147483647 h 510"/>
                  <a:gd name="T80" fmla="*/ 0 w 600"/>
                  <a:gd name="T81" fmla="*/ 2147483647 h 510"/>
                  <a:gd name="T82" fmla="*/ 2147483647 w 600"/>
                  <a:gd name="T83" fmla="*/ 2147483647 h 510"/>
                  <a:gd name="T84" fmla="*/ 2147483647 w 600"/>
                  <a:gd name="T85" fmla="*/ 2147483647 h 510"/>
                  <a:gd name="T86" fmla="*/ 2147483647 w 600"/>
                  <a:gd name="T87" fmla="*/ 2147483647 h 510"/>
                  <a:gd name="T88" fmla="*/ 2147483647 w 600"/>
                  <a:gd name="T89" fmla="*/ 2147483647 h 510"/>
                  <a:gd name="T90" fmla="*/ 2147483647 w 600"/>
                  <a:gd name="T91" fmla="*/ 2147483647 h 510"/>
                  <a:gd name="T92" fmla="*/ 2147483647 w 600"/>
                  <a:gd name="T93" fmla="*/ 2147483647 h 510"/>
                  <a:gd name="T94" fmla="*/ 2147483647 w 600"/>
                  <a:gd name="T95" fmla="*/ 2147483647 h 510"/>
                  <a:gd name="T96" fmla="*/ 2147483647 w 600"/>
                  <a:gd name="T97" fmla="*/ 2147483647 h 510"/>
                  <a:gd name="T98" fmla="*/ 2147483647 w 600"/>
                  <a:gd name="T99" fmla="*/ 2147483647 h 510"/>
                  <a:gd name="T100" fmla="*/ 2147483647 w 600"/>
                  <a:gd name="T101" fmla="*/ 2147483647 h 510"/>
                  <a:gd name="T102" fmla="*/ 2147483647 w 600"/>
                  <a:gd name="T103" fmla="*/ 2147483647 h 510"/>
                  <a:gd name="T104" fmla="*/ 2147483647 w 600"/>
                  <a:gd name="T105" fmla="*/ 2147483647 h 510"/>
                  <a:gd name="T106" fmla="*/ 2147483647 w 600"/>
                  <a:gd name="T107" fmla="*/ 2147483647 h 510"/>
                  <a:gd name="T108" fmla="*/ 2147483647 w 600"/>
                  <a:gd name="T109" fmla="*/ 2147483647 h 510"/>
                  <a:gd name="T110" fmla="*/ 2147483647 w 600"/>
                  <a:gd name="T111" fmla="*/ 2147483647 h 510"/>
                  <a:gd name="T112" fmla="*/ 2147483647 w 600"/>
                  <a:gd name="T113" fmla="*/ 0 h 510"/>
                  <a:gd name="T114" fmla="*/ 2147483647 w 600"/>
                  <a:gd name="T115" fmla="*/ 0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00"/>
                  <a:gd name="T175" fmla="*/ 0 h 510"/>
                  <a:gd name="T176" fmla="*/ 600 w 600"/>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00" h="510">
                    <a:moveTo>
                      <a:pt x="546" y="0"/>
                    </a:moveTo>
                    <a:lnTo>
                      <a:pt x="288" y="0"/>
                    </a:lnTo>
                    <a:lnTo>
                      <a:pt x="282" y="6"/>
                    </a:lnTo>
                    <a:lnTo>
                      <a:pt x="270" y="30"/>
                    </a:lnTo>
                    <a:lnTo>
                      <a:pt x="270" y="42"/>
                    </a:lnTo>
                    <a:lnTo>
                      <a:pt x="264" y="54"/>
                    </a:lnTo>
                    <a:lnTo>
                      <a:pt x="264" y="66"/>
                    </a:lnTo>
                    <a:lnTo>
                      <a:pt x="234" y="96"/>
                    </a:lnTo>
                    <a:lnTo>
                      <a:pt x="198" y="96"/>
                    </a:lnTo>
                    <a:lnTo>
                      <a:pt x="186" y="108"/>
                    </a:lnTo>
                    <a:lnTo>
                      <a:pt x="186" y="144"/>
                    </a:lnTo>
                    <a:lnTo>
                      <a:pt x="156" y="174"/>
                    </a:lnTo>
                    <a:lnTo>
                      <a:pt x="156" y="186"/>
                    </a:lnTo>
                    <a:lnTo>
                      <a:pt x="168" y="210"/>
                    </a:lnTo>
                    <a:lnTo>
                      <a:pt x="168" y="222"/>
                    </a:lnTo>
                    <a:lnTo>
                      <a:pt x="156" y="246"/>
                    </a:lnTo>
                    <a:lnTo>
                      <a:pt x="144" y="252"/>
                    </a:lnTo>
                    <a:lnTo>
                      <a:pt x="138" y="252"/>
                    </a:lnTo>
                    <a:lnTo>
                      <a:pt x="132" y="258"/>
                    </a:lnTo>
                    <a:lnTo>
                      <a:pt x="126" y="270"/>
                    </a:lnTo>
                    <a:lnTo>
                      <a:pt x="114" y="282"/>
                    </a:lnTo>
                    <a:lnTo>
                      <a:pt x="102" y="288"/>
                    </a:lnTo>
                    <a:lnTo>
                      <a:pt x="96" y="294"/>
                    </a:lnTo>
                    <a:lnTo>
                      <a:pt x="84" y="300"/>
                    </a:lnTo>
                    <a:lnTo>
                      <a:pt x="78" y="306"/>
                    </a:lnTo>
                    <a:lnTo>
                      <a:pt x="78" y="318"/>
                    </a:lnTo>
                    <a:lnTo>
                      <a:pt x="90" y="324"/>
                    </a:lnTo>
                    <a:lnTo>
                      <a:pt x="78" y="330"/>
                    </a:lnTo>
                    <a:lnTo>
                      <a:pt x="60" y="366"/>
                    </a:lnTo>
                    <a:lnTo>
                      <a:pt x="60" y="384"/>
                    </a:lnTo>
                    <a:lnTo>
                      <a:pt x="48" y="384"/>
                    </a:lnTo>
                    <a:lnTo>
                      <a:pt x="48" y="390"/>
                    </a:lnTo>
                    <a:lnTo>
                      <a:pt x="54" y="396"/>
                    </a:lnTo>
                    <a:lnTo>
                      <a:pt x="54" y="408"/>
                    </a:lnTo>
                    <a:lnTo>
                      <a:pt x="48" y="420"/>
                    </a:lnTo>
                    <a:lnTo>
                      <a:pt x="36" y="426"/>
                    </a:lnTo>
                    <a:lnTo>
                      <a:pt x="24" y="426"/>
                    </a:lnTo>
                    <a:lnTo>
                      <a:pt x="18" y="432"/>
                    </a:lnTo>
                    <a:lnTo>
                      <a:pt x="6" y="456"/>
                    </a:lnTo>
                    <a:lnTo>
                      <a:pt x="0" y="462"/>
                    </a:lnTo>
                    <a:lnTo>
                      <a:pt x="0" y="510"/>
                    </a:lnTo>
                    <a:lnTo>
                      <a:pt x="276" y="510"/>
                    </a:lnTo>
                    <a:lnTo>
                      <a:pt x="282" y="408"/>
                    </a:lnTo>
                    <a:lnTo>
                      <a:pt x="276" y="396"/>
                    </a:lnTo>
                    <a:lnTo>
                      <a:pt x="276" y="378"/>
                    </a:lnTo>
                    <a:lnTo>
                      <a:pt x="282" y="366"/>
                    </a:lnTo>
                    <a:lnTo>
                      <a:pt x="306" y="354"/>
                    </a:lnTo>
                    <a:lnTo>
                      <a:pt x="336" y="354"/>
                    </a:lnTo>
                    <a:lnTo>
                      <a:pt x="348" y="348"/>
                    </a:lnTo>
                    <a:lnTo>
                      <a:pt x="354" y="342"/>
                    </a:lnTo>
                    <a:lnTo>
                      <a:pt x="354" y="150"/>
                    </a:lnTo>
                    <a:lnTo>
                      <a:pt x="366" y="144"/>
                    </a:lnTo>
                    <a:lnTo>
                      <a:pt x="366" y="132"/>
                    </a:lnTo>
                    <a:lnTo>
                      <a:pt x="588" y="126"/>
                    </a:lnTo>
                    <a:lnTo>
                      <a:pt x="588" y="90"/>
                    </a:lnTo>
                    <a:lnTo>
                      <a:pt x="594" y="84"/>
                    </a:lnTo>
                    <a:lnTo>
                      <a:pt x="600" y="0"/>
                    </a:lnTo>
                    <a:lnTo>
                      <a:pt x="546" y="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 name="West Bank" descr="© INSCALE GmbH, 05.05.2010&#10;http://www.presentationload.com/">
                <a:extLst>
                  <a:ext uri="{FF2B5EF4-FFF2-40B4-BE49-F238E27FC236}">
                    <a16:creationId xmlns:a16="http://schemas.microsoft.com/office/drawing/2014/main" id="{D1313826-8377-F3A2-9B26-42A8E880DD43}"/>
                  </a:ext>
                </a:extLst>
              </p:cNvPr>
              <p:cNvSpPr>
                <a:spLocks/>
              </p:cNvSpPr>
              <p:nvPr/>
            </p:nvSpPr>
            <p:spPr bwMode="gray">
              <a:xfrm>
                <a:off x="5148532" y="2226767"/>
                <a:ext cx="16307" cy="35577"/>
              </a:xfrm>
              <a:custGeom>
                <a:avLst/>
                <a:gdLst>
                  <a:gd name="T0" fmla="*/ 2147483647 w 42"/>
                  <a:gd name="T1" fmla="*/ 2147483647 h 96"/>
                  <a:gd name="T2" fmla="*/ 2147483647 w 42"/>
                  <a:gd name="T3" fmla="*/ 2147483647 h 96"/>
                  <a:gd name="T4" fmla="*/ 2147483647 w 42"/>
                  <a:gd name="T5" fmla="*/ 2147483647 h 96"/>
                  <a:gd name="T6" fmla="*/ 2147483647 w 42"/>
                  <a:gd name="T7" fmla="*/ 0 h 96"/>
                  <a:gd name="T8" fmla="*/ 2147483647 w 42"/>
                  <a:gd name="T9" fmla="*/ 0 h 96"/>
                  <a:gd name="T10" fmla="*/ 0 w 42"/>
                  <a:gd name="T11" fmla="*/ 2147483647 h 96"/>
                  <a:gd name="T12" fmla="*/ 0 w 42"/>
                  <a:gd name="T13" fmla="*/ 2147483647 h 96"/>
                  <a:gd name="T14" fmla="*/ 2147483647 w 42"/>
                  <a:gd name="T15" fmla="*/ 2147483647 h 96"/>
                  <a:gd name="T16" fmla="*/ 2147483647 w 42"/>
                  <a:gd name="T17" fmla="*/ 2147483647 h 96"/>
                  <a:gd name="T18" fmla="*/ 2147483647 w 42"/>
                  <a:gd name="T19" fmla="*/ 2147483647 h 96"/>
                  <a:gd name="T20" fmla="*/ 2147483647 w 42"/>
                  <a:gd name="T21" fmla="*/ 2147483647 h 96"/>
                  <a:gd name="T22" fmla="*/ 2147483647 w 42"/>
                  <a:gd name="T23" fmla="*/ 2147483647 h 9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2"/>
                  <a:gd name="T37" fmla="*/ 0 h 96"/>
                  <a:gd name="T38" fmla="*/ 42 w 42"/>
                  <a:gd name="T39" fmla="*/ 96 h 9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2" h="96">
                    <a:moveTo>
                      <a:pt x="24" y="78"/>
                    </a:moveTo>
                    <a:lnTo>
                      <a:pt x="30" y="84"/>
                    </a:lnTo>
                    <a:lnTo>
                      <a:pt x="42" y="72"/>
                    </a:lnTo>
                    <a:lnTo>
                      <a:pt x="36" y="0"/>
                    </a:lnTo>
                    <a:lnTo>
                      <a:pt x="18" y="0"/>
                    </a:lnTo>
                    <a:lnTo>
                      <a:pt x="0" y="18"/>
                    </a:lnTo>
                    <a:lnTo>
                      <a:pt x="0" y="90"/>
                    </a:lnTo>
                    <a:lnTo>
                      <a:pt x="6" y="96"/>
                    </a:lnTo>
                    <a:lnTo>
                      <a:pt x="12" y="90"/>
                    </a:lnTo>
                    <a:lnTo>
                      <a:pt x="18" y="90"/>
                    </a:lnTo>
                    <a:lnTo>
                      <a:pt x="18" y="84"/>
                    </a:lnTo>
                    <a:lnTo>
                      <a:pt x="24" y="7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 name="Uzbekistan" descr="© INSCALE GmbH, 05.05.2010&#10;http://www.presentationload.com/">
                <a:extLst>
                  <a:ext uri="{FF2B5EF4-FFF2-40B4-BE49-F238E27FC236}">
                    <a16:creationId xmlns:a16="http://schemas.microsoft.com/office/drawing/2014/main" id="{A69614F8-6939-04F1-6FFE-7E42ED17AC3B}"/>
                  </a:ext>
                </a:extLst>
              </p:cNvPr>
              <p:cNvSpPr>
                <a:spLocks/>
              </p:cNvSpPr>
              <p:nvPr/>
            </p:nvSpPr>
            <p:spPr bwMode="gray">
              <a:xfrm>
                <a:off x="5618445" y="1830973"/>
                <a:ext cx="449160" cy="252004"/>
              </a:xfrm>
              <a:custGeom>
                <a:avLst/>
                <a:gdLst>
                  <a:gd name="T0" fmla="*/ 2147483647 w 1182"/>
                  <a:gd name="T1" fmla="*/ 2147483647 h 666"/>
                  <a:gd name="T2" fmla="*/ 2147483647 w 1182"/>
                  <a:gd name="T3" fmla="*/ 2147483647 h 666"/>
                  <a:gd name="T4" fmla="*/ 2147483647 w 1182"/>
                  <a:gd name="T5" fmla="*/ 2147483647 h 666"/>
                  <a:gd name="T6" fmla="*/ 2147483647 w 1182"/>
                  <a:gd name="T7" fmla="*/ 2147483647 h 666"/>
                  <a:gd name="T8" fmla="*/ 2147483647 w 1182"/>
                  <a:gd name="T9" fmla="*/ 2147483647 h 666"/>
                  <a:gd name="T10" fmla="*/ 2147483647 w 1182"/>
                  <a:gd name="T11" fmla="*/ 2147483647 h 666"/>
                  <a:gd name="T12" fmla="*/ 2147483647 w 1182"/>
                  <a:gd name="T13" fmla="*/ 2147483647 h 666"/>
                  <a:gd name="T14" fmla="*/ 2147483647 w 1182"/>
                  <a:gd name="T15" fmla="*/ 2147483647 h 666"/>
                  <a:gd name="T16" fmla="*/ 2147483647 w 1182"/>
                  <a:gd name="T17" fmla="*/ 2147483647 h 666"/>
                  <a:gd name="T18" fmla="*/ 2147483647 w 1182"/>
                  <a:gd name="T19" fmla="*/ 2147483647 h 666"/>
                  <a:gd name="T20" fmla="*/ 2147483647 w 1182"/>
                  <a:gd name="T21" fmla="*/ 2147483647 h 666"/>
                  <a:gd name="T22" fmla="*/ 2147483647 w 1182"/>
                  <a:gd name="T23" fmla="*/ 2147483647 h 666"/>
                  <a:gd name="T24" fmla="*/ 2147483647 w 1182"/>
                  <a:gd name="T25" fmla="*/ 2147483647 h 666"/>
                  <a:gd name="T26" fmla="*/ 2147483647 w 1182"/>
                  <a:gd name="T27" fmla="*/ 2147483647 h 666"/>
                  <a:gd name="T28" fmla="*/ 2147483647 w 1182"/>
                  <a:gd name="T29" fmla="*/ 2147483647 h 666"/>
                  <a:gd name="T30" fmla="*/ 2147483647 w 1182"/>
                  <a:gd name="T31" fmla="*/ 2147483647 h 666"/>
                  <a:gd name="T32" fmla="*/ 2147483647 w 1182"/>
                  <a:gd name="T33" fmla="*/ 2147483647 h 666"/>
                  <a:gd name="T34" fmla="*/ 2147483647 w 1182"/>
                  <a:gd name="T35" fmla="*/ 2147483647 h 666"/>
                  <a:gd name="T36" fmla="*/ 2147483647 w 1182"/>
                  <a:gd name="T37" fmla="*/ 2147483647 h 666"/>
                  <a:gd name="T38" fmla="*/ 2147483647 w 1182"/>
                  <a:gd name="T39" fmla="*/ 2147483647 h 666"/>
                  <a:gd name="T40" fmla="*/ 2147483647 w 1182"/>
                  <a:gd name="T41" fmla="*/ 2147483647 h 666"/>
                  <a:gd name="T42" fmla="*/ 2147483647 w 1182"/>
                  <a:gd name="T43" fmla="*/ 2147483647 h 666"/>
                  <a:gd name="T44" fmla="*/ 2147483647 w 1182"/>
                  <a:gd name="T45" fmla="*/ 2147483647 h 666"/>
                  <a:gd name="T46" fmla="*/ 2147483647 w 1182"/>
                  <a:gd name="T47" fmla="*/ 2147483647 h 666"/>
                  <a:gd name="T48" fmla="*/ 2147483647 w 1182"/>
                  <a:gd name="T49" fmla="*/ 2147483647 h 666"/>
                  <a:gd name="T50" fmla="*/ 2147483647 w 1182"/>
                  <a:gd name="T51" fmla="*/ 2147483647 h 666"/>
                  <a:gd name="T52" fmla="*/ 2147483647 w 1182"/>
                  <a:gd name="T53" fmla="*/ 2147483647 h 666"/>
                  <a:gd name="T54" fmla="*/ 2147483647 w 1182"/>
                  <a:gd name="T55" fmla="*/ 2147483647 h 666"/>
                  <a:gd name="T56" fmla="*/ 2147483647 w 1182"/>
                  <a:gd name="T57" fmla="*/ 2147483647 h 666"/>
                  <a:gd name="T58" fmla="*/ 2147483647 w 1182"/>
                  <a:gd name="T59" fmla="*/ 2147483647 h 666"/>
                  <a:gd name="T60" fmla="*/ 2147483647 w 1182"/>
                  <a:gd name="T61" fmla="*/ 2147483647 h 666"/>
                  <a:gd name="T62" fmla="*/ 2147483647 w 1182"/>
                  <a:gd name="T63" fmla="*/ 2147483647 h 666"/>
                  <a:gd name="T64" fmla="*/ 2147483647 w 1182"/>
                  <a:gd name="T65" fmla="*/ 2147483647 h 666"/>
                  <a:gd name="T66" fmla="*/ 2147483647 w 1182"/>
                  <a:gd name="T67" fmla="*/ 2147483647 h 666"/>
                  <a:gd name="T68" fmla="*/ 2147483647 w 1182"/>
                  <a:gd name="T69" fmla="*/ 2147483647 h 666"/>
                  <a:gd name="T70" fmla="*/ 2147483647 w 1182"/>
                  <a:gd name="T71" fmla="*/ 2147483647 h 666"/>
                  <a:gd name="T72" fmla="*/ 2147483647 w 1182"/>
                  <a:gd name="T73" fmla="*/ 2147483647 h 666"/>
                  <a:gd name="T74" fmla="*/ 2147483647 w 1182"/>
                  <a:gd name="T75" fmla="*/ 2147483647 h 666"/>
                  <a:gd name="T76" fmla="*/ 2147483647 w 1182"/>
                  <a:gd name="T77" fmla="*/ 2147483647 h 666"/>
                  <a:gd name="T78" fmla="*/ 2147483647 w 1182"/>
                  <a:gd name="T79" fmla="*/ 2147483647 h 666"/>
                  <a:gd name="T80" fmla="*/ 2147483647 w 1182"/>
                  <a:gd name="T81" fmla="*/ 2147483647 h 666"/>
                  <a:gd name="T82" fmla="*/ 2147483647 w 1182"/>
                  <a:gd name="T83" fmla="*/ 2147483647 h 666"/>
                  <a:gd name="T84" fmla="*/ 2147483647 w 1182"/>
                  <a:gd name="T85" fmla="*/ 2147483647 h 666"/>
                  <a:gd name="T86" fmla="*/ 2147483647 w 1182"/>
                  <a:gd name="T87" fmla="*/ 2147483647 h 666"/>
                  <a:gd name="T88" fmla="*/ 2147483647 w 1182"/>
                  <a:gd name="T89" fmla="*/ 2147483647 h 666"/>
                  <a:gd name="T90" fmla="*/ 2147483647 w 1182"/>
                  <a:gd name="T91" fmla="*/ 2147483647 h 666"/>
                  <a:gd name="T92" fmla="*/ 2147483647 w 1182"/>
                  <a:gd name="T93" fmla="*/ 2147483647 h 666"/>
                  <a:gd name="T94" fmla="*/ 2147483647 w 1182"/>
                  <a:gd name="T95" fmla="*/ 2147483647 h 666"/>
                  <a:gd name="T96" fmla="*/ 2147483647 w 1182"/>
                  <a:gd name="T97" fmla="*/ 2147483647 h 666"/>
                  <a:gd name="T98" fmla="*/ 2147483647 w 1182"/>
                  <a:gd name="T99" fmla="*/ 2147483647 h 666"/>
                  <a:gd name="T100" fmla="*/ 2147483647 w 1182"/>
                  <a:gd name="T101" fmla="*/ 2147483647 h 666"/>
                  <a:gd name="T102" fmla="*/ 2147483647 w 1182"/>
                  <a:gd name="T103" fmla="*/ 2147483647 h 666"/>
                  <a:gd name="T104" fmla="*/ 2147483647 w 1182"/>
                  <a:gd name="T105" fmla="*/ 2147483647 h 666"/>
                  <a:gd name="T106" fmla="*/ 2147483647 w 1182"/>
                  <a:gd name="T107" fmla="*/ 2147483647 h 666"/>
                  <a:gd name="T108" fmla="*/ 2147483647 w 1182"/>
                  <a:gd name="T109" fmla="*/ 2147483647 h 666"/>
                  <a:gd name="T110" fmla="*/ 2147483647 w 1182"/>
                  <a:gd name="T111" fmla="*/ 2147483647 h 666"/>
                  <a:gd name="T112" fmla="*/ 2147483647 w 1182"/>
                  <a:gd name="T113" fmla="*/ 2147483647 h 666"/>
                  <a:gd name="T114" fmla="*/ 2147483647 w 1182"/>
                  <a:gd name="T115" fmla="*/ 2147483647 h 66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182"/>
                  <a:gd name="T175" fmla="*/ 0 h 666"/>
                  <a:gd name="T176" fmla="*/ 1182 w 1182"/>
                  <a:gd name="T177" fmla="*/ 666 h 66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182" h="666">
                    <a:moveTo>
                      <a:pt x="1152" y="372"/>
                    </a:moveTo>
                    <a:lnTo>
                      <a:pt x="1146" y="360"/>
                    </a:lnTo>
                    <a:lnTo>
                      <a:pt x="1122" y="360"/>
                    </a:lnTo>
                    <a:lnTo>
                      <a:pt x="1116" y="342"/>
                    </a:lnTo>
                    <a:lnTo>
                      <a:pt x="1098" y="342"/>
                    </a:lnTo>
                    <a:lnTo>
                      <a:pt x="1080" y="318"/>
                    </a:lnTo>
                    <a:lnTo>
                      <a:pt x="1080" y="330"/>
                    </a:lnTo>
                    <a:lnTo>
                      <a:pt x="1068" y="330"/>
                    </a:lnTo>
                    <a:lnTo>
                      <a:pt x="1068" y="342"/>
                    </a:lnTo>
                    <a:lnTo>
                      <a:pt x="1032" y="342"/>
                    </a:lnTo>
                    <a:lnTo>
                      <a:pt x="1020" y="330"/>
                    </a:lnTo>
                    <a:lnTo>
                      <a:pt x="990" y="318"/>
                    </a:lnTo>
                    <a:lnTo>
                      <a:pt x="1038" y="270"/>
                    </a:lnTo>
                    <a:lnTo>
                      <a:pt x="1038" y="264"/>
                    </a:lnTo>
                    <a:lnTo>
                      <a:pt x="1032" y="264"/>
                    </a:lnTo>
                    <a:lnTo>
                      <a:pt x="1032" y="258"/>
                    </a:lnTo>
                    <a:lnTo>
                      <a:pt x="1002" y="276"/>
                    </a:lnTo>
                    <a:lnTo>
                      <a:pt x="978" y="276"/>
                    </a:lnTo>
                    <a:lnTo>
                      <a:pt x="966" y="300"/>
                    </a:lnTo>
                    <a:lnTo>
                      <a:pt x="960" y="300"/>
                    </a:lnTo>
                    <a:lnTo>
                      <a:pt x="954" y="306"/>
                    </a:lnTo>
                    <a:lnTo>
                      <a:pt x="942" y="306"/>
                    </a:lnTo>
                    <a:lnTo>
                      <a:pt x="930" y="312"/>
                    </a:lnTo>
                    <a:lnTo>
                      <a:pt x="918" y="324"/>
                    </a:lnTo>
                    <a:lnTo>
                      <a:pt x="918" y="342"/>
                    </a:lnTo>
                    <a:lnTo>
                      <a:pt x="912" y="342"/>
                    </a:lnTo>
                    <a:lnTo>
                      <a:pt x="906" y="348"/>
                    </a:lnTo>
                    <a:lnTo>
                      <a:pt x="894" y="354"/>
                    </a:lnTo>
                    <a:lnTo>
                      <a:pt x="882" y="366"/>
                    </a:lnTo>
                    <a:lnTo>
                      <a:pt x="882" y="378"/>
                    </a:lnTo>
                    <a:lnTo>
                      <a:pt x="888" y="384"/>
                    </a:lnTo>
                    <a:lnTo>
                      <a:pt x="888" y="396"/>
                    </a:lnTo>
                    <a:lnTo>
                      <a:pt x="882" y="390"/>
                    </a:lnTo>
                    <a:lnTo>
                      <a:pt x="870" y="390"/>
                    </a:lnTo>
                    <a:lnTo>
                      <a:pt x="858" y="384"/>
                    </a:lnTo>
                    <a:lnTo>
                      <a:pt x="852" y="384"/>
                    </a:lnTo>
                    <a:lnTo>
                      <a:pt x="852" y="372"/>
                    </a:lnTo>
                    <a:lnTo>
                      <a:pt x="858" y="366"/>
                    </a:lnTo>
                    <a:lnTo>
                      <a:pt x="858" y="348"/>
                    </a:lnTo>
                    <a:lnTo>
                      <a:pt x="840" y="342"/>
                    </a:lnTo>
                    <a:lnTo>
                      <a:pt x="762" y="342"/>
                    </a:lnTo>
                    <a:lnTo>
                      <a:pt x="732" y="282"/>
                    </a:lnTo>
                    <a:lnTo>
                      <a:pt x="726" y="276"/>
                    </a:lnTo>
                    <a:lnTo>
                      <a:pt x="714" y="276"/>
                    </a:lnTo>
                    <a:lnTo>
                      <a:pt x="708" y="282"/>
                    </a:lnTo>
                    <a:lnTo>
                      <a:pt x="702" y="282"/>
                    </a:lnTo>
                    <a:lnTo>
                      <a:pt x="696" y="276"/>
                    </a:lnTo>
                    <a:lnTo>
                      <a:pt x="696" y="234"/>
                    </a:lnTo>
                    <a:lnTo>
                      <a:pt x="690" y="216"/>
                    </a:lnTo>
                    <a:lnTo>
                      <a:pt x="690" y="204"/>
                    </a:lnTo>
                    <a:lnTo>
                      <a:pt x="660" y="204"/>
                    </a:lnTo>
                    <a:lnTo>
                      <a:pt x="654" y="192"/>
                    </a:lnTo>
                    <a:lnTo>
                      <a:pt x="642" y="186"/>
                    </a:lnTo>
                    <a:lnTo>
                      <a:pt x="636" y="168"/>
                    </a:lnTo>
                    <a:lnTo>
                      <a:pt x="618" y="150"/>
                    </a:lnTo>
                    <a:lnTo>
                      <a:pt x="612" y="138"/>
                    </a:lnTo>
                    <a:lnTo>
                      <a:pt x="600" y="138"/>
                    </a:lnTo>
                    <a:lnTo>
                      <a:pt x="576" y="150"/>
                    </a:lnTo>
                    <a:lnTo>
                      <a:pt x="570" y="156"/>
                    </a:lnTo>
                    <a:lnTo>
                      <a:pt x="552" y="156"/>
                    </a:lnTo>
                    <a:lnTo>
                      <a:pt x="534" y="150"/>
                    </a:lnTo>
                    <a:lnTo>
                      <a:pt x="474" y="150"/>
                    </a:lnTo>
                    <a:lnTo>
                      <a:pt x="456" y="156"/>
                    </a:lnTo>
                    <a:lnTo>
                      <a:pt x="420" y="156"/>
                    </a:lnTo>
                    <a:lnTo>
                      <a:pt x="414" y="162"/>
                    </a:lnTo>
                    <a:lnTo>
                      <a:pt x="408" y="162"/>
                    </a:lnTo>
                    <a:lnTo>
                      <a:pt x="330" y="90"/>
                    </a:lnTo>
                    <a:lnTo>
                      <a:pt x="264" y="54"/>
                    </a:lnTo>
                    <a:lnTo>
                      <a:pt x="270" y="66"/>
                    </a:lnTo>
                    <a:lnTo>
                      <a:pt x="270" y="90"/>
                    </a:lnTo>
                    <a:lnTo>
                      <a:pt x="264" y="102"/>
                    </a:lnTo>
                    <a:lnTo>
                      <a:pt x="258" y="108"/>
                    </a:lnTo>
                    <a:lnTo>
                      <a:pt x="240" y="108"/>
                    </a:lnTo>
                    <a:lnTo>
                      <a:pt x="228" y="102"/>
                    </a:lnTo>
                    <a:lnTo>
                      <a:pt x="222" y="96"/>
                    </a:lnTo>
                    <a:lnTo>
                      <a:pt x="222" y="78"/>
                    </a:lnTo>
                    <a:lnTo>
                      <a:pt x="210" y="54"/>
                    </a:lnTo>
                    <a:lnTo>
                      <a:pt x="216" y="36"/>
                    </a:lnTo>
                    <a:lnTo>
                      <a:pt x="162" y="12"/>
                    </a:lnTo>
                    <a:lnTo>
                      <a:pt x="156" y="30"/>
                    </a:lnTo>
                    <a:lnTo>
                      <a:pt x="168" y="36"/>
                    </a:lnTo>
                    <a:lnTo>
                      <a:pt x="174" y="48"/>
                    </a:lnTo>
                    <a:lnTo>
                      <a:pt x="174" y="72"/>
                    </a:lnTo>
                    <a:lnTo>
                      <a:pt x="168" y="78"/>
                    </a:lnTo>
                    <a:lnTo>
                      <a:pt x="156" y="84"/>
                    </a:lnTo>
                    <a:lnTo>
                      <a:pt x="150" y="84"/>
                    </a:lnTo>
                    <a:lnTo>
                      <a:pt x="144" y="78"/>
                    </a:lnTo>
                    <a:lnTo>
                      <a:pt x="144" y="60"/>
                    </a:lnTo>
                    <a:lnTo>
                      <a:pt x="132" y="48"/>
                    </a:lnTo>
                    <a:lnTo>
                      <a:pt x="132" y="42"/>
                    </a:lnTo>
                    <a:lnTo>
                      <a:pt x="144" y="30"/>
                    </a:lnTo>
                    <a:lnTo>
                      <a:pt x="150" y="6"/>
                    </a:lnTo>
                    <a:lnTo>
                      <a:pt x="144" y="0"/>
                    </a:lnTo>
                    <a:lnTo>
                      <a:pt x="0" y="42"/>
                    </a:lnTo>
                    <a:lnTo>
                      <a:pt x="48" y="324"/>
                    </a:lnTo>
                    <a:lnTo>
                      <a:pt x="60" y="324"/>
                    </a:lnTo>
                    <a:lnTo>
                      <a:pt x="72" y="336"/>
                    </a:lnTo>
                    <a:lnTo>
                      <a:pt x="138" y="336"/>
                    </a:lnTo>
                    <a:lnTo>
                      <a:pt x="132" y="324"/>
                    </a:lnTo>
                    <a:lnTo>
                      <a:pt x="120" y="318"/>
                    </a:lnTo>
                    <a:lnTo>
                      <a:pt x="114" y="300"/>
                    </a:lnTo>
                    <a:lnTo>
                      <a:pt x="114" y="288"/>
                    </a:lnTo>
                    <a:lnTo>
                      <a:pt x="132" y="270"/>
                    </a:lnTo>
                    <a:lnTo>
                      <a:pt x="144" y="264"/>
                    </a:lnTo>
                    <a:lnTo>
                      <a:pt x="156" y="264"/>
                    </a:lnTo>
                    <a:lnTo>
                      <a:pt x="162" y="258"/>
                    </a:lnTo>
                    <a:lnTo>
                      <a:pt x="168" y="258"/>
                    </a:lnTo>
                    <a:lnTo>
                      <a:pt x="168" y="246"/>
                    </a:lnTo>
                    <a:lnTo>
                      <a:pt x="174" y="240"/>
                    </a:lnTo>
                    <a:lnTo>
                      <a:pt x="180" y="240"/>
                    </a:lnTo>
                    <a:lnTo>
                      <a:pt x="186" y="246"/>
                    </a:lnTo>
                    <a:lnTo>
                      <a:pt x="198" y="246"/>
                    </a:lnTo>
                    <a:lnTo>
                      <a:pt x="204" y="252"/>
                    </a:lnTo>
                    <a:lnTo>
                      <a:pt x="174" y="222"/>
                    </a:lnTo>
                    <a:lnTo>
                      <a:pt x="204" y="228"/>
                    </a:lnTo>
                    <a:lnTo>
                      <a:pt x="210" y="216"/>
                    </a:lnTo>
                    <a:lnTo>
                      <a:pt x="228" y="240"/>
                    </a:lnTo>
                    <a:lnTo>
                      <a:pt x="252" y="240"/>
                    </a:lnTo>
                    <a:lnTo>
                      <a:pt x="252" y="252"/>
                    </a:lnTo>
                    <a:lnTo>
                      <a:pt x="264" y="258"/>
                    </a:lnTo>
                    <a:lnTo>
                      <a:pt x="300" y="258"/>
                    </a:lnTo>
                    <a:lnTo>
                      <a:pt x="306" y="264"/>
                    </a:lnTo>
                    <a:lnTo>
                      <a:pt x="312" y="276"/>
                    </a:lnTo>
                    <a:lnTo>
                      <a:pt x="312" y="288"/>
                    </a:lnTo>
                    <a:lnTo>
                      <a:pt x="324" y="294"/>
                    </a:lnTo>
                    <a:lnTo>
                      <a:pt x="312" y="306"/>
                    </a:lnTo>
                    <a:lnTo>
                      <a:pt x="312" y="318"/>
                    </a:lnTo>
                    <a:lnTo>
                      <a:pt x="330" y="336"/>
                    </a:lnTo>
                    <a:lnTo>
                      <a:pt x="360" y="336"/>
                    </a:lnTo>
                    <a:lnTo>
                      <a:pt x="414" y="342"/>
                    </a:lnTo>
                    <a:lnTo>
                      <a:pt x="414" y="336"/>
                    </a:lnTo>
                    <a:lnTo>
                      <a:pt x="450" y="354"/>
                    </a:lnTo>
                    <a:lnTo>
                      <a:pt x="468" y="384"/>
                    </a:lnTo>
                    <a:lnTo>
                      <a:pt x="486" y="402"/>
                    </a:lnTo>
                    <a:lnTo>
                      <a:pt x="486" y="408"/>
                    </a:lnTo>
                    <a:lnTo>
                      <a:pt x="492" y="414"/>
                    </a:lnTo>
                    <a:lnTo>
                      <a:pt x="510" y="450"/>
                    </a:lnTo>
                    <a:lnTo>
                      <a:pt x="522" y="462"/>
                    </a:lnTo>
                    <a:lnTo>
                      <a:pt x="534" y="468"/>
                    </a:lnTo>
                    <a:lnTo>
                      <a:pt x="552" y="468"/>
                    </a:lnTo>
                    <a:lnTo>
                      <a:pt x="564" y="474"/>
                    </a:lnTo>
                    <a:lnTo>
                      <a:pt x="570" y="474"/>
                    </a:lnTo>
                    <a:lnTo>
                      <a:pt x="582" y="486"/>
                    </a:lnTo>
                    <a:lnTo>
                      <a:pt x="588" y="498"/>
                    </a:lnTo>
                    <a:lnTo>
                      <a:pt x="594" y="504"/>
                    </a:lnTo>
                    <a:lnTo>
                      <a:pt x="624" y="522"/>
                    </a:lnTo>
                    <a:lnTo>
                      <a:pt x="648" y="522"/>
                    </a:lnTo>
                    <a:lnTo>
                      <a:pt x="666" y="534"/>
                    </a:lnTo>
                    <a:lnTo>
                      <a:pt x="690" y="546"/>
                    </a:lnTo>
                    <a:lnTo>
                      <a:pt x="696" y="552"/>
                    </a:lnTo>
                    <a:lnTo>
                      <a:pt x="708" y="558"/>
                    </a:lnTo>
                    <a:lnTo>
                      <a:pt x="720" y="570"/>
                    </a:lnTo>
                    <a:lnTo>
                      <a:pt x="732" y="570"/>
                    </a:lnTo>
                    <a:lnTo>
                      <a:pt x="744" y="582"/>
                    </a:lnTo>
                    <a:lnTo>
                      <a:pt x="750" y="582"/>
                    </a:lnTo>
                    <a:lnTo>
                      <a:pt x="774" y="576"/>
                    </a:lnTo>
                    <a:lnTo>
                      <a:pt x="822" y="606"/>
                    </a:lnTo>
                    <a:lnTo>
                      <a:pt x="816" y="612"/>
                    </a:lnTo>
                    <a:lnTo>
                      <a:pt x="816" y="630"/>
                    </a:lnTo>
                    <a:lnTo>
                      <a:pt x="828" y="642"/>
                    </a:lnTo>
                    <a:lnTo>
                      <a:pt x="828" y="654"/>
                    </a:lnTo>
                    <a:lnTo>
                      <a:pt x="840" y="654"/>
                    </a:lnTo>
                    <a:lnTo>
                      <a:pt x="852" y="642"/>
                    </a:lnTo>
                    <a:lnTo>
                      <a:pt x="870" y="666"/>
                    </a:lnTo>
                    <a:lnTo>
                      <a:pt x="882" y="660"/>
                    </a:lnTo>
                    <a:lnTo>
                      <a:pt x="894" y="660"/>
                    </a:lnTo>
                    <a:lnTo>
                      <a:pt x="900" y="666"/>
                    </a:lnTo>
                    <a:lnTo>
                      <a:pt x="906" y="666"/>
                    </a:lnTo>
                    <a:lnTo>
                      <a:pt x="900" y="666"/>
                    </a:lnTo>
                    <a:lnTo>
                      <a:pt x="900" y="642"/>
                    </a:lnTo>
                    <a:lnTo>
                      <a:pt x="906" y="636"/>
                    </a:lnTo>
                    <a:lnTo>
                      <a:pt x="912" y="624"/>
                    </a:lnTo>
                    <a:lnTo>
                      <a:pt x="924" y="618"/>
                    </a:lnTo>
                    <a:lnTo>
                      <a:pt x="930" y="606"/>
                    </a:lnTo>
                    <a:lnTo>
                      <a:pt x="930" y="588"/>
                    </a:lnTo>
                    <a:lnTo>
                      <a:pt x="918" y="576"/>
                    </a:lnTo>
                    <a:lnTo>
                      <a:pt x="906" y="570"/>
                    </a:lnTo>
                    <a:lnTo>
                      <a:pt x="900" y="564"/>
                    </a:lnTo>
                    <a:lnTo>
                      <a:pt x="900" y="546"/>
                    </a:lnTo>
                    <a:lnTo>
                      <a:pt x="906" y="540"/>
                    </a:lnTo>
                    <a:lnTo>
                      <a:pt x="906" y="534"/>
                    </a:lnTo>
                    <a:lnTo>
                      <a:pt x="894" y="522"/>
                    </a:lnTo>
                    <a:lnTo>
                      <a:pt x="882" y="522"/>
                    </a:lnTo>
                    <a:lnTo>
                      <a:pt x="876" y="516"/>
                    </a:lnTo>
                    <a:lnTo>
                      <a:pt x="870" y="516"/>
                    </a:lnTo>
                    <a:lnTo>
                      <a:pt x="858" y="504"/>
                    </a:lnTo>
                    <a:lnTo>
                      <a:pt x="840" y="504"/>
                    </a:lnTo>
                    <a:lnTo>
                      <a:pt x="840" y="486"/>
                    </a:lnTo>
                    <a:lnTo>
                      <a:pt x="846" y="480"/>
                    </a:lnTo>
                    <a:lnTo>
                      <a:pt x="894" y="480"/>
                    </a:lnTo>
                    <a:lnTo>
                      <a:pt x="918" y="468"/>
                    </a:lnTo>
                    <a:lnTo>
                      <a:pt x="918" y="456"/>
                    </a:lnTo>
                    <a:lnTo>
                      <a:pt x="912" y="456"/>
                    </a:lnTo>
                    <a:lnTo>
                      <a:pt x="930" y="444"/>
                    </a:lnTo>
                    <a:lnTo>
                      <a:pt x="906" y="420"/>
                    </a:lnTo>
                    <a:lnTo>
                      <a:pt x="948" y="420"/>
                    </a:lnTo>
                    <a:lnTo>
                      <a:pt x="948" y="414"/>
                    </a:lnTo>
                    <a:lnTo>
                      <a:pt x="936" y="402"/>
                    </a:lnTo>
                    <a:lnTo>
                      <a:pt x="936" y="390"/>
                    </a:lnTo>
                    <a:lnTo>
                      <a:pt x="942" y="384"/>
                    </a:lnTo>
                    <a:lnTo>
                      <a:pt x="942" y="372"/>
                    </a:lnTo>
                    <a:lnTo>
                      <a:pt x="954" y="372"/>
                    </a:lnTo>
                    <a:lnTo>
                      <a:pt x="972" y="390"/>
                    </a:lnTo>
                    <a:lnTo>
                      <a:pt x="978" y="390"/>
                    </a:lnTo>
                    <a:lnTo>
                      <a:pt x="984" y="378"/>
                    </a:lnTo>
                    <a:lnTo>
                      <a:pt x="996" y="372"/>
                    </a:lnTo>
                    <a:lnTo>
                      <a:pt x="1002" y="360"/>
                    </a:lnTo>
                    <a:lnTo>
                      <a:pt x="1020" y="360"/>
                    </a:lnTo>
                    <a:lnTo>
                      <a:pt x="1032" y="366"/>
                    </a:lnTo>
                    <a:lnTo>
                      <a:pt x="1038" y="372"/>
                    </a:lnTo>
                    <a:lnTo>
                      <a:pt x="1014" y="408"/>
                    </a:lnTo>
                    <a:lnTo>
                      <a:pt x="1026" y="408"/>
                    </a:lnTo>
                    <a:lnTo>
                      <a:pt x="1032" y="414"/>
                    </a:lnTo>
                    <a:lnTo>
                      <a:pt x="1044" y="414"/>
                    </a:lnTo>
                    <a:lnTo>
                      <a:pt x="1050" y="420"/>
                    </a:lnTo>
                    <a:lnTo>
                      <a:pt x="1056" y="420"/>
                    </a:lnTo>
                    <a:lnTo>
                      <a:pt x="1068" y="414"/>
                    </a:lnTo>
                    <a:lnTo>
                      <a:pt x="1086" y="414"/>
                    </a:lnTo>
                    <a:lnTo>
                      <a:pt x="1092" y="420"/>
                    </a:lnTo>
                    <a:lnTo>
                      <a:pt x="1098" y="420"/>
                    </a:lnTo>
                    <a:lnTo>
                      <a:pt x="1104" y="426"/>
                    </a:lnTo>
                    <a:lnTo>
                      <a:pt x="1110" y="426"/>
                    </a:lnTo>
                    <a:lnTo>
                      <a:pt x="1128" y="408"/>
                    </a:lnTo>
                    <a:lnTo>
                      <a:pt x="1146" y="402"/>
                    </a:lnTo>
                    <a:lnTo>
                      <a:pt x="1146" y="396"/>
                    </a:lnTo>
                    <a:lnTo>
                      <a:pt x="1158" y="396"/>
                    </a:lnTo>
                    <a:lnTo>
                      <a:pt x="1170" y="390"/>
                    </a:lnTo>
                    <a:lnTo>
                      <a:pt x="1182" y="378"/>
                    </a:lnTo>
                    <a:lnTo>
                      <a:pt x="1182" y="366"/>
                    </a:lnTo>
                    <a:lnTo>
                      <a:pt x="1170" y="366"/>
                    </a:lnTo>
                    <a:lnTo>
                      <a:pt x="1158" y="372"/>
                    </a:lnTo>
                    <a:lnTo>
                      <a:pt x="1152" y="37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 name="Vietnam" descr="© INSCALE GmbH, 05.05.2010&#10;http://www.presentationload.com/">
                <a:extLst>
                  <a:ext uri="{FF2B5EF4-FFF2-40B4-BE49-F238E27FC236}">
                    <a16:creationId xmlns:a16="http://schemas.microsoft.com/office/drawing/2014/main" id="{79075694-C7F8-DE84-EFD3-698C765BFF14}"/>
                  </a:ext>
                </a:extLst>
              </p:cNvPr>
              <p:cNvSpPr>
                <a:spLocks/>
              </p:cNvSpPr>
              <p:nvPr/>
            </p:nvSpPr>
            <p:spPr bwMode="gray">
              <a:xfrm>
                <a:off x="6940722" y="2503972"/>
                <a:ext cx="229767" cy="452126"/>
              </a:xfrm>
              <a:custGeom>
                <a:avLst/>
                <a:gdLst>
                  <a:gd name="T0" fmla="*/ 2147483647 w 606"/>
                  <a:gd name="T1" fmla="*/ 2147483647 h 1194"/>
                  <a:gd name="T2" fmla="*/ 2147483647 w 606"/>
                  <a:gd name="T3" fmla="*/ 2147483647 h 1194"/>
                  <a:gd name="T4" fmla="*/ 2147483647 w 606"/>
                  <a:gd name="T5" fmla="*/ 2147483647 h 1194"/>
                  <a:gd name="T6" fmla="*/ 2147483647 w 606"/>
                  <a:gd name="T7" fmla="*/ 2147483647 h 1194"/>
                  <a:gd name="T8" fmla="*/ 2147483647 w 606"/>
                  <a:gd name="T9" fmla="*/ 2147483647 h 1194"/>
                  <a:gd name="T10" fmla="*/ 2147483647 w 606"/>
                  <a:gd name="T11" fmla="*/ 2147483647 h 1194"/>
                  <a:gd name="T12" fmla="*/ 2147483647 w 606"/>
                  <a:gd name="T13" fmla="*/ 2147483647 h 1194"/>
                  <a:gd name="T14" fmla="*/ 2147483647 w 606"/>
                  <a:gd name="T15" fmla="*/ 2147483647 h 1194"/>
                  <a:gd name="T16" fmla="*/ 2147483647 w 606"/>
                  <a:gd name="T17" fmla="*/ 2147483647 h 1194"/>
                  <a:gd name="T18" fmla="*/ 2147483647 w 606"/>
                  <a:gd name="T19" fmla="*/ 2147483647 h 1194"/>
                  <a:gd name="T20" fmla="*/ 2147483647 w 606"/>
                  <a:gd name="T21" fmla="*/ 2147483647 h 1194"/>
                  <a:gd name="T22" fmla="*/ 2147483647 w 606"/>
                  <a:gd name="T23" fmla="*/ 2147483647 h 1194"/>
                  <a:gd name="T24" fmla="*/ 2147483647 w 606"/>
                  <a:gd name="T25" fmla="*/ 2147483647 h 1194"/>
                  <a:gd name="T26" fmla="*/ 2147483647 w 606"/>
                  <a:gd name="T27" fmla="*/ 2147483647 h 1194"/>
                  <a:gd name="T28" fmla="*/ 2147483647 w 606"/>
                  <a:gd name="T29" fmla="*/ 2147483647 h 1194"/>
                  <a:gd name="T30" fmla="*/ 2147483647 w 606"/>
                  <a:gd name="T31" fmla="*/ 2147483647 h 1194"/>
                  <a:gd name="T32" fmla="*/ 2147483647 w 606"/>
                  <a:gd name="T33" fmla="*/ 2147483647 h 1194"/>
                  <a:gd name="T34" fmla="*/ 2147483647 w 606"/>
                  <a:gd name="T35" fmla="*/ 2147483647 h 1194"/>
                  <a:gd name="T36" fmla="*/ 2147483647 w 606"/>
                  <a:gd name="T37" fmla="*/ 2147483647 h 1194"/>
                  <a:gd name="T38" fmla="*/ 2147483647 w 606"/>
                  <a:gd name="T39" fmla="*/ 2147483647 h 1194"/>
                  <a:gd name="T40" fmla="*/ 2147483647 w 606"/>
                  <a:gd name="T41" fmla="*/ 2147483647 h 1194"/>
                  <a:gd name="T42" fmla="*/ 2147483647 w 606"/>
                  <a:gd name="T43" fmla="*/ 2147483647 h 1194"/>
                  <a:gd name="T44" fmla="*/ 2147483647 w 606"/>
                  <a:gd name="T45" fmla="*/ 2147483647 h 1194"/>
                  <a:gd name="T46" fmla="*/ 2147483647 w 606"/>
                  <a:gd name="T47" fmla="*/ 2147483647 h 1194"/>
                  <a:gd name="T48" fmla="*/ 2147483647 w 606"/>
                  <a:gd name="T49" fmla="*/ 2147483647 h 1194"/>
                  <a:gd name="T50" fmla="*/ 2147483647 w 606"/>
                  <a:gd name="T51" fmla="*/ 2147483647 h 1194"/>
                  <a:gd name="T52" fmla="*/ 2147483647 w 606"/>
                  <a:gd name="T53" fmla="*/ 2147483647 h 1194"/>
                  <a:gd name="T54" fmla="*/ 2147483647 w 606"/>
                  <a:gd name="T55" fmla="*/ 2147483647 h 1194"/>
                  <a:gd name="T56" fmla="*/ 2147483647 w 606"/>
                  <a:gd name="T57" fmla="*/ 2147483647 h 1194"/>
                  <a:gd name="T58" fmla="*/ 2147483647 w 606"/>
                  <a:gd name="T59" fmla="*/ 2147483647 h 1194"/>
                  <a:gd name="T60" fmla="*/ 2147483647 w 606"/>
                  <a:gd name="T61" fmla="*/ 2147483647 h 1194"/>
                  <a:gd name="T62" fmla="*/ 2147483647 w 606"/>
                  <a:gd name="T63" fmla="*/ 2147483647 h 1194"/>
                  <a:gd name="T64" fmla="*/ 2147483647 w 606"/>
                  <a:gd name="T65" fmla="*/ 2147483647 h 1194"/>
                  <a:gd name="T66" fmla="*/ 2147483647 w 606"/>
                  <a:gd name="T67" fmla="*/ 2147483647 h 1194"/>
                  <a:gd name="T68" fmla="*/ 2147483647 w 606"/>
                  <a:gd name="T69" fmla="*/ 2147483647 h 1194"/>
                  <a:gd name="T70" fmla="*/ 2147483647 w 606"/>
                  <a:gd name="T71" fmla="*/ 2147483647 h 1194"/>
                  <a:gd name="T72" fmla="*/ 2147483647 w 606"/>
                  <a:gd name="T73" fmla="*/ 2147483647 h 1194"/>
                  <a:gd name="T74" fmla="*/ 2147483647 w 606"/>
                  <a:gd name="T75" fmla="*/ 2147483647 h 1194"/>
                  <a:gd name="T76" fmla="*/ 2147483647 w 606"/>
                  <a:gd name="T77" fmla="*/ 2147483647 h 1194"/>
                  <a:gd name="T78" fmla="*/ 2147483647 w 606"/>
                  <a:gd name="T79" fmla="*/ 2147483647 h 1194"/>
                  <a:gd name="T80" fmla="*/ 2147483647 w 606"/>
                  <a:gd name="T81" fmla="*/ 2147483647 h 1194"/>
                  <a:gd name="T82" fmla="*/ 2147483647 w 606"/>
                  <a:gd name="T83" fmla="*/ 2147483647 h 1194"/>
                  <a:gd name="T84" fmla="*/ 2147483647 w 606"/>
                  <a:gd name="T85" fmla="*/ 2147483647 h 1194"/>
                  <a:gd name="T86" fmla="*/ 2147483647 w 606"/>
                  <a:gd name="T87" fmla="*/ 2147483647 h 1194"/>
                  <a:gd name="T88" fmla="*/ 2147483647 w 606"/>
                  <a:gd name="T89" fmla="*/ 2147483647 h 1194"/>
                  <a:gd name="T90" fmla="*/ 2147483647 w 606"/>
                  <a:gd name="T91" fmla="*/ 2147483647 h 1194"/>
                  <a:gd name="T92" fmla="*/ 2147483647 w 606"/>
                  <a:gd name="T93" fmla="*/ 2147483647 h 1194"/>
                  <a:gd name="T94" fmla="*/ 2147483647 w 606"/>
                  <a:gd name="T95" fmla="*/ 2147483647 h 1194"/>
                  <a:gd name="T96" fmla="*/ 2147483647 w 606"/>
                  <a:gd name="T97" fmla="*/ 2147483647 h 1194"/>
                  <a:gd name="T98" fmla="*/ 2147483647 w 606"/>
                  <a:gd name="T99" fmla="*/ 2147483647 h 1194"/>
                  <a:gd name="T100" fmla="*/ 2147483647 w 606"/>
                  <a:gd name="T101" fmla="*/ 2147483647 h 1194"/>
                  <a:gd name="T102" fmla="*/ 2147483647 w 606"/>
                  <a:gd name="T103" fmla="*/ 2147483647 h 1194"/>
                  <a:gd name="T104" fmla="*/ 2147483647 w 606"/>
                  <a:gd name="T105" fmla="*/ 2147483647 h 1194"/>
                  <a:gd name="T106" fmla="*/ 2147483647 w 606"/>
                  <a:gd name="T107" fmla="*/ 2147483647 h 1194"/>
                  <a:gd name="T108" fmla="*/ 2147483647 w 606"/>
                  <a:gd name="T109" fmla="*/ 2147483647 h 1194"/>
                  <a:gd name="T110" fmla="*/ 2147483647 w 606"/>
                  <a:gd name="T111" fmla="*/ 2147483647 h 1194"/>
                  <a:gd name="T112" fmla="*/ 2147483647 w 606"/>
                  <a:gd name="T113" fmla="*/ 2147483647 h 1194"/>
                  <a:gd name="T114" fmla="*/ 2147483647 w 606"/>
                  <a:gd name="T115" fmla="*/ 2147483647 h 1194"/>
                  <a:gd name="T116" fmla="*/ 2147483647 w 606"/>
                  <a:gd name="T117" fmla="*/ 2147483647 h 1194"/>
                  <a:gd name="T118" fmla="*/ 2147483647 w 606"/>
                  <a:gd name="T119" fmla="*/ 2147483647 h 1194"/>
                  <a:gd name="T120" fmla="*/ 2147483647 w 606"/>
                  <a:gd name="T121" fmla="*/ 2147483647 h 1194"/>
                  <a:gd name="T122" fmla="*/ 2147483647 w 606"/>
                  <a:gd name="T123" fmla="*/ 2147483647 h 119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06"/>
                  <a:gd name="T187" fmla="*/ 0 h 1194"/>
                  <a:gd name="T188" fmla="*/ 606 w 606"/>
                  <a:gd name="T189" fmla="*/ 1194 h 119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06" h="1194">
                    <a:moveTo>
                      <a:pt x="6" y="48"/>
                    </a:moveTo>
                    <a:lnTo>
                      <a:pt x="0" y="60"/>
                    </a:lnTo>
                    <a:lnTo>
                      <a:pt x="0" y="72"/>
                    </a:lnTo>
                    <a:lnTo>
                      <a:pt x="12" y="96"/>
                    </a:lnTo>
                    <a:lnTo>
                      <a:pt x="18" y="102"/>
                    </a:lnTo>
                    <a:lnTo>
                      <a:pt x="24" y="114"/>
                    </a:lnTo>
                    <a:lnTo>
                      <a:pt x="36" y="120"/>
                    </a:lnTo>
                    <a:lnTo>
                      <a:pt x="42" y="132"/>
                    </a:lnTo>
                    <a:lnTo>
                      <a:pt x="48" y="126"/>
                    </a:lnTo>
                    <a:lnTo>
                      <a:pt x="54" y="126"/>
                    </a:lnTo>
                    <a:lnTo>
                      <a:pt x="54" y="156"/>
                    </a:lnTo>
                    <a:lnTo>
                      <a:pt x="66" y="180"/>
                    </a:lnTo>
                    <a:lnTo>
                      <a:pt x="84" y="198"/>
                    </a:lnTo>
                    <a:lnTo>
                      <a:pt x="90" y="210"/>
                    </a:lnTo>
                    <a:lnTo>
                      <a:pt x="108" y="210"/>
                    </a:lnTo>
                    <a:lnTo>
                      <a:pt x="108" y="216"/>
                    </a:lnTo>
                    <a:lnTo>
                      <a:pt x="120" y="228"/>
                    </a:lnTo>
                    <a:lnTo>
                      <a:pt x="126" y="222"/>
                    </a:lnTo>
                    <a:lnTo>
                      <a:pt x="132" y="210"/>
                    </a:lnTo>
                    <a:lnTo>
                      <a:pt x="132" y="204"/>
                    </a:lnTo>
                    <a:lnTo>
                      <a:pt x="138" y="192"/>
                    </a:lnTo>
                    <a:lnTo>
                      <a:pt x="150" y="192"/>
                    </a:lnTo>
                    <a:lnTo>
                      <a:pt x="162" y="198"/>
                    </a:lnTo>
                    <a:lnTo>
                      <a:pt x="186" y="222"/>
                    </a:lnTo>
                    <a:lnTo>
                      <a:pt x="180" y="222"/>
                    </a:lnTo>
                    <a:lnTo>
                      <a:pt x="174" y="228"/>
                    </a:lnTo>
                    <a:lnTo>
                      <a:pt x="174" y="234"/>
                    </a:lnTo>
                    <a:lnTo>
                      <a:pt x="198" y="246"/>
                    </a:lnTo>
                    <a:lnTo>
                      <a:pt x="216" y="252"/>
                    </a:lnTo>
                    <a:lnTo>
                      <a:pt x="228" y="258"/>
                    </a:lnTo>
                    <a:lnTo>
                      <a:pt x="228" y="270"/>
                    </a:lnTo>
                    <a:lnTo>
                      <a:pt x="222" y="282"/>
                    </a:lnTo>
                    <a:lnTo>
                      <a:pt x="210" y="288"/>
                    </a:lnTo>
                    <a:lnTo>
                      <a:pt x="204" y="300"/>
                    </a:lnTo>
                    <a:lnTo>
                      <a:pt x="198" y="306"/>
                    </a:lnTo>
                    <a:lnTo>
                      <a:pt x="180" y="306"/>
                    </a:lnTo>
                    <a:lnTo>
                      <a:pt x="174" y="300"/>
                    </a:lnTo>
                    <a:lnTo>
                      <a:pt x="150" y="300"/>
                    </a:lnTo>
                    <a:lnTo>
                      <a:pt x="156" y="306"/>
                    </a:lnTo>
                    <a:lnTo>
                      <a:pt x="156" y="324"/>
                    </a:lnTo>
                    <a:lnTo>
                      <a:pt x="168" y="330"/>
                    </a:lnTo>
                    <a:lnTo>
                      <a:pt x="174" y="336"/>
                    </a:lnTo>
                    <a:lnTo>
                      <a:pt x="210" y="354"/>
                    </a:lnTo>
                    <a:lnTo>
                      <a:pt x="222" y="366"/>
                    </a:lnTo>
                    <a:lnTo>
                      <a:pt x="234" y="372"/>
                    </a:lnTo>
                    <a:lnTo>
                      <a:pt x="240" y="378"/>
                    </a:lnTo>
                    <a:lnTo>
                      <a:pt x="252" y="378"/>
                    </a:lnTo>
                    <a:lnTo>
                      <a:pt x="252" y="408"/>
                    </a:lnTo>
                    <a:lnTo>
                      <a:pt x="258" y="414"/>
                    </a:lnTo>
                    <a:lnTo>
                      <a:pt x="270" y="414"/>
                    </a:lnTo>
                    <a:lnTo>
                      <a:pt x="282" y="420"/>
                    </a:lnTo>
                    <a:lnTo>
                      <a:pt x="288" y="426"/>
                    </a:lnTo>
                    <a:lnTo>
                      <a:pt x="294" y="426"/>
                    </a:lnTo>
                    <a:lnTo>
                      <a:pt x="294" y="450"/>
                    </a:lnTo>
                    <a:lnTo>
                      <a:pt x="306" y="474"/>
                    </a:lnTo>
                    <a:lnTo>
                      <a:pt x="324" y="486"/>
                    </a:lnTo>
                    <a:lnTo>
                      <a:pt x="342" y="504"/>
                    </a:lnTo>
                    <a:lnTo>
                      <a:pt x="348" y="522"/>
                    </a:lnTo>
                    <a:lnTo>
                      <a:pt x="366" y="522"/>
                    </a:lnTo>
                    <a:lnTo>
                      <a:pt x="366" y="528"/>
                    </a:lnTo>
                    <a:lnTo>
                      <a:pt x="372" y="534"/>
                    </a:lnTo>
                    <a:lnTo>
                      <a:pt x="384" y="558"/>
                    </a:lnTo>
                    <a:lnTo>
                      <a:pt x="396" y="570"/>
                    </a:lnTo>
                    <a:lnTo>
                      <a:pt x="408" y="570"/>
                    </a:lnTo>
                    <a:lnTo>
                      <a:pt x="414" y="576"/>
                    </a:lnTo>
                    <a:lnTo>
                      <a:pt x="426" y="582"/>
                    </a:lnTo>
                    <a:lnTo>
                      <a:pt x="432" y="588"/>
                    </a:lnTo>
                    <a:lnTo>
                      <a:pt x="432" y="600"/>
                    </a:lnTo>
                    <a:lnTo>
                      <a:pt x="426" y="606"/>
                    </a:lnTo>
                    <a:lnTo>
                      <a:pt x="420" y="606"/>
                    </a:lnTo>
                    <a:lnTo>
                      <a:pt x="414" y="612"/>
                    </a:lnTo>
                    <a:lnTo>
                      <a:pt x="408" y="612"/>
                    </a:lnTo>
                    <a:lnTo>
                      <a:pt x="432" y="636"/>
                    </a:lnTo>
                    <a:lnTo>
                      <a:pt x="456" y="648"/>
                    </a:lnTo>
                    <a:lnTo>
                      <a:pt x="462" y="654"/>
                    </a:lnTo>
                    <a:lnTo>
                      <a:pt x="468" y="654"/>
                    </a:lnTo>
                    <a:lnTo>
                      <a:pt x="450" y="690"/>
                    </a:lnTo>
                    <a:lnTo>
                      <a:pt x="456" y="690"/>
                    </a:lnTo>
                    <a:lnTo>
                      <a:pt x="468" y="702"/>
                    </a:lnTo>
                    <a:lnTo>
                      <a:pt x="468" y="708"/>
                    </a:lnTo>
                    <a:lnTo>
                      <a:pt x="456" y="720"/>
                    </a:lnTo>
                    <a:lnTo>
                      <a:pt x="450" y="720"/>
                    </a:lnTo>
                    <a:lnTo>
                      <a:pt x="450" y="762"/>
                    </a:lnTo>
                    <a:lnTo>
                      <a:pt x="456" y="762"/>
                    </a:lnTo>
                    <a:lnTo>
                      <a:pt x="468" y="774"/>
                    </a:lnTo>
                    <a:lnTo>
                      <a:pt x="480" y="798"/>
                    </a:lnTo>
                    <a:lnTo>
                      <a:pt x="480" y="804"/>
                    </a:lnTo>
                    <a:lnTo>
                      <a:pt x="468" y="816"/>
                    </a:lnTo>
                    <a:lnTo>
                      <a:pt x="462" y="816"/>
                    </a:lnTo>
                    <a:lnTo>
                      <a:pt x="462" y="828"/>
                    </a:lnTo>
                    <a:lnTo>
                      <a:pt x="468" y="834"/>
                    </a:lnTo>
                    <a:lnTo>
                      <a:pt x="468" y="864"/>
                    </a:lnTo>
                    <a:lnTo>
                      <a:pt x="474" y="870"/>
                    </a:lnTo>
                    <a:lnTo>
                      <a:pt x="474" y="900"/>
                    </a:lnTo>
                    <a:lnTo>
                      <a:pt x="462" y="894"/>
                    </a:lnTo>
                    <a:lnTo>
                      <a:pt x="444" y="894"/>
                    </a:lnTo>
                    <a:lnTo>
                      <a:pt x="438" y="900"/>
                    </a:lnTo>
                    <a:lnTo>
                      <a:pt x="438" y="918"/>
                    </a:lnTo>
                    <a:lnTo>
                      <a:pt x="408" y="918"/>
                    </a:lnTo>
                    <a:lnTo>
                      <a:pt x="408" y="942"/>
                    </a:lnTo>
                    <a:lnTo>
                      <a:pt x="366" y="942"/>
                    </a:lnTo>
                    <a:lnTo>
                      <a:pt x="366" y="966"/>
                    </a:lnTo>
                    <a:lnTo>
                      <a:pt x="378" y="990"/>
                    </a:lnTo>
                    <a:lnTo>
                      <a:pt x="396" y="1008"/>
                    </a:lnTo>
                    <a:lnTo>
                      <a:pt x="396" y="1020"/>
                    </a:lnTo>
                    <a:lnTo>
                      <a:pt x="390" y="1014"/>
                    </a:lnTo>
                    <a:lnTo>
                      <a:pt x="378" y="1008"/>
                    </a:lnTo>
                    <a:lnTo>
                      <a:pt x="372" y="1002"/>
                    </a:lnTo>
                    <a:lnTo>
                      <a:pt x="360" y="996"/>
                    </a:lnTo>
                    <a:lnTo>
                      <a:pt x="348" y="996"/>
                    </a:lnTo>
                    <a:lnTo>
                      <a:pt x="342" y="1002"/>
                    </a:lnTo>
                    <a:lnTo>
                      <a:pt x="342" y="1008"/>
                    </a:lnTo>
                    <a:lnTo>
                      <a:pt x="306" y="1008"/>
                    </a:lnTo>
                    <a:lnTo>
                      <a:pt x="312" y="1014"/>
                    </a:lnTo>
                    <a:lnTo>
                      <a:pt x="318" y="1014"/>
                    </a:lnTo>
                    <a:lnTo>
                      <a:pt x="324" y="1020"/>
                    </a:lnTo>
                    <a:lnTo>
                      <a:pt x="324" y="1026"/>
                    </a:lnTo>
                    <a:lnTo>
                      <a:pt x="312" y="1032"/>
                    </a:lnTo>
                    <a:lnTo>
                      <a:pt x="294" y="1032"/>
                    </a:lnTo>
                    <a:lnTo>
                      <a:pt x="276" y="1038"/>
                    </a:lnTo>
                    <a:lnTo>
                      <a:pt x="270" y="1050"/>
                    </a:lnTo>
                    <a:lnTo>
                      <a:pt x="270" y="1056"/>
                    </a:lnTo>
                    <a:lnTo>
                      <a:pt x="288" y="1074"/>
                    </a:lnTo>
                    <a:lnTo>
                      <a:pt x="300" y="1080"/>
                    </a:lnTo>
                    <a:lnTo>
                      <a:pt x="306" y="1086"/>
                    </a:lnTo>
                    <a:lnTo>
                      <a:pt x="312" y="1086"/>
                    </a:lnTo>
                    <a:lnTo>
                      <a:pt x="294" y="1104"/>
                    </a:lnTo>
                    <a:lnTo>
                      <a:pt x="294" y="1110"/>
                    </a:lnTo>
                    <a:lnTo>
                      <a:pt x="300" y="1116"/>
                    </a:lnTo>
                    <a:lnTo>
                      <a:pt x="300" y="1128"/>
                    </a:lnTo>
                    <a:lnTo>
                      <a:pt x="306" y="1140"/>
                    </a:lnTo>
                    <a:lnTo>
                      <a:pt x="306" y="1152"/>
                    </a:lnTo>
                    <a:lnTo>
                      <a:pt x="312" y="1158"/>
                    </a:lnTo>
                    <a:lnTo>
                      <a:pt x="294" y="1176"/>
                    </a:lnTo>
                    <a:lnTo>
                      <a:pt x="294" y="1188"/>
                    </a:lnTo>
                    <a:lnTo>
                      <a:pt x="306" y="1194"/>
                    </a:lnTo>
                    <a:lnTo>
                      <a:pt x="318" y="1194"/>
                    </a:lnTo>
                    <a:lnTo>
                      <a:pt x="330" y="1188"/>
                    </a:lnTo>
                    <a:lnTo>
                      <a:pt x="354" y="1164"/>
                    </a:lnTo>
                    <a:lnTo>
                      <a:pt x="366" y="1158"/>
                    </a:lnTo>
                    <a:lnTo>
                      <a:pt x="378" y="1158"/>
                    </a:lnTo>
                    <a:lnTo>
                      <a:pt x="384" y="1134"/>
                    </a:lnTo>
                    <a:lnTo>
                      <a:pt x="384" y="1110"/>
                    </a:lnTo>
                    <a:lnTo>
                      <a:pt x="396" y="1110"/>
                    </a:lnTo>
                    <a:lnTo>
                      <a:pt x="402" y="1116"/>
                    </a:lnTo>
                    <a:lnTo>
                      <a:pt x="414" y="1116"/>
                    </a:lnTo>
                    <a:lnTo>
                      <a:pt x="426" y="1104"/>
                    </a:lnTo>
                    <a:lnTo>
                      <a:pt x="426" y="1092"/>
                    </a:lnTo>
                    <a:lnTo>
                      <a:pt x="420" y="1086"/>
                    </a:lnTo>
                    <a:lnTo>
                      <a:pt x="414" y="1074"/>
                    </a:lnTo>
                    <a:lnTo>
                      <a:pt x="408" y="1068"/>
                    </a:lnTo>
                    <a:lnTo>
                      <a:pt x="408" y="1062"/>
                    </a:lnTo>
                    <a:lnTo>
                      <a:pt x="414" y="1056"/>
                    </a:lnTo>
                    <a:lnTo>
                      <a:pt x="426" y="1056"/>
                    </a:lnTo>
                    <a:lnTo>
                      <a:pt x="438" y="1050"/>
                    </a:lnTo>
                    <a:lnTo>
                      <a:pt x="444" y="1044"/>
                    </a:lnTo>
                    <a:lnTo>
                      <a:pt x="450" y="1044"/>
                    </a:lnTo>
                    <a:lnTo>
                      <a:pt x="456" y="1050"/>
                    </a:lnTo>
                    <a:lnTo>
                      <a:pt x="468" y="1050"/>
                    </a:lnTo>
                    <a:lnTo>
                      <a:pt x="480" y="1044"/>
                    </a:lnTo>
                    <a:lnTo>
                      <a:pt x="498" y="1038"/>
                    </a:lnTo>
                    <a:lnTo>
                      <a:pt x="546" y="1014"/>
                    </a:lnTo>
                    <a:lnTo>
                      <a:pt x="582" y="978"/>
                    </a:lnTo>
                    <a:lnTo>
                      <a:pt x="588" y="960"/>
                    </a:lnTo>
                    <a:lnTo>
                      <a:pt x="594" y="936"/>
                    </a:lnTo>
                    <a:lnTo>
                      <a:pt x="606" y="876"/>
                    </a:lnTo>
                    <a:lnTo>
                      <a:pt x="606" y="846"/>
                    </a:lnTo>
                    <a:lnTo>
                      <a:pt x="600" y="834"/>
                    </a:lnTo>
                    <a:lnTo>
                      <a:pt x="576" y="810"/>
                    </a:lnTo>
                    <a:lnTo>
                      <a:pt x="594" y="804"/>
                    </a:lnTo>
                    <a:lnTo>
                      <a:pt x="594" y="774"/>
                    </a:lnTo>
                    <a:lnTo>
                      <a:pt x="588" y="756"/>
                    </a:lnTo>
                    <a:lnTo>
                      <a:pt x="588" y="744"/>
                    </a:lnTo>
                    <a:lnTo>
                      <a:pt x="570" y="708"/>
                    </a:lnTo>
                    <a:lnTo>
                      <a:pt x="564" y="690"/>
                    </a:lnTo>
                    <a:lnTo>
                      <a:pt x="558" y="684"/>
                    </a:lnTo>
                    <a:lnTo>
                      <a:pt x="552" y="672"/>
                    </a:lnTo>
                    <a:lnTo>
                      <a:pt x="558" y="666"/>
                    </a:lnTo>
                    <a:lnTo>
                      <a:pt x="558" y="642"/>
                    </a:lnTo>
                    <a:lnTo>
                      <a:pt x="522" y="606"/>
                    </a:lnTo>
                    <a:lnTo>
                      <a:pt x="486" y="576"/>
                    </a:lnTo>
                    <a:lnTo>
                      <a:pt x="456" y="552"/>
                    </a:lnTo>
                    <a:lnTo>
                      <a:pt x="432" y="534"/>
                    </a:lnTo>
                    <a:lnTo>
                      <a:pt x="420" y="528"/>
                    </a:lnTo>
                    <a:lnTo>
                      <a:pt x="402" y="516"/>
                    </a:lnTo>
                    <a:lnTo>
                      <a:pt x="390" y="510"/>
                    </a:lnTo>
                    <a:lnTo>
                      <a:pt x="384" y="504"/>
                    </a:lnTo>
                    <a:lnTo>
                      <a:pt x="384" y="468"/>
                    </a:lnTo>
                    <a:lnTo>
                      <a:pt x="336" y="420"/>
                    </a:lnTo>
                    <a:lnTo>
                      <a:pt x="306" y="384"/>
                    </a:lnTo>
                    <a:lnTo>
                      <a:pt x="288" y="354"/>
                    </a:lnTo>
                    <a:lnTo>
                      <a:pt x="282" y="336"/>
                    </a:lnTo>
                    <a:lnTo>
                      <a:pt x="282" y="318"/>
                    </a:lnTo>
                    <a:lnTo>
                      <a:pt x="276" y="306"/>
                    </a:lnTo>
                    <a:lnTo>
                      <a:pt x="276" y="282"/>
                    </a:lnTo>
                    <a:lnTo>
                      <a:pt x="282" y="276"/>
                    </a:lnTo>
                    <a:lnTo>
                      <a:pt x="294" y="252"/>
                    </a:lnTo>
                    <a:lnTo>
                      <a:pt x="294" y="240"/>
                    </a:lnTo>
                    <a:lnTo>
                      <a:pt x="300" y="240"/>
                    </a:lnTo>
                    <a:lnTo>
                      <a:pt x="312" y="228"/>
                    </a:lnTo>
                    <a:lnTo>
                      <a:pt x="324" y="222"/>
                    </a:lnTo>
                    <a:lnTo>
                      <a:pt x="336" y="210"/>
                    </a:lnTo>
                    <a:lnTo>
                      <a:pt x="336" y="204"/>
                    </a:lnTo>
                    <a:lnTo>
                      <a:pt x="342" y="198"/>
                    </a:lnTo>
                    <a:lnTo>
                      <a:pt x="372" y="198"/>
                    </a:lnTo>
                    <a:lnTo>
                      <a:pt x="384" y="186"/>
                    </a:lnTo>
                    <a:lnTo>
                      <a:pt x="390" y="174"/>
                    </a:lnTo>
                    <a:lnTo>
                      <a:pt x="390" y="156"/>
                    </a:lnTo>
                    <a:lnTo>
                      <a:pt x="396" y="144"/>
                    </a:lnTo>
                    <a:lnTo>
                      <a:pt x="390" y="144"/>
                    </a:lnTo>
                    <a:lnTo>
                      <a:pt x="384" y="138"/>
                    </a:lnTo>
                    <a:lnTo>
                      <a:pt x="354" y="138"/>
                    </a:lnTo>
                    <a:lnTo>
                      <a:pt x="342" y="132"/>
                    </a:lnTo>
                    <a:lnTo>
                      <a:pt x="336" y="120"/>
                    </a:lnTo>
                    <a:lnTo>
                      <a:pt x="330" y="114"/>
                    </a:lnTo>
                    <a:lnTo>
                      <a:pt x="312" y="114"/>
                    </a:lnTo>
                    <a:lnTo>
                      <a:pt x="312" y="96"/>
                    </a:lnTo>
                    <a:lnTo>
                      <a:pt x="300" y="90"/>
                    </a:lnTo>
                    <a:lnTo>
                      <a:pt x="294" y="72"/>
                    </a:lnTo>
                    <a:lnTo>
                      <a:pt x="312" y="54"/>
                    </a:lnTo>
                    <a:lnTo>
                      <a:pt x="312" y="48"/>
                    </a:lnTo>
                    <a:lnTo>
                      <a:pt x="306" y="42"/>
                    </a:lnTo>
                    <a:lnTo>
                      <a:pt x="276" y="42"/>
                    </a:lnTo>
                    <a:lnTo>
                      <a:pt x="264" y="30"/>
                    </a:lnTo>
                    <a:lnTo>
                      <a:pt x="234" y="36"/>
                    </a:lnTo>
                    <a:lnTo>
                      <a:pt x="204" y="0"/>
                    </a:lnTo>
                    <a:lnTo>
                      <a:pt x="198" y="0"/>
                    </a:lnTo>
                    <a:lnTo>
                      <a:pt x="192" y="6"/>
                    </a:lnTo>
                    <a:lnTo>
                      <a:pt x="180" y="12"/>
                    </a:lnTo>
                    <a:lnTo>
                      <a:pt x="174" y="18"/>
                    </a:lnTo>
                    <a:lnTo>
                      <a:pt x="174" y="30"/>
                    </a:lnTo>
                    <a:lnTo>
                      <a:pt x="168" y="42"/>
                    </a:lnTo>
                    <a:lnTo>
                      <a:pt x="168" y="48"/>
                    </a:lnTo>
                    <a:lnTo>
                      <a:pt x="150" y="48"/>
                    </a:lnTo>
                    <a:lnTo>
                      <a:pt x="144" y="54"/>
                    </a:lnTo>
                    <a:lnTo>
                      <a:pt x="138" y="48"/>
                    </a:lnTo>
                    <a:lnTo>
                      <a:pt x="120" y="48"/>
                    </a:lnTo>
                    <a:lnTo>
                      <a:pt x="132" y="60"/>
                    </a:lnTo>
                    <a:lnTo>
                      <a:pt x="132" y="72"/>
                    </a:lnTo>
                    <a:lnTo>
                      <a:pt x="114" y="72"/>
                    </a:lnTo>
                    <a:lnTo>
                      <a:pt x="108" y="66"/>
                    </a:lnTo>
                    <a:lnTo>
                      <a:pt x="96" y="48"/>
                    </a:lnTo>
                    <a:lnTo>
                      <a:pt x="90" y="48"/>
                    </a:lnTo>
                    <a:lnTo>
                      <a:pt x="90" y="66"/>
                    </a:lnTo>
                    <a:lnTo>
                      <a:pt x="72" y="48"/>
                    </a:lnTo>
                    <a:lnTo>
                      <a:pt x="66" y="54"/>
                    </a:lnTo>
                    <a:lnTo>
                      <a:pt x="60" y="66"/>
                    </a:lnTo>
                    <a:lnTo>
                      <a:pt x="54" y="72"/>
                    </a:lnTo>
                    <a:lnTo>
                      <a:pt x="42" y="72"/>
                    </a:lnTo>
                    <a:lnTo>
                      <a:pt x="18" y="48"/>
                    </a:lnTo>
                    <a:lnTo>
                      <a:pt x="6" y="4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 name="Venezuela" descr="© INSCALE GmbH, 05.05.2010&#10;http://www.presentationload.com/">
                <a:extLst>
                  <a:ext uri="{FF2B5EF4-FFF2-40B4-BE49-F238E27FC236}">
                    <a16:creationId xmlns:a16="http://schemas.microsoft.com/office/drawing/2014/main" id="{B01B5754-311E-3539-30C9-C28CA855F1FF}"/>
                  </a:ext>
                </a:extLst>
              </p:cNvPr>
              <p:cNvSpPr>
                <a:spLocks noEditPoints="1"/>
              </p:cNvSpPr>
              <p:nvPr/>
            </p:nvSpPr>
            <p:spPr bwMode="gray">
              <a:xfrm>
                <a:off x="2263836" y="2846402"/>
                <a:ext cx="361698" cy="352806"/>
              </a:xfrm>
              <a:custGeom>
                <a:avLst/>
                <a:gdLst>
                  <a:gd name="T0" fmla="*/ 2147483647 w 954"/>
                  <a:gd name="T1" fmla="*/ 2147483647 h 930"/>
                  <a:gd name="T2" fmla="*/ 2147483647 w 954"/>
                  <a:gd name="T3" fmla="*/ 2147483647 h 930"/>
                  <a:gd name="T4" fmla="*/ 2147483647 w 954"/>
                  <a:gd name="T5" fmla="*/ 2147483647 h 930"/>
                  <a:gd name="T6" fmla="*/ 2147483647 w 954"/>
                  <a:gd name="T7" fmla="*/ 2147483647 h 930"/>
                  <a:gd name="T8" fmla="*/ 2147483647 w 954"/>
                  <a:gd name="T9" fmla="*/ 2147483647 h 930"/>
                  <a:gd name="T10" fmla="*/ 2147483647 w 954"/>
                  <a:gd name="T11" fmla="*/ 2147483647 h 930"/>
                  <a:gd name="T12" fmla="*/ 2147483647 w 954"/>
                  <a:gd name="T13" fmla="*/ 2147483647 h 930"/>
                  <a:gd name="T14" fmla="*/ 2147483647 w 954"/>
                  <a:gd name="T15" fmla="*/ 2147483647 h 930"/>
                  <a:gd name="T16" fmla="*/ 2147483647 w 954"/>
                  <a:gd name="T17" fmla="*/ 2147483647 h 930"/>
                  <a:gd name="T18" fmla="*/ 2147483647 w 954"/>
                  <a:gd name="T19" fmla="*/ 2147483647 h 930"/>
                  <a:gd name="T20" fmla="*/ 2147483647 w 954"/>
                  <a:gd name="T21" fmla="*/ 2147483647 h 930"/>
                  <a:gd name="T22" fmla="*/ 2147483647 w 954"/>
                  <a:gd name="T23" fmla="*/ 2147483647 h 930"/>
                  <a:gd name="T24" fmla="*/ 2147483647 w 954"/>
                  <a:gd name="T25" fmla="*/ 2147483647 h 930"/>
                  <a:gd name="T26" fmla="*/ 2147483647 w 954"/>
                  <a:gd name="T27" fmla="*/ 2147483647 h 930"/>
                  <a:gd name="T28" fmla="*/ 2147483647 w 954"/>
                  <a:gd name="T29" fmla="*/ 2147483647 h 930"/>
                  <a:gd name="T30" fmla="*/ 2147483647 w 954"/>
                  <a:gd name="T31" fmla="*/ 2147483647 h 930"/>
                  <a:gd name="T32" fmla="*/ 2147483647 w 954"/>
                  <a:gd name="T33" fmla="*/ 2147483647 h 930"/>
                  <a:gd name="T34" fmla="*/ 2147483647 w 954"/>
                  <a:gd name="T35" fmla="*/ 2147483647 h 930"/>
                  <a:gd name="T36" fmla="*/ 2147483647 w 954"/>
                  <a:gd name="T37" fmla="*/ 2147483647 h 930"/>
                  <a:gd name="T38" fmla="*/ 2147483647 w 954"/>
                  <a:gd name="T39" fmla="*/ 2147483647 h 930"/>
                  <a:gd name="T40" fmla="*/ 2147483647 w 954"/>
                  <a:gd name="T41" fmla="*/ 2147483647 h 930"/>
                  <a:gd name="T42" fmla="*/ 2147483647 w 954"/>
                  <a:gd name="T43" fmla="*/ 2147483647 h 930"/>
                  <a:gd name="T44" fmla="*/ 2147483647 w 954"/>
                  <a:gd name="T45" fmla="*/ 2147483647 h 930"/>
                  <a:gd name="T46" fmla="*/ 2147483647 w 954"/>
                  <a:gd name="T47" fmla="*/ 2147483647 h 930"/>
                  <a:gd name="T48" fmla="*/ 2147483647 w 954"/>
                  <a:gd name="T49" fmla="*/ 2147483647 h 930"/>
                  <a:gd name="T50" fmla="*/ 0 w 954"/>
                  <a:gd name="T51" fmla="*/ 2147483647 h 930"/>
                  <a:gd name="T52" fmla="*/ 2147483647 w 954"/>
                  <a:gd name="T53" fmla="*/ 2147483647 h 930"/>
                  <a:gd name="T54" fmla="*/ 2147483647 w 954"/>
                  <a:gd name="T55" fmla="*/ 2147483647 h 930"/>
                  <a:gd name="T56" fmla="*/ 2147483647 w 954"/>
                  <a:gd name="T57" fmla="*/ 2147483647 h 930"/>
                  <a:gd name="T58" fmla="*/ 2147483647 w 954"/>
                  <a:gd name="T59" fmla="*/ 2147483647 h 930"/>
                  <a:gd name="T60" fmla="*/ 2147483647 w 954"/>
                  <a:gd name="T61" fmla="*/ 2147483647 h 930"/>
                  <a:gd name="T62" fmla="*/ 2147483647 w 954"/>
                  <a:gd name="T63" fmla="*/ 2147483647 h 930"/>
                  <a:gd name="T64" fmla="*/ 2147483647 w 954"/>
                  <a:gd name="T65" fmla="*/ 2147483647 h 930"/>
                  <a:gd name="T66" fmla="*/ 2147483647 w 954"/>
                  <a:gd name="T67" fmla="*/ 2147483647 h 930"/>
                  <a:gd name="T68" fmla="*/ 2147483647 w 954"/>
                  <a:gd name="T69" fmla="*/ 2147483647 h 930"/>
                  <a:gd name="T70" fmla="*/ 2147483647 w 954"/>
                  <a:gd name="T71" fmla="*/ 2147483647 h 930"/>
                  <a:gd name="T72" fmla="*/ 2147483647 w 954"/>
                  <a:gd name="T73" fmla="*/ 2147483647 h 930"/>
                  <a:gd name="T74" fmla="*/ 2147483647 w 954"/>
                  <a:gd name="T75" fmla="*/ 2147483647 h 930"/>
                  <a:gd name="T76" fmla="*/ 2147483647 w 954"/>
                  <a:gd name="T77" fmla="*/ 2147483647 h 930"/>
                  <a:gd name="T78" fmla="*/ 2147483647 w 954"/>
                  <a:gd name="T79" fmla="*/ 2147483647 h 930"/>
                  <a:gd name="T80" fmla="*/ 2147483647 w 954"/>
                  <a:gd name="T81" fmla="*/ 2147483647 h 930"/>
                  <a:gd name="T82" fmla="*/ 2147483647 w 954"/>
                  <a:gd name="T83" fmla="*/ 2147483647 h 930"/>
                  <a:gd name="T84" fmla="*/ 2147483647 w 954"/>
                  <a:gd name="T85" fmla="*/ 2147483647 h 930"/>
                  <a:gd name="T86" fmla="*/ 2147483647 w 954"/>
                  <a:gd name="T87" fmla="*/ 2147483647 h 930"/>
                  <a:gd name="T88" fmla="*/ 2147483647 w 954"/>
                  <a:gd name="T89" fmla="*/ 2147483647 h 930"/>
                  <a:gd name="T90" fmla="*/ 2147483647 w 954"/>
                  <a:gd name="T91" fmla="*/ 2147483647 h 930"/>
                  <a:gd name="T92" fmla="*/ 2147483647 w 954"/>
                  <a:gd name="T93" fmla="*/ 2147483647 h 930"/>
                  <a:gd name="T94" fmla="*/ 2147483647 w 954"/>
                  <a:gd name="T95" fmla="*/ 2147483647 h 930"/>
                  <a:gd name="T96" fmla="*/ 2147483647 w 954"/>
                  <a:gd name="T97" fmla="*/ 2147483647 h 930"/>
                  <a:gd name="T98" fmla="*/ 2147483647 w 954"/>
                  <a:gd name="T99" fmla="*/ 2147483647 h 930"/>
                  <a:gd name="T100" fmla="*/ 2147483647 w 954"/>
                  <a:gd name="T101" fmla="*/ 2147483647 h 930"/>
                  <a:gd name="T102" fmla="*/ 2147483647 w 954"/>
                  <a:gd name="T103" fmla="*/ 2147483647 h 930"/>
                  <a:gd name="T104" fmla="*/ 2147483647 w 954"/>
                  <a:gd name="T105" fmla="*/ 2147483647 h 930"/>
                  <a:gd name="T106" fmla="*/ 2147483647 w 954"/>
                  <a:gd name="T107" fmla="*/ 2147483647 h 930"/>
                  <a:gd name="T108" fmla="*/ 2147483647 w 954"/>
                  <a:gd name="T109" fmla="*/ 2147483647 h 930"/>
                  <a:gd name="T110" fmla="*/ 2147483647 w 954"/>
                  <a:gd name="T111" fmla="*/ 2147483647 h 930"/>
                  <a:gd name="T112" fmla="*/ 2147483647 w 954"/>
                  <a:gd name="T113" fmla="*/ 2147483647 h 930"/>
                  <a:gd name="T114" fmla="*/ 2147483647 w 954"/>
                  <a:gd name="T115" fmla="*/ 2147483647 h 930"/>
                  <a:gd name="T116" fmla="*/ 2147483647 w 954"/>
                  <a:gd name="T117" fmla="*/ 2147483647 h 930"/>
                  <a:gd name="T118" fmla="*/ 2147483647 w 954"/>
                  <a:gd name="T119" fmla="*/ 2147483647 h 93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30"/>
                  <a:gd name="T182" fmla="*/ 954 w 954"/>
                  <a:gd name="T183" fmla="*/ 930 h 93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30">
                    <a:moveTo>
                      <a:pt x="264" y="42"/>
                    </a:moveTo>
                    <a:lnTo>
                      <a:pt x="264" y="12"/>
                    </a:lnTo>
                    <a:lnTo>
                      <a:pt x="252" y="0"/>
                    </a:lnTo>
                    <a:lnTo>
                      <a:pt x="234" y="0"/>
                    </a:lnTo>
                    <a:lnTo>
                      <a:pt x="228" y="6"/>
                    </a:lnTo>
                    <a:lnTo>
                      <a:pt x="228" y="18"/>
                    </a:lnTo>
                    <a:lnTo>
                      <a:pt x="234" y="24"/>
                    </a:lnTo>
                    <a:lnTo>
                      <a:pt x="234" y="36"/>
                    </a:lnTo>
                    <a:lnTo>
                      <a:pt x="240" y="42"/>
                    </a:lnTo>
                    <a:lnTo>
                      <a:pt x="264" y="42"/>
                    </a:lnTo>
                    <a:close/>
                    <a:moveTo>
                      <a:pt x="936" y="276"/>
                    </a:moveTo>
                    <a:lnTo>
                      <a:pt x="930" y="276"/>
                    </a:lnTo>
                    <a:lnTo>
                      <a:pt x="924" y="282"/>
                    </a:lnTo>
                    <a:lnTo>
                      <a:pt x="912" y="288"/>
                    </a:lnTo>
                    <a:lnTo>
                      <a:pt x="906" y="294"/>
                    </a:lnTo>
                    <a:lnTo>
                      <a:pt x="900" y="288"/>
                    </a:lnTo>
                    <a:lnTo>
                      <a:pt x="888" y="288"/>
                    </a:lnTo>
                    <a:lnTo>
                      <a:pt x="882" y="282"/>
                    </a:lnTo>
                    <a:lnTo>
                      <a:pt x="876" y="282"/>
                    </a:lnTo>
                    <a:lnTo>
                      <a:pt x="852" y="306"/>
                    </a:lnTo>
                    <a:lnTo>
                      <a:pt x="822" y="282"/>
                    </a:lnTo>
                    <a:lnTo>
                      <a:pt x="846" y="282"/>
                    </a:lnTo>
                    <a:lnTo>
                      <a:pt x="858" y="276"/>
                    </a:lnTo>
                    <a:lnTo>
                      <a:pt x="864" y="276"/>
                    </a:lnTo>
                    <a:lnTo>
                      <a:pt x="870" y="264"/>
                    </a:lnTo>
                    <a:lnTo>
                      <a:pt x="870" y="246"/>
                    </a:lnTo>
                    <a:lnTo>
                      <a:pt x="882" y="234"/>
                    </a:lnTo>
                    <a:lnTo>
                      <a:pt x="888" y="222"/>
                    </a:lnTo>
                    <a:lnTo>
                      <a:pt x="876" y="210"/>
                    </a:lnTo>
                    <a:lnTo>
                      <a:pt x="846" y="210"/>
                    </a:lnTo>
                    <a:lnTo>
                      <a:pt x="846" y="204"/>
                    </a:lnTo>
                    <a:lnTo>
                      <a:pt x="840" y="198"/>
                    </a:lnTo>
                    <a:lnTo>
                      <a:pt x="840" y="192"/>
                    </a:lnTo>
                    <a:lnTo>
                      <a:pt x="834" y="186"/>
                    </a:lnTo>
                    <a:lnTo>
                      <a:pt x="828" y="186"/>
                    </a:lnTo>
                    <a:lnTo>
                      <a:pt x="822" y="192"/>
                    </a:lnTo>
                    <a:lnTo>
                      <a:pt x="822" y="210"/>
                    </a:lnTo>
                    <a:lnTo>
                      <a:pt x="816" y="198"/>
                    </a:lnTo>
                    <a:lnTo>
                      <a:pt x="816" y="180"/>
                    </a:lnTo>
                    <a:lnTo>
                      <a:pt x="792" y="180"/>
                    </a:lnTo>
                    <a:lnTo>
                      <a:pt x="786" y="210"/>
                    </a:lnTo>
                    <a:lnTo>
                      <a:pt x="780" y="204"/>
                    </a:lnTo>
                    <a:lnTo>
                      <a:pt x="774" y="192"/>
                    </a:lnTo>
                    <a:lnTo>
                      <a:pt x="774" y="186"/>
                    </a:lnTo>
                    <a:lnTo>
                      <a:pt x="768" y="180"/>
                    </a:lnTo>
                    <a:lnTo>
                      <a:pt x="768" y="156"/>
                    </a:lnTo>
                    <a:lnTo>
                      <a:pt x="738" y="168"/>
                    </a:lnTo>
                    <a:lnTo>
                      <a:pt x="744" y="162"/>
                    </a:lnTo>
                    <a:lnTo>
                      <a:pt x="756" y="156"/>
                    </a:lnTo>
                    <a:lnTo>
                      <a:pt x="762" y="156"/>
                    </a:lnTo>
                    <a:lnTo>
                      <a:pt x="762" y="144"/>
                    </a:lnTo>
                    <a:lnTo>
                      <a:pt x="750" y="138"/>
                    </a:lnTo>
                    <a:lnTo>
                      <a:pt x="744" y="138"/>
                    </a:lnTo>
                    <a:lnTo>
                      <a:pt x="744" y="132"/>
                    </a:lnTo>
                    <a:lnTo>
                      <a:pt x="750" y="132"/>
                    </a:lnTo>
                    <a:lnTo>
                      <a:pt x="762" y="126"/>
                    </a:lnTo>
                    <a:lnTo>
                      <a:pt x="774" y="126"/>
                    </a:lnTo>
                    <a:lnTo>
                      <a:pt x="792" y="120"/>
                    </a:lnTo>
                    <a:lnTo>
                      <a:pt x="804" y="120"/>
                    </a:lnTo>
                    <a:lnTo>
                      <a:pt x="810" y="114"/>
                    </a:lnTo>
                    <a:lnTo>
                      <a:pt x="726" y="114"/>
                    </a:lnTo>
                    <a:lnTo>
                      <a:pt x="690" y="120"/>
                    </a:lnTo>
                    <a:lnTo>
                      <a:pt x="678" y="120"/>
                    </a:lnTo>
                    <a:lnTo>
                      <a:pt x="690" y="132"/>
                    </a:lnTo>
                    <a:lnTo>
                      <a:pt x="678" y="132"/>
                    </a:lnTo>
                    <a:lnTo>
                      <a:pt x="666" y="138"/>
                    </a:lnTo>
                    <a:lnTo>
                      <a:pt x="654" y="138"/>
                    </a:lnTo>
                    <a:lnTo>
                      <a:pt x="642" y="144"/>
                    </a:lnTo>
                    <a:lnTo>
                      <a:pt x="636" y="144"/>
                    </a:lnTo>
                    <a:lnTo>
                      <a:pt x="624" y="150"/>
                    </a:lnTo>
                    <a:lnTo>
                      <a:pt x="606" y="168"/>
                    </a:lnTo>
                    <a:lnTo>
                      <a:pt x="594" y="174"/>
                    </a:lnTo>
                    <a:lnTo>
                      <a:pt x="576" y="174"/>
                    </a:lnTo>
                    <a:lnTo>
                      <a:pt x="564" y="162"/>
                    </a:lnTo>
                    <a:lnTo>
                      <a:pt x="546" y="156"/>
                    </a:lnTo>
                    <a:lnTo>
                      <a:pt x="534" y="144"/>
                    </a:lnTo>
                    <a:lnTo>
                      <a:pt x="522" y="138"/>
                    </a:lnTo>
                    <a:lnTo>
                      <a:pt x="510" y="126"/>
                    </a:lnTo>
                    <a:lnTo>
                      <a:pt x="492" y="126"/>
                    </a:lnTo>
                    <a:lnTo>
                      <a:pt x="450" y="132"/>
                    </a:lnTo>
                    <a:lnTo>
                      <a:pt x="372" y="132"/>
                    </a:lnTo>
                    <a:lnTo>
                      <a:pt x="360" y="120"/>
                    </a:lnTo>
                    <a:lnTo>
                      <a:pt x="354" y="108"/>
                    </a:lnTo>
                    <a:lnTo>
                      <a:pt x="354" y="84"/>
                    </a:lnTo>
                    <a:lnTo>
                      <a:pt x="348" y="72"/>
                    </a:lnTo>
                    <a:lnTo>
                      <a:pt x="336" y="60"/>
                    </a:lnTo>
                    <a:lnTo>
                      <a:pt x="324" y="54"/>
                    </a:lnTo>
                    <a:lnTo>
                      <a:pt x="276" y="54"/>
                    </a:lnTo>
                    <a:lnTo>
                      <a:pt x="240" y="60"/>
                    </a:lnTo>
                    <a:lnTo>
                      <a:pt x="222" y="72"/>
                    </a:lnTo>
                    <a:lnTo>
                      <a:pt x="210" y="78"/>
                    </a:lnTo>
                    <a:lnTo>
                      <a:pt x="204" y="78"/>
                    </a:lnTo>
                    <a:lnTo>
                      <a:pt x="180" y="90"/>
                    </a:lnTo>
                    <a:lnTo>
                      <a:pt x="162" y="96"/>
                    </a:lnTo>
                    <a:lnTo>
                      <a:pt x="144" y="108"/>
                    </a:lnTo>
                    <a:lnTo>
                      <a:pt x="138" y="120"/>
                    </a:lnTo>
                    <a:lnTo>
                      <a:pt x="138" y="144"/>
                    </a:lnTo>
                    <a:lnTo>
                      <a:pt x="150" y="168"/>
                    </a:lnTo>
                    <a:lnTo>
                      <a:pt x="156" y="186"/>
                    </a:lnTo>
                    <a:lnTo>
                      <a:pt x="162" y="198"/>
                    </a:lnTo>
                    <a:lnTo>
                      <a:pt x="156" y="210"/>
                    </a:lnTo>
                    <a:lnTo>
                      <a:pt x="150" y="228"/>
                    </a:lnTo>
                    <a:lnTo>
                      <a:pt x="138" y="234"/>
                    </a:lnTo>
                    <a:lnTo>
                      <a:pt x="132" y="246"/>
                    </a:lnTo>
                    <a:lnTo>
                      <a:pt x="126" y="252"/>
                    </a:lnTo>
                    <a:lnTo>
                      <a:pt x="120" y="252"/>
                    </a:lnTo>
                    <a:lnTo>
                      <a:pt x="126" y="222"/>
                    </a:lnTo>
                    <a:lnTo>
                      <a:pt x="114" y="222"/>
                    </a:lnTo>
                    <a:lnTo>
                      <a:pt x="108" y="216"/>
                    </a:lnTo>
                    <a:lnTo>
                      <a:pt x="96" y="210"/>
                    </a:lnTo>
                    <a:lnTo>
                      <a:pt x="90" y="204"/>
                    </a:lnTo>
                    <a:lnTo>
                      <a:pt x="84" y="192"/>
                    </a:lnTo>
                    <a:lnTo>
                      <a:pt x="96" y="168"/>
                    </a:lnTo>
                    <a:lnTo>
                      <a:pt x="108" y="156"/>
                    </a:lnTo>
                    <a:lnTo>
                      <a:pt x="120" y="132"/>
                    </a:lnTo>
                    <a:lnTo>
                      <a:pt x="120" y="78"/>
                    </a:lnTo>
                    <a:lnTo>
                      <a:pt x="114" y="66"/>
                    </a:lnTo>
                    <a:lnTo>
                      <a:pt x="114" y="54"/>
                    </a:lnTo>
                    <a:lnTo>
                      <a:pt x="108" y="48"/>
                    </a:lnTo>
                    <a:lnTo>
                      <a:pt x="108" y="54"/>
                    </a:lnTo>
                    <a:lnTo>
                      <a:pt x="102" y="66"/>
                    </a:lnTo>
                    <a:lnTo>
                      <a:pt x="90" y="78"/>
                    </a:lnTo>
                    <a:lnTo>
                      <a:pt x="72" y="84"/>
                    </a:lnTo>
                    <a:lnTo>
                      <a:pt x="48" y="108"/>
                    </a:lnTo>
                    <a:lnTo>
                      <a:pt x="36" y="144"/>
                    </a:lnTo>
                    <a:lnTo>
                      <a:pt x="36" y="162"/>
                    </a:lnTo>
                    <a:lnTo>
                      <a:pt x="30" y="168"/>
                    </a:lnTo>
                    <a:lnTo>
                      <a:pt x="30" y="192"/>
                    </a:lnTo>
                    <a:lnTo>
                      <a:pt x="6" y="216"/>
                    </a:lnTo>
                    <a:lnTo>
                      <a:pt x="0" y="228"/>
                    </a:lnTo>
                    <a:lnTo>
                      <a:pt x="0" y="240"/>
                    </a:lnTo>
                    <a:lnTo>
                      <a:pt x="6" y="246"/>
                    </a:lnTo>
                    <a:lnTo>
                      <a:pt x="6" y="240"/>
                    </a:lnTo>
                    <a:lnTo>
                      <a:pt x="18" y="228"/>
                    </a:lnTo>
                    <a:lnTo>
                      <a:pt x="24" y="228"/>
                    </a:lnTo>
                    <a:lnTo>
                      <a:pt x="36" y="240"/>
                    </a:lnTo>
                    <a:lnTo>
                      <a:pt x="42" y="252"/>
                    </a:lnTo>
                    <a:lnTo>
                      <a:pt x="42" y="288"/>
                    </a:lnTo>
                    <a:lnTo>
                      <a:pt x="48" y="294"/>
                    </a:lnTo>
                    <a:lnTo>
                      <a:pt x="60" y="300"/>
                    </a:lnTo>
                    <a:lnTo>
                      <a:pt x="66" y="306"/>
                    </a:lnTo>
                    <a:lnTo>
                      <a:pt x="66" y="318"/>
                    </a:lnTo>
                    <a:lnTo>
                      <a:pt x="54" y="342"/>
                    </a:lnTo>
                    <a:lnTo>
                      <a:pt x="54" y="384"/>
                    </a:lnTo>
                    <a:lnTo>
                      <a:pt x="66" y="384"/>
                    </a:lnTo>
                    <a:lnTo>
                      <a:pt x="66" y="396"/>
                    </a:lnTo>
                    <a:lnTo>
                      <a:pt x="72" y="408"/>
                    </a:lnTo>
                    <a:lnTo>
                      <a:pt x="78" y="414"/>
                    </a:lnTo>
                    <a:lnTo>
                      <a:pt x="102" y="414"/>
                    </a:lnTo>
                    <a:lnTo>
                      <a:pt x="108" y="408"/>
                    </a:lnTo>
                    <a:lnTo>
                      <a:pt x="120" y="408"/>
                    </a:lnTo>
                    <a:lnTo>
                      <a:pt x="132" y="414"/>
                    </a:lnTo>
                    <a:lnTo>
                      <a:pt x="138" y="414"/>
                    </a:lnTo>
                    <a:lnTo>
                      <a:pt x="150" y="420"/>
                    </a:lnTo>
                    <a:lnTo>
                      <a:pt x="162" y="420"/>
                    </a:lnTo>
                    <a:lnTo>
                      <a:pt x="168" y="414"/>
                    </a:lnTo>
                    <a:lnTo>
                      <a:pt x="168" y="408"/>
                    </a:lnTo>
                    <a:lnTo>
                      <a:pt x="180" y="408"/>
                    </a:lnTo>
                    <a:lnTo>
                      <a:pt x="186" y="414"/>
                    </a:lnTo>
                    <a:lnTo>
                      <a:pt x="198" y="420"/>
                    </a:lnTo>
                    <a:lnTo>
                      <a:pt x="222" y="420"/>
                    </a:lnTo>
                    <a:lnTo>
                      <a:pt x="222" y="426"/>
                    </a:lnTo>
                    <a:lnTo>
                      <a:pt x="228" y="432"/>
                    </a:lnTo>
                    <a:lnTo>
                      <a:pt x="234" y="444"/>
                    </a:lnTo>
                    <a:lnTo>
                      <a:pt x="240" y="462"/>
                    </a:lnTo>
                    <a:lnTo>
                      <a:pt x="264" y="486"/>
                    </a:lnTo>
                    <a:lnTo>
                      <a:pt x="288" y="486"/>
                    </a:lnTo>
                    <a:lnTo>
                      <a:pt x="288" y="480"/>
                    </a:lnTo>
                    <a:lnTo>
                      <a:pt x="306" y="480"/>
                    </a:lnTo>
                    <a:lnTo>
                      <a:pt x="312" y="486"/>
                    </a:lnTo>
                    <a:lnTo>
                      <a:pt x="336" y="486"/>
                    </a:lnTo>
                    <a:lnTo>
                      <a:pt x="342" y="480"/>
                    </a:lnTo>
                    <a:lnTo>
                      <a:pt x="366" y="486"/>
                    </a:lnTo>
                    <a:lnTo>
                      <a:pt x="372" y="480"/>
                    </a:lnTo>
                    <a:lnTo>
                      <a:pt x="384" y="474"/>
                    </a:lnTo>
                    <a:lnTo>
                      <a:pt x="402" y="474"/>
                    </a:lnTo>
                    <a:lnTo>
                      <a:pt x="408" y="480"/>
                    </a:lnTo>
                    <a:lnTo>
                      <a:pt x="408" y="492"/>
                    </a:lnTo>
                    <a:lnTo>
                      <a:pt x="390" y="510"/>
                    </a:lnTo>
                    <a:lnTo>
                      <a:pt x="390" y="534"/>
                    </a:lnTo>
                    <a:lnTo>
                      <a:pt x="384" y="540"/>
                    </a:lnTo>
                    <a:lnTo>
                      <a:pt x="378" y="540"/>
                    </a:lnTo>
                    <a:lnTo>
                      <a:pt x="366" y="552"/>
                    </a:lnTo>
                    <a:lnTo>
                      <a:pt x="366" y="576"/>
                    </a:lnTo>
                    <a:lnTo>
                      <a:pt x="372" y="588"/>
                    </a:lnTo>
                    <a:lnTo>
                      <a:pt x="372" y="618"/>
                    </a:lnTo>
                    <a:lnTo>
                      <a:pt x="366" y="630"/>
                    </a:lnTo>
                    <a:lnTo>
                      <a:pt x="366" y="642"/>
                    </a:lnTo>
                    <a:lnTo>
                      <a:pt x="372" y="648"/>
                    </a:lnTo>
                    <a:lnTo>
                      <a:pt x="384" y="648"/>
                    </a:lnTo>
                    <a:lnTo>
                      <a:pt x="384" y="672"/>
                    </a:lnTo>
                    <a:lnTo>
                      <a:pt x="390" y="684"/>
                    </a:lnTo>
                    <a:lnTo>
                      <a:pt x="402" y="690"/>
                    </a:lnTo>
                    <a:lnTo>
                      <a:pt x="408" y="702"/>
                    </a:lnTo>
                    <a:lnTo>
                      <a:pt x="408" y="708"/>
                    </a:lnTo>
                    <a:lnTo>
                      <a:pt x="402" y="720"/>
                    </a:lnTo>
                    <a:lnTo>
                      <a:pt x="372" y="750"/>
                    </a:lnTo>
                    <a:lnTo>
                      <a:pt x="366" y="750"/>
                    </a:lnTo>
                    <a:lnTo>
                      <a:pt x="390" y="762"/>
                    </a:lnTo>
                    <a:lnTo>
                      <a:pt x="402" y="774"/>
                    </a:lnTo>
                    <a:lnTo>
                      <a:pt x="414" y="774"/>
                    </a:lnTo>
                    <a:lnTo>
                      <a:pt x="414" y="798"/>
                    </a:lnTo>
                    <a:lnTo>
                      <a:pt x="420" y="804"/>
                    </a:lnTo>
                    <a:lnTo>
                      <a:pt x="420" y="822"/>
                    </a:lnTo>
                    <a:lnTo>
                      <a:pt x="426" y="828"/>
                    </a:lnTo>
                    <a:lnTo>
                      <a:pt x="426" y="846"/>
                    </a:lnTo>
                    <a:lnTo>
                      <a:pt x="432" y="858"/>
                    </a:lnTo>
                    <a:lnTo>
                      <a:pt x="432" y="876"/>
                    </a:lnTo>
                    <a:lnTo>
                      <a:pt x="444" y="888"/>
                    </a:lnTo>
                    <a:lnTo>
                      <a:pt x="450" y="900"/>
                    </a:lnTo>
                    <a:lnTo>
                      <a:pt x="450" y="906"/>
                    </a:lnTo>
                    <a:lnTo>
                      <a:pt x="462" y="918"/>
                    </a:lnTo>
                    <a:lnTo>
                      <a:pt x="468" y="918"/>
                    </a:lnTo>
                    <a:lnTo>
                      <a:pt x="480" y="924"/>
                    </a:lnTo>
                    <a:lnTo>
                      <a:pt x="486" y="924"/>
                    </a:lnTo>
                    <a:lnTo>
                      <a:pt x="498" y="918"/>
                    </a:lnTo>
                    <a:lnTo>
                      <a:pt x="504" y="912"/>
                    </a:lnTo>
                    <a:lnTo>
                      <a:pt x="516" y="906"/>
                    </a:lnTo>
                    <a:lnTo>
                      <a:pt x="522" y="900"/>
                    </a:lnTo>
                    <a:lnTo>
                      <a:pt x="528" y="906"/>
                    </a:lnTo>
                    <a:lnTo>
                      <a:pt x="528" y="930"/>
                    </a:lnTo>
                    <a:lnTo>
                      <a:pt x="534" y="930"/>
                    </a:lnTo>
                    <a:lnTo>
                      <a:pt x="546" y="918"/>
                    </a:lnTo>
                    <a:lnTo>
                      <a:pt x="558" y="894"/>
                    </a:lnTo>
                    <a:lnTo>
                      <a:pt x="570" y="882"/>
                    </a:lnTo>
                    <a:lnTo>
                      <a:pt x="588" y="882"/>
                    </a:lnTo>
                    <a:lnTo>
                      <a:pt x="594" y="876"/>
                    </a:lnTo>
                    <a:lnTo>
                      <a:pt x="630" y="858"/>
                    </a:lnTo>
                    <a:lnTo>
                      <a:pt x="636" y="846"/>
                    </a:lnTo>
                    <a:lnTo>
                      <a:pt x="636" y="816"/>
                    </a:lnTo>
                    <a:lnTo>
                      <a:pt x="678" y="816"/>
                    </a:lnTo>
                    <a:lnTo>
                      <a:pt x="684" y="810"/>
                    </a:lnTo>
                    <a:lnTo>
                      <a:pt x="690" y="798"/>
                    </a:lnTo>
                    <a:lnTo>
                      <a:pt x="690" y="792"/>
                    </a:lnTo>
                    <a:lnTo>
                      <a:pt x="684" y="786"/>
                    </a:lnTo>
                    <a:lnTo>
                      <a:pt x="636" y="780"/>
                    </a:lnTo>
                    <a:lnTo>
                      <a:pt x="636" y="750"/>
                    </a:lnTo>
                    <a:lnTo>
                      <a:pt x="630" y="738"/>
                    </a:lnTo>
                    <a:lnTo>
                      <a:pt x="618" y="726"/>
                    </a:lnTo>
                    <a:lnTo>
                      <a:pt x="624" y="720"/>
                    </a:lnTo>
                    <a:lnTo>
                      <a:pt x="624" y="690"/>
                    </a:lnTo>
                    <a:lnTo>
                      <a:pt x="618" y="684"/>
                    </a:lnTo>
                    <a:lnTo>
                      <a:pt x="606" y="678"/>
                    </a:lnTo>
                    <a:lnTo>
                      <a:pt x="588" y="660"/>
                    </a:lnTo>
                    <a:lnTo>
                      <a:pt x="588" y="630"/>
                    </a:lnTo>
                    <a:lnTo>
                      <a:pt x="594" y="636"/>
                    </a:lnTo>
                    <a:lnTo>
                      <a:pt x="594" y="642"/>
                    </a:lnTo>
                    <a:lnTo>
                      <a:pt x="636" y="642"/>
                    </a:lnTo>
                    <a:lnTo>
                      <a:pt x="642" y="648"/>
                    </a:lnTo>
                    <a:lnTo>
                      <a:pt x="642" y="666"/>
                    </a:lnTo>
                    <a:lnTo>
                      <a:pt x="654" y="666"/>
                    </a:lnTo>
                    <a:lnTo>
                      <a:pt x="666" y="660"/>
                    </a:lnTo>
                    <a:lnTo>
                      <a:pt x="678" y="666"/>
                    </a:lnTo>
                    <a:lnTo>
                      <a:pt x="684" y="660"/>
                    </a:lnTo>
                    <a:lnTo>
                      <a:pt x="696" y="660"/>
                    </a:lnTo>
                    <a:lnTo>
                      <a:pt x="702" y="666"/>
                    </a:lnTo>
                    <a:lnTo>
                      <a:pt x="708" y="678"/>
                    </a:lnTo>
                    <a:lnTo>
                      <a:pt x="720" y="690"/>
                    </a:lnTo>
                    <a:lnTo>
                      <a:pt x="732" y="696"/>
                    </a:lnTo>
                    <a:lnTo>
                      <a:pt x="738" y="690"/>
                    </a:lnTo>
                    <a:lnTo>
                      <a:pt x="738" y="672"/>
                    </a:lnTo>
                    <a:lnTo>
                      <a:pt x="744" y="660"/>
                    </a:lnTo>
                    <a:lnTo>
                      <a:pt x="744" y="648"/>
                    </a:lnTo>
                    <a:lnTo>
                      <a:pt x="750" y="642"/>
                    </a:lnTo>
                    <a:lnTo>
                      <a:pt x="768" y="642"/>
                    </a:lnTo>
                    <a:lnTo>
                      <a:pt x="774" y="648"/>
                    </a:lnTo>
                    <a:lnTo>
                      <a:pt x="792" y="648"/>
                    </a:lnTo>
                    <a:lnTo>
                      <a:pt x="804" y="642"/>
                    </a:lnTo>
                    <a:lnTo>
                      <a:pt x="828" y="618"/>
                    </a:lnTo>
                    <a:lnTo>
                      <a:pt x="840" y="612"/>
                    </a:lnTo>
                    <a:lnTo>
                      <a:pt x="864" y="612"/>
                    </a:lnTo>
                    <a:lnTo>
                      <a:pt x="864" y="600"/>
                    </a:lnTo>
                    <a:lnTo>
                      <a:pt x="876" y="600"/>
                    </a:lnTo>
                    <a:lnTo>
                      <a:pt x="882" y="594"/>
                    </a:lnTo>
                    <a:lnTo>
                      <a:pt x="882" y="558"/>
                    </a:lnTo>
                    <a:lnTo>
                      <a:pt x="846" y="522"/>
                    </a:lnTo>
                    <a:lnTo>
                      <a:pt x="840" y="510"/>
                    </a:lnTo>
                    <a:lnTo>
                      <a:pt x="834" y="504"/>
                    </a:lnTo>
                    <a:lnTo>
                      <a:pt x="834" y="492"/>
                    </a:lnTo>
                    <a:lnTo>
                      <a:pt x="846" y="486"/>
                    </a:lnTo>
                    <a:lnTo>
                      <a:pt x="852" y="486"/>
                    </a:lnTo>
                    <a:lnTo>
                      <a:pt x="864" y="480"/>
                    </a:lnTo>
                    <a:lnTo>
                      <a:pt x="864" y="462"/>
                    </a:lnTo>
                    <a:lnTo>
                      <a:pt x="846" y="444"/>
                    </a:lnTo>
                    <a:lnTo>
                      <a:pt x="846" y="438"/>
                    </a:lnTo>
                    <a:lnTo>
                      <a:pt x="876" y="438"/>
                    </a:lnTo>
                    <a:lnTo>
                      <a:pt x="888" y="432"/>
                    </a:lnTo>
                    <a:lnTo>
                      <a:pt x="900" y="432"/>
                    </a:lnTo>
                    <a:lnTo>
                      <a:pt x="912" y="426"/>
                    </a:lnTo>
                    <a:lnTo>
                      <a:pt x="918" y="420"/>
                    </a:lnTo>
                    <a:lnTo>
                      <a:pt x="918" y="402"/>
                    </a:lnTo>
                    <a:lnTo>
                      <a:pt x="894" y="402"/>
                    </a:lnTo>
                    <a:lnTo>
                      <a:pt x="894" y="360"/>
                    </a:lnTo>
                    <a:lnTo>
                      <a:pt x="906" y="348"/>
                    </a:lnTo>
                    <a:lnTo>
                      <a:pt x="918" y="348"/>
                    </a:lnTo>
                    <a:lnTo>
                      <a:pt x="924" y="342"/>
                    </a:lnTo>
                    <a:lnTo>
                      <a:pt x="930" y="342"/>
                    </a:lnTo>
                    <a:lnTo>
                      <a:pt x="936" y="336"/>
                    </a:lnTo>
                    <a:lnTo>
                      <a:pt x="954" y="300"/>
                    </a:lnTo>
                    <a:lnTo>
                      <a:pt x="948" y="294"/>
                    </a:lnTo>
                    <a:lnTo>
                      <a:pt x="942" y="282"/>
                    </a:lnTo>
                    <a:lnTo>
                      <a:pt x="936" y="27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 name="USA (Alaska)" descr="© INSCALE GmbH, 05.05.2010&#10;http://www.presentationload.com/">
                <a:extLst>
                  <a:ext uri="{FF2B5EF4-FFF2-40B4-BE49-F238E27FC236}">
                    <a16:creationId xmlns:a16="http://schemas.microsoft.com/office/drawing/2014/main" id="{D7D43A6E-B8B3-D44B-85DF-22DE402001CC}"/>
                  </a:ext>
                </a:extLst>
              </p:cNvPr>
              <p:cNvSpPr>
                <a:spLocks noEditPoints="1"/>
              </p:cNvSpPr>
              <p:nvPr/>
            </p:nvSpPr>
            <p:spPr bwMode="gray">
              <a:xfrm>
                <a:off x="399011" y="1107572"/>
                <a:ext cx="1165144" cy="504009"/>
              </a:xfrm>
              <a:custGeom>
                <a:avLst/>
                <a:gdLst>
                  <a:gd name="T0" fmla="*/ 2147483647 w 3072"/>
                  <a:gd name="T1" fmla="*/ 2147483647 h 1332"/>
                  <a:gd name="T2" fmla="*/ 2147483647 w 3072"/>
                  <a:gd name="T3" fmla="*/ 2147483647 h 1332"/>
                  <a:gd name="T4" fmla="*/ 2147483647 w 3072"/>
                  <a:gd name="T5" fmla="*/ 2147483647 h 1332"/>
                  <a:gd name="T6" fmla="*/ 2147483647 w 3072"/>
                  <a:gd name="T7" fmla="*/ 2147483647 h 1332"/>
                  <a:gd name="T8" fmla="*/ 2147483647 w 3072"/>
                  <a:gd name="T9" fmla="*/ 2147483647 h 1332"/>
                  <a:gd name="T10" fmla="*/ 2147483647 w 3072"/>
                  <a:gd name="T11" fmla="*/ 2147483647 h 1332"/>
                  <a:gd name="T12" fmla="*/ 2147483647 w 3072"/>
                  <a:gd name="T13" fmla="*/ 2147483647 h 1332"/>
                  <a:gd name="T14" fmla="*/ 2147483647 w 3072"/>
                  <a:gd name="T15" fmla="*/ 2147483647 h 1332"/>
                  <a:gd name="T16" fmla="*/ 2147483647 w 3072"/>
                  <a:gd name="T17" fmla="*/ 2147483647 h 1332"/>
                  <a:gd name="T18" fmla="*/ 2147483647 w 3072"/>
                  <a:gd name="T19" fmla="*/ 2147483647 h 1332"/>
                  <a:gd name="T20" fmla="*/ 2147483647 w 3072"/>
                  <a:gd name="T21" fmla="*/ 2147483647 h 1332"/>
                  <a:gd name="T22" fmla="*/ 2147483647 w 3072"/>
                  <a:gd name="T23" fmla="*/ 0 h 1332"/>
                  <a:gd name="T24" fmla="*/ 2147483647 w 3072"/>
                  <a:gd name="T25" fmla="*/ 2147483647 h 1332"/>
                  <a:gd name="T26" fmla="*/ 2147483647 w 3072"/>
                  <a:gd name="T27" fmla="*/ 2147483647 h 1332"/>
                  <a:gd name="T28" fmla="*/ 2147483647 w 3072"/>
                  <a:gd name="T29" fmla="*/ 2147483647 h 1332"/>
                  <a:gd name="T30" fmla="*/ 2147483647 w 3072"/>
                  <a:gd name="T31" fmla="*/ 2147483647 h 1332"/>
                  <a:gd name="T32" fmla="*/ 2147483647 w 3072"/>
                  <a:gd name="T33" fmla="*/ 2147483647 h 1332"/>
                  <a:gd name="T34" fmla="*/ 2147483647 w 3072"/>
                  <a:gd name="T35" fmla="*/ 2147483647 h 1332"/>
                  <a:gd name="T36" fmla="*/ 2147483647 w 3072"/>
                  <a:gd name="T37" fmla="*/ 2147483647 h 1332"/>
                  <a:gd name="T38" fmla="*/ 2147483647 w 3072"/>
                  <a:gd name="T39" fmla="*/ 2147483647 h 1332"/>
                  <a:gd name="T40" fmla="*/ 2147483647 w 3072"/>
                  <a:gd name="T41" fmla="*/ 2147483647 h 1332"/>
                  <a:gd name="T42" fmla="*/ 2147483647 w 3072"/>
                  <a:gd name="T43" fmla="*/ 2147483647 h 1332"/>
                  <a:gd name="T44" fmla="*/ 2147483647 w 3072"/>
                  <a:gd name="T45" fmla="*/ 2147483647 h 1332"/>
                  <a:gd name="T46" fmla="*/ 2147483647 w 3072"/>
                  <a:gd name="T47" fmla="*/ 2147483647 h 1332"/>
                  <a:gd name="T48" fmla="*/ 2147483647 w 3072"/>
                  <a:gd name="T49" fmla="*/ 2147483647 h 1332"/>
                  <a:gd name="T50" fmla="*/ 2147483647 w 3072"/>
                  <a:gd name="T51" fmla="*/ 2147483647 h 1332"/>
                  <a:gd name="T52" fmla="*/ 2147483647 w 3072"/>
                  <a:gd name="T53" fmla="*/ 2147483647 h 1332"/>
                  <a:gd name="T54" fmla="*/ 2147483647 w 3072"/>
                  <a:gd name="T55" fmla="*/ 2147483647 h 1332"/>
                  <a:gd name="T56" fmla="*/ 2147483647 w 3072"/>
                  <a:gd name="T57" fmla="*/ 2147483647 h 1332"/>
                  <a:gd name="T58" fmla="*/ 2147483647 w 3072"/>
                  <a:gd name="T59" fmla="*/ 2147483647 h 1332"/>
                  <a:gd name="T60" fmla="*/ 2147483647 w 3072"/>
                  <a:gd name="T61" fmla="*/ 2147483647 h 1332"/>
                  <a:gd name="T62" fmla="*/ 2147483647 w 3072"/>
                  <a:gd name="T63" fmla="*/ 2147483647 h 1332"/>
                  <a:gd name="T64" fmla="*/ 2147483647 w 3072"/>
                  <a:gd name="T65" fmla="*/ 2147483647 h 1332"/>
                  <a:gd name="T66" fmla="*/ 2147483647 w 3072"/>
                  <a:gd name="T67" fmla="*/ 2147483647 h 1332"/>
                  <a:gd name="T68" fmla="*/ 2147483647 w 3072"/>
                  <a:gd name="T69" fmla="*/ 2147483647 h 1332"/>
                  <a:gd name="T70" fmla="*/ 2147483647 w 3072"/>
                  <a:gd name="T71" fmla="*/ 2147483647 h 1332"/>
                  <a:gd name="T72" fmla="*/ 2147483647 w 3072"/>
                  <a:gd name="T73" fmla="*/ 2147483647 h 1332"/>
                  <a:gd name="T74" fmla="*/ 2147483647 w 3072"/>
                  <a:gd name="T75" fmla="*/ 2147483647 h 1332"/>
                  <a:gd name="T76" fmla="*/ 2147483647 w 3072"/>
                  <a:gd name="T77" fmla="*/ 2147483647 h 1332"/>
                  <a:gd name="T78" fmla="*/ 2147483647 w 3072"/>
                  <a:gd name="T79" fmla="*/ 2147483647 h 1332"/>
                  <a:gd name="T80" fmla="*/ 2147483647 w 3072"/>
                  <a:gd name="T81" fmla="*/ 2147483647 h 1332"/>
                  <a:gd name="T82" fmla="*/ 2147483647 w 3072"/>
                  <a:gd name="T83" fmla="*/ 2147483647 h 1332"/>
                  <a:gd name="T84" fmla="*/ 2147483647 w 3072"/>
                  <a:gd name="T85" fmla="*/ 2147483647 h 1332"/>
                  <a:gd name="T86" fmla="*/ 2147483647 w 3072"/>
                  <a:gd name="T87" fmla="*/ 2147483647 h 1332"/>
                  <a:gd name="T88" fmla="*/ 2147483647 w 3072"/>
                  <a:gd name="T89" fmla="*/ 2147483647 h 1332"/>
                  <a:gd name="T90" fmla="*/ 2147483647 w 3072"/>
                  <a:gd name="T91" fmla="*/ 2147483647 h 1332"/>
                  <a:gd name="T92" fmla="*/ 2147483647 w 3072"/>
                  <a:gd name="T93" fmla="*/ 2147483647 h 1332"/>
                  <a:gd name="T94" fmla="*/ 2147483647 w 3072"/>
                  <a:gd name="T95" fmla="*/ 2147483647 h 1332"/>
                  <a:gd name="T96" fmla="*/ 2147483647 w 3072"/>
                  <a:gd name="T97" fmla="*/ 2147483647 h 1332"/>
                  <a:gd name="T98" fmla="*/ 2147483647 w 3072"/>
                  <a:gd name="T99" fmla="*/ 2147483647 h 1332"/>
                  <a:gd name="T100" fmla="*/ 2147483647 w 3072"/>
                  <a:gd name="T101" fmla="*/ 2147483647 h 1332"/>
                  <a:gd name="T102" fmla="*/ 2147483647 w 3072"/>
                  <a:gd name="T103" fmla="*/ 2147483647 h 1332"/>
                  <a:gd name="T104" fmla="*/ 2147483647 w 3072"/>
                  <a:gd name="T105" fmla="*/ 2147483647 h 1332"/>
                  <a:gd name="T106" fmla="*/ 2147483647 w 3072"/>
                  <a:gd name="T107" fmla="*/ 2147483647 h 1332"/>
                  <a:gd name="T108" fmla="*/ 2147483647 w 3072"/>
                  <a:gd name="T109" fmla="*/ 2147483647 h 1332"/>
                  <a:gd name="T110" fmla="*/ 2147483647 w 3072"/>
                  <a:gd name="T111" fmla="*/ 2147483647 h 1332"/>
                  <a:gd name="T112" fmla="*/ 2147483647 w 3072"/>
                  <a:gd name="T113" fmla="*/ 2147483647 h 1332"/>
                  <a:gd name="T114" fmla="*/ 2147483647 w 3072"/>
                  <a:gd name="T115" fmla="*/ 2147483647 h 1332"/>
                  <a:gd name="T116" fmla="*/ 2147483647 w 3072"/>
                  <a:gd name="T117" fmla="*/ 2147483647 h 1332"/>
                  <a:gd name="T118" fmla="*/ 2147483647 w 3072"/>
                  <a:gd name="T119" fmla="*/ 2147483647 h 1332"/>
                  <a:gd name="T120" fmla="*/ 2147483647 w 3072"/>
                  <a:gd name="T121" fmla="*/ 2147483647 h 133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72"/>
                  <a:gd name="T184" fmla="*/ 0 h 1332"/>
                  <a:gd name="T185" fmla="*/ 3072 w 3072"/>
                  <a:gd name="T186" fmla="*/ 1332 h 133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72" h="1332">
                    <a:moveTo>
                      <a:pt x="2454" y="930"/>
                    </a:moveTo>
                    <a:lnTo>
                      <a:pt x="2418" y="966"/>
                    </a:lnTo>
                    <a:lnTo>
                      <a:pt x="2400" y="1002"/>
                    </a:lnTo>
                    <a:lnTo>
                      <a:pt x="2412" y="1002"/>
                    </a:lnTo>
                    <a:lnTo>
                      <a:pt x="2448" y="984"/>
                    </a:lnTo>
                    <a:lnTo>
                      <a:pt x="2460" y="972"/>
                    </a:lnTo>
                    <a:lnTo>
                      <a:pt x="2460" y="954"/>
                    </a:lnTo>
                    <a:lnTo>
                      <a:pt x="2472" y="942"/>
                    </a:lnTo>
                    <a:lnTo>
                      <a:pt x="2460" y="930"/>
                    </a:lnTo>
                    <a:lnTo>
                      <a:pt x="2454" y="930"/>
                    </a:lnTo>
                    <a:close/>
                    <a:moveTo>
                      <a:pt x="2400" y="930"/>
                    </a:moveTo>
                    <a:lnTo>
                      <a:pt x="2388" y="930"/>
                    </a:lnTo>
                    <a:lnTo>
                      <a:pt x="2376" y="936"/>
                    </a:lnTo>
                    <a:lnTo>
                      <a:pt x="2364" y="948"/>
                    </a:lnTo>
                    <a:lnTo>
                      <a:pt x="2364" y="954"/>
                    </a:lnTo>
                    <a:lnTo>
                      <a:pt x="2370" y="966"/>
                    </a:lnTo>
                    <a:lnTo>
                      <a:pt x="2376" y="972"/>
                    </a:lnTo>
                    <a:lnTo>
                      <a:pt x="2406" y="972"/>
                    </a:lnTo>
                    <a:lnTo>
                      <a:pt x="2412" y="960"/>
                    </a:lnTo>
                    <a:lnTo>
                      <a:pt x="2418" y="954"/>
                    </a:lnTo>
                    <a:lnTo>
                      <a:pt x="2418" y="942"/>
                    </a:lnTo>
                    <a:lnTo>
                      <a:pt x="2406" y="936"/>
                    </a:lnTo>
                    <a:lnTo>
                      <a:pt x="2400" y="930"/>
                    </a:lnTo>
                    <a:close/>
                    <a:moveTo>
                      <a:pt x="2316" y="1188"/>
                    </a:moveTo>
                    <a:lnTo>
                      <a:pt x="2328" y="1188"/>
                    </a:lnTo>
                    <a:lnTo>
                      <a:pt x="2340" y="1152"/>
                    </a:lnTo>
                    <a:lnTo>
                      <a:pt x="2322" y="1158"/>
                    </a:lnTo>
                    <a:lnTo>
                      <a:pt x="2316" y="1188"/>
                    </a:lnTo>
                    <a:close/>
                    <a:moveTo>
                      <a:pt x="2388" y="1074"/>
                    </a:moveTo>
                    <a:lnTo>
                      <a:pt x="2370" y="1086"/>
                    </a:lnTo>
                    <a:lnTo>
                      <a:pt x="2382" y="1098"/>
                    </a:lnTo>
                    <a:lnTo>
                      <a:pt x="2388" y="1098"/>
                    </a:lnTo>
                    <a:lnTo>
                      <a:pt x="2382" y="1104"/>
                    </a:lnTo>
                    <a:lnTo>
                      <a:pt x="2376" y="1104"/>
                    </a:lnTo>
                    <a:lnTo>
                      <a:pt x="2364" y="1116"/>
                    </a:lnTo>
                    <a:lnTo>
                      <a:pt x="2358" y="1116"/>
                    </a:lnTo>
                    <a:lnTo>
                      <a:pt x="2352" y="1122"/>
                    </a:lnTo>
                    <a:lnTo>
                      <a:pt x="2352" y="1152"/>
                    </a:lnTo>
                    <a:lnTo>
                      <a:pt x="2358" y="1164"/>
                    </a:lnTo>
                    <a:lnTo>
                      <a:pt x="2358" y="1188"/>
                    </a:lnTo>
                    <a:lnTo>
                      <a:pt x="2370" y="1182"/>
                    </a:lnTo>
                    <a:lnTo>
                      <a:pt x="2376" y="1170"/>
                    </a:lnTo>
                    <a:lnTo>
                      <a:pt x="2388" y="1164"/>
                    </a:lnTo>
                    <a:lnTo>
                      <a:pt x="2394" y="1158"/>
                    </a:lnTo>
                    <a:lnTo>
                      <a:pt x="2394" y="1146"/>
                    </a:lnTo>
                    <a:lnTo>
                      <a:pt x="2382" y="1134"/>
                    </a:lnTo>
                    <a:lnTo>
                      <a:pt x="2394" y="1134"/>
                    </a:lnTo>
                    <a:lnTo>
                      <a:pt x="2412" y="1116"/>
                    </a:lnTo>
                    <a:lnTo>
                      <a:pt x="2412" y="1098"/>
                    </a:lnTo>
                    <a:lnTo>
                      <a:pt x="2388" y="1074"/>
                    </a:lnTo>
                    <a:close/>
                    <a:moveTo>
                      <a:pt x="2562" y="1080"/>
                    </a:moveTo>
                    <a:lnTo>
                      <a:pt x="2550" y="1080"/>
                    </a:lnTo>
                    <a:lnTo>
                      <a:pt x="2550" y="1074"/>
                    </a:lnTo>
                    <a:lnTo>
                      <a:pt x="2544" y="1068"/>
                    </a:lnTo>
                    <a:lnTo>
                      <a:pt x="2538" y="1068"/>
                    </a:lnTo>
                    <a:lnTo>
                      <a:pt x="2532" y="1062"/>
                    </a:lnTo>
                    <a:lnTo>
                      <a:pt x="2520" y="1056"/>
                    </a:lnTo>
                    <a:lnTo>
                      <a:pt x="2514" y="1050"/>
                    </a:lnTo>
                    <a:lnTo>
                      <a:pt x="2514" y="1044"/>
                    </a:lnTo>
                    <a:lnTo>
                      <a:pt x="2520" y="1032"/>
                    </a:lnTo>
                    <a:lnTo>
                      <a:pt x="2520" y="1020"/>
                    </a:lnTo>
                    <a:lnTo>
                      <a:pt x="2526" y="1008"/>
                    </a:lnTo>
                    <a:lnTo>
                      <a:pt x="2532" y="1002"/>
                    </a:lnTo>
                    <a:lnTo>
                      <a:pt x="2532" y="960"/>
                    </a:lnTo>
                    <a:lnTo>
                      <a:pt x="2550" y="924"/>
                    </a:lnTo>
                    <a:lnTo>
                      <a:pt x="2550" y="906"/>
                    </a:lnTo>
                    <a:lnTo>
                      <a:pt x="2544" y="894"/>
                    </a:lnTo>
                    <a:lnTo>
                      <a:pt x="2526" y="876"/>
                    </a:lnTo>
                    <a:lnTo>
                      <a:pt x="2538" y="864"/>
                    </a:lnTo>
                    <a:lnTo>
                      <a:pt x="2538" y="834"/>
                    </a:lnTo>
                    <a:lnTo>
                      <a:pt x="2544" y="828"/>
                    </a:lnTo>
                    <a:lnTo>
                      <a:pt x="2550" y="828"/>
                    </a:lnTo>
                    <a:lnTo>
                      <a:pt x="2556" y="822"/>
                    </a:lnTo>
                    <a:lnTo>
                      <a:pt x="2550" y="816"/>
                    </a:lnTo>
                    <a:lnTo>
                      <a:pt x="2532" y="810"/>
                    </a:lnTo>
                    <a:lnTo>
                      <a:pt x="2520" y="810"/>
                    </a:lnTo>
                    <a:lnTo>
                      <a:pt x="2502" y="816"/>
                    </a:lnTo>
                    <a:lnTo>
                      <a:pt x="2490" y="816"/>
                    </a:lnTo>
                    <a:lnTo>
                      <a:pt x="2484" y="822"/>
                    </a:lnTo>
                    <a:lnTo>
                      <a:pt x="2478" y="822"/>
                    </a:lnTo>
                    <a:lnTo>
                      <a:pt x="2478" y="834"/>
                    </a:lnTo>
                    <a:lnTo>
                      <a:pt x="2460" y="834"/>
                    </a:lnTo>
                    <a:lnTo>
                      <a:pt x="2454" y="840"/>
                    </a:lnTo>
                    <a:lnTo>
                      <a:pt x="2442" y="846"/>
                    </a:lnTo>
                    <a:lnTo>
                      <a:pt x="2430" y="846"/>
                    </a:lnTo>
                    <a:lnTo>
                      <a:pt x="2418" y="852"/>
                    </a:lnTo>
                    <a:lnTo>
                      <a:pt x="2406" y="852"/>
                    </a:lnTo>
                    <a:lnTo>
                      <a:pt x="2400" y="858"/>
                    </a:lnTo>
                    <a:lnTo>
                      <a:pt x="2394" y="858"/>
                    </a:lnTo>
                    <a:lnTo>
                      <a:pt x="2388" y="864"/>
                    </a:lnTo>
                    <a:lnTo>
                      <a:pt x="2376" y="870"/>
                    </a:lnTo>
                    <a:lnTo>
                      <a:pt x="2370" y="876"/>
                    </a:lnTo>
                    <a:lnTo>
                      <a:pt x="2364" y="876"/>
                    </a:lnTo>
                    <a:lnTo>
                      <a:pt x="2364" y="864"/>
                    </a:lnTo>
                    <a:lnTo>
                      <a:pt x="2382" y="846"/>
                    </a:lnTo>
                    <a:lnTo>
                      <a:pt x="2376" y="840"/>
                    </a:lnTo>
                    <a:lnTo>
                      <a:pt x="2364" y="834"/>
                    </a:lnTo>
                    <a:lnTo>
                      <a:pt x="2358" y="828"/>
                    </a:lnTo>
                    <a:lnTo>
                      <a:pt x="2358" y="810"/>
                    </a:lnTo>
                    <a:lnTo>
                      <a:pt x="2352" y="798"/>
                    </a:lnTo>
                    <a:lnTo>
                      <a:pt x="2352" y="792"/>
                    </a:lnTo>
                    <a:lnTo>
                      <a:pt x="2376" y="768"/>
                    </a:lnTo>
                    <a:lnTo>
                      <a:pt x="2340" y="768"/>
                    </a:lnTo>
                    <a:lnTo>
                      <a:pt x="2328" y="780"/>
                    </a:lnTo>
                    <a:lnTo>
                      <a:pt x="2274" y="780"/>
                    </a:lnTo>
                    <a:lnTo>
                      <a:pt x="2274" y="768"/>
                    </a:lnTo>
                    <a:lnTo>
                      <a:pt x="2280" y="756"/>
                    </a:lnTo>
                    <a:lnTo>
                      <a:pt x="2292" y="750"/>
                    </a:lnTo>
                    <a:lnTo>
                      <a:pt x="2298" y="744"/>
                    </a:lnTo>
                    <a:lnTo>
                      <a:pt x="3072" y="108"/>
                    </a:lnTo>
                    <a:lnTo>
                      <a:pt x="3054" y="108"/>
                    </a:lnTo>
                    <a:lnTo>
                      <a:pt x="3054" y="102"/>
                    </a:lnTo>
                    <a:lnTo>
                      <a:pt x="3048" y="90"/>
                    </a:lnTo>
                    <a:lnTo>
                      <a:pt x="3036" y="84"/>
                    </a:lnTo>
                    <a:lnTo>
                      <a:pt x="3030" y="78"/>
                    </a:lnTo>
                    <a:lnTo>
                      <a:pt x="3012" y="78"/>
                    </a:lnTo>
                    <a:lnTo>
                      <a:pt x="2988" y="84"/>
                    </a:lnTo>
                    <a:lnTo>
                      <a:pt x="2964" y="84"/>
                    </a:lnTo>
                    <a:lnTo>
                      <a:pt x="2928" y="96"/>
                    </a:lnTo>
                    <a:lnTo>
                      <a:pt x="2916" y="96"/>
                    </a:lnTo>
                    <a:lnTo>
                      <a:pt x="2892" y="84"/>
                    </a:lnTo>
                    <a:lnTo>
                      <a:pt x="2886" y="78"/>
                    </a:lnTo>
                    <a:lnTo>
                      <a:pt x="2874" y="72"/>
                    </a:lnTo>
                    <a:lnTo>
                      <a:pt x="2784" y="72"/>
                    </a:lnTo>
                    <a:lnTo>
                      <a:pt x="2772" y="66"/>
                    </a:lnTo>
                    <a:lnTo>
                      <a:pt x="2766" y="60"/>
                    </a:lnTo>
                    <a:lnTo>
                      <a:pt x="2748" y="60"/>
                    </a:lnTo>
                    <a:lnTo>
                      <a:pt x="2736" y="54"/>
                    </a:lnTo>
                    <a:lnTo>
                      <a:pt x="2598" y="54"/>
                    </a:lnTo>
                    <a:lnTo>
                      <a:pt x="2598" y="42"/>
                    </a:lnTo>
                    <a:lnTo>
                      <a:pt x="2604" y="36"/>
                    </a:lnTo>
                    <a:lnTo>
                      <a:pt x="2592" y="36"/>
                    </a:lnTo>
                    <a:lnTo>
                      <a:pt x="2574" y="30"/>
                    </a:lnTo>
                    <a:lnTo>
                      <a:pt x="2562" y="30"/>
                    </a:lnTo>
                    <a:lnTo>
                      <a:pt x="2550" y="24"/>
                    </a:lnTo>
                    <a:lnTo>
                      <a:pt x="2532" y="24"/>
                    </a:lnTo>
                    <a:lnTo>
                      <a:pt x="2520" y="30"/>
                    </a:lnTo>
                    <a:lnTo>
                      <a:pt x="2496" y="30"/>
                    </a:lnTo>
                    <a:lnTo>
                      <a:pt x="2490" y="36"/>
                    </a:lnTo>
                    <a:lnTo>
                      <a:pt x="2484" y="36"/>
                    </a:lnTo>
                    <a:lnTo>
                      <a:pt x="2514" y="0"/>
                    </a:lnTo>
                    <a:lnTo>
                      <a:pt x="2430" y="36"/>
                    </a:lnTo>
                    <a:lnTo>
                      <a:pt x="2460" y="0"/>
                    </a:lnTo>
                    <a:lnTo>
                      <a:pt x="2430" y="0"/>
                    </a:lnTo>
                    <a:lnTo>
                      <a:pt x="2418" y="6"/>
                    </a:lnTo>
                    <a:lnTo>
                      <a:pt x="2412" y="12"/>
                    </a:lnTo>
                    <a:lnTo>
                      <a:pt x="2358" y="30"/>
                    </a:lnTo>
                    <a:lnTo>
                      <a:pt x="2232" y="30"/>
                    </a:lnTo>
                    <a:lnTo>
                      <a:pt x="2214" y="36"/>
                    </a:lnTo>
                    <a:lnTo>
                      <a:pt x="2208" y="42"/>
                    </a:lnTo>
                    <a:lnTo>
                      <a:pt x="2184" y="54"/>
                    </a:lnTo>
                    <a:lnTo>
                      <a:pt x="2172" y="54"/>
                    </a:lnTo>
                    <a:lnTo>
                      <a:pt x="2166" y="60"/>
                    </a:lnTo>
                    <a:lnTo>
                      <a:pt x="2046" y="60"/>
                    </a:lnTo>
                    <a:lnTo>
                      <a:pt x="2004" y="72"/>
                    </a:lnTo>
                    <a:lnTo>
                      <a:pt x="1956" y="102"/>
                    </a:lnTo>
                    <a:lnTo>
                      <a:pt x="1902" y="132"/>
                    </a:lnTo>
                    <a:lnTo>
                      <a:pt x="1854" y="144"/>
                    </a:lnTo>
                    <a:lnTo>
                      <a:pt x="1758" y="156"/>
                    </a:lnTo>
                    <a:lnTo>
                      <a:pt x="1722" y="162"/>
                    </a:lnTo>
                    <a:lnTo>
                      <a:pt x="1704" y="162"/>
                    </a:lnTo>
                    <a:lnTo>
                      <a:pt x="1698" y="168"/>
                    </a:lnTo>
                    <a:lnTo>
                      <a:pt x="1644" y="186"/>
                    </a:lnTo>
                    <a:lnTo>
                      <a:pt x="1632" y="192"/>
                    </a:lnTo>
                    <a:lnTo>
                      <a:pt x="1620" y="192"/>
                    </a:lnTo>
                    <a:lnTo>
                      <a:pt x="1620" y="198"/>
                    </a:lnTo>
                    <a:lnTo>
                      <a:pt x="1626" y="204"/>
                    </a:lnTo>
                    <a:lnTo>
                      <a:pt x="1638" y="210"/>
                    </a:lnTo>
                    <a:lnTo>
                      <a:pt x="1650" y="222"/>
                    </a:lnTo>
                    <a:lnTo>
                      <a:pt x="1656" y="222"/>
                    </a:lnTo>
                    <a:lnTo>
                      <a:pt x="1662" y="234"/>
                    </a:lnTo>
                    <a:lnTo>
                      <a:pt x="1662" y="240"/>
                    </a:lnTo>
                    <a:lnTo>
                      <a:pt x="1668" y="252"/>
                    </a:lnTo>
                    <a:lnTo>
                      <a:pt x="1668" y="264"/>
                    </a:lnTo>
                    <a:lnTo>
                      <a:pt x="1662" y="264"/>
                    </a:lnTo>
                    <a:lnTo>
                      <a:pt x="1650" y="270"/>
                    </a:lnTo>
                    <a:lnTo>
                      <a:pt x="1644" y="282"/>
                    </a:lnTo>
                    <a:lnTo>
                      <a:pt x="1734" y="282"/>
                    </a:lnTo>
                    <a:lnTo>
                      <a:pt x="1704" y="318"/>
                    </a:lnTo>
                    <a:lnTo>
                      <a:pt x="1770" y="318"/>
                    </a:lnTo>
                    <a:lnTo>
                      <a:pt x="1764" y="336"/>
                    </a:lnTo>
                    <a:lnTo>
                      <a:pt x="1710" y="336"/>
                    </a:lnTo>
                    <a:lnTo>
                      <a:pt x="1698" y="348"/>
                    </a:lnTo>
                    <a:lnTo>
                      <a:pt x="1632" y="348"/>
                    </a:lnTo>
                    <a:lnTo>
                      <a:pt x="1614" y="354"/>
                    </a:lnTo>
                    <a:lnTo>
                      <a:pt x="1560" y="354"/>
                    </a:lnTo>
                    <a:lnTo>
                      <a:pt x="1554" y="348"/>
                    </a:lnTo>
                    <a:lnTo>
                      <a:pt x="1548" y="348"/>
                    </a:lnTo>
                    <a:lnTo>
                      <a:pt x="1554" y="342"/>
                    </a:lnTo>
                    <a:lnTo>
                      <a:pt x="1560" y="342"/>
                    </a:lnTo>
                    <a:lnTo>
                      <a:pt x="1572" y="330"/>
                    </a:lnTo>
                    <a:lnTo>
                      <a:pt x="1566" y="324"/>
                    </a:lnTo>
                    <a:lnTo>
                      <a:pt x="1458" y="324"/>
                    </a:lnTo>
                    <a:lnTo>
                      <a:pt x="1452" y="330"/>
                    </a:lnTo>
                    <a:lnTo>
                      <a:pt x="1452" y="348"/>
                    </a:lnTo>
                    <a:lnTo>
                      <a:pt x="1434" y="348"/>
                    </a:lnTo>
                    <a:lnTo>
                      <a:pt x="1422" y="354"/>
                    </a:lnTo>
                    <a:lnTo>
                      <a:pt x="1404" y="354"/>
                    </a:lnTo>
                    <a:lnTo>
                      <a:pt x="1386" y="360"/>
                    </a:lnTo>
                    <a:lnTo>
                      <a:pt x="1338" y="360"/>
                    </a:lnTo>
                    <a:lnTo>
                      <a:pt x="1308" y="366"/>
                    </a:lnTo>
                    <a:lnTo>
                      <a:pt x="1254" y="384"/>
                    </a:lnTo>
                    <a:lnTo>
                      <a:pt x="1254" y="390"/>
                    </a:lnTo>
                    <a:lnTo>
                      <a:pt x="1272" y="396"/>
                    </a:lnTo>
                    <a:lnTo>
                      <a:pt x="1284" y="402"/>
                    </a:lnTo>
                    <a:lnTo>
                      <a:pt x="1314" y="402"/>
                    </a:lnTo>
                    <a:lnTo>
                      <a:pt x="1272" y="420"/>
                    </a:lnTo>
                    <a:lnTo>
                      <a:pt x="1260" y="462"/>
                    </a:lnTo>
                    <a:lnTo>
                      <a:pt x="1272" y="462"/>
                    </a:lnTo>
                    <a:lnTo>
                      <a:pt x="1290" y="468"/>
                    </a:lnTo>
                    <a:lnTo>
                      <a:pt x="1338" y="468"/>
                    </a:lnTo>
                    <a:lnTo>
                      <a:pt x="1350" y="462"/>
                    </a:lnTo>
                    <a:lnTo>
                      <a:pt x="1362" y="462"/>
                    </a:lnTo>
                    <a:lnTo>
                      <a:pt x="1410" y="474"/>
                    </a:lnTo>
                    <a:lnTo>
                      <a:pt x="1422" y="456"/>
                    </a:lnTo>
                    <a:lnTo>
                      <a:pt x="1434" y="474"/>
                    </a:lnTo>
                    <a:lnTo>
                      <a:pt x="1446" y="468"/>
                    </a:lnTo>
                    <a:lnTo>
                      <a:pt x="1452" y="462"/>
                    </a:lnTo>
                    <a:lnTo>
                      <a:pt x="1476" y="450"/>
                    </a:lnTo>
                    <a:lnTo>
                      <a:pt x="1482" y="444"/>
                    </a:lnTo>
                    <a:lnTo>
                      <a:pt x="1494" y="444"/>
                    </a:lnTo>
                    <a:lnTo>
                      <a:pt x="1506" y="450"/>
                    </a:lnTo>
                    <a:lnTo>
                      <a:pt x="1524" y="450"/>
                    </a:lnTo>
                    <a:lnTo>
                      <a:pt x="1536" y="444"/>
                    </a:lnTo>
                    <a:lnTo>
                      <a:pt x="1542" y="438"/>
                    </a:lnTo>
                    <a:lnTo>
                      <a:pt x="1554" y="432"/>
                    </a:lnTo>
                    <a:lnTo>
                      <a:pt x="1560" y="432"/>
                    </a:lnTo>
                    <a:lnTo>
                      <a:pt x="1566" y="426"/>
                    </a:lnTo>
                    <a:lnTo>
                      <a:pt x="1566" y="450"/>
                    </a:lnTo>
                    <a:lnTo>
                      <a:pt x="1560" y="462"/>
                    </a:lnTo>
                    <a:lnTo>
                      <a:pt x="1554" y="468"/>
                    </a:lnTo>
                    <a:lnTo>
                      <a:pt x="1500" y="468"/>
                    </a:lnTo>
                    <a:lnTo>
                      <a:pt x="1506" y="498"/>
                    </a:lnTo>
                    <a:lnTo>
                      <a:pt x="1494" y="504"/>
                    </a:lnTo>
                    <a:lnTo>
                      <a:pt x="1488" y="516"/>
                    </a:lnTo>
                    <a:lnTo>
                      <a:pt x="1476" y="522"/>
                    </a:lnTo>
                    <a:lnTo>
                      <a:pt x="1464" y="534"/>
                    </a:lnTo>
                    <a:lnTo>
                      <a:pt x="1446" y="540"/>
                    </a:lnTo>
                    <a:lnTo>
                      <a:pt x="1380" y="540"/>
                    </a:lnTo>
                    <a:lnTo>
                      <a:pt x="1362" y="522"/>
                    </a:lnTo>
                    <a:lnTo>
                      <a:pt x="1344" y="534"/>
                    </a:lnTo>
                    <a:lnTo>
                      <a:pt x="1344" y="546"/>
                    </a:lnTo>
                    <a:lnTo>
                      <a:pt x="1338" y="546"/>
                    </a:lnTo>
                    <a:lnTo>
                      <a:pt x="1332" y="552"/>
                    </a:lnTo>
                    <a:lnTo>
                      <a:pt x="1320" y="558"/>
                    </a:lnTo>
                    <a:lnTo>
                      <a:pt x="1302" y="564"/>
                    </a:lnTo>
                    <a:lnTo>
                      <a:pt x="1290" y="570"/>
                    </a:lnTo>
                    <a:lnTo>
                      <a:pt x="1266" y="570"/>
                    </a:lnTo>
                    <a:lnTo>
                      <a:pt x="1242" y="558"/>
                    </a:lnTo>
                    <a:lnTo>
                      <a:pt x="1236" y="558"/>
                    </a:lnTo>
                    <a:lnTo>
                      <a:pt x="1140" y="606"/>
                    </a:lnTo>
                    <a:lnTo>
                      <a:pt x="1122" y="624"/>
                    </a:lnTo>
                    <a:lnTo>
                      <a:pt x="1116" y="606"/>
                    </a:lnTo>
                    <a:lnTo>
                      <a:pt x="1080" y="624"/>
                    </a:lnTo>
                    <a:lnTo>
                      <a:pt x="1068" y="624"/>
                    </a:lnTo>
                    <a:lnTo>
                      <a:pt x="1044" y="636"/>
                    </a:lnTo>
                    <a:lnTo>
                      <a:pt x="1020" y="660"/>
                    </a:lnTo>
                    <a:lnTo>
                      <a:pt x="990" y="648"/>
                    </a:lnTo>
                    <a:lnTo>
                      <a:pt x="990" y="672"/>
                    </a:lnTo>
                    <a:lnTo>
                      <a:pt x="984" y="666"/>
                    </a:lnTo>
                    <a:lnTo>
                      <a:pt x="972" y="666"/>
                    </a:lnTo>
                    <a:lnTo>
                      <a:pt x="966" y="672"/>
                    </a:lnTo>
                    <a:lnTo>
                      <a:pt x="966" y="690"/>
                    </a:lnTo>
                    <a:lnTo>
                      <a:pt x="954" y="708"/>
                    </a:lnTo>
                    <a:lnTo>
                      <a:pt x="1014" y="684"/>
                    </a:lnTo>
                    <a:lnTo>
                      <a:pt x="990" y="702"/>
                    </a:lnTo>
                    <a:lnTo>
                      <a:pt x="990" y="714"/>
                    </a:lnTo>
                    <a:lnTo>
                      <a:pt x="972" y="726"/>
                    </a:lnTo>
                    <a:lnTo>
                      <a:pt x="1026" y="726"/>
                    </a:lnTo>
                    <a:lnTo>
                      <a:pt x="1032" y="732"/>
                    </a:lnTo>
                    <a:lnTo>
                      <a:pt x="1032" y="738"/>
                    </a:lnTo>
                    <a:lnTo>
                      <a:pt x="1020" y="744"/>
                    </a:lnTo>
                    <a:lnTo>
                      <a:pt x="984" y="744"/>
                    </a:lnTo>
                    <a:lnTo>
                      <a:pt x="960" y="750"/>
                    </a:lnTo>
                    <a:lnTo>
                      <a:pt x="972" y="738"/>
                    </a:lnTo>
                    <a:lnTo>
                      <a:pt x="960" y="732"/>
                    </a:lnTo>
                    <a:lnTo>
                      <a:pt x="954" y="732"/>
                    </a:lnTo>
                    <a:lnTo>
                      <a:pt x="948" y="738"/>
                    </a:lnTo>
                    <a:lnTo>
                      <a:pt x="936" y="744"/>
                    </a:lnTo>
                    <a:lnTo>
                      <a:pt x="930" y="750"/>
                    </a:lnTo>
                    <a:lnTo>
                      <a:pt x="924" y="750"/>
                    </a:lnTo>
                    <a:lnTo>
                      <a:pt x="918" y="756"/>
                    </a:lnTo>
                    <a:lnTo>
                      <a:pt x="924" y="756"/>
                    </a:lnTo>
                    <a:lnTo>
                      <a:pt x="930" y="762"/>
                    </a:lnTo>
                    <a:lnTo>
                      <a:pt x="930" y="768"/>
                    </a:lnTo>
                    <a:lnTo>
                      <a:pt x="924" y="774"/>
                    </a:lnTo>
                    <a:lnTo>
                      <a:pt x="924" y="780"/>
                    </a:lnTo>
                    <a:lnTo>
                      <a:pt x="918" y="792"/>
                    </a:lnTo>
                    <a:lnTo>
                      <a:pt x="918" y="804"/>
                    </a:lnTo>
                    <a:lnTo>
                      <a:pt x="990" y="804"/>
                    </a:lnTo>
                    <a:lnTo>
                      <a:pt x="1038" y="774"/>
                    </a:lnTo>
                    <a:lnTo>
                      <a:pt x="1104" y="750"/>
                    </a:lnTo>
                    <a:lnTo>
                      <a:pt x="1098" y="750"/>
                    </a:lnTo>
                    <a:lnTo>
                      <a:pt x="1092" y="756"/>
                    </a:lnTo>
                    <a:lnTo>
                      <a:pt x="1080" y="762"/>
                    </a:lnTo>
                    <a:lnTo>
                      <a:pt x="1062" y="768"/>
                    </a:lnTo>
                    <a:lnTo>
                      <a:pt x="1050" y="780"/>
                    </a:lnTo>
                    <a:lnTo>
                      <a:pt x="1038" y="786"/>
                    </a:lnTo>
                    <a:lnTo>
                      <a:pt x="1026" y="798"/>
                    </a:lnTo>
                    <a:lnTo>
                      <a:pt x="1026" y="816"/>
                    </a:lnTo>
                    <a:lnTo>
                      <a:pt x="1020" y="828"/>
                    </a:lnTo>
                    <a:lnTo>
                      <a:pt x="990" y="828"/>
                    </a:lnTo>
                    <a:lnTo>
                      <a:pt x="978" y="834"/>
                    </a:lnTo>
                    <a:lnTo>
                      <a:pt x="972" y="852"/>
                    </a:lnTo>
                    <a:lnTo>
                      <a:pt x="966" y="864"/>
                    </a:lnTo>
                    <a:lnTo>
                      <a:pt x="954" y="870"/>
                    </a:lnTo>
                    <a:lnTo>
                      <a:pt x="942" y="882"/>
                    </a:lnTo>
                    <a:lnTo>
                      <a:pt x="930" y="888"/>
                    </a:lnTo>
                    <a:lnTo>
                      <a:pt x="924" y="894"/>
                    </a:lnTo>
                    <a:lnTo>
                      <a:pt x="978" y="888"/>
                    </a:lnTo>
                    <a:lnTo>
                      <a:pt x="972" y="906"/>
                    </a:lnTo>
                    <a:lnTo>
                      <a:pt x="978" y="894"/>
                    </a:lnTo>
                    <a:lnTo>
                      <a:pt x="990" y="888"/>
                    </a:lnTo>
                    <a:lnTo>
                      <a:pt x="1002" y="876"/>
                    </a:lnTo>
                    <a:lnTo>
                      <a:pt x="1026" y="864"/>
                    </a:lnTo>
                    <a:lnTo>
                      <a:pt x="1038" y="864"/>
                    </a:lnTo>
                    <a:lnTo>
                      <a:pt x="1050" y="870"/>
                    </a:lnTo>
                    <a:lnTo>
                      <a:pt x="1056" y="870"/>
                    </a:lnTo>
                    <a:lnTo>
                      <a:pt x="1056" y="876"/>
                    </a:lnTo>
                    <a:lnTo>
                      <a:pt x="1050" y="876"/>
                    </a:lnTo>
                    <a:lnTo>
                      <a:pt x="1074" y="870"/>
                    </a:lnTo>
                    <a:lnTo>
                      <a:pt x="1068" y="876"/>
                    </a:lnTo>
                    <a:lnTo>
                      <a:pt x="1068" y="906"/>
                    </a:lnTo>
                    <a:lnTo>
                      <a:pt x="1074" y="912"/>
                    </a:lnTo>
                    <a:lnTo>
                      <a:pt x="1092" y="912"/>
                    </a:lnTo>
                    <a:lnTo>
                      <a:pt x="1098" y="900"/>
                    </a:lnTo>
                    <a:lnTo>
                      <a:pt x="1110" y="894"/>
                    </a:lnTo>
                    <a:lnTo>
                      <a:pt x="1116" y="888"/>
                    </a:lnTo>
                    <a:lnTo>
                      <a:pt x="1122" y="876"/>
                    </a:lnTo>
                    <a:lnTo>
                      <a:pt x="1164" y="858"/>
                    </a:lnTo>
                    <a:lnTo>
                      <a:pt x="1176" y="870"/>
                    </a:lnTo>
                    <a:lnTo>
                      <a:pt x="1146" y="870"/>
                    </a:lnTo>
                    <a:lnTo>
                      <a:pt x="1140" y="876"/>
                    </a:lnTo>
                    <a:lnTo>
                      <a:pt x="1140" y="882"/>
                    </a:lnTo>
                    <a:lnTo>
                      <a:pt x="1134" y="888"/>
                    </a:lnTo>
                    <a:lnTo>
                      <a:pt x="1134" y="894"/>
                    </a:lnTo>
                    <a:lnTo>
                      <a:pt x="1152" y="894"/>
                    </a:lnTo>
                    <a:lnTo>
                      <a:pt x="1164" y="888"/>
                    </a:lnTo>
                    <a:lnTo>
                      <a:pt x="1182" y="888"/>
                    </a:lnTo>
                    <a:lnTo>
                      <a:pt x="1200" y="882"/>
                    </a:lnTo>
                    <a:lnTo>
                      <a:pt x="1218" y="882"/>
                    </a:lnTo>
                    <a:lnTo>
                      <a:pt x="1224" y="876"/>
                    </a:lnTo>
                    <a:lnTo>
                      <a:pt x="1230" y="876"/>
                    </a:lnTo>
                    <a:lnTo>
                      <a:pt x="1272" y="858"/>
                    </a:lnTo>
                    <a:lnTo>
                      <a:pt x="1224" y="882"/>
                    </a:lnTo>
                    <a:lnTo>
                      <a:pt x="1224" y="894"/>
                    </a:lnTo>
                    <a:lnTo>
                      <a:pt x="1212" y="894"/>
                    </a:lnTo>
                    <a:lnTo>
                      <a:pt x="1200" y="900"/>
                    </a:lnTo>
                    <a:lnTo>
                      <a:pt x="1188" y="900"/>
                    </a:lnTo>
                    <a:lnTo>
                      <a:pt x="1176" y="906"/>
                    </a:lnTo>
                    <a:lnTo>
                      <a:pt x="1170" y="912"/>
                    </a:lnTo>
                    <a:lnTo>
                      <a:pt x="1158" y="918"/>
                    </a:lnTo>
                    <a:lnTo>
                      <a:pt x="1152" y="930"/>
                    </a:lnTo>
                    <a:lnTo>
                      <a:pt x="1122" y="930"/>
                    </a:lnTo>
                    <a:lnTo>
                      <a:pt x="1086" y="960"/>
                    </a:lnTo>
                    <a:lnTo>
                      <a:pt x="1086" y="978"/>
                    </a:lnTo>
                    <a:lnTo>
                      <a:pt x="1038" y="978"/>
                    </a:lnTo>
                    <a:lnTo>
                      <a:pt x="1032" y="984"/>
                    </a:lnTo>
                    <a:lnTo>
                      <a:pt x="1020" y="984"/>
                    </a:lnTo>
                    <a:lnTo>
                      <a:pt x="1002" y="990"/>
                    </a:lnTo>
                    <a:lnTo>
                      <a:pt x="990" y="996"/>
                    </a:lnTo>
                    <a:lnTo>
                      <a:pt x="978" y="996"/>
                    </a:lnTo>
                    <a:lnTo>
                      <a:pt x="966" y="1008"/>
                    </a:lnTo>
                    <a:lnTo>
                      <a:pt x="966" y="1020"/>
                    </a:lnTo>
                    <a:lnTo>
                      <a:pt x="960" y="1026"/>
                    </a:lnTo>
                    <a:lnTo>
                      <a:pt x="960" y="1038"/>
                    </a:lnTo>
                    <a:lnTo>
                      <a:pt x="876" y="1038"/>
                    </a:lnTo>
                    <a:lnTo>
                      <a:pt x="858" y="1044"/>
                    </a:lnTo>
                    <a:lnTo>
                      <a:pt x="828" y="1062"/>
                    </a:lnTo>
                    <a:lnTo>
                      <a:pt x="804" y="1080"/>
                    </a:lnTo>
                    <a:lnTo>
                      <a:pt x="780" y="1092"/>
                    </a:lnTo>
                    <a:lnTo>
                      <a:pt x="774" y="1098"/>
                    </a:lnTo>
                    <a:lnTo>
                      <a:pt x="750" y="1104"/>
                    </a:lnTo>
                    <a:lnTo>
                      <a:pt x="738" y="1122"/>
                    </a:lnTo>
                    <a:lnTo>
                      <a:pt x="732" y="1104"/>
                    </a:lnTo>
                    <a:lnTo>
                      <a:pt x="672" y="1104"/>
                    </a:lnTo>
                    <a:lnTo>
                      <a:pt x="648" y="1116"/>
                    </a:lnTo>
                    <a:lnTo>
                      <a:pt x="630" y="1122"/>
                    </a:lnTo>
                    <a:lnTo>
                      <a:pt x="624" y="1128"/>
                    </a:lnTo>
                    <a:lnTo>
                      <a:pt x="606" y="1128"/>
                    </a:lnTo>
                    <a:lnTo>
                      <a:pt x="606" y="1140"/>
                    </a:lnTo>
                    <a:lnTo>
                      <a:pt x="576" y="1146"/>
                    </a:lnTo>
                    <a:lnTo>
                      <a:pt x="564" y="1152"/>
                    </a:lnTo>
                    <a:lnTo>
                      <a:pt x="540" y="1152"/>
                    </a:lnTo>
                    <a:lnTo>
                      <a:pt x="516" y="1170"/>
                    </a:lnTo>
                    <a:lnTo>
                      <a:pt x="522" y="1182"/>
                    </a:lnTo>
                    <a:lnTo>
                      <a:pt x="540" y="1164"/>
                    </a:lnTo>
                    <a:lnTo>
                      <a:pt x="558" y="1176"/>
                    </a:lnTo>
                    <a:lnTo>
                      <a:pt x="582" y="1158"/>
                    </a:lnTo>
                    <a:lnTo>
                      <a:pt x="582" y="1170"/>
                    </a:lnTo>
                    <a:lnTo>
                      <a:pt x="594" y="1170"/>
                    </a:lnTo>
                    <a:lnTo>
                      <a:pt x="606" y="1164"/>
                    </a:lnTo>
                    <a:lnTo>
                      <a:pt x="618" y="1164"/>
                    </a:lnTo>
                    <a:lnTo>
                      <a:pt x="642" y="1140"/>
                    </a:lnTo>
                    <a:lnTo>
                      <a:pt x="654" y="1134"/>
                    </a:lnTo>
                    <a:lnTo>
                      <a:pt x="666" y="1122"/>
                    </a:lnTo>
                    <a:lnTo>
                      <a:pt x="684" y="1122"/>
                    </a:lnTo>
                    <a:lnTo>
                      <a:pt x="684" y="1134"/>
                    </a:lnTo>
                    <a:lnTo>
                      <a:pt x="690" y="1140"/>
                    </a:lnTo>
                    <a:lnTo>
                      <a:pt x="708" y="1140"/>
                    </a:lnTo>
                    <a:lnTo>
                      <a:pt x="732" y="1128"/>
                    </a:lnTo>
                    <a:lnTo>
                      <a:pt x="744" y="1128"/>
                    </a:lnTo>
                    <a:lnTo>
                      <a:pt x="756" y="1122"/>
                    </a:lnTo>
                    <a:lnTo>
                      <a:pt x="762" y="1116"/>
                    </a:lnTo>
                    <a:lnTo>
                      <a:pt x="768" y="1116"/>
                    </a:lnTo>
                    <a:lnTo>
                      <a:pt x="804" y="1128"/>
                    </a:lnTo>
                    <a:lnTo>
                      <a:pt x="822" y="1110"/>
                    </a:lnTo>
                    <a:lnTo>
                      <a:pt x="834" y="1110"/>
                    </a:lnTo>
                    <a:lnTo>
                      <a:pt x="852" y="1104"/>
                    </a:lnTo>
                    <a:lnTo>
                      <a:pt x="870" y="1104"/>
                    </a:lnTo>
                    <a:lnTo>
                      <a:pt x="894" y="1092"/>
                    </a:lnTo>
                    <a:lnTo>
                      <a:pt x="918" y="1068"/>
                    </a:lnTo>
                    <a:lnTo>
                      <a:pt x="942" y="1056"/>
                    </a:lnTo>
                    <a:lnTo>
                      <a:pt x="972" y="1056"/>
                    </a:lnTo>
                    <a:lnTo>
                      <a:pt x="978" y="1044"/>
                    </a:lnTo>
                    <a:lnTo>
                      <a:pt x="1014" y="1044"/>
                    </a:lnTo>
                    <a:lnTo>
                      <a:pt x="1026" y="1038"/>
                    </a:lnTo>
                    <a:lnTo>
                      <a:pt x="1032" y="1038"/>
                    </a:lnTo>
                    <a:lnTo>
                      <a:pt x="1038" y="1032"/>
                    </a:lnTo>
                    <a:lnTo>
                      <a:pt x="1050" y="1032"/>
                    </a:lnTo>
                    <a:lnTo>
                      <a:pt x="1086" y="1020"/>
                    </a:lnTo>
                    <a:lnTo>
                      <a:pt x="1110" y="1008"/>
                    </a:lnTo>
                    <a:lnTo>
                      <a:pt x="1122" y="996"/>
                    </a:lnTo>
                    <a:lnTo>
                      <a:pt x="1134" y="990"/>
                    </a:lnTo>
                    <a:lnTo>
                      <a:pt x="1140" y="984"/>
                    </a:lnTo>
                    <a:lnTo>
                      <a:pt x="1206" y="972"/>
                    </a:lnTo>
                    <a:lnTo>
                      <a:pt x="1260" y="942"/>
                    </a:lnTo>
                    <a:lnTo>
                      <a:pt x="1296" y="942"/>
                    </a:lnTo>
                    <a:lnTo>
                      <a:pt x="1314" y="936"/>
                    </a:lnTo>
                    <a:lnTo>
                      <a:pt x="1326" y="936"/>
                    </a:lnTo>
                    <a:lnTo>
                      <a:pt x="1338" y="930"/>
                    </a:lnTo>
                    <a:lnTo>
                      <a:pt x="1368" y="900"/>
                    </a:lnTo>
                    <a:lnTo>
                      <a:pt x="1380" y="900"/>
                    </a:lnTo>
                    <a:lnTo>
                      <a:pt x="1404" y="888"/>
                    </a:lnTo>
                    <a:lnTo>
                      <a:pt x="1416" y="888"/>
                    </a:lnTo>
                    <a:lnTo>
                      <a:pt x="1428" y="882"/>
                    </a:lnTo>
                    <a:lnTo>
                      <a:pt x="1434" y="876"/>
                    </a:lnTo>
                    <a:lnTo>
                      <a:pt x="1434" y="864"/>
                    </a:lnTo>
                    <a:lnTo>
                      <a:pt x="1422" y="864"/>
                    </a:lnTo>
                    <a:lnTo>
                      <a:pt x="1428" y="858"/>
                    </a:lnTo>
                    <a:lnTo>
                      <a:pt x="1452" y="846"/>
                    </a:lnTo>
                    <a:lnTo>
                      <a:pt x="1458" y="840"/>
                    </a:lnTo>
                    <a:lnTo>
                      <a:pt x="1470" y="834"/>
                    </a:lnTo>
                    <a:lnTo>
                      <a:pt x="1476" y="828"/>
                    </a:lnTo>
                    <a:lnTo>
                      <a:pt x="1488" y="828"/>
                    </a:lnTo>
                    <a:lnTo>
                      <a:pt x="1500" y="822"/>
                    </a:lnTo>
                    <a:lnTo>
                      <a:pt x="1512" y="822"/>
                    </a:lnTo>
                    <a:lnTo>
                      <a:pt x="1518" y="816"/>
                    </a:lnTo>
                    <a:lnTo>
                      <a:pt x="1524" y="816"/>
                    </a:lnTo>
                    <a:lnTo>
                      <a:pt x="1596" y="786"/>
                    </a:lnTo>
                    <a:lnTo>
                      <a:pt x="1590" y="768"/>
                    </a:lnTo>
                    <a:lnTo>
                      <a:pt x="1602" y="768"/>
                    </a:lnTo>
                    <a:lnTo>
                      <a:pt x="1608" y="774"/>
                    </a:lnTo>
                    <a:lnTo>
                      <a:pt x="1626" y="774"/>
                    </a:lnTo>
                    <a:lnTo>
                      <a:pt x="1638" y="762"/>
                    </a:lnTo>
                    <a:lnTo>
                      <a:pt x="1650" y="762"/>
                    </a:lnTo>
                    <a:lnTo>
                      <a:pt x="1674" y="750"/>
                    </a:lnTo>
                    <a:lnTo>
                      <a:pt x="1680" y="744"/>
                    </a:lnTo>
                    <a:lnTo>
                      <a:pt x="1704" y="732"/>
                    </a:lnTo>
                    <a:lnTo>
                      <a:pt x="1740" y="720"/>
                    </a:lnTo>
                    <a:lnTo>
                      <a:pt x="1770" y="708"/>
                    </a:lnTo>
                    <a:lnTo>
                      <a:pt x="1794" y="702"/>
                    </a:lnTo>
                    <a:lnTo>
                      <a:pt x="1812" y="702"/>
                    </a:lnTo>
                    <a:lnTo>
                      <a:pt x="1818" y="708"/>
                    </a:lnTo>
                    <a:lnTo>
                      <a:pt x="1842" y="720"/>
                    </a:lnTo>
                    <a:lnTo>
                      <a:pt x="1848" y="726"/>
                    </a:lnTo>
                    <a:lnTo>
                      <a:pt x="1812" y="726"/>
                    </a:lnTo>
                    <a:lnTo>
                      <a:pt x="1794" y="714"/>
                    </a:lnTo>
                    <a:lnTo>
                      <a:pt x="1758" y="738"/>
                    </a:lnTo>
                    <a:lnTo>
                      <a:pt x="1728" y="738"/>
                    </a:lnTo>
                    <a:lnTo>
                      <a:pt x="1722" y="744"/>
                    </a:lnTo>
                    <a:lnTo>
                      <a:pt x="1710" y="750"/>
                    </a:lnTo>
                    <a:lnTo>
                      <a:pt x="1704" y="762"/>
                    </a:lnTo>
                    <a:lnTo>
                      <a:pt x="1692" y="768"/>
                    </a:lnTo>
                    <a:lnTo>
                      <a:pt x="1686" y="774"/>
                    </a:lnTo>
                    <a:lnTo>
                      <a:pt x="1680" y="774"/>
                    </a:lnTo>
                    <a:lnTo>
                      <a:pt x="1668" y="780"/>
                    </a:lnTo>
                    <a:lnTo>
                      <a:pt x="1656" y="780"/>
                    </a:lnTo>
                    <a:lnTo>
                      <a:pt x="1638" y="786"/>
                    </a:lnTo>
                    <a:lnTo>
                      <a:pt x="1614" y="798"/>
                    </a:lnTo>
                    <a:lnTo>
                      <a:pt x="1614" y="804"/>
                    </a:lnTo>
                    <a:lnTo>
                      <a:pt x="1620" y="810"/>
                    </a:lnTo>
                    <a:lnTo>
                      <a:pt x="1632" y="816"/>
                    </a:lnTo>
                    <a:lnTo>
                      <a:pt x="1650" y="816"/>
                    </a:lnTo>
                    <a:lnTo>
                      <a:pt x="1644" y="816"/>
                    </a:lnTo>
                    <a:lnTo>
                      <a:pt x="1638" y="822"/>
                    </a:lnTo>
                    <a:lnTo>
                      <a:pt x="1632" y="822"/>
                    </a:lnTo>
                    <a:lnTo>
                      <a:pt x="1620" y="828"/>
                    </a:lnTo>
                    <a:lnTo>
                      <a:pt x="1572" y="828"/>
                    </a:lnTo>
                    <a:lnTo>
                      <a:pt x="1566" y="834"/>
                    </a:lnTo>
                    <a:lnTo>
                      <a:pt x="1560" y="834"/>
                    </a:lnTo>
                    <a:lnTo>
                      <a:pt x="1560" y="846"/>
                    </a:lnTo>
                    <a:lnTo>
                      <a:pt x="1572" y="858"/>
                    </a:lnTo>
                    <a:lnTo>
                      <a:pt x="1584" y="858"/>
                    </a:lnTo>
                    <a:lnTo>
                      <a:pt x="1596" y="852"/>
                    </a:lnTo>
                    <a:lnTo>
                      <a:pt x="1638" y="834"/>
                    </a:lnTo>
                    <a:lnTo>
                      <a:pt x="1680" y="810"/>
                    </a:lnTo>
                    <a:lnTo>
                      <a:pt x="1722" y="798"/>
                    </a:lnTo>
                    <a:lnTo>
                      <a:pt x="1788" y="798"/>
                    </a:lnTo>
                    <a:lnTo>
                      <a:pt x="1818" y="792"/>
                    </a:lnTo>
                    <a:lnTo>
                      <a:pt x="1824" y="786"/>
                    </a:lnTo>
                    <a:lnTo>
                      <a:pt x="1848" y="774"/>
                    </a:lnTo>
                    <a:lnTo>
                      <a:pt x="1854" y="762"/>
                    </a:lnTo>
                    <a:lnTo>
                      <a:pt x="1866" y="756"/>
                    </a:lnTo>
                    <a:lnTo>
                      <a:pt x="1872" y="750"/>
                    </a:lnTo>
                    <a:lnTo>
                      <a:pt x="1866" y="738"/>
                    </a:lnTo>
                    <a:lnTo>
                      <a:pt x="1878" y="732"/>
                    </a:lnTo>
                    <a:lnTo>
                      <a:pt x="1908" y="720"/>
                    </a:lnTo>
                    <a:lnTo>
                      <a:pt x="1944" y="714"/>
                    </a:lnTo>
                    <a:lnTo>
                      <a:pt x="1962" y="708"/>
                    </a:lnTo>
                    <a:lnTo>
                      <a:pt x="1968" y="708"/>
                    </a:lnTo>
                    <a:lnTo>
                      <a:pt x="1980" y="720"/>
                    </a:lnTo>
                    <a:lnTo>
                      <a:pt x="1980" y="726"/>
                    </a:lnTo>
                    <a:lnTo>
                      <a:pt x="2046" y="702"/>
                    </a:lnTo>
                    <a:lnTo>
                      <a:pt x="2004" y="738"/>
                    </a:lnTo>
                    <a:lnTo>
                      <a:pt x="2022" y="744"/>
                    </a:lnTo>
                    <a:lnTo>
                      <a:pt x="2022" y="762"/>
                    </a:lnTo>
                    <a:lnTo>
                      <a:pt x="2028" y="762"/>
                    </a:lnTo>
                    <a:lnTo>
                      <a:pt x="2034" y="756"/>
                    </a:lnTo>
                    <a:lnTo>
                      <a:pt x="2094" y="726"/>
                    </a:lnTo>
                    <a:lnTo>
                      <a:pt x="2082" y="732"/>
                    </a:lnTo>
                    <a:lnTo>
                      <a:pt x="2076" y="744"/>
                    </a:lnTo>
                    <a:lnTo>
                      <a:pt x="2064" y="750"/>
                    </a:lnTo>
                    <a:lnTo>
                      <a:pt x="2058" y="762"/>
                    </a:lnTo>
                    <a:lnTo>
                      <a:pt x="2046" y="774"/>
                    </a:lnTo>
                    <a:lnTo>
                      <a:pt x="2052" y="780"/>
                    </a:lnTo>
                    <a:lnTo>
                      <a:pt x="2064" y="780"/>
                    </a:lnTo>
                    <a:lnTo>
                      <a:pt x="2076" y="786"/>
                    </a:lnTo>
                    <a:lnTo>
                      <a:pt x="2106" y="786"/>
                    </a:lnTo>
                    <a:lnTo>
                      <a:pt x="2208" y="798"/>
                    </a:lnTo>
                    <a:lnTo>
                      <a:pt x="2238" y="780"/>
                    </a:lnTo>
                    <a:lnTo>
                      <a:pt x="2232" y="786"/>
                    </a:lnTo>
                    <a:lnTo>
                      <a:pt x="2232" y="810"/>
                    </a:lnTo>
                    <a:lnTo>
                      <a:pt x="2298" y="810"/>
                    </a:lnTo>
                    <a:lnTo>
                      <a:pt x="2334" y="804"/>
                    </a:lnTo>
                    <a:lnTo>
                      <a:pt x="2328" y="804"/>
                    </a:lnTo>
                    <a:lnTo>
                      <a:pt x="2322" y="810"/>
                    </a:lnTo>
                    <a:lnTo>
                      <a:pt x="2310" y="810"/>
                    </a:lnTo>
                    <a:lnTo>
                      <a:pt x="2286" y="822"/>
                    </a:lnTo>
                    <a:lnTo>
                      <a:pt x="2280" y="828"/>
                    </a:lnTo>
                    <a:lnTo>
                      <a:pt x="2280" y="834"/>
                    </a:lnTo>
                    <a:lnTo>
                      <a:pt x="2292" y="846"/>
                    </a:lnTo>
                    <a:lnTo>
                      <a:pt x="2304" y="852"/>
                    </a:lnTo>
                    <a:lnTo>
                      <a:pt x="2310" y="858"/>
                    </a:lnTo>
                    <a:lnTo>
                      <a:pt x="2310" y="882"/>
                    </a:lnTo>
                    <a:lnTo>
                      <a:pt x="2316" y="888"/>
                    </a:lnTo>
                    <a:lnTo>
                      <a:pt x="2316" y="900"/>
                    </a:lnTo>
                    <a:lnTo>
                      <a:pt x="2322" y="912"/>
                    </a:lnTo>
                    <a:lnTo>
                      <a:pt x="2358" y="912"/>
                    </a:lnTo>
                    <a:lnTo>
                      <a:pt x="2370" y="906"/>
                    </a:lnTo>
                    <a:lnTo>
                      <a:pt x="2388" y="906"/>
                    </a:lnTo>
                    <a:lnTo>
                      <a:pt x="2382" y="876"/>
                    </a:lnTo>
                    <a:lnTo>
                      <a:pt x="2400" y="870"/>
                    </a:lnTo>
                    <a:lnTo>
                      <a:pt x="2412" y="888"/>
                    </a:lnTo>
                    <a:lnTo>
                      <a:pt x="2442" y="876"/>
                    </a:lnTo>
                    <a:lnTo>
                      <a:pt x="2430" y="888"/>
                    </a:lnTo>
                    <a:lnTo>
                      <a:pt x="2430" y="900"/>
                    </a:lnTo>
                    <a:lnTo>
                      <a:pt x="2424" y="906"/>
                    </a:lnTo>
                    <a:lnTo>
                      <a:pt x="2424" y="912"/>
                    </a:lnTo>
                    <a:lnTo>
                      <a:pt x="2430" y="918"/>
                    </a:lnTo>
                    <a:lnTo>
                      <a:pt x="2436" y="918"/>
                    </a:lnTo>
                    <a:lnTo>
                      <a:pt x="2448" y="912"/>
                    </a:lnTo>
                    <a:lnTo>
                      <a:pt x="2454" y="906"/>
                    </a:lnTo>
                    <a:lnTo>
                      <a:pt x="2460" y="894"/>
                    </a:lnTo>
                    <a:lnTo>
                      <a:pt x="2466" y="888"/>
                    </a:lnTo>
                    <a:lnTo>
                      <a:pt x="2472" y="876"/>
                    </a:lnTo>
                    <a:lnTo>
                      <a:pt x="2502" y="834"/>
                    </a:lnTo>
                    <a:lnTo>
                      <a:pt x="2478" y="900"/>
                    </a:lnTo>
                    <a:lnTo>
                      <a:pt x="2484" y="924"/>
                    </a:lnTo>
                    <a:lnTo>
                      <a:pt x="2520" y="912"/>
                    </a:lnTo>
                    <a:lnTo>
                      <a:pt x="2496" y="936"/>
                    </a:lnTo>
                    <a:lnTo>
                      <a:pt x="2520" y="954"/>
                    </a:lnTo>
                    <a:lnTo>
                      <a:pt x="2502" y="954"/>
                    </a:lnTo>
                    <a:lnTo>
                      <a:pt x="2502" y="972"/>
                    </a:lnTo>
                    <a:lnTo>
                      <a:pt x="2472" y="990"/>
                    </a:lnTo>
                    <a:lnTo>
                      <a:pt x="2454" y="1002"/>
                    </a:lnTo>
                    <a:lnTo>
                      <a:pt x="2484" y="1020"/>
                    </a:lnTo>
                    <a:lnTo>
                      <a:pt x="2478" y="1050"/>
                    </a:lnTo>
                    <a:lnTo>
                      <a:pt x="2460" y="1068"/>
                    </a:lnTo>
                    <a:lnTo>
                      <a:pt x="2478" y="1080"/>
                    </a:lnTo>
                    <a:lnTo>
                      <a:pt x="2460" y="1098"/>
                    </a:lnTo>
                    <a:lnTo>
                      <a:pt x="2490" y="1098"/>
                    </a:lnTo>
                    <a:lnTo>
                      <a:pt x="2526" y="1086"/>
                    </a:lnTo>
                    <a:lnTo>
                      <a:pt x="2496" y="1122"/>
                    </a:lnTo>
                    <a:lnTo>
                      <a:pt x="2478" y="1140"/>
                    </a:lnTo>
                    <a:lnTo>
                      <a:pt x="2502" y="1146"/>
                    </a:lnTo>
                    <a:lnTo>
                      <a:pt x="2454" y="1164"/>
                    </a:lnTo>
                    <a:lnTo>
                      <a:pt x="2436" y="1176"/>
                    </a:lnTo>
                    <a:lnTo>
                      <a:pt x="2454" y="1188"/>
                    </a:lnTo>
                    <a:lnTo>
                      <a:pt x="2454" y="1200"/>
                    </a:lnTo>
                    <a:lnTo>
                      <a:pt x="2472" y="1188"/>
                    </a:lnTo>
                    <a:lnTo>
                      <a:pt x="2490" y="1182"/>
                    </a:lnTo>
                    <a:lnTo>
                      <a:pt x="2502" y="1170"/>
                    </a:lnTo>
                    <a:lnTo>
                      <a:pt x="2514" y="1164"/>
                    </a:lnTo>
                    <a:lnTo>
                      <a:pt x="2532" y="1146"/>
                    </a:lnTo>
                    <a:lnTo>
                      <a:pt x="2538" y="1134"/>
                    </a:lnTo>
                    <a:lnTo>
                      <a:pt x="2538" y="1122"/>
                    </a:lnTo>
                    <a:lnTo>
                      <a:pt x="2550" y="1116"/>
                    </a:lnTo>
                    <a:lnTo>
                      <a:pt x="2562" y="1104"/>
                    </a:lnTo>
                    <a:lnTo>
                      <a:pt x="2574" y="1098"/>
                    </a:lnTo>
                    <a:lnTo>
                      <a:pt x="2574" y="1086"/>
                    </a:lnTo>
                    <a:lnTo>
                      <a:pt x="2568" y="1080"/>
                    </a:lnTo>
                    <a:lnTo>
                      <a:pt x="2562" y="1080"/>
                    </a:lnTo>
                    <a:close/>
                    <a:moveTo>
                      <a:pt x="2394" y="1056"/>
                    </a:moveTo>
                    <a:lnTo>
                      <a:pt x="2400" y="1062"/>
                    </a:lnTo>
                    <a:lnTo>
                      <a:pt x="2418" y="1062"/>
                    </a:lnTo>
                    <a:lnTo>
                      <a:pt x="2436" y="1044"/>
                    </a:lnTo>
                    <a:lnTo>
                      <a:pt x="2460" y="1038"/>
                    </a:lnTo>
                    <a:lnTo>
                      <a:pt x="2454" y="1020"/>
                    </a:lnTo>
                    <a:lnTo>
                      <a:pt x="2430" y="1020"/>
                    </a:lnTo>
                    <a:lnTo>
                      <a:pt x="2418" y="1026"/>
                    </a:lnTo>
                    <a:lnTo>
                      <a:pt x="2412" y="1032"/>
                    </a:lnTo>
                    <a:lnTo>
                      <a:pt x="2406" y="1044"/>
                    </a:lnTo>
                    <a:lnTo>
                      <a:pt x="2394" y="1050"/>
                    </a:lnTo>
                    <a:lnTo>
                      <a:pt x="2394" y="1056"/>
                    </a:lnTo>
                    <a:close/>
                    <a:moveTo>
                      <a:pt x="2376" y="984"/>
                    </a:moveTo>
                    <a:lnTo>
                      <a:pt x="2358" y="984"/>
                    </a:lnTo>
                    <a:lnTo>
                      <a:pt x="2346" y="990"/>
                    </a:lnTo>
                    <a:lnTo>
                      <a:pt x="2334" y="1002"/>
                    </a:lnTo>
                    <a:lnTo>
                      <a:pt x="2334" y="1014"/>
                    </a:lnTo>
                    <a:lnTo>
                      <a:pt x="2322" y="1026"/>
                    </a:lnTo>
                    <a:lnTo>
                      <a:pt x="2322" y="1044"/>
                    </a:lnTo>
                    <a:lnTo>
                      <a:pt x="2310" y="1056"/>
                    </a:lnTo>
                    <a:lnTo>
                      <a:pt x="2310" y="1074"/>
                    </a:lnTo>
                    <a:lnTo>
                      <a:pt x="2316" y="1080"/>
                    </a:lnTo>
                    <a:lnTo>
                      <a:pt x="2322" y="1074"/>
                    </a:lnTo>
                    <a:lnTo>
                      <a:pt x="2328" y="1062"/>
                    </a:lnTo>
                    <a:lnTo>
                      <a:pt x="2340" y="1050"/>
                    </a:lnTo>
                    <a:lnTo>
                      <a:pt x="2352" y="1044"/>
                    </a:lnTo>
                    <a:lnTo>
                      <a:pt x="2376" y="1020"/>
                    </a:lnTo>
                    <a:lnTo>
                      <a:pt x="2382" y="1008"/>
                    </a:lnTo>
                    <a:lnTo>
                      <a:pt x="2382" y="990"/>
                    </a:lnTo>
                    <a:lnTo>
                      <a:pt x="2376" y="984"/>
                    </a:lnTo>
                    <a:close/>
                    <a:moveTo>
                      <a:pt x="786" y="810"/>
                    </a:moveTo>
                    <a:lnTo>
                      <a:pt x="798" y="810"/>
                    </a:lnTo>
                    <a:lnTo>
                      <a:pt x="834" y="798"/>
                    </a:lnTo>
                    <a:lnTo>
                      <a:pt x="858" y="786"/>
                    </a:lnTo>
                    <a:lnTo>
                      <a:pt x="864" y="780"/>
                    </a:lnTo>
                    <a:lnTo>
                      <a:pt x="870" y="780"/>
                    </a:lnTo>
                    <a:lnTo>
                      <a:pt x="864" y="774"/>
                    </a:lnTo>
                    <a:lnTo>
                      <a:pt x="828" y="762"/>
                    </a:lnTo>
                    <a:lnTo>
                      <a:pt x="810" y="762"/>
                    </a:lnTo>
                    <a:lnTo>
                      <a:pt x="798" y="768"/>
                    </a:lnTo>
                    <a:lnTo>
                      <a:pt x="792" y="774"/>
                    </a:lnTo>
                    <a:lnTo>
                      <a:pt x="786" y="768"/>
                    </a:lnTo>
                    <a:lnTo>
                      <a:pt x="774" y="768"/>
                    </a:lnTo>
                    <a:lnTo>
                      <a:pt x="768" y="774"/>
                    </a:lnTo>
                    <a:lnTo>
                      <a:pt x="768" y="804"/>
                    </a:lnTo>
                    <a:lnTo>
                      <a:pt x="774" y="810"/>
                    </a:lnTo>
                    <a:lnTo>
                      <a:pt x="786" y="810"/>
                    </a:lnTo>
                    <a:close/>
                    <a:moveTo>
                      <a:pt x="0" y="1332"/>
                    </a:moveTo>
                    <a:lnTo>
                      <a:pt x="60" y="1320"/>
                    </a:lnTo>
                    <a:lnTo>
                      <a:pt x="72" y="1302"/>
                    </a:lnTo>
                    <a:lnTo>
                      <a:pt x="132" y="1296"/>
                    </a:lnTo>
                    <a:lnTo>
                      <a:pt x="114" y="1272"/>
                    </a:lnTo>
                    <a:lnTo>
                      <a:pt x="0" y="1332"/>
                    </a:lnTo>
                    <a:close/>
                    <a:moveTo>
                      <a:pt x="1362" y="954"/>
                    </a:moveTo>
                    <a:lnTo>
                      <a:pt x="1350" y="954"/>
                    </a:lnTo>
                    <a:lnTo>
                      <a:pt x="1338" y="960"/>
                    </a:lnTo>
                    <a:lnTo>
                      <a:pt x="1332" y="954"/>
                    </a:lnTo>
                    <a:lnTo>
                      <a:pt x="1314" y="954"/>
                    </a:lnTo>
                    <a:lnTo>
                      <a:pt x="1314" y="978"/>
                    </a:lnTo>
                    <a:lnTo>
                      <a:pt x="1290" y="996"/>
                    </a:lnTo>
                    <a:lnTo>
                      <a:pt x="1290" y="972"/>
                    </a:lnTo>
                    <a:lnTo>
                      <a:pt x="1278" y="966"/>
                    </a:lnTo>
                    <a:lnTo>
                      <a:pt x="1272" y="966"/>
                    </a:lnTo>
                    <a:lnTo>
                      <a:pt x="1248" y="978"/>
                    </a:lnTo>
                    <a:lnTo>
                      <a:pt x="1242" y="978"/>
                    </a:lnTo>
                    <a:lnTo>
                      <a:pt x="1230" y="990"/>
                    </a:lnTo>
                    <a:lnTo>
                      <a:pt x="1224" y="1002"/>
                    </a:lnTo>
                    <a:lnTo>
                      <a:pt x="1218" y="1008"/>
                    </a:lnTo>
                    <a:lnTo>
                      <a:pt x="1218" y="1014"/>
                    </a:lnTo>
                    <a:lnTo>
                      <a:pt x="1224" y="1014"/>
                    </a:lnTo>
                    <a:lnTo>
                      <a:pt x="1230" y="1020"/>
                    </a:lnTo>
                    <a:lnTo>
                      <a:pt x="1278" y="1020"/>
                    </a:lnTo>
                    <a:lnTo>
                      <a:pt x="1296" y="1014"/>
                    </a:lnTo>
                    <a:lnTo>
                      <a:pt x="1308" y="1014"/>
                    </a:lnTo>
                    <a:lnTo>
                      <a:pt x="1320" y="1008"/>
                    </a:lnTo>
                    <a:lnTo>
                      <a:pt x="1320" y="996"/>
                    </a:lnTo>
                    <a:lnTo>
                      <a:pt x="1350" y="990"/>
                    </a:lnTo>
                    <a:lnTo>
                      <a:pt x="1350" y="984"/>
                    </a:lnTo>
                    <a:lnTo>
                      <a:pt x="1386" y="978"/>
                    </a:lnTo>
                    <a:lnTo>
                      <a:pt x="1398" y="954"/>
                    </a:lnTo>
                    <a:lnTo>
                      <a:pt x="1380" y="960"/>
                    </a:lnTo>
                    <a:lnTo>
                      <a:pt x="1374" y="954"/>
                    </a:lnTo>
                    <a:lnTo>
                      <a:pt x="1362" y="954"/>
                    </a:lnTo>
                    <a:close/>
                    <a:moveTo>
                      <a:pt x="162" y="1290"/>
                    </a:moveTo>
                    <a:lnTo>
                      <a:pt x="204" y="1290"/>
                    </a:lnTo>
                    <a:lnTo>
                      <a:pt x="240" y="1260"/>
                    </a:lnTo>
                    <a:lnTo>
                      <a:pt x="228" y="1242"/>
                    </a:lnTo>
                    <a:lnTo>
                      <a:pt x="162" y="1290"/>
                    </a:lnTo>
                    <a:close/>
                    <a:moveTo>
                      <a:pt x="2466" y="1140"/>
                    </a:moveTo>
                    <a:lnTo>
                      <a:pt x="2472" y="1128"/>
                    </a:lnTo>
                    <a:lnTo>
                      <a:pt x="2454" y="1110"/>
                    </a:lnTo>
                    <a:lnTo>
                      <a:pt x="2448" y="1110"/>
                    </a:lnTo>
                    <a:lnTo>
                      <a:pt x="2436" y="1122"/>
                    </a:lnTo>
                    <a:lnTo>
                      <a:pt x="2430" y="1134"/>
                    </a:lnTo>
                    <a:lnTo>
                      <a:pt x="2424" y="1152"/>
                    </a:lnTo>
                    <a:lnTo>
                      <a:pt x="2418" y="1164"/>
                    </a:lnTo>
                    <a:lnTo>
                      <a:pt x="2418" y="1176"/>
                    </a:lnTo>
                    <a:lnTo>
                      <a:pt x="2436" y="1158"/>
                    </a:lnTo>
                    <a:lnTo>
                      <a:pt x="2454" y="1158"/>
                    </a:lnTo>
                    <a:lnTo>
                      <a:pt x="2460" y="1152"/>
                    </a:lnTo>
                    <a:lnTo>
                      <a:pt x="2466" y="1140"/>
                    </a:lnTo>
                    <a:close/>
                    <a:moveTo>
                      <a:pt x="1428" y="912"/>
                    </a:moveTo>
                    <a:lnTo>
                      <a:pt x="1404" y="924"/>
                    </a:lnTo>
                    <a:lnTo>
                      <a:pt x="1386" y="942"/>
                    </a:lnTo>
                    <a:lnTo>
                      <a:pt x="1386" y="948"/>
                    </a:lnTo>
                    <a:lnTo>
                      <a:pt x="1398" y="954"/>
                    </a:lnTo>
                    <a:lnTo>
                      <a:pt x="1410" y="954"/>
                    </a:lnTo>
                    <a:lnTo>
                      <a:pt x="1422" y="948"/>
                    </a:lnTo>
                    <a:lnTo>
                      <a:pt x="1428" y="948"/>
                    </a:lnTo>
                    <a:lnTo>
                      <a:pt x="1440" y="942"/>
                    </a:lnTo>
                    <a:lnTo>
                      <a:pt x="1446" y="930"/>
                    </a:lnTo>
                    <a:lnTo>
                      <a:pt x="1470" y="930"/>
                    </a:lnTo>
                    <a:lnTo>
                      <a:pt x="1470" y="924"/>
                    </a:lnTo>
                    <a:lnTo>
                      <a:pt x="1458" y="912"/>
                    </a:lnTo>
                    <a:lnTo>
                      <a:pt x="1452" y="912"/>
                    </a:lnTo>
                    <a:lnTo>
                      <a:pt x="1440" y="906"/>
                    </a:lnTo>
                    <a:lnTo>
                      <a:pt x="1428" y="912"/>
                    </a:lnTo>
                    <a:close/>
                    <a:moveTo>
                      <a:pt x="498" y="1164"/>
                    </a:moveTo>
                    <a:lnTo>
                      <a:pt x="486" y="1164"/>
                    </a:lnTo>
                    <a:lnTo>
                      <a:pt x="474" y="1170"/>
                    </a:lnTo>
                    <a:lnTo>
                      <a:pt x="462" y="1170"/>
                    </a:lnTo>
                    <a:lnTo>
                      <a:pt x="450" y="1176"/>
                    </a:lnTo>
                    <a:lnTo>
                      <a:pt x="444" y="1182"/>
                    </a:lnTo>
                    <a:lnTo>
                      <a:pt x="432" y="1182"/>
                    </a:lnTo>
                    <a:lnTo>
                      <a:pt x="426" y="1188"/>
                    </a:lnTo>
                    <a:lnTo>
                      <a:pt x="414" y="1188"/>
                    </a:lnTo>
                    <a:lnTo>
                      <a:pt x="390" y="1200"/>
                    </a:lnTo>
                    <a:lnTo>
                      <a:pt x="384" y="1206"/>
                    </a:lnTo>
                    <a:lnTo>
                      <a:pt x="384" y="1218"/>
                    </a:lnTo>
                    <a:lnTo>
                      <a:pt x="402" y="1218"/>
                    </a:lnTo>
                    <a:lnTo>
                      <a:pt x="420" y="1212"/>
                    </a:lnTo>
                    <a:lnTo>
                      <a:pt x="432" y="1206"/>
                    </a:lnTo>
                    <a:lnTo>
                      <a:pt x="504" y="1206"/>
                    </a:lnTo>
                    <a:lnTo>
                      <a:pt x="510" y="1200"/>
                    </a:lnTo>
                    <a:lnTo>
                      <a:pt x="510" y="1176"/>
                    </a:lnTo>
                    <a:lnTo>
                      <a:pt x="498" y="1164"/>
                    </a:lnTo>
                    <a:close/>
                    <a:moveTo>
                      <a:pt x="330" y="1242"/>
                    </a:moveTo>
                    <a:lnTo>
                      <a:pt x="330" y="1224"/>
                    </a:lnTo>
                    <a:lnTo>
                      <a:pt x="276" y="1242"/>
                    </a:lnTo>
                    <a:lnTo>
                      <a:pt x="330" y="12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 name="USA" descr="© INSCALE GmbH, 05.05.2010&#10;http://www.presentationload.com/">
                <a:extLst>
                  <a:ext uri="{FF2B5EF4-FFF2-40B4-BE49-F238E27FC236}">
                    <a16:creationId xmlns:a16="http://schemas.microsoft.com/office/drawing/2014/main" id="{8FBD304A-3149-8390-E125-088A8AF3C106}"/>
                  </a:ext>
                </a:extLst>
              </p:cNvPr>
              <p:cNvSpPr>
                <a:spLocks noEditPoints="1"/>
              </p:cNvSpPr>
              <p:nvPr/>
            </p:nvSpPr>
            <p:spPr bwMode="gray">
              <a:xfrm>
                <a:off x="1160950" y="1713865"/>
                <a:ext cx="1485337" cy="736743"/>
              </a:xfrm>
              <a:custGeom>
                <a:avLst/>
                <a:gdLst>
                  <a:gd name="T0" fmla="*/ 2147483647 w 3918"/>
                  <a:gd name="T1" fmla="*/ 2147483647 h 1944"/>
                  <a:gd name="T2" fmla="*/ 2147483647 w 3918"/>
                  <a:gd name="T3" fmla="*/ 2147483647 h 1944"/>
                  <a:gd name="T4" fmla="*/ 2147483647 w 3918"/>
                  <a:gd name="T5" fmla="*/ 2147483647 h 1944"/>
                  <a:gd name="T6" fmla="*/ 2147483647 w 3918"/>
                  <a:gd name="T7" fmla="*/ 2147483647 h 1944"/>
                  <a:gd name="T8" fmla="*/ 2147483647 w 3918"/>
                  <a:gd name="T9" fmla="*/ 2147483647 h 1944"/>
                  <a:gd name="T10" fmla="*/ 2147483647 w 3918"/>
                  <a:gd name="T11" fmla="*/ 2147483647 h 1944"/>
                  <a:gd name="T12" fmla="*/ 2147483647 w 3918"/>
                  <a:gd name="T13" fmla="*/ 2147483647 h 1944"/>
                  <a:gd name="T14" fmla="*/ 2147483647 w 3918"/>
                  <a:gd name="T15" fmla="*/ 2147483647 h 1944"/>
                  <a:gd name="T16" fmla="*/ 2147483647 w 3918"/>
                  <a:gd name="T17" fmla="*/ 2147483647 h 1944"/>
                  <a:gd name="T18" fmla="*/ 2147483647 w 3918"/>
                  <a:gd name="T19" fmla="*/ 2147483647 h 1944"/>
                  <a:gd name="T20" fmla="*/ 2147483647 w 3918"/>
                  <a:gd name="T21" fmla="*/ 2147483647 h 1944"/>
                  <a:gd name="T22" fmla="*/ 2147483647 w 3918"/>
                  <a:gd name="T23" fmla="*/ 2147483647 h 1944"/>
                  <a:gd name="T24" fmla="*/ 2147483647 w 3918"/>
                  <a:gd name="T25" fmla="*/ 2147483647 h 1944"/>
                  <a:gd name="T26" fmla="*/ 2147483647 w 3918"/>
                  <a:gd name="T27" fmla="*/ 2147483647 h 1944"/>
                  <a:gd name="T28" fmla="*/ 2147483647 w 3918"/>
                  <a:gd name="T29" fmla="*/ 2147483647 h 1944"/>
                  <a:gd name="T30" fmla="*/ 2147483647 w 3918"/>
                  <a:gd name="T31" fmla="*/ 2147483647 h 1944"/>
                  <a:gd name="T32" fmla="*/ 2147483647 w 3918"/>
                  <a:gd name="T33" fmla="*/ 2147483647 h 1944"/>
                  <a:gd name="T34" fmla="*/ 2147483647 w 3918"/>
                  <a:gd name="T35" fmla="*/ 2147483647 h 1944"/>
                  <a:gd name="T36" fmla="*/ 2147483647 w 3918"/>
                  <a:gd name="T37" fmla="*/ 2147483647 h 1944"/>
                  <a:gd name="T38" fmla="*/ 2147483647 w 3918"/>
                  <a:gd name="T39" fmla="*/ 2147483647 h 1944"/>
                  <a:gd name="T40" fmla="*/ 2147483647 w 3918"/>
                  <a:gd name="T41" fmla="*/ 2147483647 h 1944"/>
                  <a:gd name="T42" fmla="*/ 2147483647 w 3918"/>
                  <a:gd name="T43" fmla="*/ 2147483647 h 1944"/>
                  <a:gd name="T44" fmla="*/ 2147483647 w 3918"/>
                  <a:gd name="T45" fmla="*/ 2147483647 h 1944"/>
                  <a:gd name="T46" fmla="*/ 2147483647 w 3918"/>
                  <a:gd name="T47" fmla="*/ 2147483647 h 1944"/>
                  <a:gd name="T48" fmla="*/ 2147483647 w 3918"/>
                  <a:gd name="T49" fmla="*/ 2147483647 h 1944"/>
                  <a:gd name="T50" fmla="*/ 2147483647 w 3918"/>
                  <a:gd name="T51" fmla="*/ 2147483647 h 1944"/>
                  <a:gd name="T52" fmla="*/ 2147483647 w 3918"/>
                  <a:gd name="T53" fmla="*/ 2147483647 h 1944"/>
                  <a:gd name="T54" fmla="*/ 2147483647 w 3918"/>
                  <a:gd name="T55" fmla="*/ 2147483647 h 1944"/>
                  <a:gd name="T56" fmla="*/ 2147483647 w 3918"/>
                  <a:gd name="T57" fmla="*/ 2147483647 h 1944"/>
                  <a:gd name="T58" fmla="*/ 2147483647 w 3918"/>
                  <a:gd name="T59" fmla="*/ 2147483647 h 1944"/>
                  <a:gd name="T60" fmla="*/ 2147483647 w 3918"/>
                  <a:gd name="T61" fmla="*/ 2147483647 h 1944"/>
                  <a:gd name="T62" fmla="*/ 2147483647 w 3918"/>
                  <a:gd name="T63" fmla="*/ 2147483647 h 1944"/>
                  <a:gd name="T64" fmla="*/ 2147483647 w 3918"/>
                  <a:gd name="T65" fmla="*/ 2147483647 h 1944"/>
                  <a:gd name="T66" fmla="*/ 2147483647 w 3918"/>
                  <a:gd name="T67" fmla="*/ 2147483647 h 1944"/>
                  <a:gd name="T68" fmla="*/ 2147483647 w 3918"/>
                  <a:gd name="T69" fmla="*/ 2147483647 h 1944"/>
                  <a:gd name="T70" fmla="*/ 2147483647 w 3918"/>
                  <a:gd name="T71" fmla="*/ 2147483647 h 1944"/>
                  <a:gd name="T72" fmla="*/ 2147483647 w 3918"/>
                  <a:gd name="T73" fmla="*/ 2147483647 h 1944"/>
                  <a:gd name="T74" fmla="*/ 2147483647 w 3918"/>
                  <a:gd name="T75" fmla="*/ 2147483647 h 1944"/>
                  <a:gd name="T76" fmla="*/ 2147483647 w 3918"/>
                  <a:gd name="T77" fmla="*/ 2147483647 h 1944"/>
                  <a:gd name="T78" fmla="*/ 2147483647 w 3918"/>
                  <a:gd name="T79" fmla="*/ 2147483647 h 1944"/>
                  <a:gd name="T80" fmla="*/ 2147483647 w 3918"/>
                  <a:gd name="T81" fmla="*/ 2147483647 h 1944"/>
                  <a:gd name="T82" fmla="*/ 2147483647 w 3918"/>
                  <a:gd name="T83" fmla="*/ 2147483647 h 1944"/>
                  <a:gd name="T84" fmla="*/ 2147483647 w 3918"/>
                  <a:gd name="T85" fmla="*/ 2147483647 h 1944"/>
                  <a:gd name="T86" fmla="*/ 2147483647 w 3918"/>
                  <a:gd name="T87" fmla="*/ 2147483647 h 1944"/>
                  <a:gd name="T88" fmla="*/ 2147483647 w 3918"/>
                  <a:gd name="T89" fmla="*/ 2147483647 h 1944"/>
                  <a:gd name="T90" fmla="*/ 2147483647 w 3918"/>
                  <a:gd name="T91" fmla="*/ 2147483647 h 1944"/>
                  <a:gd name="T92" fmla="*/ 2147483647 w 3918"/>
                  <a:gd name="T93" fmla="*/ 2147483647 h 1944"/>
                  <a:gd name="T94" fmla="*/ 2147483647 w 3918"/>
                  <a:gd name="T95" fmla="*/ 2147483647 h 1944"/>
                  <a:gd name="T96" fmla="*/ 2147483647 w 3918"/>
                  <a:gd name="T97" fmla="*/ 2147483647 h 1944"/>
                  <a:gd name="T98" fmla="*/ 2147483647 w 3918"/>
                  <a:gd name="T99" fmla="*/ 2147483647 h 1944"/>
                  <a:gd name="T100" fmla="*/ 2147483647 w 3918"/>
                  <a:gd name="T101" fmla="*/ 2147483647 h 1944"/>
                  <a:gd name="T102" fmla="*/ 2147483647 w 3918"/>
                  <a:gd name="T103" fmla="*/ 2147483647 h 1944"/>
                  <a:gd name="T104" fmla="*/ 2147483647 w 3918"/>
                  <a:gd name="T105" fmla="*/ 2147483647 h 1944"/>
                  <a:gd name="T106" fmla="*/ 2147483647 w 3918"/>
                  <a:gd name="T107" fmla="*/ 2147483647 h 1944"/>
                  <a:gd name="T108" fmla="*/ 2147483647 w 3918"/>
                  <a:gd name="T109" fmla="*/ 2147483647 h 1944"/>
                  <a:gd name="T110" fmla="*/ 2147483647 w 3918"/>
                  <a:gd name="T111" fmla="*/ 2147483647 h 1944"/>
                  <a:gd name="T112" fmla="*/ 2147483647 w 3918"/>
                  <a:gd name="T113" fmla="*/ 2147483647 h 1944"/>
                  <a:gd name="T114" fmla="*/ 2147483647 w 3918"/>
                  <a:gd name="T115" fmla="*/ 2147483647 h 1944"/>
                  <a:gd name="T116" fmla="*/ 2147483647 w 3918"/>
                  <a:gd name="T117" fmla="*/ 2147483647 h 1944"/>
                  <a:gd name="T118" fmla="*/ 2147483647 w 3918"/>
                  <a:gd name="T119" fmla="*/ 2147483647 h 1944"/>
                  <a:gd name="T120" fmla="*/ 2147483647 w 3918"/>
                  <a:gd name="T121" fmla="*/ 2147483647 h 1944"/>
                  <a:gd name="T122" fmla="*/ 2147483647 w 3918"/>
                  <a:gd name="T123" fmla="*/ 2147483647 h 1944"/>
                  <a:gd name="T124" fmla="*/ 2147483647 w 3918"/>
                  <a:gd name="T125" fmla="*/ 2147483647 h 194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918"/>
                  <a:gd name="T190" fmla="*/ 0 h 1944"/>
                  <a:gd name="T191" fmla="*/ 3918 w 3918"/>
                  <a:gd name="T192" fmla="*/ 1944 h 194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918" h="1944">
                    <a:moveTo>
                      <a:pt x="3858" y="168"/>
                    </a:moveTo>
                    <a:lnTo>
                      <a:pt x="3852" y="168"/>
                    </a:lnTo>
                    <a:lnTo>
                      <a:pt x="3846" y="162"/>
                    </a:lnTo>
                    <a:lnTo>
                      <a:pt x="3846" y="156"/>
                    </a:lnTo>
                    <a:lnTo>
                      <a:pt x="3840" y="150"/>
                    </a:lnTo>
                    <a:lnTo>
                      <a:pt x="3828" y="150"/>
                    </a:lnTo>
                    <a:lnTo>
                      <a:pt x="3804" y="174"/>
                    </a:lnTo>
                    <a:lnTo>
                      <a:pt x="3798" y="186"/>
                    </a:lnTo>
                    <a:lnTo>
                      <a:pt x="3756" y="210"/>
                    </a:lnTo>
                    <a:lnTo>
                      <a:pt x="3756" y="234"/>
                    </a:lnTo>
                    <a:lnTo>
                      <a:pt x="3744" y="246"/>
                    </a:lnTo>
                    <a:lnTo>
                      <a:pt x="3738" y="246"/>
                    </a:lnTo>
                    <a:lnTo>
                      <a:pt x="3726" y="258"/>
                    </a:lnTo>
                    <a:lnTo>
                      <a:pt x="3720" y="270"/>
                    </a:lnTo>
                    <a:lnTo>
                      <a:pt x="3720" y="294"/>
                    </a:lnTo>
                    <a:lnTo>
                      <a:pt x="3714" y="294"/>
                    </a:lnTo>
                    <a:lnTo>
                      <a:pt x="3708" y="288"/>
                    </a:lnTo>
                    <a:lnTo>
                      <a:pt x="3696" y="288"/>
                    </a:lnTo>
                    <a:lnTo>
                      <a:pt x="3690" y="294"/>
                    </a:lnTo>
                    <a:lnTo>
                      <a:pt x="3678" y="300"/>
                    </a:lnTo>
                    <a:lnTo>
                      <a:pt x="3666" y="312"/>
                    </a:lnTo>
                    <a:lnTo>
                      <a:pt x="3666" y="318"/>
                    </a:lnTo>
                    <a:lnTo>
                      <a:pt x="3660" y="318"/>
                    </a:lnTo>
                    <a:lnTo>
                      <a:pt x="3648" y="324"/>
                    </a:lnTo>
                    <a:lnTo>
                      <a:pt x="3630" y="324"/>
                    </a:lnTo>
                    <a:lnTo>
                      <a:pt x="3618" y="336"/>
                    </a:lnTo>
                    <a:lnTo>
                      <a:pt x="3618" y="342"/>
                    </a:lnTo>
                    <a:lnTo>
                      <a:pt x="3384" y="342"/>
                    </a:lnTo>
                    <a:lnTo>
                      <a:pt x="3372" y="354"/>
                    </a:lnTo>
                    <a:lnTo>
                      <a:pt x="3360" y="360"/>
                    </a:lnTo>
                    <a:lnTo>
                      <a:pt x="3336" y="384"/>
                    </a:lnTo>
                    <a:lnTo>
                      <a:pt x="3324" y="390"/>
                    </a:lnTo>
                    <a:lnTo>
                      <a:pt x="3312" y="402"/>
                    </a:lnTo>
                    <a:lnTo>
                      <a:pt x="3282" y="402"/>
                    </a:lnTo>
                    <a:lnTo>
                      <a:pt x="3282" y="408"/>
                    </a:lnTo>
                    <a:lnTo>
                      <a:pt x="3276" y="408"/>
                    </a:lnTo>
                    <a:lnTo>
                      <a:pt x="3282" y="414"/>
                    </a:lnTo>
                    <a:lnTo>
                      <a:pt x="3282" y="420"/>
                    </a:lnTo>
                    <a:lnTo>
                      <a:pt x="3288" y="426"/>
                    </a:lnTo>
                    <a:lnTo>
                      <a:pt x="3282" y="432"/>
                    </a:lnTo>
                    <a:lnTo>
                      <a:pt x="3282" y="438"/>
                    </a:lnTo>
                    <a:lnTo>
                      <a:pt x="3276" y="444"/>
                    </a:lnTo>
                    <a:lnTo>
                      <a:pt x="3270" y="456"/>
                    </a:lnTo>
                    <a:lnTo>
                      <a:pt x="3264" y="462"/>
                    </a:lnTo>
                    <a:lnTo>
                      <a:pt x="3264" y="468"/>
                    </a:lnTo>
                    <a:lnTo>
                      <a:pt x="3246" y="468"/>
                    </a:lnTo>
                    <a:lnTo>
                      <a:pt x="3246" y="474"/>
                    </a:lnTo>
                    <a:lnTo>
                      <a:pt x="3240" y="474"/>
                    </a:lnTo>
                    <a:lnTo>
                      <a:pt x="3228" y="480"/>
                    </a:lnTo>
                    <a:lnTo>
                      <a:pt x="3204" y="480"/>
                    </a:lnTo>
                    <a:lnTo>
                      <a:pt x="3198" y="474"/>
                    </a:lnTo>
                    <a:lnTo>
                      <a:pt x="3186" y="486"/>
                    </a:lnTo>
                    <a:lnTo>
                      <a:pt x="3162" y="486"/>
                    </a:lnTo>
                    <a:lnTo>
                      <a:pt x="3150" y="480"/>
                    </a:lnTo>
                    <a:lnTo>
                      <a:pt x="3144" y="474"/>
                    </a:lnTo>
                    <a:lnTo>
                      <a:pt x="3114" y="474"/>
                    </a:lnTo>
                    <a:lnTo>
                      <a:pt x="3096" y="486"/>
                    </a:lnTo>
                    <a:lnTo>
                      <a:pt x="3078" y="492"/>
                    </a:lnTo>
                    <a:lnTo>
                      <a:pt x="3072" y="492"/>
                    </a:lnTo>
                    <a:lnTo>
                      <a:pt x="3072" y="516"/>
                    </a:lnTo>
                    <a:lnTo>
                      <a:pt x="3066" y="522"/>
                    </a:lnTo>
                    <a:lnTo>
                      <a:pt x="3078" y="522"/>
                    </a:lnTo>
                    <a:lnTo>
                      <a:pt x="3066" y="528"/>
                    </a:lnTo>
                    <a:lnTo>
                      <a:pt x="3036" y="546"/>
                    </a:lnTo>
                    <a:lnTo>
                      <a:pt x="3000" y="564"/>
                    </a:lnTo>
                    <a:lnTo>
                      <a:pt x="2964" y="576"/>
                    </a:lnTo>
                    <a:lnTo>
                      <a:pt x="2946" y="588"/>
                    </a:lnTo>
                    <a:lnTo>
                      <a:pt x="2934" y="594"/>
                    </a:lnTo>
                    <a:lnTo>
                      <a:pt x="2928" y="594"/>
                    </a:lnTo>
                    <a:lnTo>
                      <a:pt x="2856" y="618"/>
                    </a:lnTo>
                    <a:lnTo>
                      <a:pt x="2850" y="624"/>
                    </a:lnTo>
                    <a:lnTo>
                      <a:pt x="2838" y="624"/>
                    </a:lnTo>
                    <a:lnTo>
                      <a:pt x="2826" y="630"/>
                    </a:lnTo>
                    <a:lnTo>
                      <a:pt x="2808" y="630"/>
                    </a:lnTo>
                    <a:lnTo>
                      <a:pt x="2802" y="636"/>
                    </a:lnTo>
                    <a:lnTo>
                      <a:pt x="2778" y="636"/>
                    </a:lnTo>
                    <a:lnTo>
                      <a:pt x="2772" y="630"/>
                    </a:lnTo>
                    <a:lnTo>
                      <a:pt x="2772" y="624"/>
                    </a:lnTo>
                    <a:lnTo>
                      <a:pt x="2760" y="624"/>
                    </a:lnTo>
                    <a:lnTo>
                      <a:pt x="2748" y="618"/>
                    </a:lnTo>
                    <a:lnTo>
                      <a:pt x="2736" y="606"/>
                    </a:lnTo>
                    <a:lnTo>
                      <a:pt x="2742" y="606"/>
                    </a:lnTo>
                    <a:lnTo>
                      <a:pt x="2748" y="600"/>
                    </a:lnTo>
                    <a:lnTo>
                      <a:pt x="2772" y="588"/>
                    </a:lnTo>
                    <a:lnTo>
                      <a:pt x="2772" y="582"/>
                    </a:lnTo>
                    <a:lnTo>
                      <a:pt x="2796" y="558"/>
                    </a:lnTo>
                    <a:lnTo>
                      <a:pt x="2832" y="540"/>
                    </a:lnTo>
                    <a:lnTo>
                      <a:pt x="2838" y="540"/>
                    </a:lnTo>
                    <a:lnTo>
                      <a:pt x="2844" y="534"/>
                    </a:lnTo>
                    <a:lnTo>
                      <a:pt x="2844" y="510"/>
                    </a:lnTo>
                    <a:lnTo>
                      <a:pt x="2850" y="504"/>
                    </a:lnTo>
                    <a:lnTo>
                      <a:pt x="2856" y="492"/>
                    </a:lnTo>
                    <a:lnTo>
                      <a:pt x="2850" y="486"/>
                    </a:lnTo>
                    <a:lnTo>
                      <a:pt x="2850" y="480"/>
                    </a:lnTo>
                    <a:lnTo>
                      <a:pt x="2856" y="468"/>
                    </a:lnTo>
                    <a:lnTo>
                      <a:pt x="2856" y="444"/>
                    </a:lnTo>
                    <a:lnTo>
                      <a:pt x="2862" y="432"/>
                    </a:lnTo>
                    <a:lnTo>
                      <a:pt x="2862" y="426"/>
                    </a:lnTo>
                    <a:lnTo>
                      <a:pt x="2856" y="420"/>
                    </a:lnTo>
                    <a:lnTo>
                      <a:pt x="2850" y="420"/>
                    </a:lnTo>
                    <a:lnTo>
                      <a:pt x="2844" y="426"/>
                    </a:lnTo>
                    <a:lnTo>
                      <a:pt x="2832" y="426"/>
                    </a:lnTo>
                    <a:lnTo>
                      <a:pt x="2814" y="444"/>
                    </a:lnTo>
                    <a:lnTo>
                      <a:pt x="2802" y="450"/>
                    </a:lnTo>
                    <a:lnTo>
                      <a:pt x="2796" y="456"/>
                    </a:lnTo>
                    <a:lnTo>
                      <a:pt x="2778" y="456"/>
                    </a:lnTo>
                    <a:lnTo>
                      <a:pt x="2772" y="450"/>
                    </a:lnTo>
                    <a:lnTo>
                      <a:pt x="2778" y="444"/>
                    </a:lnTo>
                    <a:lnTo>
                      <a:pt x="2784" y="432"/>
                    </a:lnTo>
                    <a:lnTo>
                      <a:pt x="2808" y="420"/>
                    </a:lnTo>
                    <a:lnTo>
                      <a:pt x="2826" y="402"/>
                    </a:lnTo>
                    <a:lnTo>
                      <a:pt x="2850" y="390"/>
                    </a:lnTo>
                    <a:lnTo>
                      <a:pt x="2856" y="384"/>
                    </a:lnTo>
                    <a:lnTo>
                      <a:pt x="2856" y="366"/>
                    </a:lnTo>
                    <a:lnTo>
                      <a:pt x="2850" y="360"/>
                    </a:lnTo>
                    <a:lnTo>
                      <a:pt x="2850" y="348"/>
                    </a:lnTo>
                    <a:lnTo>
                      <a:pt x="2856" y="348"/>
                    </a:lnTo>
                    <a:lnTo>
                      <a:pt x="2862" y="342"/>
                    </a:lnTo>
                    <a:lnTo>
                      <a:pt x="2868" y="330"/>
                    </a:lnTo>
                    <a:lnTo>
                      <a:pt x="2868" y="318"/>
                    </a:lnTo>
                    <a:lnTo>
                      <a:pt x="2862" y="312"/>
                    </a:lnTo>
                    <a:lnTo>
                      <a:pt x="2850" y="312"/>
                    </a:lnTo>
                    <a:lnTo>
                      <a:pt x="2838" y="306"/>
                    </a:lnTo>
                    <a:lnTo>
                      <a:pt x="2832" y="306"/>
                    </a:lnTo>
                    <a:lnTo>
                      <a:pt x="2826" y="294"/>
                    </a:lnTo>
                    <a:lnTo>
                      <a:pt x="2820" y="288"/>
                    </a:lnTo>
                    <a:lnTo>
                      <a:pt x="2820" y="282"/>
                    </a:lnTo>
                    <a:lnTo>
                      <a:pt x="2814" y="288"/>
                    </a:lnTo>
                    <a:lnTo>
                      <a:pt x="2808" y="288"/>
                    </a:lnTo>
                    <a:lnTo>
                      <a:pt x="2808" y="264"/>
                    </a:lnTo>
                    <a:lnTo>
                      <a:pt x="2844" y="270"/>
                    </a:lnTo>
                    <a:lnTo>
                      <a:pt x="2850" y="264"/>
                    </a:lnTo>
                    <a:lnTo>
                      <a:pt x="2850" y="246"/>
                    </a:lnTo>
                    <a:lnTo>
                      <a:pt x="2862" y="246"/>
                    </a:lnTo>
                    <a:lnTo>
                      <a:pt x="2868" y="228"/>
                    </a:lnTo>
                    <a:lnTo>
                      <a:pt x="2850" y="228"/>
                    </a:lnTo>
                    <a:lnTo>
                      <a:pt x="2844" y="240"/>
                    </a:lnTo>
                    <a:lnTo>
                      <a:pt x="2820" y="228"/>
                    </a:lnTo>
                    <a:lnTo>
                      <a:pt x="2820" y="210"/>
                    </a:lnTo>
                    <a:lnTo>
                      <a:pt x="2802" y="210"/>
                    </a:lnTo>
                    <a:lnTo>
                      <a:pt x="2790" y="216"/>
                    </a:lnTo>
                    <a:lnTo>
                      <a:pt x="2736" y="216"/>
                    </a:lnTo>
                    <a:lnTo>
                      <a:pt x="2724" y="222"/>
                    </a:lnTo>
                    <a:lnTo>
                      <a:pt x="2712" y="222"/>
                    </a:lnTo>
                    <a:lnTo>
                      <a:pt x="2700" y="228"/>
                    </a:lnTo>
                    <a:lnTo>
                      <a:pt x="2682" y="228"/>
                    </a:lnTo>
                    <a:lnTo>
                      <a:pt x="2658" y="216"/>
                    </a:lnTo>
                    <a:lnTo>
                      <a:pt x="2658" y="210"/>
                    </a:lnTo>
                    <a:lnTo>
                      <a:pt x="2652" y="204"/>
                    </a:lnTo>
                    <a:lnTo>
                      <a:pt x="2652" y="198"/>
                    </a:lnTo>
                    <a:lnTo>
                      <a:pt x="2646" y="192"/>
                    </a:lnTo>
                    <a:lnTo>
                      <a:pt x="2628" y="192"/>
                    </a:lnTo>
                    <a:lnTo>
                      <a:pt x="2622" y="198"/>
                    </a:lnTo>
                    <a:lnTo>
                      <a:pt x="2616" y="198"/>
                    </a:lnTo>
                    <a:lnTo>
                      <a:pt x="2610" y="192"/>
                    </a:lnTo>
                    <a:lnTo>
                      <a:pt x="2670" y="162"/>
                    </a:lnTo>
                    <a:lnTo>
                      <a:pt x="2658" y="150"/>
                    </a:lnTo>
                    <a:lnTo>
                      <a:pt x="2640" y="150"/>
                    </a:lnTo>
                    <a:lnTo>
                      <a:pt x="2628" y="162"/>
                    </a:lnTo>
                    <a:lnTo>
                      <a:pt x="2616" y="168"/>
                    </a:lnTo>
                    <a:lnTo>
                      <a:pt x="2610" y="174"/>
                    </a:lnTo>
                    <a:lnTo>
                      <a:pt x="2604" y="174"/>
                    </a:lnTo>
                    <a:lnTo>
                      <a:pt x="2580" y="186"/>
                    </a:lnTo>
                    <a:lnTo>
                      <a:pt x="2562" y="192"/>
                    </a:lnTo>
                    <a:lnTo>
                      <a:pt x="2538" y="204"/>
                    </a:lnTo>
                    <a:lnTo>
                      <a:pt x="2508" y="204"/>
                    </a:lnTo>
                    <a:lnTo>
                      <a:pt x="2496" y="216"/>
                    </a:lnTo>
                    <a:lnTo>
                      <a:pt x="2448" y="216"/>
                    </a:lnTo>
                    <a:lnTo>
                      <a:pt x="2448" y="210"/>
                    </a:lnTo>
                    <a:lnTo>
                      <a:pt x="2454" y="204"/>
                    </a:lnTo>
                    <a:lnTo>
                      <a:pt x="2460" y="204"/>
                    </a:lnTo>
                    <a:lnTo>
                      <a:pt x="2472" y="192"/>
                    </a:lnTo>
                    <a:lnTo>
                      <a:pt x="2460" y="192"/>
                    </a:lnTo>
                    <a:lnTo>
                      <a:pt x="2448" y="198"/>
                    </a:lnTo>
                    <a:lnTo>
                      <a:pt x="2412" y="198"/>
                    </a:lnTo>
                    <a:lnTo>
                      <a:pt x="2400" y="204"/>
                    </a:lnTo>
                    <a:lnTo>
                      <a:pt x="2394" y="210"/>
                    </a:lnTo>
                    <a:lnTo>
                      <a:pt x="2370" y="210"/>
                    </a:lnTo>
                    <a:lnTo>
                      <a:pt x="2370" y="198"/>
                    </a:lnTo>
                    <a:lnTo>
                      <a:pt x="2400" y="180"/>
                    </a:lnTo>
                    <a:lnTo>
                      <a:pt x="2442" y="168"/>
                    </a:lnTo>
                    <a:lnTo>
                      <a:pt x="2502" y="138"/>
                    </a:lnTo>
                    <a:lnTo>
                      <a:pt x="2520" y="126"/>
                    </a:lnTo>
                    <a:lnTo>
                      <a:pt x="2544" y="120"/>
                    </a:lnTo>
                    <a:lnTo>
                      <a:pt x="2574" y="114"/>
                    </a:lnTo>
                    <a:lnTo>
                      <a:pt x="2580" y="114"/>
                    </a:lnTo>
                    <a:lnTo>
                      <a:pt x="2592" y="108"/>
                    </a:lnTo>
                    <a:lnTo>
                      <a:pt x="2574" y="108"/>
                    </a:lnTo>
                    <a:lnTo>
                      <a:pt x="2562" y="102"/>
                    </a:lnTo>
                    <a:lnTo>
                      <a:pt x="2556" y="102"/>
                    </a:lnTo>
                    <a:lnTo>
                      <a:pt x="2556" y="96"/>
                    </a:lnTo>
                    <a:lnTo>
                      <a:pt x="2508" y="102"/>
                    </a:lnTo>
                    <a:lnTo>
                      <a:pt x="2508" y="84"/>
                    </a:lnTo>
                    <a:lnTo>
                      <a:pt x="2502" y="90"/>
                    </a:lnTo>
                    <a:lnTo>
                      <a:pt x="2490" y="96"/>
                    </a:lnTo>
                    <a:lnTo>
                      <a:pt x="2478" y="108"/>
                    </a:lnTo>
                    <a:lnTo>
                      <a:pt x="2466" y="108"/>
                    </a:lnTo>
                    <a:lnTo>
                      <a:pt x="2448" y="90"/>
                    </a:lnTo>
                    <a:lnTo>
                      <a:pt x="2418" y="90"/>
                    </a:lnTo>
                    <a:lnTo>
                      <a:pt x="2412" y="84"/>
                    </a:lnTo>
                    <a:lnTo>
                      <a:pt x="2412" y="78"/>
                    </a:lnTo>
                    <a:lnTo>
                      <a:pt x="2400" y="66"/>
                    </a:lnTo>
                    <a:lnTo>
                      <a:pt x="2388" y="60"/>
                    </a:lnTo>
                    <a:lnTo>
                      <a:pt x="2376" y="60"/>
                    </a:lnTo>
                    <a:lnTo>
                      <a:pt x="2364" y="72"/>
                    </a:lnTo>
                    <a:lnTo>
                      <a:pt x="2364" y="78"/>
                    </a:lnTo>
                    <a:lnTo>
                      <a:pt x="2352" y="78"/>
                    </a:lnTo>
                    <a:lnTo>
                      <a:pt x="2334" y="60"/>
                    </a:lnTo>
                    <a:lnTo>
                      <a:pt x="2322" y="60"/>
                    </a:lnTo>
                    <a:lnTo>
                      <a:pt x="2304" y="54"/>
                    </a:lnTo>
                    <a:lnTo>
                      <a:pt x="2292" y="48"/>
                    </a:lnTo>
                    <a:lnTo>
                      <a:pt x="2292" y="36"/>
                    </a:lnTo>
                    <a:lnTo>
                      <a:pt x="2298" y="24"/>
                    </a:lnTo>
                    <a:lnTo>
                      <a:pt x="2310" y="12"/>
                    </a:lnTo>
                    <a:lnTo>
                      <a:pt x="2298" y="0"/>
                    </a:lnTo>
                    <a:lnTo>
                      <a:pt x="2286" y="6"/>
                    </a:lnTo>
                    <a:lnTo>
                      <a:pt x="2280" y="12"/>
                    </a:lnTo>
                    <a:lnTo>
                      <a:pt x="2274" y="24"/>
                    </a:lnTo>
                    <a:lnTo>
                      <a:pt x="2274" y="30"/>
                    </a:lnTo>
                    <a:lnTo>
                      <a:pt x="2268" y="42"/>
                    </a:lnTo>
                    <a:lnTo>
                      <a:pt x="558" y="42"/>
                    </a:lnTo>
                    <a:lnTo>
                      <a:pt x="552" y="54"/>
                    </a:lnTo>
                    <a:lnTo>
                      <a:pt x="552" y="60"/>
                    </a:lnTo>
                    <a:lnTo>
                      <a:pt x="546" y="60"/>
                    </a:lnTo>
                    <a:lnTo>
                      <a:pt x="546" y="72"/>
                    </a:lnTo>
                    <a:lnTo>
                      <a:pt x="540" y="84"/>
                    </a:lnTo>
                    <a:lnTo>
                      <a:pt x="540" y="108"/>
                    </a:lnTo>
                    <a:lnTo>
                      <a:pt x="510" y="126"/>
                    </a:lnTo>
                    <a:lnTo>
                      <a:pt x="504" y="144"/>
                    </a:lnTo>
                    <a:lnTo>
                      <a:pt x="486" y="168"/>
                    </a:lnTo>
                    <a:lnTo>
                      <a:pt x="438" y="180"/>
                    </a:lnTo>
                    <a:lnTo>
                      <a:pt x="474" y="162"/>
                    </a:lnTo>
                    <a:lnTo>
                      <a:pt x="450" y="162"/>
                    </a:lnTo>
                    <a:lnTo>
                      <a:pt x="456" y="156"/>
                    </a:lnTo>
                    <a:lnTo>
                      <a:pt x="462" y="144"/>
                    </a:lnTo>
                    <a:lnTo>
                      <a:pt x="486" y="120"/>
                    </a:lnTo>
                    <a:lnTo>
                      <a:pt x="492" y="120"/>
                    </a:lnTo>
                    <a:lnTo>
                      <a:pt x="504" y="108"/>
                    </a:lnTo>
                    <a:lnTo>
                      <a:pt x="504" y="102"/>
                    </a:lnTo>
                    <a:lnTo>
                      <a:pt x="456" y="102"/>
                    </a:lnTo>
                    <a:lnTo>
                      <a:pt x="450" y="96"/>
                    </a:lnTo>
                    <a:lnTo>
                      <a:pt x="438" y="90"/>
                    </a:lnTo>
                    <a:lnTo>
                      <a:pt x="432" y="84"/>
                    </a:lnTo>
                    <a:lnTo>
                      <a:pt x="420" y="78"/>
                    </a:lnTo>
                    <a:lnTo>
                      <a:pt x="402" y="78"/>
                    </a:lnTo>
                    <a:lnTo>
                      <a:pt x="390" y="90"/>
                    </a:lnTo>
                    <a:lnTo>
                      <a:pt x="384" y="102"/>
                    </a:lnTo>
                    <a:lnTo>
                      <a:pt x="384" y="150"/>
                    </a:lnTo>
                    <a:lnTo>
                      <a:pt x="378" y="156"/>
                    </a:lnTo>
                    <a:lnTo>
                      <a:pt x="378" y="162"/>
                    </a:lnTo>
                    <a:lnTo>
                      <a:pt x="360" y="180"/>
                    </a:lnTo>
                    <a:lnTo>
                      <a:pt x="390" y="186"/>
                    </a:lnTo>
                    <a:lnTo>
                      <a:pt x="360" y="192"/>
                    </a:lnTo>
                    <a:lnTo>
                      <a:pt x="366" y="210"/>
                    </a:lnTo>
                    <a:lnTo>
                      <a:pt x="348" y="234"/>
                    </a:lnTo>
                    <a:lnTo>
                      <a:pt x="354" y="234"/>
                    </a:lnTo>
                    <a:lnTo>
                      <a:pt x="366" y="246"/>
                    </a:lnTo>
                    <a:lnTo>
                      <a:pt x="372" y="246"/>
                    </a:lnTo>
                    <a:lnTo>
                      <a:pt x="378" y="252"/>
                    </a:lnTo>
                    <a:lnTo>
                      <a:pt x="330" y="252"/>
                    </a:lnTo>
                    <a:lnTo>
                      <a:pt x="324" y="264"/>
                    </a:lnTo>
                    <a:lnTo>
                      <a:pt x="306" y="282"/>
                    </a:lnTo>
                    <a:lnTo>
                      <a:pt x="270" y="342"/>
                    </a:lnTo>
                    <a:lnTo>
                      <a:pt x="258" y="360"/>
                    </a:lnTo>
                    <a:lnTo>
                      <a:pt x="216" y="402"/>
                    </a:lnTo>
                    <a:lnTo>
                      <a:pt x="192" y="432"/>
                    </a:lnTo>
                    <a:lnTo>
                      <a:pt x="174" y="456"/>
                    </a:lnTo>
                    <a:lnTo>
                      <a:pt x="168" y="462"/>
                    </a:lnTo>
                    <a:lnTo>
                      <a:pt x="174" y="480"/>
                    </a:lnTo>
                    <a:lnTo>
                      <a:pt x="168" y="480"/>
                    </a:lnTo>
                    <a:lnTo>
                      <a:pt x="162" y="486"/>
                    </a:lnTo>
                    <a:lnTo>
                      <a:pt x="150" y="492"/>
                    </a:lnTo>
                    <a:lnTo>
                      <a:pt x="126" y="516"/>
                    </a:lnTo>
                    <a:lnTo>
                      <a:pt x="120" y="534"/>
                    </a:lnTo>
                    <a:lnTo>
                      <a:pt x="120" y="546"/>
                    </a:lnTo>
                    <a:lnTo>
                      <a:pt x="102" y="570"/>
                    </a:lnTo>
                    <a:lnTo>
                      <a:pt x="96" y="618"/>
                    </a:lnTo>
                    <a:lnTo>
                      <a:pt x="90" y="630"/>
                    </a:lnTo>
                    <a:lnTo>
                      <a:pt x="72" y="648"/>
                    </a:lnTo>
                    <a:lnTo>
                      <a:pt x="60" y="672"/>
                    </a:lnTo>
                    <a:lnTo>
                      <a:pt x="54" y="678"/>
                    </a:lnTo>
                    <a:lnTo>
                      <a:pt x="42" y="684"/>
                    </a:lnTo>
                    <a:lnTo>
                      <a:pt x="18" y="708"/>
                    </a:lnTo>
                    <a:lnTo>
                      <a:pt x="12" y="720"/>
                    </a:lnTo>
                    <a:lnTo>
                      <a:pt x="18" y="732"/>
                    </a:lnTo>
                    <a:lnTo>
                      <a:pt x="36" y="750"/>
                    </a:lnTo>
                    <a:lnTo>
                      <a:pt x="36" y="762"/>
                    </a:lnTo>
                    <a:lnTo>
                      <a:pt x="30" y="774"/>
                    </a:lnTo>
                    <a:lnTo>
                      <a:pt x="18" y="786"/>
                    </a:lnTo>
                    <a:lnTo>
                      <a:pt x="12" y="798"/>
                    </a:lnTo>
                    <a:lnTo>
                      <a:pt x="6" y="816"/>
                    </a:lnTo>
                    <a:lnTo>
                      <a:pt x="0" y="828"/>
                    </a:lnTo>
                    <a:lnTo>
                      <a:pt x="0" y="840"/>
                    </a:lnTo>
                    <a:lnTo>
                      <a:pt x="6" y="852"/>
                    </a:lnTo>
                    <a:lnTo>
                      <a:pt x="12" y="870"/>
                    </a:lnTo>
                    <a:lnTo>
                      <a:pt x="12" y="882"/>
                    </a:lnTo>
                    <a:lnTo>
                      <a:pt x="18" y="900"/>
                    </a:lnTo>
                    <a:lnTo>
                      <a:pt x="24" y="906"/>
                    </a:lnTo>
                    <a:lnTo>
                      <a:pt x="24" y="912"/>
                    </a:lnTo>
                    <a:lnTo>
                      <a:pt x="48" y="894"/>
                    </a:lnTo>
                    <a:lnTo>
                      <a:pt x="114" y="900"/>
                    </a:lnTo>
                    <a:lnTo>
                      <a:pt x="78" y="900"/>
                    </a:lnTo>
                    <a:lnTo>
                      <a:pt x="66" y="906"/>
                    </a:lnTo>
                    <a:lnTo>
                      <a:pt x="60" y="906"/>
                    </a:lnTo>
                    <a:lnTo>
                      <a:pt x="48" y="918"/>
                    </a:lnTo>
                    <a:lnTo>
                      <a:pt x="48" y="942"/>
                    </a:lnTo>
                    <a:lnTo>
                      <a:pt x="30" y="924"/>
                    </a:lnTo>
                    <a:lnTo>
                      <a:pt x="24" y="924"/>
                    </a:lnTo>
                    <a:lnTo>
                      <a:pt x="18" y="936"/>
                    </a:lnTo>
                    <a:lnTo>
                      <a:pt x="18" y="942"/>
                    </a:lnTo>
                    <a:lnTo>
                      <a:pt x="12" y="960"/>
                    </a:lnTo>
                    <a:lnTo>
                      <a:pt x="12" y="978"/>
                    </a:lnTo>
                    <a:lnTo>
                      <a:pt x="18" y="984"/>
                    </a:lnTo>
                    <a:lnTo>
                      <a:pt x="30" y="990"/>
                    </a:lnTo>
                    <a:lnTo>
                      <a:pt x="42" y="990"/>
                    </a:lnTo>
                    <a:lnTo>
                      <a:pt x="42" y="1002"/>
                    </a:lnTo>
                    <a:lnTo>
                      <a:pt x="36" y="1008"/>
                    </a:lnTo>
                    <a:lnTo>
                      <a:pt x="36" y="1014"/>
                    </a:lnTo>
                    <a:lnTo>
                      <a:pt x="18" y="1032"/>
                    </a:lnTo>
                    <a:lnTo>
                      <a:pt x="12" y="1044"/>
                    </a:lnTo>
                    <a:lnTo>
                      <a:pt x="12" y="1056"/>
                    </a:lnTo>
                    <a:lnTo>
                      <a:pt x="18" y="1068"/>
                    </a:lnTo>
                    <a:lnTo>
                      <a:pt x="24" y="1074"/>
                    </a:lnTo>
                    <a:lnTo>
                      <a:pt x="36" y="1098"/>
                    </a:lnTo>
                    <a:lnTo>
                      <a:pt x="42" y="1104"/>
                    </a:lnTo>
                    <a:lnTo>
                      <a:pt x="54" y="1128"/>
                    </a:lnTo>
                    <a:lnTo>
                      <a:pt x="60" y="1134"/>
                    </a:lnTo>
                    <a:lnTo>
                      <a:pt x="60" y="1146"/>
                    </a:lnTo>
                    <a:lnTo>
                      <a:pt x="54" y="1152"/>
                    </a:lnTo>
                    <a:lnTo>
                      <a:pt x="42" y="1176"/>
                    </a:lnTo>
                    <a:lnTo>
                      <a:pt x="36" y="1182"/>
                    </a:lnTo>
                    <a:lnTo>
                      <a:pt x="36" y="1188"/>
                    </a:lnTo>
                    <a:lnTo>
                      <a:pt x="42" y="1194"/>
                    </a:lnTo>
                    <a:lnTo>
                      <a:pt x="54" y="1194"/>
                    </a:lnTo>
                    <a:lnTo>
                      <a:pt x="72" y="1200"/>
                    </a:lnTo>
                    <a:lnTo>
                      <a:pt x="102" y="1200"/>
                    </a:lnTo>
                    <a:lnTo>
                      <a:pt x="102" y="1212"/>
                    </a:lnTo>
                    <a:lnTo>
                      <a:pt x="120" y="1230"/>
                    </a:lnTo>
                    <a:lnTo>
                      <a:pt x="132" y="1230"/>
                    </a:lnTo>
                    <a:lnTo>
                      <a:pt x="144" y="1224"/>
                    </a:lnTo>
                    <a:lnTo>
                      <a:pt x="150" y="1224"/>
                    </a:lnTo>
                    <a:lnTo>
                      <a:pt x="162" y="1218"/>
                    </a:lnTo>
                    <a:lnTo>
                      <a:pt x="168" y="1248"/>
                    </a:lnTo>
                    <a:lnTo>
                      <a:pt x="174" y="1248"/>
                    </a:lnTo>
                    <a:lnTo>
                      <a:pt x="180" y="1254"/>
                    </a:lnTo>
                    <a:lnTo>
                      <a:pt x="204" y="1266"/>
                    </a:lnTo>
                    <a:lnTo>
                      <a:pt x="216" y="1290"/>
                    </a:lnTo>
                    <a:lnTo>
                      <a:pt x="216" y="1314"/>
                    </a:lnTo>
                    <a:lnTo>
                      <a:pt x="210" y="1338"/>
                    </a:lnTo>
                    <a:lnTo>
                      <a:pt x="216" y="1344"/>
                    </a:lnTo>
                    <a:lnTo>
                      <a:pt x="360" y="1338"/>
                    </a:lnTo>
                    <a:lnTo>
                      <a:pt x="354" y="1344"/>
                    </a:lnTo>
                    <a:lnTo>
                      <a:pt x="354" y="1350"/>
                    </a:lnTo>
                    <a:lnTo>
                      <a:pt x="360" y="1350"/>
                    </a:lnTo>
                    <a:lnTo>
                      <a:pt x="570" y="1446"/>
                    </a:lnTo>
                    <a:lnTo>
                      <a:pt x="774" y="1446"/>
                    </a:lnTo>
                    <a:lnTo>
                      <a:pt x="774" y="1440"/>
                    </a:lnTo>
                    <a:lnTo>
                      <a:pt x="780" y="1428"/>
                    </a:lnTo>
                    <a:lnTo>
                      <a:pt x="780" y="1410"/>
                    </a:lnTo>
                    <a:lnTo>
                      <a:pt x="786" y="1404"/>
                    </a:lnTo>
                    <a:lnTo>
                      <a:pt x="900" y="1404"/>
                    </a:lnTo>
                    <a:lnTo>
                      <a:pt x="912" y="1416"/>
                    </a:lnTo>
                    <a:lnTo>
                      <a:pt x="912" y="1440"/>
                    </a:lnTo>
                    <a:lnTo>
                      <a:pt x="942" y="1452"/>
                    </a:lnTo>
                    <a:lnTo>
                      <a:pt x="948" y="1482"/>
                    </a:lnTo>
                    <a:lnTo>
                      <a:pt x="960" y="1482"/>
                    </a:lnTo>
                    <a:lnTo>
                      <a:pt x="972" y="1488"/>
                    </a:lnTo>
                    <a:lnTo>
                      <a:pt x="984" y="1500"/>
                    </a:lnTo>
                    <a:lnTo>
                      <a:pt x="990" y="1512"/>
                    </a:lnTo>
                    <a:lnTo>
                      <a:pt x="990" y="1554"/>
                    </a:lnTo>
                    <a:lnTo>
                      <a:pt x="984" y="1566"/>
                    </a:lnTo>
                    <a:lnTo>
                      <a:pt x="984" y="1578"/>
                    </a:lnTo>
                    <a:lnTo>
                      <a:pt x="1014" y="1608"/>
                    </a:lnTo>
                    <a:lnTo>
                      <a:pt x="1026" y="1614"/>
                    </a:lnTo>
                    <a:lnTo>
                      <a:pt x="1044" y="1626"/>
                    </a:lnTo>
                    <a:lnTo>
                      <a:pt x="1056" y="1626"/>
                    </a:lnTo>
                    <a:lnTo>
                      <a:pt x="1080" y="1614"/>
                    </a:lnTo>
                    <a:lnTo>
                      <a:pt x="1092" y="1602"/>
                    </a:lnTo>
                    <a:lnTo>
                      <a:pt x="1104" y="1578"/>
                    </a:lnTo>
                    <a:lnTo>
                      <a:pt x="1116" y="1566"/>
                    </a:lnTo>
                    <a:lnTo>
                      <a:pt x="1134" y="1566"/>
                    </a:lnTo>
                    <a:lnTo>
                      <a:pt x="1134" y="1560"/>
                    </a:lnTo>
                    <a:lnTo>
                      <a:pt x="1152" y="1566"/>
                    </a:lnTo>
                    <a:lnTo>
                      <a:pt x="1194" y="1566"/>
                    </a:lnTo>
                    <a:lnTo>
                      <a:pt x="1200" y="1578"/>
                    </a:lnTo>
                    <a:lnTo>
                      <a:pt x="1206" y="1584"/>
                    </a:lnTo>
                    <a:lnTo>
                      <a:pt x="1212" y="1596"/>
                    </a:lnTo>
                    <a:lnTo>
                      <a:pt x="1224" y="1608"/>
                    </a:lnTo>
                    <a:lnTo>
                      <a:pt x="1230" y="1620"/>
                    </a:lnTo>
                    <a:lnTo>
                      <a:pt x="1242" y="1632"/>
                    </a:lnTo>
                    <a:lnTo>
                      <a:pt x="1242" y="1656"/>
                    </a:lnTo>
                    <a:lnTo>
                      <a:pt x="1236" y="1668"/>
                    </a:lnTo>
                    <a:lnTo>
                      <a:pt x="1236" y="1680"/>
                    </a:lnTo>
                    <a:lnTo>
                      <a:pt x="1242" y="1692"/>
                    </a:lnTo>
                    <a:lnTo>
                      <a:pt x="1254" y="1698"/>
                    </a:lnTo>
                    <a:lnTo>
                      <a:pt x="1254" y="1722"/>
                    </a:lnTo>
                    <a:lnTo>
                      <a:pt x="1260" y="1728"/>
                    </a:lnTo>
                    <a:lnTo>
                      <a:pt x="1272" y="1734"/>
                    </a:lnTo>
                    <a:lnTo>
                      <a:pt x="1284" y="1746"/>
                    </a:lnTo>
                    <a:lnTo>
                      <a:pt x="1284" y="1752"/>
                    </a:lnTo>
                    <a:lnTo>
                      <a:pt x="1278" y="1758"/>
                    </a:lnTo>
                    <a:lnTo>
                      <a:pt x="1272" y="1758"/>
                    </a:lnTo>
                    <a:lnTo>
                      <a:pt x="1272" y="1794"/>
                    </a:lnTo>
                    <a:lnTo>
                      <a:pt x="1284" y="1806"/>
                    </a:lnTo>
                    <a:lnTo>
                      <a:pt x="1284" y="1836"/>
                    </a:lnTo>
                    <a:lnTo>
                      <a:pt x="1296" y="1848"/>
                    </a:lnTo>
                    <a:lnTo>
                      <a:pt x="1314" y="1854"/>
                    </a:lnTo>
                    <a:lnTo>
                      <a:pt x="1326" y="1854"/>
                    </a:lnTo>
                    <a:lnTo>
                      <a:pt x="1338" y="1866"/>
                    </a:lnTo>
                    <a:lnTo>
                      <a:pt x="1380" y="1866"/>
                    </a:lnTo>
                    <a:lnTo>
                      <a:pt x="1380" y="1872"/>
                    </a:lnTo>
                    <a:lnTo>
                      <a:pt x="1386" y="1884"/>
                    </a:lnTo>
                    <a:lnTo>
                      <a:pt x="1410" y="1884"/>
                    </a:lnTo>
                    <a:lnTo>
                      <a:pt x="1410" y="1878"/>
                    </a:lnTo>
                    <a:lnTo>
                      <a:pt x="1398" y="1806"/>
                    </a:lnTo>
                    <a:lnTo>
                      <a:pt x="1416" y="1788"/>
                    </a:lnTo>
                    <a:lnTo>
                      <a:pt x="1398" y="1776"/>
                    </a:lnTo>
                    <a:lnTo>
                      <a:pt x="1398" y="1758"/>
                    </a:lnTo>
                    <a:lnTo>
                      <a:pt x="1404" y="1764"/>
                    </a:lnTo>
                    <a:lnTo>
                      <a:pt x="1422" y="1764"/>
                    </a:lnTo>
                    <a:lnTo>
                      <a:pt x="1428" y="1758"/>
                    </a:lnTo>
                    <a:lnTo>
                      <a:pt x="1428" y="1728"/>
                    </a:lnTo>
                    <a:lnTo>
                      <a:pt x="1452" y="1722"/>
                    </a:lnTo>
                    <a:lnTo>
                      <a:pt x="1458" y="1698"/>
                    </a:lnTo>
                    <a:lnTo>
                      <a:pt x="1476" y="1704"/>
                    </a:lnTo>
                    <a:lnTo>
                      <a:pt x="1494" y="1692"/>
                    </a:lnTo>
                    <a:lnTo>
                      <a:pt x="1488" y="1668"/>
                    </a:lnTo>
                    <a:lnTo>
                      <a:pt x="1500" y="1680"/>
                    </a:lnTo>
                    <a:lnTo>
                      <a:pt x="1500" y="1668"/>
                    </a:lnTo>
                    <a:lnTo>
                      <a:pt x="1506" y="1656"/>
                    </a:lnTo>
                    <a:lnTo>
                      <a:pt x="1512" y="1650"/>
                    </a:lnTo>
                    <a:lnTo>
                      <a:pt x="1518" y="1650"/>
                    </a:lnTo>
                    <a:lnTo>
                      <a:pt x="1524" y="1656"/>
                    </a:lnTo>
                    <a:lnTo>
                      <a:pt x="1524" y="1668"/>
                    </a:lnTo>
                    <a:lnTo>
                      <a:pt x="1542" y="1668"/>
                    </a:lnTo>
                    <a:lnTo>
                      <a:pt x="1554" y="1662"/>
                    </a:lnTo>
                    <a:lnTo>
                      <a:pt x="1572" y="1656"/>
                    </a:lnTo>
                    <a:lnTo>
                      <a:pt x="1596" y="1644"/>
                    </a:lnTo>
                    <a:lnTo>
                      <a:pt x="1602" y="1638"/>
                    </a:lnTo>
                    <a:lnTo>
                      <a:pt x="1608" y="1626"/>
                    </a:lnTo>
                    <a:lnTo>
                      <a:pt x="1620" y="1620"/>
                    </a:lnTo>
                    <a:lnTo>
                      <a:pt x="1626" y="1608"/>
                    </a:lnTo>
                    <a:lnTo>
                      <a:pt x="1632" y="1602"/>
                    </a:lnTo>
                    <a:lnTo>
                      <a:pt x="1632" y="1590"/>
                    </a:lnTo>
                    <a:lnTo>
                      <a:pt x="1626" y="1584"/>
                    </a:lnTo>
                    <a:lnTo>
                      <a:pt x="1626" y="1566"/>
                    </a:lnTo>
                    <a:lnTo>
                      <a:pt x="1632" y="1566"/>
                    </a:lnTo>
                    <a:lnTo>
                      <a:pt x="1656" y="1578"/>
                    </a:lnTo>
                    <a:lnTo>
                      <a:pt x="1662" y="1584"/>
                    </a:lnTo>
                    <a:lnTo>
                      <a:pt x="1674" y="1590"/>
                    </a:lnTo>
                    <a:lnTo>
                      <a:pt x="1686" y="1590"/>
                    </a:lnTo>
                    <a:lnTo>
                      <a:pt x="1692" y="1584"/>
                    </a:lnTo>
                    <a:lnTo>
                      <a:pt x="1710" y="1548"/>
                    </a:lnTo>
                    <a:lnTo>
                      <a:pt x="1716" y="1548"/>
                    </a:lnTo>
                    <a:lnTo>
                      <a:pt x="1734" y="1566"/>
                    </a:lnTo>
                    <a:lnTo>
                      <a:pt x="1746" y="1566"/>
                    </a:lnTo>
                    <a:lnTo>
                      <a:pt x="1752" y="1560"/>
                    </a:lnTo>
                    <a:lnTo>
                      <a:pt x="1758" y="1548"/>
                    </a:lnTo>
                    <a:lnTo>
                      <a:pt x="1764" y="1542"/>
                    </a:lnTo>
                    <a:lnTo>
                      <a:pt x="1770" y="1554"/>
                    </a:lnTo>
                    <a:lnTo>
                      <a:pt x="1776" y="1560"/>
                    </a:lnTo>
                    <a:lnTo>
                      <a:pt x="1782" y="1572"/>
                    </a:lnTo>
                    <a:lnTo>
                      <a:pt x="1794" y="1578"/>
                    </a:lnTo>
                    <a:lnTo>
                      <a:pt x="1800" y="1584"/>
                    </a:lnTo>
                    <a:lnTo>
                      <a:pt x="1818" y="1584"/>
                    </a:lnTo>
                    <a:lnTo>
                      <a:pt x="1824" y="1578"/>
                    </a:lnTo>
                    <a:lnTo>
                      <a:pt x="1830" y="1566"/>
                    </a:lnTo>
                    <a:lnTo>
                      <a:pt x="1842" y="1554"/>
                    </a:lnTo>
                    <a:lnTo>
                      <a:pt x="1848" y="1554"/>
                    </a:lnTo>
                    <a:lnTo>
                      <a:pt x="1860" y="1560"/>
                    </a:lnTo>
                    <a:lnTo>
                      <a:pt x="1872" y="1572"/>
                    </a:lnTo>
                    <a:lnTo>
                      <a:pt x="1872" y="1584"/>
                    </a:lnTo>
                    <a:lnTo>
                      <a:pt x="1878" y="1596"/>
                    </a:lnTo>
                    <a:lnTo>
                      <a:pt x="1878" y="1614"/>
                    </a:lnTo>
                    <a:lnTo>
                      <a:pt x="1914" y="1614"/>
                    </a:lnTo>
                    <a:lnTo>
                      <a:pt x="1920" y="1620"/>
                    </a:lnTo>
                    <a:lnTo>
                      <a:pt x="1926" y="1620"/>
                    </a:lnTo>
                    <a:lnTo>
                      <a:pt x="1926" y="1608"/>
                    </a:lnTo>
                    <a:lnTo>
                      <a:pt x="1932" y="1602"/>
                    </a:lnTo>
                    <a:lnTo>
                      <a:pt x="1932" y="1608"/>
                    </a:lnTo>
                    <a:lnTo>
                      <a:pt x="1956" y="1632"/>
                    </a:lnTo>
                    <a:lnTo>
                      <a:pt x="1962" y="1626"/>
                    </a:lnTo>
                    <a:lnTo>
                      <a:pt x="1968" y="1614"/>
                    </a:lnTo>
                    <a:lnTo>
                      <a:pt x="1968" y="1596"/>
                    </a:lnTo>
                    <a:lnTo>
                      <a:pt x="1962" y="1584"/>
                    </a:lnTo>
                    <a:lnTo>
                      <a:pt x="1980" y="1590"/>
                    </a:lnTo>
                    <a:lnTo>
                      <a:pt x="1992" y="1608"/>
                    </a:lnTo>
                    <a:lnTo>
                      <a:pt x="2004" y="1614"/>
                    </a:lnTo>
                    <a:lnTo>
                      <a:pt x="2004" y="1626"/>
                    </a:lnTo>
                    <a:lnTo>
                      <a:pt x="2010" y="1626"/>
                    </a:lnTo>
                    <a:lnTo>
                      <a:pt x="2016" y="1632"/>
                    </a:lnTo>
                    <a:lnTo>
                      <a:pt x="2028" y="1632"/>
                    </a:lnTo>
                    <a:lnTo>
                      <a:pt x="2034" y="1626"/>
                    </a:lnTo>
                    <a:lnTo>
                      <a:pt x="2034" y="1620"/>
                    </a:lnTo>
                    <a:lnTo>
                      <a:pt x="2028" y="1608"/>
                    </a:lnTo>
                    <a:lnTo>
                      <a:pt x="2022" y="1602"/>
                    </a:lnTo>
                    <a:lnTo>
                      <a:pt x="2010" y="1596"/>
                    </a:lnTo>
                    <a:lnTo>
                      <a:pt x="2004" y="1590"/>
                    </a:lnTo>
                    <a:lnTo>
                      <a:pt x="1998" y="1578"/>
                    </a:lnTo>
                    <a:lnTo>
                      <a:pt x="2010" y="1578"/>
                    </a:lnTo>
                    <a:lnTo>
                      <a:pt x="2022" y="1566"/>
                    </a:lnTo>
                    <a:lnTo>
                      <a:pt x="2022" y="1554"/>
                    </a:lnTo>
                    <a:lnTo>
                      <a:pt x="2016" y="1548"/>
                    </a:lnTo>
                    <a:lnTo>
                      <a:pt x="1968" y="1548"/>
                    </a:lnTo>
                    <a:lnTo>
                      <a:pt x="1962" y="1542"/>
                    </a:lnTo>
                    <a:lnTo>
                      <a:pt x="1962" y="1530"/>
                    </a:lnTo>
                    <a:lnTo>
                      <a:pt x="1968" y="1524"/>
                    </a:lnTo>
                    <a:lnTo>
                      <a:pt x="1986" y="1524"/>
                    </a:lnTo>
                    <a:lnTo>
                      <a:pt x="1998" y="1530"/>
                    </a:lnTo>
                    <a:lnTo>
                      <a:pt x="2004" y="1530"/>
                    </a:lnTo>
                    <a:lnTo>
                      <a:pt x="2016" y="1536"/>
                    </a:lnTo>
                    <a:lnTo>
                      <a:pt x="2028" y="1536"/>
                    </a:lnTo>
                    <a:lnTo>
                      <a:pt x="2064" y="1518"/>
                    </a:lnTo>
                    <a:lnTo>
                      <a:pt x="2070" y="1512"/>
                    </a:lnTo>
                    <a:lnTo>
                      <a:pt x="2082" y="1512"/>
                    </a:lnTo>
                    <a:lnTo>
                      <a:pt x="2082" y="1518"/>
                    </a:lnTo>
                    <a:lnTo>
                      <a:pt x="2106" y="1518"/>
                    </a:lnTo>
                    <a:lnTo>
                      <a:pt x="2118" y="1512"/>
                    </a:lnTo>
                    <a:lnTo>
                      <a:pt x="2124" y="1512"/>
                    </a:lnTo>
                    <a:lnTo>
                      <a:pt x="2130" y="1506"/>
                    </a:lnTo>
                    <a:lnTo>
                      <a:pt x="2130" y="1500"/>
                    </a:lnTo>
                    <a:lnTo>
                      <a:pt x="2136" y="1488"/>
                    </a:lnTo>
                    <a:lnTo>
                      <a:pt x="2136" y="1482"/>
                    </a:lnTo>
                    <a:lnTo>
                      <a:pt x="2142" y="1482"/>
                    </a:lnTo>
                    <a:lnTo>
                      <a:pt x="2142" y="1488"/>
                    </a:lnTo>
                    <a:lnTo>
                      <a:pt x="2148" y="1500"/>
                    </a:lnTo>
                    <a:lnTo>
                      <a:pt x="2148" y="1524"/>
                    </a:lnTo>
                    <a:lnTo>
                      <a:pt x="2154" y="1524"/>
                    </a:lnTo>
                    <a:lnTo>
                      <a:pt x="2160" y="1518"/>
                    </a:lnTo>
                    <a:lnTo>
                      <a:pt x="2172" y="1512"/>
                    </a:lnTo>
                    <a:lnTo>
                      <a:pt x="2190" y="1512"/>
                    </a:lnTo>
                    <a:lnTo>
                      <a:pt x="2202" y="1506"/>
                    </a:lnTo>
                    <a:lnTo>
                      <a:pt x="2214" y="1506"/>
                    </a:lnTo>
                    <a:lnTo>
                      <a:pt x="2226" y="1512"/>
                    </a:lnTo>
                    <a:lnTo>
                      <a:pt x="2232" y="1524"/>
                    </a:lnTo>
                    <a:lnTo>
                      <a:pt x="2232" y="1506"/>
                    </a:lnTo>
                    <a:lnTo>
                      <a:pt x="2244" y="1506"/>
                    </a:lnTo>
                    <a:lnTo>
                      <a:pt x="2256" y="1518"/>
                    </a:lnTo>
                    <a:lnTo>
                      <a:pt x="2256" y="1530"/>
                    </a:lnTo>
                    <a:lnTo>
                      <a:pt x="2286" y="1524"/>
                    </a:lnTo>
                    <a:lnTo>
                      <a:pt x="2280" y="1536"/>
                    </a:lnTo>
                    <a:lnTo>
                      <a:pt x="2280" y="1548"/>
                    </a:lnTo>
                    <a:lnTo>
                      <a:pt x="2286" y="1554"/>
                    </a:lnTo>
                    <a:lnTo>
                      <a:pt x="2286" y="1566"/>
                    </a:lnTo>
                    <a:lnTo>
                      <a:pt x="2298" y="1578"/>
                    </a:lnTo>
                    <a:lnTo>
                      <a:pt x="2310" y="1578"/>
                    </a:lnTo>
                    <a:lnTo>
                      <a:pt x="2328" y="1572"/>
                    </a:lnTo>
                    <a:lnTo>
                      <a:pt x="2352" y="1548"/>
                    </a:lnTo>
                    <a:lnTo>
                      <a:pt x="2370" y="1542"/>
                    </a:lnTo>
                    <a:lnTo>
                      <a:pt x="2382" y="1542"/>
                    </a:lnTo>
                    <a:lnTo>
                      <a:pt x="2394" y="1548"/>
                    </a:lnTo>
                    <a:lnTo>
                      <a:pt x="2400" y="1554"/>
                    </a:lnTo>
                    <a:lnTo>
                      <a:pt x="2418" y="1590"/>
                    </a:lnTo>
                    <a:lnTo>
                      <a:pt x="2418" y="1602"/>
                    </a:lnTo>
                    <a:lnTo>
                      <a:pt x="2424" y="1608"/>
                    </a:lnTo>
                    <a:lnTo>
                      <a:pt x="2436" y="1614"/>
                    </a:lnTo>
                    <a:lnTo>
                      <a:pt x="2466" y="1614"/>
                    </a:lnTo>
                    <a:lnTo>
                      <a:pt x="2460" y="1656"/>
                    </a:lnTo>
                    <a:lnTo>
                      <a:pt x="2460" y="1662"/>
                    </a:lnTo>
                    <a:lnTo>
                      <a:pt x="2454" y="1668"/>
                    </a:lnTo>
                    <a:lnTo>
                      <a:pt x="2436" y="1704"/>
                    </a:lnTo>
                    <a:lnTo>
                      <a:pt x="2436" y="1710"/>
                    </a:lnTo>
                    <a:lnTo>
                      <a:pt x="2448" y="1722"/>
                    </a:lnTo>
                    <a:lnTo>
                      <a:pt x="2454" y="1722"/>
                    </a:lnTo>
                    <a:lnTo>
                      <a:pt x="2460" y="1734"/>
                    </a:lnTo>
                    <a:lnTo>
                      <a:pt x="2436" y="1758"/>
                    </a:lnTo>
                    <a:lnTo>
                      <a:pt x="2454" y="1806"/>
                    </a:lnTo>
                    <a:lnTo>
                      <a:pt x="2472" y="1788"/>
                    </a:lnTo>
                    <a:lnTo>
                      <a:pt x="2478" y="1788"/>
                    </a:lnTo>
                    <a:lnTo>
                      <a:pt x="2478" y="1794"/>
                    </a:lnTo>
                    <a:lnTo>
                      <a:pt x="2472" y="1800"/>
                    </a:lnTo>
                    <a:lnTo>
                      <a:pt x="2466" y="1812"/>
                    </a:lnTo>
                    <a:lnTo>
                      <a:pt x="2466" y="1818"/>
                    </a:lnTo>
                    <a:lnTo>
                      <a:pt x="2460" y="1830"/>
                    </a:lnTo>
                    <a:lnTo>
                      <a:pt x="2478" y="1830"/>
                    </a:lnTo>
                    <a:lnTo>
                      <a:pt x="2478" y="1878"/>
                    </a:lnTo>
                    <a:lnTo>
                      <a:pt x="2496" y="1878"/>
                    </a:lnTo>
                    <a:lnTo>
                      <a:pt x="2502" y="1884"/>
                    </a:lnTo>
                    <a:lnTo>
                      <a:pt x="2508" y="1884"/>
                    </a:lnTo>
                    <a:lnTo>
                      <a:pt x="2508" y="1896"/>
                    </a:lnTo>
                    <a:lnTo>
                      <a:pt x="2502" y="1908"/>
                    </a:lnTo>
                    <a:lnTo>
                      <a:pt x="2502" y="1920"/>
                    </a:lnTo>
                    <a:lnTo>
                      <a:pt x="2526" y="1944"/>
                    </a:lnTo>
                    <a:lnTo>
                      <a:pt x="2532" y="1944"/>
                    </a:lnTo>
                    <a:lnTo>
                      <a:pt x="2538" y="1938"/>
                    </a:lnTo>
                    <a:lnTo>
                      <a:pt x="2550" y="1932"/>
                    </a:lnTo>
                    <a:lnTo>
                      <a:pt x="2556" y="1932"/>
                    </a:lnTo>
                    <a:lnTo>
                      <a:pt x="2562" y="1926"/>
                    </a:lnTo>
                    <a:lnTo>
                      <a:pt x="2568" y="1914"/>
                    </a:lnTo>
                    <a:lnTo>
                      <a:pt x="2568" y="1896"/>
                    </a:lnTo>
                    <a:lnTo>
                      <a:pt x="2586" y="1896"/>
                    </a:lnTo>
                    <a:lnTo>
                      <a:pt x="2586" y="1872"/>
                    </a:lnTo>
                    <a:lnTo>
                      <a:pt x="2604" y="1836"/>
                    </a:lnTo>
                    <a:lnTo>
                      <a:pt x="2604" y="1818"/>
                    </a:lnTo>
                    <a:lnTo>
                      <a:pt x="2610" y="1806"/>
                    </a:lnTo>
                    <a:lnTo>
                      <a:pt x="2610" y="1794"/>
                    </a:lnTo>
                    <a:lnTo>
                      <a:pt x="2604" y="1782"/>
                    </a:lnTo>
                    <a:lnTo>
                      <a:pt x="2604" y="1770"/>
                    </a:lnTo>
                    <a:lnTo>
                      <a:pt x="2598" y="1752"/>
                    </a:lnTo>
                    <a:lnTo>
                      <a:pt x="2592" y="1740"/>
                    </a:lnTo>
                    <a:lnTo>
                      <a:pt x="2586" y="1722"/>
                    </a:lnTo>
                    <a:lnTo>
                      <a:pt x="2586" y="1704"/>
                    </a:lnTo>
                    <a:lnTo>
                      <a:pt x="2592" y="1686"/>
                    </a:lnTo>
                    <a:lnTo>
                      <a:pt x="2598" y="1674"/>
                    </a:lnTo>
                    <a:lnTo>
                      <a:pt x="2598" y="1644"/>
                    </a:lnTo>
                    <a:lnTo>
                      <a:pt x="2592" y="1626"/>
                    </a:lnTo>
                    <a:lnTo>
                      <a:pt x="2586" y="1614"/>
                    </a:lnTo>
                    <a:lnTo>
                      <a:pt x="2580" y="1596"/>
                    </a:lnTo>
                    <a:lnTo>
                      <a:pt x="2574" y="1584"/>
                    </a:lnTo>
                    <a:lnTo>
                      <a:pt x="2574" y="1518"/>
                    </a:lnTo>
                    <a:lnTo>
                      <a:pt x="2580" y="1488"/>
                    </a:lnTo>
                    <a:lnTo>
                      <a:pt x="2586" y="1470"/>
                    </a:lnTo>
                    <a:lnTo>
                      <a:pt x="2598" y="1452"/>
                    </a:lnTo>
                    <a:lnTo>
                      <a:pt x="2604" y="1440"/>
                    </a:lnTo>
                    <a:lnTo>
                      <a:pt x="2610" y="1422"/>
                    </a:lnTo>
                    <a:lnTo>
                      <a:pt x="2616" y="1416"/>
                    </a:lnTo>
                    <a:lnTo>
                      <a:pt x="2616" y="1410"/>
                    </a:lnTo>
                    <a:lnTo>
                      <a:pt x="2628" y="1398"/>
                    </a:lnTo>
                    <a:lnTo>
                      <a:pt x="2652" y="1380"/>
                    </a:lnTo>
                    <a:lnTo>
                      <a:pt x="2658" y="1356"/>
                    </a:lnTo>
                    <a:lnTo>
                      <a:pt x="2670" y="1368"/>
                    </a:lnTo>
                    <a:lnTo>
                      <a:pt x="2676" y="1344"/>
                    </a:lnTo>
                    <a:lnTo>
                      <a:pt x="2730" y="1344"/>
                    </a:lnTo>
                    <a:lnTo>
                      <a:pt x="2730" y="1314"/>
                    </a:lnTo>
                    <a:lnTo>
                      <a:pt x="2748" y="1320"/>
                    </a:lnTo>
                    <a:lnTo>
                      <a:pt x="2754" y="1308"/>
                    </a:lnTo>
                    <a:lnTo>
                      <a:pt x="2772" y="1308"/>
                    </a:lnTo>
                    <a:lnTo>
                      <a:pt x="2796" y="1278"/>
                    </a:lnTo>
                    <a:lnTo>
                      <a:pt x="2796" y="1272"/>
                    </a:lnTo>
                    <a:lnTo>
                      <a:pt x="2802" y="1266"/>
                    </a:lnTo>
                    <a:lnTo>
                      <a:pt x="2814" y="1242"/>
                    </a:lnTo>
                    <a:lnTo>
                      <a:pt x="2832" y="1236"/>
                    </a:lnTo>
                    <a:lnTo>
                      <a:pt x="2862" y="1236"/>
                    </a:lnTo>
                    <a:lnTo>
                      <a:pt x="2874" y="1242"/>
                    </a:lnTo>
                    <a:lnTo>
                      <a:pt x="2886" y="1242"/>
                    </a:lnTo>
                    <a:lnTo>
                      <a:pt x="2892" y="1236"/>
                    </a:lnTo>
                    <a:lnTo>
                      <a:pt x="2904" y="1212"/>
                    </a:lnTo>
                    <a:lnTo>
                      <a:pt x="2910" y="1206"/>
                    </a:lnTo>
                    <a:lnTo>
                      <a:pt x="2916" y="1194"/>
                    </a:lnTo>
                    <a:lnTo>
                      <a:pt x="2928" y="1200"/>
                    </a:lnTo>
                    <a:lnTo>
                      <a:pt x="2934" y="1176"/>
                    </a:lnTo>
                    <a:lnTo>
                      <a:pt x="3018" y="1170"/>
                    </a:lnTo>
                    <a:lnTo>
                      <a:pt x="3024" y="1146"/>
                    </a:lnTo>
                    <a:lnTo>
                      <a:pt x="2982" y="1152"/>
                    </a:lnTo>
                    <a:lnTo>
                      <a:pt x="2988" y="1146"/>
                    </a:lnTo>
                    <a:lnTo>
                      <a:pt x="3000" y="1140"/>
                    </a:lnTo>
                    <a:lnTo>
                      <a:pt x="3006" y="1140"/>
                    </a:lnTo>
                    <a:lnTo>
                      <a:pt x="3006" y="1134"/>
                    </a:lnTo>
                    <a:lnTo>
                      <a:pt x="3000" y="1128"/>
                    </a:lnTo>
                    <a:lnTo>
                      <a:pt x="2994" y="1116"/>
                    </a:lnTo>
                    <a:lnTo>
                      <a:pt x="2988" y="1110"/>
                    </a:lnTo>
                    <a:lnTo>
                      <a:pt x="3024" y="1104"/>
                    </a:lnTo>
                    <a:lnTo>
                      <a:pt x="3048" y="1116"/>
                    </a:lnTo>
                    <a:lnTo>
                      <a:pt x="3078" y="1080"/>
                    </a:lnTo>
                    <a:lnTo>
                      <a:pt x="3024" y="1074"/>
                    </a:lnTo>
                    <a:lnTo>
                      <a:pt x="3024" y="1050"/>
                    </a:lnTo>
                    <a:lnTo>
                      <a:pt x="3036" y="1062"/>
                    </a:lnTo>
                    <a:lnTo>
                      <a:pt x="3078" y="1050"/>
                    </a:lnTo>
                    <a:lnTo>
                      <a:pt x="3084" y="990"/>
                    </a:lnTo>
                    <a:lnTo>
                      <a:pt x="3054" y="1002"/>
                    </a:lnTo>
                    <a:lnTo>
                      <a:pt x="3048" y="972"/>
                    </a:lnTo>
                    <a:lnTo>
                      <a:pt x="3024" y="960"/>
                    </a:lnTo>
                    <a:lnTo>
                      <a:pt x="3072" y="978"/>
                    </a:lnTo>
                    <a:lnTo>
                      <a:pt x="3078" y="972"/>
                    </a:lnTo>
                    <a:lnTo>
                      <a:pt x="3060" y="954"/>
                    </a:lnTo>
                    <a:lnTo>
                      <a:pt x="3090" y="954"/>
                    </a:lnTo>
                    <a:lnTo>
                      <a:pt x="3084" y="948"/>
                    </a:lnTo>
                    <a:lnTo>
                      <a:pt x="3078" y="936"/>
                    </a:lnTo>
                    <a:lnTo>
                      <a:pt x="3060" y="918"/>
                    </a:lnTo>
                    <a:lnTo>
                      <a:pt x="3054" y="906"/>
                    </a:lnTo>
                    <a:lnTo>
                      <a:pt x="3054" y="894"/>
                    </a:lnTo>
                    <a:lnTo>
                      <a:pt x="3060" y="888"/>
                    </a:lnTo>
                    <a:lnTo>
                      <a:pt x="3042" y="870"/>
                    </a:lnTo>
                    <a:lnTo>
                      <a:pt x="3042" y="864"/>
                    </a:lnTo>
                    <a:lnTo>
                      <a:pt x="3048" y="864"/>
                    </a:lnTo>
                    <a:lnTo>
                      <a:pt x="3066" y="846"/>
                    </a:lnTo>
                    <a:lnTo>
                      <a:pt x="3072" y="846"/>
                    </a:lnTo>
                    <a:lnTo>
                      <a:pt x="3066" y="870"/>
                    </a:lnTo>
                    <a:lnTo>
                      <a:pt x="3096" y="894"/>
                    </a:lnTo>
                    <a:lnTo>
                      <a:pt x="3096" y="888"/>
                    </a:lnTo>
                    <a:lnTo>
                      <a:pt x="3102" y="882"/>
                    </a:lnTo>
                    <a:lnTo>
                      <a:pt x="3102" y="864"/>
                    </a:lnTo>
                    <a:lnTo>
                      <a:pt x="3108" y="852"/>
                    </a:lnTo>
                    <a:lnTo>
                      <a:pt x="3108" y="834"/>
                    </a:lnTo>
                    <a:lnTo>
                      <a:pt x="3114" y="822"/>
                    </a:lnTo>
                    <a:lnTo>
                      <a:pt x="3144" y="792"/>
                    </a:lnTo>
                    <a:lnTo>
                      <a:pt x="3156" y="786"/>
                    </a:lnTo>
                    <a:lnTo>
                      <a:pt x="3162" y="786"/>
                    </a:lnTo>
                    <a:lnTo>
                      <a:pt x="3162" y="792"/>
                    </a:lnTo>
                    <a:lnTo>
                      <a:pt x="3150" y="816"/>
                    </a:lnTo>
                    <a:lnTo>
                      <a:pt x="3132" y="834"/>
                    </a:lnTo>
                    <a:lnTo>
                      <a:pt x="3126" y="846"/>
                    </a:lnTo>
                    <a:lnTo>
                      <a:pt x="3120" y="882"/>
                    </a:lnTo>
                    <a:lnTo>
                      <a:pt x="3138" y="882"/>
                    </a:lnTo>
                    <a:lnTo>
                      <a:pt x="3138" y="894"/>
                    </a:lnTo>
                    <a:lnTo>
                      <a:pt x="3132" y="906"/>
                    </a:lnTo>
                    <a:lnTo>
                      <a:pt x="3132" y="918"/>
                    </a:lnTo>
                    <a:lnTo>
                      <a:pt x="3114" y="936"/>
                    </a:lnTo>
                    <a:lnTo>
                      <a:pt x="3102" y="960"/>
                    </a:lnTo>
                    <a:lnTo>
                      <a:pt x="3102" y="978"/>
                    </a:lnTo>
                    <a:lnTo>
                      <a:pt x="3126" y="954"/>
                    </a:lnTo>
                    <a:lnTo>
                      <a:pt x="3132" y="942"/>
                    </a:lnTo>
                    <a:lnTo>
                      <a:pt x="3144" y="930"/>
                    </a:lnTo>
                    <a:lnTo>
                      <a:pt x="3168" y="918"/>
                    </a:lnTo>
                    <a:lnTo>
                      <a:pt x="3180" y="906"/>
                    </a:lnTo>
                    <a:lnTo>
                      <a:pt x="3192" y="882"/>
                    </a:lnTo>
                    <a:lnTo>
                      <a:pt x="3192" y="798"/>
                    </a:lnTo>
                    <a:lnTo>
                      <a:pt x="3198" y="780"/>
                    </a:lnTo>
                    <a:lnTo>
                      <a:pt x="3198" y="768"/>
                    </a:lnTo>
                    <a:lnTo>
                      <a:pt x="3204" y="756"/>
                    </a:lnTo>
                    <a:lnTo>
                      <a:pt x="3210" y="756"/>
                    </a:lnTo>
                    <a:lnTo>
                      <a:pt x="3210" y="768"/>
                    </a:lnTo>
                    <a:lnTo>
                      <a:pt x="3204" y="780"/>
                    </a:lnTo>
                    <a:lnTo>
                      <a:pt x="3204" y="798"/>
                    </a:lnTo>
                    <a:lnTo>
                      <a:pt x="3210" y="798"/>
                    </a:lnTo>
                    <a:lnTo>
                      <a:pt x="3216" y="804"/>
                    </a:lnTo>
                    <a:lnTo>
                      <a:pt x="3216" y="840"/>
                    </a:lnTo>
                    <a:lnTo>
                      <a:pt x="3234" y="822"/>
                    </a:lnTo>
                    <a:lnTo>
                      <a:pt x="3240" y="810"/>
                    </a:lnTo>
                    <a:lnTo>
                      <a:pt x="3288" y="762"/>
                    </a:lnTo>
                    <a:lnTo>
                      <a:pt x="3300" y="756"/>
                    </a:lnTo>
                    <a:lnTo>
                      <a:pt x="3324" y="732"/>
                    </a:lnTo>
                    <a:lnTo>
                      <a:pt x="3324" y="726"/>
                    </a:lnTo>
                    <a:lnTo>
                      <a:pt x="3318" y="720"/>
                    </a:lnTo>
                    <a:lnTo>
                      <a:pt x="3312" y="720"/>
                    </a:lnTo>
                    <a:lnTo>
                      <a:pt x="3306" y="714"/>
                    </a:lnTo>
                    <a:lnTo>
                      <a:pt x="3306" y="702"/>
                    </a:lnTo>
                    <a:lnTo>
                      <a:pt x="3312" y="696"/>
                    </a:lnTo>
                    <a:lnTo>
                      <a:pt x="3324" y="696"/>
                    </a:lnTo>
                    <a:lnTo>
                      <a:pt x="3330" y="702"/>
                    </a:lnTo>
                    <a:lnTo>
                      <a:pt x="3360" y="702"/>
                    </a:lnTo>
                    <a:lnTo>
                      <a:pt x="3390" y="696"/>
                    </a:lnTo>
                    <a:lnTo>
                      <a:pt x="3450" y="672"/>
                    </a:lnTo>
                    <a:lnTo>
                      <a:pt x="3462" y="666"/>
                    </a:lnTo>
                    <a:lnTo>
                      <a:pt x="3444" y="660"/>
                    </a:lnTo>
                    <a:lnTo>
                      <a:pt x="3438" y="660"/>
                    </a:lnTo>
                    <a:lnTo>
                      <a:pt x="3432" y="666"/>
                    </a:lnTo>
                    <a:lnTo>
                      <a:pt x="3414" y="672"/>
                    </a:lnTo>
                    <a:lnTo>
                      <a:pt x="3402" y="672"/>
                    </a:lnTo>
                    <a:lnTo>
                      <a:pt x="3390" y="678"/>
                    </a:lnTo>
                    <a:lnTo>
                      <a:pt x="3372" y="678"/>
                    </a:lnTo>
                    <a:lnTo>
                      <a:pt x="3360" y="684"/>
                    </a:lnTo>
                    <a:lnTo>
                      <a:pt x="3348" y="684"/>
                    </a:lnTo>
                    <a:lnTo>
                      <a:pt x="3342" y="678"/>
                    </a:lnTo>
                    <a:lnTo>
                      <a:pt x="3342" y="672"/>
                    </a:lnTo>
                    <a:lnTo>
                      <a:pt x="3348" y="666"/>
                    </a:lnTo>
                    <a:lnTo>
                      <a:pt x="3354" y="654"/>
                    </a:lnTo>
                    <a:lnTo>
                      <a:pt x="3366" y="654"/>
                    </a:lnTo>
                    <a:lnTo>
                      <a:pt x="3378" y="648"/>
                    </a:lnTo>
                    <a:lnTo>
                      <a:pt x="3402" y="648"/>
                    </a:lnTo>
                    <a:lnTo>
                      <a:pt x="3492" y="642"/>
                    </a:lnTo>
                    <a:lnTo>
                      <a:pt x="3534" y="606"/>
                    </a:lnTo>
                    <a:lnTo>
                      <a:pt x="3546" y="618"/>
                    </a:lnTo>
                    <a:lnTo>
                      <a:pt x="3570" y="606"/>
                    </a:lnTo>
                    <a:lnTo>
                      <a:pt x="3570" y="642"/>
                    </a:lnTo>
                    <a:lnTo>
                      <a:pt x="3600" y="618"/>
                    </a:lnTo>
                    <a:lnTo>
                      <a:pt x="3624" y="612"/>
                    </a:lnTo>
                    <a:lnTo>
                      <a:pt x="3630" y="582"/>
                    </a:lnTo>
                    <a:lnTo>
                      <a:pt x="3618" y="570"/>
                    </a:lnTo>
                    <a:lnTo>
                      <a:pt x="3612" y="600"/>
                    </a:lnTo>
                    <a:lnTo>
                      <a:pt x="3588" y="600"/>
                    </a:lnTo>
                    <a:lnTo>
                      <a:pt x="3588" y="576"/>
                    </a:lnTo>
                    <a:lnTo>
                      <a:pt x="3570" y="552"/>
                    </a:lnTo>
                    <a:lnTo>
                      <a:pt x="3594" y="540"/>
                    </a:lnTo>
                    <a:lnTo>
                      <a:pt x="3600" y="504"/>
                    </a:lnTo>
                    <a:lnTo>
                      <a:pt x="3612" y="498"/>
                    </a:lnTo>
                    <a:lnTo>
                      <a:pt x="3618" y="486"/>
                    </a:lnTo>
                    <a:lnTo>
                      <a:pt x="3630" y="480"/>
                    </a:lnTo>
                    <a:lnTo>
                      <a:pt x="3636" y="474"/>
                    </a:lnTo>
                    <a:lnTo>
                      <a:pt x="3648" y="468"/>
                    </a:lnTo>
                    <a:lnTo>
                      <a:pt x="3654" y="456"/>
                    </a:lnTo>
                    <a:lnTo>
                      <a:pt x="3654" y="450"/>
                    </a:lnTo>
                    <a:lnTo>
                      <a:pt x="3660" y="444"/>
                    </a:lnTo>
                    <a:lnTo>
                      <a:pt x="3660" y="438"/>
                    </a:lnTo>
                    <a:lnTo>
                      <a:pt x="3690" y="444"/>
                    </a:lnTo>
                    <a:lnTo>
                      <a:pt x="3702" y="426"/>
                    </a:lnTo>
                    <a:lnTo>
                      <a:pt x="3708" y="432"/>
                    </a:lnTo>
                    <a:lnTo>
                      <a:pt x="3720" y="432"/>
                    </a:lnTo>
                    <a:lnTo>
                      <a:pt x="3726" y="426"/>
                    </a:lnTo>
                    <a:lnTo>
                      <a:pt x="3738" y="420"/>
                    </a:lnTo>
                    <a:lnTo>
                      <a:pt x="3744" y="408"/>
                    </a:lnTo>
                    <a:lnTo>
                      <a:pt x="3756" y="402"/>
                    </a:lnTo>
                    <a:lnTo>
                      <a:pt x="3774" y="384"/>
                    </a:lnTo>
                    <a:lnTo>
                      <a:pt x="3774" y="414"/>
                    </a:lnTo>
                    <a:lnTo>
                      <a:pt x="3786" y="408"/>
                    </a:lnTo>
                    <a:lnTo>
                      <a:pt x="3792" y="402"/>
                    </a:lnTo>
                    <a:lnTo>
                      <a:pt x="3828" y="384"/>
                    </a:lnTo>
                    <a:lnTo>
                      <a:pt x="3834" y="378"/>
                    </a:lnTo>
                    <a:lnTo>
                      <a:pt x="3846" y="378"/>
                    </a:lnTo>
                    <a:lnTo>
                      <a:pt x="3858" y="372"/>
                    </a:lnTo>
                    <a:lnTo>
                      <a:pt x="3876" y="372"/>
                    </a:lnTo>
                    <a:lnTo>
                      <a:pt x="3888" y="366"/>
                    </a:lnTo>
                    <a:lnTo>
                      <a:pt x="3900" y="366"/>
                    </a:lnTo>
                    <a:lnTo>
                      <a:pt x="3900" y="330"/>
                    </a:lnTo>
                    <a:lnTo>
                      <a:pt x="3876" y="330"/>
                    </a:lnTo>
                    <a:lnTo>
                      <a:pt x="3876" y="324"/>
                    </a:lnTo>
                    <a:lnTo>
                      <a:pt x="3882" y="312"/>
                    </a:lnTo>
                    <a:lnTo>
                      <a:pt x="3894" y="300"/>
                    </a:lnTo>
                    <a:lnTo>
                      <a:pt x="3888" y="294"/>
                    </a:lnTo>
                    <a:lnTo>
                      <a:pt x="3882" y="294"/>
                    </a:lnTo>
                    <a:lnTo>
                      <a:pt x="3876" y="288"/>
                    </a:lnTo>
                    <a:lnTo>
                      <a:pt x="3876" y="276"/>
                    </a:lnTo>
                    <a:lnTo>
                      <a:pt x="3888" y="252"/>
                    </a:lnTo>
                    <a:lnTo>
                      <a:pt x="3900" y="222"/>
                    </a:lnTo>
                    <a:lnTo>
                      <a:pt x="3912" y="198"/>
                    </a:lnTo>
                    <a:lnTo>
                      <a:pt x="3918" y="174"/>
                    </a:lnTo>
                    <a:lnTo>
                      <a:pt x="3918" y="168"/>
                    </a:lnTo>
                    <a:lnTo>
                      <a:pt x="3912" y="162"/>
                    </a:lnTo>
                    <a:lnTo>
                      <a:pt x="3876" y="162"/>
                    </a:lnTo>
                    <a:lnTo>
                      <a:pt x="3864" y="168"/>
                    </a:lnTo>
                    <a:lnTo>
                      <a:pt x="3858" y="168"/>
                    </a:lnTo>
                    <a:close/>
                    <a:moveTo>
                      <a:pt x="2718" y="366"/>
                    </a:moveTo>
                    <a:lnTo>
                      <a:pt x="2712" y="366"/>
                    </a:lnTo>
                    <a:lnTo>
                      <a:pt x="2712" y="354"/>
                    </a:lnTo>
                    <a:lnTo>
                      <a:pt x="2718" y="348"/>
                    </a:lnTo>
                    <a:lnTo>
                      <a:pt x="2718" y="336"/>
                    </a:lnTo>
                    <a:lnTo>
                      <a:pt x="2712" y="336"/>
                    </a:lnTo>
                    <a:lnTo>
                      <a:pt x="2700" y="342"/>
                    </a:lnTo>
                    <a:lnTo>
                      <a:pt x="2694" y="348"/>
                    </a:lnTo>
                    <a:lnTo>
                      <a:pt x="2682" y="354"/>
                    </a:lnTo>
                    <a:lnTo>
                      <a:pt x="2676" y="372"/>
                    </a:lnTo>
                    <a:lnTo>
                      <a:pt x="2664" y="366"/>
                    </a:lnTo>
                    <a:lnTo>
                      <a:pt x="2664" y="378"/>
                    </a:lnTo>
                    <a:lnTo>
                      <a:pt x="2652" y="402"/>
                    </a:lnTo>
                    <a:lnTo>
                      <a:pt x="2628" y="414"/>
                    </a:lnTo>
                    <a:lnTo>
                      <a:pt x="2628" y="426"/>
                    </a:lnTo>
                    <a:lnTo>
                      <a:pt x="2634" y="432"/>
                    </a:lnTo>
                    <a:lnTo>
                      <a:pt x="2628" y="432"/>
                    </a:lnTo>
                    <a:lnTo>
                      <a:pt x="2598" y="462"/>
                    </a:lnTo>
                    <a:lnTo>
                      <a:pt x="2598" y="468"/>
                    </a:lnTo>
                    <a:lnTo>
                      <a:pt x="2604" y="474"/>
                    </a:lnTo>
                    <a:lnTo>
                      <a:pt x="2610" y="474"/>
                    </a:lnTo>
                    <a:lnTo>
                      <a:pt x="2616" y="480"/>
                    </a:lnTo>
                    <a:lnTo>
                      <a:pt x="2616" y="492"/>
                    </a:lnTo>
                    <a:lnTo>
                      <a:pt x="2610" y="498"/>
                    </a:lnTo>
                    <a:lnTo>
                      <a:pt x="2604" y="498"/>
                    </a:lnTo>
                    <a:lnTo>
                      <a:pt x="2604" y="510"/>
                    </a:lnTo>
                    <a:lnTo>
                      <a:pt x="2592" y="534"/>
                    </a:lnTo>
                    <a:lnTo>
                      <a:pt x="2580" y="552"/>
                    </a:lnTo>
                    <a:lnTo>
                      <a:pt x="2550" y="582"/>
                    </a:lnTo>
                    <a:lnTo>
                      <a:pt x="2478" y="618"/>
                    </a:lnTo>
                    <a:lnTo>
                      <a:pt x="2484" y="588"/>
                    </a:lnTo>
                    <a:lnTo>
                      <a:pt x="2478" y="582"/>
                    </a:lnTo>
                    <a:lnTo>
                      <a:pt x="2478" y="576"/>
                    </a:lnTo>
                    <a:lnTo>
                      <a:pt x="2472" y="570"/>
                    </a:lnTo>
                    <a:lnTo>
                      <a:pt x="2472" y="564"/>
                    </a:lnTo>
                    <a:lnTo>
                      <a:pt x="2478" y="552"/>
                    </a:lnTo>
                    <a:lnTo>
                      <a:pt x="2496" y="534"/>
                    </a:lnTo>
                    <a:lnTo>
                      <a:pt x="2502" y="522"/>
                    </a:lnTo>
                    <a:lnTo>
                      <a:pt x="2502" y="516"/>
                    </a:lnTo>
                    <a:lnTo>
                      <a:pt x="2496" y="510"/>
                    </a:lnTo>
                    <a:lnTo>
                      <a:pt x="2496" y="492"/>
                    </a:lnTo>
                    <a:lnTo>
                      <a:pt x="2502" y="480"/>
                    </a:lnTo>
                    <a:lnTo>
                      <a:pt x="2508" y="474"/>
                    </a:lnTo>
                    <a:lnTo>
                      <a:pt x="2514" y="462"/>
                    </a:lnTo>
                    <a:lnTo>
                      <a:pt x="2526" y="456"/>
                    </a:lnTo>
                    <a:lnTo>
                      <a:pt x="2532" y="450"/>
                    </a:lnTo>
                    <a:lnTo>
                      <a:pt x="2532" y="432"/>
                    </a:lnTo>
                    <a:lnTo>
                      <a:pt x="2538" y="432"/>
                    </a:lnTo>
                    <a:lnTo>
                      <a:pt x="2622" y="348"/>
                    </a:lnTo>
                    <a:lnTo>
                      <a:pt x="2592" y="354"/>
                    </a:lnTo>
                    <a:lnTo>
                      <a:pt x="2580" y="360"/>
                    </a:lnTo>
                    <a:lnTo>
                      <a:pt x="2574" y="366"/>
                    </a:lnTo>
                    <a:lnTo>
                      <a:pt x="2562" y="372"/>
                    </a:lnTo>
                    <a:lnTo>
                      <a:pt x="2556" y="378"/>
                    </a:lnTo>
                    <a:lnTo>
                      <a:pt x="2550" y="378"/>
                    </a:lnTo>
                    <a:lnTo>
                      <a:pt x="2550" y="372"/>
                    </a:lnTo>
                    <a:lnTo>
                      <a:pt x="2556" y="366"/>
                    </a:lnTo>
                    <a:lnTo>
                      <a:pt x="2568" y="360"/>
                    </a:lnTo>
                    <a:lnTo>
                      <a:pt x="2592" y="336"/>
                    </a:lnTo>
                    <a:lnTo>
                      <a:pt x="2604" y="330"/>
                    </a:lnTo>
                    <a:lnTo>
                      <a:pt x="2658" y="276"/>
                    </a:lnTo>
                    <a:lnTo>
                      <a:pt x="2670" y="288"/>
                    </a:lnTo>
                    <a:lnTo>
                      <a:pt x="2682" y="276"/>
                    </a:lnTo>
                    <a:lnTo>
                      <a:pt x="2682" y="288"/>
                    </a:lnTo>
                    <a:lnTo>
                      <a:pt x="2694" y="288"/>
                    </a:lnTo>
                    <a:lnTo>
                      <a:pt x="2700" y="282"/>
                    </a:lnTo>
                    <a:lnTo>
                      <a:pt x="2700" y="270"/>
                    </a:lnTo>
                    <a:lnTo>
                      <a:pt x="2724" y="276"/>
                    </a:lnTo>
                    <a:lnTo>
                      <a:pt x="2736" y="270"/>
                    </a:lnTo>
                    <a:lnTo>
                      <a:pt x="2742" y="270"/>
                    </a:lnTo>
                    <a:lnTo>
                      <a:pt x="2754" y="264"/>
                    </a:lnTo>
                    <a:lnTo>
                      <a:pt x="2772" y="264"/>
                    </a:lnTo>
                    <a:lnTo>
                      <a:pt x="2784" y="270"/>
                    </a:lnTo>
                    <a:lnTo>
                      <a:pt x="2790" y="276"/>
                    </a:lnTo>
                    <a:lnTo>
                      <a:pt x="2796" y="288"/>
                    </a:lnTo>
                    <a:lnTo>
                      <a:pt x="2772" y="294"/>
                    </a:lnTo>
                    <a:lnTo>
                      <a:pt x="2772" y="318"/>
                    </a:lnTo>
                    <a:lnTo>
                      <a:pt x="2742" y="318"/>
                    </a:lnTo>
                    <a:lnTo>
                      <a:pt x="2736" y="324"/>
                    </a:lnTo>
                    <a:lnTo>
                      <a:pt x="2736" y="360"/>
                    </a:lnTo>
                    <a:lnTo>
                      <a:pt x="2730" y="366"/>
                    </a:lnTo>
                    <a:lnTo>
                      <a:pt x="2718" y="36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 name="Uruguay" descr="© INSCALE GmbH, 05.05.2010&#10;http://www.presentationload.com/">
                <a:extLst>
                  <a:ext uri="{FF2B5EF4-FFF2-40B4-BE49-F238E27FC236}">
                    <a16:creationId xmlns:a16="http://schemas.microsoft.com/office/drawing/2014/main" id="{167FC087-E584-9595-3B2A-B338AD11CEAC}"/>
                  </a:ext>
                </a:extLst>
              </p:cNvPr>
              <p:cNvSpPr>
                <a:spLocks/>
              </p:cNvSpPr>
              <p:nvPr/>
            </p:nvSpPr>
            <p:spPr bwMode="gray">
              <a:xfrm>
                <a:off x="2745607" y="4139036"/>
                <a:ext cx="139343" cy="145273"/>
              </a:xfrm>
              <a:custGeom>
                <a:avLst/>
                <a:gdLst>
                  <a:gd name="T0" fmla="*/ 2147483647 w 366"/>
                  <a:gd name="T1" fmla="*/ 2147483647 h 384"/>
                  <a:gd name="T2" fmla="*/ 2147483647 w 366"/>
                  <a:gd name="T3" fmla="*/ 2147483647 h 384"/>
                  <a:gd name="T4" fmla="*/ 2147483647 w 366"/>
                  <a:gd name="T5" fmla="*/ 2147483647 h 384"/>
                  <a:gd name="T6" fmla="*/ 2147483647 w 366"/>
                  <a:gd name="T7" fmla="*/ 2147483647 h 384"/>
                  <a:gd name="T8" fmla="*/ 2147483647 w 366"/>
                  <a:gd name="T9" fmla="*/ 2147483647 h 384"/>
                  <a:gd name="T10" fmla="*/ 2147483647 w 366"/>
                  <a:gd name="T11" fmla="*/ 2147483647 h 384"/>
                  <a:gd name="T12" fmla="*/ 2147483647 w 366"/>
                  <a:gd name="T13" fmla="*/ 2147483647 h 384"/>
                  <a:gd name="T14" fmla="*/ 2147483647 w 366"/>
                  <a:gd name="T15" fmla="*/ 2147483647 h 384"/>
                  <a:gd name="T16" fmla="*/ 2147483647 w 366"/>
                  <a:gd name="T17" fmla="*/ 2147483647 h 384"/>
                  <a:gd name="T18" fmla="*/ 2147483647 w 366"/>
                  <a:gd name="T19" fmla="*/ 2147483647 h 384"/>
                  <a:gd name="T20" fmla="*/ 2147483647 w 366"/>
                  <a:gd name="T21" fmla="*/ 2147483647 h 384"/>
                  <a:gd name="T22" fmla="*/ 2147483647 w 366"/>
                  <a:gd name="T23" fmla="*/ 2147483647 h 384"/>
                  <a:gd name="T24" fmla="*/ 2147483647 w 366"/>
                  <a:gd name="T25" fmla="*/ 2147483647 h 384"/>
                  <a:gd name="T26" fmla="*/ 2147483647 w 366"/>
                  <a:gd name="T27" fmla="*/ 2147483647 h 384"/>
                  <a:gd name="T28" fmla="*/ 2147483647 w 366"/>
                  <a:gd name="T29" fmla="*/ 2147483647 h 384"/>
                  <a:gd name="T30" fmla="*/ 2147483647 w 366"/>
                  <a:gd name="T31" fmla="*/ 2147483647 h 384"/>
                  <a:gd name="T32" fmla="*/ 2147483647 w 366"/>
                  <a:gd name="T33" fmla="*/ 2147483647 h 384"/>
                  <a:gd name="T34" fmla="*/ 2147483647 w 366"/>
                  <a:gd name="T35" fmla="*/ 2147483647 h 384"/>
                  <a:gd name="T36" fmla="*/ 2147483647 w 366"/>
                  <a:gd name="T37" fmla="*/ 2147483647 h 384"/>
                  <a:gd name="T38" fmla="*/ 2147483647 w 366"/>
                  <a:gd name="T39" fmla="*/ 2147483647 h 384"/>
                  <a:gd name="T40" fmla="*/ 2147483647 w 366"/>
                  <a:gd name="T41" fmla="*/ 2147483647 h 384"/>
                  <a:gd name="T42" fmla="*/ 2147483647 w 366"/>
                  <a:gd name="T43" fmla="*/ 2147483647 h 384"/>
                  <a:gd name="T44" fmla="*/ 2147483647 w 366"/>
                  <a:gd name="T45" fmla="*/ 0 h 384"/>
                  <a:gd name="T46" fmla="*/ 2147483647 w 366"/>
                  <a:gd name="T47" fmla="*/ 2147483647 h 384"/>
                  <a:gd name="T48" fmla="*/ 2147483647 w 366"/>
                  <a:gd name="T49" fmla="*/ 2147483647 h 384"/>
                  <a:gd name="T50" fmla="*/ 0 w 366"/>
                  <a:gd name="T51" fmla="*/ 2147483647 h 384"/>
                  <a:gd name="T52" fmla="*/ 2147483647 w 366"/>
                  <a:gd name="T53" fmla="*/ 2147483647 h 384"/>
                  <a:gd name="T54" fmla="*/ 2147483647 w 366"/>
                  <a:gd name="T55" fmla="*/ 2147483647 h 384"/>
                  <a:gd name="T56" fmla="*/ 2147483647 w 366"/>
                  <a:gd name="T57" fmla="*/ 2147483647 h 384"/>
                  <a:gd name="T58" fmla="*/ 2147483647 w 366"/>
                  <a:gd name="T59" fmla="*/ 2147483647 h 384"/>
                  <a:gd name="T60" fmla="*/ 2147483647 w 366"/>
                  <a:gd name="T61" fmla="*/ 2147483647 h 384"/>
                  <a:gd name="T62" fmla="*/ 2147483647 w 366"/>
                  <a:gd name="T63" fmla="*/ 2147483647 h 384"/>
                  <a:gd name="T64" fmla="*/ 2147483647 w 366"/>
                  <a:gd name="T65" fmla="*/ 2147483647 h 384"/>
                  <a:gd name="T66" fmla="*/ 2147483647 w 366"/>
                  <a:gd name="T67" fmla="*/ 2147483647 h 384"/>
                  <a:gd name="T68" fmla="*/ 2147483647 w 366"/>
                  <a:gd name="T69" fmla="*/ 2147483647 h 384"/>
                  <a:gd name="T70" fmla="*/ 2147483647 w 366"/>
                  <a:gd name="T71" fmla="*/ 2147483647 h 384"/>
                  <a:gd name="T72" fmla="*/ 2147483647 w 366"/>
                  <a:gd name="T73" fmla="*/ 2147483647 h 384"/>
                  <a:gd name="T74" fmla="*/ 2147483647 w 366"/>
                  <a:gd name="T75" fmla="*/ 2147483647 h 384"/>
                  <a:gd name="T76" fmla="*/ 2147483647 w 366"/>
                  <a:gd name="T77" fmla="*/ 2147483647 h 38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366"/>
                  <a:gd name="T118" fmla="*/ 0 h 384"/>
                  <a:gd name="T119" fmla="*/ 366 w 366"/>
                  <a:gd name="T120" fmla="*/ 384 h 384"/>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366" h="384">
                    <a:moveTo>
                      <a:pt x="138" y="372"/>
                    </a:moveTo>
                    <a:lnTo>
                      <a:pt x="174" y="372"/>
                    </a:lnTo>
                    <a:lnTo>
                      <a:pt x="198" y="378"/>
                    </a:lnTo>
                    <a:lnTo>
                      <a:pt x="228" y="378"/>
                    </a:lnTo>
                    <a:lnTo>
                      <a:pt x="288" y="384"/>
                    </a:lnTo>
                    <a:lnTo>
                      <a:pt x="330" y="366"/>
                    </a:lnTo>
                    <a:lnTo>
                      <a:pt x="342" y="354"/>
                    </a:lnTo>
                    <a:lnTo>
                      <a:pt x="360" y="300"/>
                    </a:lnTo>
                    <a:lnTo>
                      <a:pt x="366" y="294"/>
                    </a:lnTo>
                    <a:lnTo>
                      <a:pt x="348" y="294"/>
                    </a:lnTo>
                    <a:lnTo>
                      <a:pt x="348" y="264"/>
                    </a:lnTo>
                    <a:lnTo>
                      <a:pt x="342" y="264"/>
                    </a:lnTo>
                    <a:lnTo>
                      <a:pt x="342" y="240"/>
                    </a:lnTo>
                    <a:lnTo>
                      <a:pt x="348" y="234"/>
                    </a:lnTo>
                    <a:lnTo>
                      <a:pt x="360" y="210"/>
                    </a:lnTo>
                    <a:lnTo>
                      <a:pt x="360" y="198"/>
                    </a:lnTo>
                    <a:lnTo>
                      <a:pt x="354" y="198"/>
                    </a:lnTo>
                    <a:lnTo>
                      <a:pt x="342" y="192"/>
                    </a:lnTo>
                    <a:lnTo>
                      <a:pt x="336" y="192"/>
                    </a:lnTo>
                    <a:lnTo>
                      <a:pt x="318" y="174"/>
                    </a:lnTo>
                    <a:lnTo>
                      <a:pt x="312" y="162"/>
                    </a:lnTo>
                    <a:lnTo>
                      <a:pt x="306" y="156"/>
                    </a:lnTo>
                    <a:lnTo>
                      <a:pt x="300" y="144"/>
                    </a:lnTo>
                    <a:lnTo>
                      <a:pt x="288" y="144"/>
                    </a:lnTo>
                    <a:lnTo>
                      <a:pt x="270" y="138"/>
                    </a:lnTo>
                    <a:lnTo>
                      <a:pt x="258" y="132"/>
                    </a:lnTo>
                    <a:lnTo>
                      <a:pt x="252" y="126"/>
                    </a:lnTo>
                    <a:lnTo>
                      <a:pt x="252" y="114"/>
                    </a:lnTo>
                    <a:lnTo>
                      <a:pt x="246" y="114"/>
                    </a:lnTo>
                    <a:lnTo>
                      <a:pt x="228" y="96"/>
                    </a:lnTo>
                    <a:lnTo>
                      <a:pt x="210" y="96"/>
                    </a:lnTo>
                    <a:lnTo>
                      <a:pt x="192" y="78"/>
                    </a:lnTo>
                    <a:lnTo>
                      <a:pt x="186" y="66"/>
                    </a:lnTo>
                    <a:lnTo>
                      <a:pt x="174" y="60"/>
                    </a:lnTo>
                    <a:lnTo>
                      <a:pt x="168" y="60"/>
                    </a:lnTo>
                    <a:lnTo>
                      <a:pt x="156" y="72"/>
                    </a:lnTo>
                    <a:lnTo>
                      <a:pt x="156" y="78"/>
                    </a:lnTo>
                    <a:lnTo>
                      <a:pt x="144" y="78"/>
                    </a:lnTo>
                    <a:lnTo>
                      <a:pt x="144" y="66"/>
                    </a:lnTo>
                    <a:lnTo>
                      <a:pt x="132" y="54"/>
                    </a:lnTo>
                    <a:lnTo>
                      <a:pt x="126" y="42"/>
                    </a:lnTo>
                    <a:lnTo>
                      <a:pt x="120" y="36"/>
                    </a:lnTo>
                    <a:lnTo>
                      <a:pt x="108" y="30"/>
                    </a:lnTo>
                    <a:lnTo>
                      <a:pt x="102" y="18"/>
                    </a:lnTo>
                    <a:lnTo>
                      <a:pt x="78" y="6"/>
                    </a:lnTo>
                    <a:lnTo>
                      <a:pt x="72" y="0"/>
                    </a:lnTo>
                    <a:lnTo>
                      <a:pt x="60" y="0"/>
                    </a:lnTo>
                    <a:lnTo>
                      <a:pt x="48" y="6"/>
                    </a:lnTo>
                    <a:lnTo>
                      <a:pt x="42" y="12"/>
                    </a:lnTo>
                    <a:lnTo>
                      <a:pt x="18" y="12"/>
                    </a:lnTo>
                    <a:lnTo>
                      <a:pt x="0" y="30"/>
                    </a:lnTo>
                    <a:lnTo>
                      <a:pt x="0" y="36"/>
                    </a:lnTo>
                    <a:lnTo>
                      <a:pt x="24" y="60"/>
                    </a:lnTo>
                    <a:lnTo>
                      <a:pt x="30" y="60"/>
                    </a:lnTo>
                    <a:lnTo>
                      <a:pt x="6" y="72"/>
                    </a:lnTo>
                    <a:lnTo>
                      <a:pt x="6" y="108"/>
                    </a:lnTo>
                    <a:lnTo>
                      <a:pt x="30" y="126"/>
                    </a:lnTo>
                    <a:lnTo>
                      <a:pt x="12" y="126"/>
                    </a:lnTo>
                    <a:lnTo>
                      <a:pt x="0" y="138"/>
                    </a:lnTo>
                    <a:lnTo>
                      <a:pt x="6" y="144"/>
                    </a:lnTo>
                    <a:lnTo>
                      <a:pt x="12" y="156"/>
                    </a:lnTo>
                    <a:lnTo>
                      <a:pt x="24" y="168"/>
                    </a:lnTo>
                    <a:lnTo>
                      <a:pt x="12" y="186"/>
                    </a:lnTo>
                    <a:lnTo>
                      <a:pt x="18" y="192"/>
                    </a:lnTo>
                    <a:lnTo>
                      <a:pt x="24" y="204"/>
                    </a:lnTo>
                    <a:lnTo>
                      <a:pt x="36" y="210"/>
                    </a:lnTo>
                    <a:lnTo>
                      <a:pt x="42" y="222"/>
                    </a:lnTo>
                    <a:lnTo>
                      <a:pt x="42" y="228"/>
                    </a:lnTo>
                    <a:lnTo>
                      <a:pt x="36" y="228"/>
                    </a:lnTo>
                    <a:lnTo>
                      <a:pt x="30" y="234"/>
                    </a:lnTo>
                    <a:lnTo>
                      <a:pt x="6" y="234"/>
                    </a:lnTo>
                    <a:lnTo>
                      <a:pt x="6" y="282"/>
                    </a:lnTo>
                    <a:lnTo>
                      <a:pt x="36" y="318"/>
                    </a:lnTo>
                    <a:lnTo>
                      <a:pt x="42" y="318"/>
                    </a:lnTo>
                    <a:lnTo>
                      <a:pt x="54" y="324"/>
                    </a:lnTo>
                    <a:lnTo>
                      <a:pt x="78" y="348"/>
                    </a:lnTo>
                    <a:lnTo>
                      <a:pt x="90" y="354"/>
                    </a:lnTo>
                    <a:lnTo>
                      <a:pt x="126" y="354"/>
                    </a:lnTo>
                    <a:lnTo>
                      <a:pt x="138" y="37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 name="United Kingdom" descr="© INSCALE GmbH, 05.05.2010&#10;http://www.presentationload.com/">
                <a:extLst>
                  <a:ext uri="{FF2B5EF4-FFF2-40B4-BE49-F238E27FC236}">
                    <a16:creationId xmlns:a16="http://schemas.microsoft.com/office/drawing/2014/main" id="{D34A45BF-C40A-04C1-1272-1B53807705EF}"/>
                  </a:ext>
                </a:extLst>
              </p:cNvPr>
              <p:cNvSpPr>
                <a:spLocks noEditPoints="1"/>
              </p:cNvSpPr>
              <p:nvPr/>
            </p:nvSpPr>
            <p:spPr bwMode="gray">
              <a:xfrm>
                <a:off x="4094566" y="1386258"/>
                <a:ext cx="219391" cy="312783"/>
              </a:xfrm>
              <a:custGeom>
                <a:avLst/>
                <a:gdLst>
                  <a:gd name="T0" fmla="*/ 2147483647 w 576"/>
                  <a:gd name="T1" fmla="*/ 2147483647 h 822"/>
                  <a:gd name="T2" fmla="*/ 2147483647 w 576"/>
                  <a:gd name="T3" fmla="*/ 2147483647 h 822"/>
                  <a:gd name="T4" fmla="*/ 2147483647 w 576"/>
                  <a:gd name="T5" fmla="*/ 2147483647 h 822"/>
                  <a:gd name="T6" fmla="*/ 2147483647 w 576"/>
                  <a:gd name="T7" fmla="*/ 2147483647 h 822"/>
                  <a:gd name="T8" fmla="*/ 2147483647 w 576"/>
                  <a:gd name="T9" fmla="*/ 2147483647 h 822"/>
                  <a:gd name="T10" fmla="*/ 2147483647 w 576"/>
                  <a:gd name="T11" fmla="*/ 2147483647 h 822"/>
                  <a:gd name="T12" fmla="*/ 2147483647 w 576"/>
                  <a:gd name="T13" fmla="*/ 2147483647 h 822"/>
                  <a:gd name="T14" fmla="*/ 2147483647 w 576"/>
                  <a:gd name="T15" fmla="*/ 0 h 822"/>
                  <a:gd name="T16" fmla="*/ 2147483647 w 576"/>
                  <a:gd name="T17" fmla="*/ 0 h 822"/>
                  <a:gd name="T18" fmla="*/ 2147483647 w 576"/>
                  <a:gd name="T19" fmla="*/ 2147483647 h 822"/>
                  <a:gd name="T20" fmla="*/ 2147483647 w 576"/>
                  <a:gd name="T21" fmla="*/ 2147483647 h 822"/>
                  <a:gd name="T22" fmla="*/ 2147483647 w 576"/>
                  <a:gd name="T23" fmla="*/ 2147483647 h 822"/>
                  <a:gd name="T24" fmla="*/ 2147483647 w 576"/>
                  <a:gd name="T25" fmla="*/ 2147483647 h 822"/>
                  <a:gd name="T26" fmla="*/ 2147483647 w 576"/>
                  <a:gd name="T27" fmla="*/ 2147483647 h 822"/>
                  <a:gd name="T28" fmla="*/ 2147483647 w 576"/>
                  <a:gd name="T29" fmla="*/ 2147483647 h 822"/>
                  <a:gd name="T30" fmla="*/ 2147483647 w 576"/>
                  <a:gd name="T31" fmla="*/ 2147483647 h 822"/>
                  <a:gd name="T32" fmla="*/ 2147483647 w 576"/>
                  <a:gd name="T33" fmla="*/ 2147483647 h 822"/>
                  <a:gd name="T34" fmla="*/ 2147483647 w 576"/>
                  <a:gd name="T35" fmla="*/ 2147483647 h 822"/>
                  <a:gd name="T36" fmla="*/ 2147483647 w 576"/>
                  <a:gd name="T37" fmla="*/ 2147483647 h 822"/>
                  <a:gd name="T38" fmla="*/ 2147483647 w 576"/>
                  <a:gd name="T39" fmla="*/ 2147483647 h 822"/>
                  <a:gd name="T40" fmla="*/ 2147483647 w 576"/>
                  <a:gd name="T41" fmla="*/ 2147483647 h 822"/>
                  <a:gd name="T42" fmla="*/ 2147483647 w 576"/>
                  <a:gd name="T43" fmla="*/ 2147483647 h 822"/>
                  <a:gd name="T44" fmla="*/ 2147483647 w 576"/>
                  <a:gd name="T45" fmla="*/ 2147483647 h 822"/>
                  <a:gd name="T46" fmla="*/ 2147483647 w 576"/>
                  <a:gd name="T47" fmla="*/ 2147483647 h 822"/>
                  <a:gd name="T48" fmla="*/ 2147483647 w 576"/>
                  <a:gd name="T49" fmla="*/ 2147483647 h 822"/>
                  <a:gd name="T50" fmla="*/ 2147483647 w 576"/>
                  <a:gd name="T51" fmla="*/ 2147483647 h 822"/>
                  <a:gd name="T52" fmla="*/ 2147483647 w 576"/>
                  <a:gd name="T53" fmla="*/ 2147483647 h 822"/>
                  <a:gd name="T54" fmla="*/ 2147483647 w 576"/>
                  <a:gd name="T55" fmla="*/ 2147483647 h 822"/>
                  <a:gd name="T56" fmla="*/ 2147483647 w 576"/>
                  <a:gd name="T57" fmla="*/ 2147483647 h 822"/>
                  <a:gd name="T58" fmla="*/ 2147483647 w 576"/>
                  <a:gd name="T59" fmla="*/ 2147483647 h 822"/>
                  <a:gd name="T60" fmla="*/ 2147483647 w 576"/>
                  <a:gd name="T61" fmla="*/ 2147483647 h 822"/>
                  <a:gd name="T62" fmla="*/ 2147483647 w 576"/>
                  <a:gd name="T63" fmla="*/ 2147483647 h 822"/>
                  <a:gd name="T64" fmla="*/ 2147483647 w 576"/>
                  <a:gd name="T65" fmla="*/ 2147483647 h 822"/>
                  <a:gd name="T66" fmla="*/ 2147483647 w 576"/>
                  <a:gd name="T67" fmla="*/ 2147483647 h 822"/>
                  <a:gd name="T68" fmla="*/ 2147483647 w 576"/>
                  <a:gd name="T69" fmla="*/ 2147483647 h 822"/>
                  <a:gd name="T70" fmla="*/ 2147483647 w 576"/>
                  <a:gd name="T71" fmla="*/ 2147483647 h 822"/>
                  <a:gd name="T72" fmla="*/ 2147483647 w 576"/>
                  <a:gd name="T73" fmla="*/ 2147483647 h 822"/>
                  <a:gd name="T74" fmla="*/ 2147483647 w 576"/>
                  <a:gd name="T75" fmla="*/ 2147483647 h 822"/>
                  <a:gd name="T76" fmla="*/ 2147483647 w 576"/>
                  <a:gd name="T77" fmla="*/ 2147483647 h 822"/>
                  <a:gd name="T78" fmla="*/ 2147483647 w 576"/>
                  <a:gd name="T79" fmla="*/ 2147483647 h 822"/>
                  <a:gd name="T80" fmla="*/ 2147483647 w 576"/>
                  <a:gd name="T81" fmla="*/ 2147483647 h 822"/>
                  <a:gd name="T82" fmla="*/ 2147483647 w 576"/>
                  <a:gd name="T83" fmla="*/ 2147483647 h 822"/>
                  <a:gd name="T84" fmla="*/ 2147483647 w 576"/>
                  <a:gd name="T85" fmla="*/ 2147483647 h 822"/>
                  <a:gd name="T86" fmla="*/ 2147483647 w 576"/>
                  <a:gd name="T87" fmla="*/ 2147483647 h 822"/>
                  <a:gd name="T88" fmla="*/ 2147483647 w 576"/>
                  <a:gd name="T89" fmla="*/ 2147483647 h 822"/>
                  <a:gd name="T90" fmla="*/ 2147483647 w 576"/>
                  <a:gd name="T91" fmla="*/ 2147483647 h 822"/>
                  <a:gd name="T92" fmla="*/ 2147483647 w 576"/>
                  <a:gd name="T93" fmla="*/ 2147483647 h 822"/>
                  <a:gd name="T94" fmla="*/ 2147483647 w 576"/>
                  <a:gd name="T95" fmla="*/ 2147483647 h 822"/>
                  <a:gd name="T96" fmla="*/ 2147483647 w 576"/>
                  <a:gd name="T97" fmla="*/ 2147483647 h 822"/>
                  <a:gd name="T98" fmla="*/ 2147483647 w 576"/>
                  <a:gd name="T99" fmla="*/ 2147483647 h 822"/>
                  <a:gd name="T100" fmla="*/ 2147483647 w 576"/>
                  <a:gd name="T101" fmla="*/ 2147483647 h 822"/>
                  <a:gd name="T102" fmla="*/ 2147483647 w 576"/>
                  <a:gd name="T103" fmla="*/ 2147483647 h 822"/>
                  <a:gd name="T104" fmla="*/ 2147483647 w 576"/>
                  <a:gd name="T105" fmla="*/ 2147483647 h 822"/>
                  <a:gd name="T106" fmla="*/ 2147483647 w 576"/>
                  <a:gd name="T107" fmla="*/ 2147483647 h 822"/>
                  <a:gd name="T108" fmla="*/ 2147483647 w 576"/>
                  <a:gd name="T109" fmla="*/ 2147483647 h 822"/>
                  <a:gd name="T110" fmla="*/ 2147483647 w 576"/>
                  <a:gd name="T111" fmla="*/ 2147483647 h 822"/>
                  <a:gd name="T112" fmla="*/ 2147483647 w 576"/>
                  <a:gd name="T113" fmla="*/ 2147483647 h 822"/>
                  <a:gd name="T114" fmla="*/ 2147483647 w 576"/>
                  <a:gd name="T115" fmla="*/ 2147483647 h 822"/>
                  <a:gd name="T116" fmla="*/ 2147483647 w 576"/>
                  <a:gd name="T117" fmla="*/ 2147483647 h 822"/>
                  <a:gd name="T118" fmla="*/ 2147483647 w 576"/>
                  <a:gd name="T119" fmla="*/ 2147483647 h 822"/>
                  <a:gd name="T120" fmla="*/ 2147483647 w 576"/>
                  <a:gd name="T121" fmla="*/ 2147483647 h 822"/>
                  <a:gd name="T122" fmla="*/ 2147483647 w 576"/>
                  <a:gd name="T123" fmla="*/ 2147483647 h 82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576"/>
                  <a:gd name="T187" fmla="*/ 0 h 822"/>
                  <a:gd name="T188" fmla="*/ 576 w 576"/>
                  <a:gd name="T189" fmla="*/ 822 h 822"/>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576" h="822">
                    <a:moveTo>
                      <a:pt x="162" y="378"/>
                    </a:moveTo>
                    <a:lnTo>
                      <a:pt x="156" y="378"/>
                    </a:lnTo>
                    <a:lnTo>
                      <a:pt x="150" y="384"/>
                    </a:lnTo>
                    <a:lnTo>
                      <a:pt x="150" y="396"/>
                    </a:lnTo>
                    <a:lnTo>
                      <a:pt x="144" y="414"/>
                    </a:lnTo>
                    <a:lnTo>
                      <a:pt x="156" y="402"/>
                    </a:lnTo>
                    <a:lnTo>
                      <a:pt x="162" y="390"/>
                    </a:lnTo>
                    <a:lnTo>
                      <a:pt x="162" y="378"/>
                    </a:lnTo>
                    <a:close/>
                    <a:moveTo>
                      <a:pt x="132" y="312"/>
                    </a:moveTo>
                    <a:lnTo>
                      <a:pt x="126" y="312"/>
                    </a:lnTo>
                    <a:lnTo>
                      <a:pt x="126" y="336"/>
                    </a:lnTo>
                    <a:lnTo>
                      <a:pt x="132" y="336"/>
                    </a:lnTo>
                    <a:lnTo>
                      <a:pt x="138" y="330"/>
                    </a:lnTo>
                    <a:lnTo>
                      <a:pt x="150" y="330"/>
                    </a:lnTo>
                    <a:lnTo>
                      <a:pt x="144" y="318"/>
                    </a:lnTo>
                    <a:lnTo>
                      <a:pt x="138" y="312"/>
                    </a:lnTo>
                    <a:lnTo>
                      <a:pt x="132" y="312"/>
                    </a:lnTo>
                    <a:close/>
                    <a:moveTo>
                      <a:pt x="114" y="390"/>
                    </a:moveTo>
                    <a:lnTo>
                      <a:pt x="126" y="390"/>
                    </a:lnTo>
                    <a:lnTo>
                      <a:pt x="138" y="384"/>
                    </a:lnTo>
                    <a:lnTo>
                      <a:pt x="138" y="372"/>
                    </a:lnTo>
                    <a:lnTo>
                      <a:pt x="132" y="366"/>
                    </a:lnTo>
                    <a:lnTo>
                      <a:pt x="120" y="366"/>
                    </a:lnTo>
                    <a:lnTo>
                      <a:pt x="114" y="372"/>
                    </a:lnTo>
                    <a:lnTo>
                      <a:pt x="108" y="384"/>
                    </a:lnTo>
                    <a:lnTo>
                      <a:pt x="108" y="390"/>
                    </a:lnTo>
                    <a:lnTo>
                      <a:pt x="114" y="390"/>
                    </a:lnTo>
                    <a:close/>
                    <a:moveTo>
                      <a:pt x="330" y="120"/>
                    </a:moveTo>
                    <a:lnTo>
                      <a:pt x="324" y="120"/>
                    </a:lnTo>
                    <a:lnTo>
                      <a:pt x="318" y="126"/>
                    </a:lnTo>
                    <a:lnTo>
                      <a:pt x="318" y="138"/>
                    </a:lnTo>
                    <a:lnTo>
                      <a:pt x="330" y="138"/>
                    </a:lnTo>
                    <a:lnTo>
                      <a:pt x="336" y="126"/>
                    </a:lnTo>
                    <a:lnTo>
                      <a:pt x="330" y="120"/>
                    </a:lnTo>
                    <a:close/>
                    <a:moveTo>
                      <a:pt x="138" y="258"/>
                    </a:moveTo>
                    <a:lnTo>
                      <a:pt x="138" y="234"/>
                    </a:lnTo>
                    <a:lnTo>
                      <a:pt x="126" y="234"/>
                    </a:lnTo>
                    <a:lnTo>
                      <a:pt x="120" y="240"/>
                    </a:lnTo>
                    <a:lnTo>
                      <a:pt x="120" y="246"/>
                    </a:lnTo>
                    <a:lnTo>
                      <a:pt x="126" y="252"/>
                    </a:lnTo>
                    <a:lnTo>
                      <a:pt x="108" y="252"/>
                    </a:lnTo>
                    <a:lnTo>
                      <a:pt x="108" y="258"/>
                    </a:lnTo>
                    <a:lnTo>
                      <a:pt x="114" y="264"/>
                    </a:lnTo>
                    <a:lnTo>
                      <a:pt x="120" y="264"/>
                    </a:lnTo>
                    <a:lnTo>
                      <a:pt x="126" y="270"/>
                    </a:lnTo>
                    <a:lnTo>
                      <a:pt x="150" y="270"/>
                    </a:lnTo>
                    <a:lnTo>
                      <a:pt x="138" y="258"/>
                    </a:lnTo>
                    <a:close/>
                    <a:moveTo>
                      <a:pt x="474" y="0"/>
                    </a:moveTo>
                    <a:lnTo>
                      <a:pt x="468" y="0"/>
                    </a:lnTo>
                    <a:lnTo>
                      <a:pt x="456" y="12"/>
                    </a:lnTo>
                    <a:lnTo>
                      <a:pt x="474" y="12"/>
                    </a:lnTo>
                    <a:lnTo>
                      <a:pt x="474" y="6"/>
                    </a:lnTo>
                    <a:lnTo>
                      <a:pt x="480" y="0"/>
                    </a:lnTo>
                    <a:lnTo>
                      <a:pt x="474" y="0"/>
                    </a:lnTo>
                    <a:close/>
                    <a:moveTo>
                      <a:pt x="432" y="48"/>
                    </a:moveTo>
                    <a:lnTo>
                      <a:pt x="432" y="66"/>
                    </a:lnTo>
                    <a:lnTo>
                      <a:pt x="438" y="66"/>
                    </a:lnTo>
                    <a:lnTo>
                      <a:pt x="444" y="60"/>
                    </a:lnTo>
                    <a:lnTo>
                      <a:pt x="450" y="48"/>
                    </a:lnTo>
                    <a:lnTo>
                      <a:pt x="450" y="24"/>
                    </a:lnTo>
                    <a:lnTo>
                      <a:pt x="438" y="12"/>
                    </a:lnTo>
                    <a:lnTo>
                      <a:pt x="432" y="24"/>
                    </a:lnTo>
                    <a:lnTo>
                      <a:pt x="426" y="30"/>
                    </a:lnTo>
                    <a:lnTo>
                      <a:pt x="420" y="30"/>
                    </a:lnTo>
                    <a:lnTo>
                      <a:pt x="420" y="42"/>
                    </a:lnTo>
                    <a:lnTo>
                      <a:pt x="426" y="42"/>
                    </a:lnTo>
                    <a:lnTo>
                      <a:pt x="432" y="48"/>
                    </a:lnTo>
                    <a:close/>
                    <a:moveTo>
                      <a:pt x="342" y="138"/>
                    </a:moveTo>
                    <a:lnTo>
                      <a:pt x="342" y="150"/>
                    </a:lnTo>
                    <a:lnTo>
                      <a:pt x="354" y="138"/>
                    </a:lnTo>
                    <a:lnTo>
                      <a:pt x="342" y="138"/>
                    </a:lnTo>
                    <a:close/>
                    <a:moveTo>
                      <a:pt x="192" y="402"/>
                    </a:moveTo>
                    <a:lnTo>
                      <a:pt x="192" y="390"/>
                    </a:lnTo>
                    <a:lnTo>
                      <a:pt x="186" y="384"/>
                    </a:lnTo>
                    <a:lnTo>
                      <a:pt x="186" y="378"/>
                    </a:lnTo>
                    <a:lnTo>
                      <a:pt x="174" y="390"/>
                    </a:lnTo>
                    <a:lnTo>
                      <a:pt x="174" y="396"/>
                    </a:lnTo>
                    <a:lnTo>
                      <a:pt x="180" y="402"/>
                    </a:lnTo>
                    <a:lnTo>
                      <a:pt x="192" y="402"/>
                    </a:lnTo>
                    <a:close/>
                    <a:moveTo>
                      <a:pt x="504" y="588"/>
                    </a:moveTo>
                    <a:lnTo>
                      <a:pt x="498" y="594"/>
                    </a:lnTo>
                    <a:lnTo>
                      <a:pt x="498" y="600"/>
                    </a:lnTo>
                    <a:lnTo>
                      <a:pt x="480" y="600"/>
                    </a:lnTo>
                    <a:lnTo>
                      <a:pt x="480" y="588"/>
                    </a:lnTo>
                    <a:lnTo>
                      <a:pt x="486" y="576"/>
                    </a:lnTo>
                    <a:lnTo>
                      <a:pt x="498" y="564"/>
                    </a:lnTo>
                    <a:lnTo>
                      <a:pt x="492" y="558"/>
                    </a:lnTo>
                    <a:lnTo>
                      <a:pt x="456" y="540"/>
                    </a:lnTo>
                    <a:lnTo>
                      <a:pt x="450" y="540"/>
                    </a:lnTo>
                    <a:lnTo>
                      <a:pt x="444" y="534"/>
                    </a:lnTo>
                    <a:lnTo>
                      <a:pt x="450" y="534"/>
                    </a:lnTo>
                    <a:lnTo>
                      <a:pt x="456" y="528"/>
                    </a:lnTo>
                    <a:lnTo>
                      <a:pt x="480" y="528"/>
                    </a:lnTo>
                    <a:lnTo>
                      <a:pt x="468" y="516"/>
                    </a:lnTo>
                    <a:lnTo>
                      <a:pt x="468" y="510"/>
                    </a:lnTo>
                    <a:lnTo>
                      <a:pt x="456" y="498"/>
                    </a:lnTo>
                    <a:lnTo>
                      <a:pt x="450" y="486"/>
                    </a:lnTo>
                    <a:lnTo>
                      <a:pt x="432" y="468"/>
                    </a:lnTo>
                    <a:lnTo>
                      <a:pt x="420" y="468"/>
                    </a:lnTo>
                    <a:lnTo>
                      <a:pt x="414" y="456"/>
                    </a:lnTo>
                    <a:lnTo>
                      <a:pt x="402" y="450"/>
                    </a:lnTo>
                    <a:lnTo>
                      <a:pt x="390" y="438"/>
                    </a:lnTo>
                    <a:lnTo>
                      <a:pt x="390" y="414"/>
                    </a:lnTo>
                    <a:lnTo>
                      <a:pt x="396" y="402"/>
                    </a:lnTo>
                    <a:lnTo>
                      <a:pt x="396" y="390"/>
                    </a:lnTo>
                    <a:lnTo>
                      <a:pt x="384" y="390"/>
                    </a:lnTo>
                    <a:lnTo>
                      <a:pt x="378" y="384"/>
                    </a:lnTo>
                    <a:lnTo>
                      <a:pt x="372" y="372"/>
                    </a:lnTo>
                    <a:lnTo>
                      <a:pt x="360" y="360"/>
                    </a:lnTo>
                    <a:lnTo>
                      <a:pt x="342" y="354"/>
                    </a:lnTo>
                    <a:lnTo>
                      <a:pt x="324" y="354"/>
                    </a:lnTo>
                    <a:lnTo>
                      <a:pt x="306" y="360"/>
                    </a:lnTo>
                    <a:lnTo>
                      <a:pt x="294" y="366"/>
                    </a:lnTo>
                    <a:lnTo>
                      <a:pt x="288" y="366"/>
                    </a:lnTo>
                    <a:lnTo>
                      <a:pt x="270" y="348"/>
                    </a:lnTo>
                    <a:lnTo>
                      <a:pt x="282" y="348"/>
                    </a:lnTo>
                    <a:lnTo>
                      <a:pt x="294" y="354"/>
                    </a:lnTo>
                    <a:lnTo>
                      <a:pt x="306" y="354"/>
                    </a:lnTo>
                    <a:lnTo>
                      <a:pt x="330" y="342"/>
                    </a:lnTo>
                    <a:lnTo>
                      <a:pt x="336" y="336"/>
                    </a:lnTo>
                    <a:lnTo>
                      <a:pt x="330" y="336"/>
                    </a:lnTo>
                    <a:lnTo>
                      <a:pt x="324" y="330"/>
                    </a:lnTo>
                    <a:lnTo>
                      <a:pt x="306" y="330"/>
                    </a:lnTo>
                    <a:lnTo>
                      <a:pt x="330" y="324"/>
                    </a:lnTo>
                    <a:lnTo>
                      <a:pt x="336" y="318"/>
                    </a:lnTo>
                    <a:lnTo>
                      <a:pt x="348" y="312"/>
                    </a:lnTo>
                    <a:lnTo>
                      <a:pt x="360" y="300"/>
                    </a:lnTo>
                    <a:lnTo>
                      <a:pt x="360" y="288"/>
                    </a:lnTo>
                    <a:lnTo>
                      <a:pt x="366" y="276"/>
                    </a:lnTo>
                    <a:lnTo>
                      <a:pt x="372" y="270"/>
                    </a:lnTo>
                    <a:lnTo>
                      <a:pt x="378" y="258"/>
                    </a:lnTo>
                    <a:lnTo>
                      <a:pt x="384" y="252"/>
                    </a:lnTo>
                    <a:lnTo>
                      <a:pt x="396" y="246"/>
                    </a:lnTo>
                    <a:lnTo>
                      <a:pt x="402" y="246"/>
                    </a:lnTo>
                    <a:lnTo>
                      <a:pt x="402" y="240"/>
                    </a:lnTo>
                    <a:lnTo>
                      <a:pt x="396" y="234"/>
                    </a:lnTo>
                    <a:lnTo>
                      <a:pt x="318" y="234"/>
                    </a:lnTo>
                    <a:lnTo>
                      <a:pt x="318" y="228"/>
                    </a:lnTo>
                    <a:lnTo>
                      <a:pt x="288" y="228"/>
                    </a:lnTo>
                    <a:lnTo>
                      <a:pt x="276" y="234"/>
                    </a:lnTo>
                    <a:lnTo>
                      <a:pt x="264" y="234"/>
                    </a:lnTo>
                    <a:lnTo>
                      <a:pt x="258" y="240"/>
                    </a:lnTo>
                    <a:lnTo>
                      <a:pt x="252" y="240"/>
                    </a:lnTo>
                    <a:lnTo>
                      <a:pt x="264" y="228"/>
                    </a:lnTo>
                    <a:lnTo>
                      <a:pt x="252" y="216"/>
                    </a:lnTo>
                    <a:lnTo>
                      <a:pt x="270" y="210"/>
                    </a:lnTo>
                    <a:lnTo>
                      <a:pt x="300" y="192"/>
                    </a:lnTo>
                    <a:lnTo>
                      <a:pt x="312" y="186"/>
                    </a:lnTo>
                    <a:lnTo>
                      <a:pt x="324" y="162"/>
                    </a:lnTo>
                    <a:lnTo>
                      <a:pt x="318" y="156"/>
                    </a:lnTo>
                    <a:lnTo>
                      <a:pt x="288" y="156"/>
                    </a:lnTo>
                    <a:lnTo>
                      <a:pt x="276" y="162"/>
                    </a:lnTo>
                    <a:lnTo>
                      <a:pt x="258" y="168"/>
                    </a:lnTo>
                    <a:lnTo>
                      <a:pt x="240" y="168"/>
                    </a:lnTo>
                    <a:lnTo>
                      <a:pt x="228" y="162"/>
                    </a:lnTo>
                    <a:lnTo>
                      <a:pt x="216" y="162"/>
                    </a:lnTo>
                    <a:lnTo>
                      <a:pt x="210" y="168"/>
                    </a:lnTo>
                    <a:lnTo>
                      <a:pt x="210" y="174"/>
                    </a:lnTo>
                    <a:lnTo>
                      <a:pt x="216" y="180"/>
                    </a:lnTo>
                    <a:lnTo>
                      <a:pt x="204" y="180"/>
                    </a:lnTo>
                    <a:lnTo>
                      <a:pt x="192" y="192"/>
                    </a:lnTo>
                    <a:lnTo>
                      <a:pt x="192" y="210"/>
                    </a:lnTo>
                    <a:lnTo>
                      <a:pt x="198" y="216"/>
                    </a:lnTo>
                    <a:lnTo>
                      <a:pt x="156" y="222"/>
                    </a:lnTo>
                    <a:lnTo>
                      <a:pt x="156" y="234"/>
                    </a:lnTo>
                    <a:lnTo>
                      <a:pt x="168" y="240"/>
                    </a:lnTo>
                    <a:lnTo>
                      <a:pt x="180" y="264"/>
                    </a:lnTo>
                    <a:lnTo>
                      <a:pt x="162" y="282"/>
                    </a:lnTo>
                    <a:lnTo>
                      <a:pt x="162" y="294"/>
                    </a:lnTo>
                    <a:lnTo>
                      <a:pt x="144" y="300"/>
                    </a:lnTo>
                    <a:lnTo>
                      <a:pt x="156" y="312"/>
                    </a:lnTo>
                    <a:lnTo>
                      <a:pt x="168" y="312"/>
                    </a:lnTo>
                    <a:lnTo>
                      <a:pt x="180" y="306"/>
                    </a:lnTo>
                    <a:lnTo>
                      <a:pt x="186" y="300"/>
                    </a:lnTo>
                    <a:lnTo>
                      <a:pt x="186" y="318"/>
                    </a:lnTo>
                    <a:lnTo>
                      <a:pt x="180" y="318"/>
                    </a:lnTo>
                    <a:lnTo>
                      <a:pt x="168" y="330"/>
                    </a:lnTo>
                    <a:lnTo>
                      <a:pt x="156" y="336"/>
                    </a:lnTo>
                    <a:lnTo>
                      <a:pt x="156" y="360"/>
                    </a:lnTo>
                    <a:lnTo>
                      <a:pt x="162" y="372"/>
                    </a:lnTo>
                    <a:lnTo>
                      <a:pt x="168" y="366"/>
                    </a:lnTo>
                    <a:lnTo>
                      <a:pt x="198" y="366"/>
                    </a:lnTo>
                    <a:lnTo>
                      <a:pt x="210" y="360"/>
                    </a:lnTo>
                    <a:lnTo>
                      <a:pt x="216" y="354"/>
                    </a:lnTo>
                    <a:lnTo>
                      <a:pt x="198" y="372"/>
                    </a:lnTo>
                    <a:lnTo>
                      <a:pt x="210" y="402"/>
                    </a:lnTo>
                    <a:lnTo>
                      <a:pt x="204" y="408"/>
                    </a:lnTo>
                    <a:lnTo>
                      <a:pt x="198" y="420"/>
                    </a:lnTo>
                    <a:lnTo>
                      <a:pt x="186" y="426"/>
                    </a:lnTo>
                    <a:lnTo>
                      <a:pt x="180" y="438"/>
                    </a:lnTo>
                    <a:lnTo>
                      <a:pt x="180" y="450"/>
                    </a:lnTo>
                    <a:lnTo>
                      <a:pt x="186" y="456"/>
                    </a:lnTo>
                    <a:lnTo>
                      <a:pt x="204" y="456"/>
                    </a:lnTo>
                    <a:lnTo>
                      <a:pt x="216" y="450"/>
                    </a:lnTo>
                    <a:lnTo>
                      <a:pt x="240" y="450"/>
                    </a:lnTo>
                    <a:lnTo>
                      <a:pt x="252" y="444"/>
                    </a:lnTo>
                    <a:lnTo>
                      <a:pt x="258" y="438"/>
                    </a:lnTo>
                    <a:lnTo>
                      <a:pt x="270" y="432"/>
                    </a:lnTo>
                    <a:lnTo>
                      <a:pt x="300" y="438"/>
                    </a:lnTo>
                    <a:lnTo>
                      <a:pt x="288" y="444"/>
                    </a:lnTo>
                    <a:lnTo>
                      <a:pt x="264" y="468"/>
                    </a:lnTo>
                    <a:lnTo>
                      <a:pt x="264" y="474"/>
                    </a:lnTo>
                    <a:lnTo>
                      <a:pt x="282" y="492"/>
                    </a:lnTo>
                    <a:lnTo>
                      <a:pt x="294" y="492"/>
                    </a:lnTo>
                    <a:lnTo>
                      <a:pt x="300" y="498"/>
                    </a:lnTo>
                    <a:lnTo>
                      <a:pt x="306" y="498"/>
                    </a:lnTo>
                    <a:lnTo>
                      <a:pt x="312" y="516"/>
                    </a:lnTo>
                    <a:lnTo>
                      <a:pt x="294" y="534"/>
                    </a:lnTo>
                    <a:lnTo>
                      <a:pt x="294" y="564"/>
                    </a:lnTo>
                    <a:lnTo>
                      <a:pt x="222" y="564"/>
                    </a:lnTo>
                    <a:lnTo>
                      <a:pt x="216" y="558"/>
                    </a:lnTo>
                    <a:lnTo>
                      <a:pt x="198" y="558"/>
                    </a:lnTo>
                    <a:lnTo>
                      <a:pt x="192" y="564"/>
                    </a:lnTo>
                    <a:lnTo>
                      <a:pt x="210" y="582"/>
                    </a:lnTo>
                    <a:lnTo>
                      <a:pt x="186" y="600"/>
                    </a:lnTo>
                    <a:lnTo>
                      <a:pt x="228" y="594"/>
                    </a:lnTo>
                    <a:lnTo>
                      <a:pt x="228" y="618"/>
                    </a:lnTo>
                    <a:lnTo>
                      <a:pt x="216" y="642"/>
                    </a:lnTo>
                    <a:lnTo>
                      <a:pt x="210" y="648"/>
                    </a:lnTo>
                    <a:lnTo>
                      <a:pt x="198" y="654"/>
                    </a:lnTo>
                    <a:lnTo>
                      <a:pt x="180" y="660"/>
                    </a:lnTo>
                    <a:lnTo>
                      <a:pt x="168" y="666"/>
                    </a:lnTo>
                    <a:lnTo>
                      <a:pt x="162" y="666"/>
                    </a:lnTo>
                    <a:lnTo>
                      <a:pt x="162" y="690"/>
                    </a:lnTo>
                    <a:lnTo>
                      <a:pt x="168" y="696"/>
                    </a:lnTo>
                    <a:lnTo>
                      <a:pt x="174" y="696"/>
                    </a:lnTo>
                    <a:lnTo>
                      <a:pt x="180" y="690"/>
                    </a:lnTo>
                    <a:lnTo>
                      <a:pt x="192" y="684"/>
                    </a:lnTo>
                    <a:lnTo>
                      <a:pt x="198" y="678"/>
                    </a:lnTo>
                    <a:lnTo>
                      <a:pt x="204" y="684"/>
                    </a:lnTo>
                    <a:lnTo>
                      <a:pt x="204" y="690"/>
                    </a:lnTo>
                    <a:lnTo>
                      <a:pt x="210" y="696"/>
                    </a:lnTo>
                    <a:lnTo>
                      <a:pt x="234" y="696"/>
                    </a:lnTo>
                    <a:lnTo>
                      <a:pt x="240" y="702"/>
                    </a:lnTo>
                    <a:lnTo>
                      <a:pt x="252" y="708"/>
                    </a:lnTo>
                    <a:lnTo>
                      <a:pt x="258" y="708"/>
                    </a:lnTo>
                    <a:lnTo>
                      <a:pt x="276" y="702"/>
                    </a:lnTo>
                    <a:lnTo>
                      <a:pt x="288" y="696"/>
                    </a:lnTo>
                    <a:lnTo>
                      <a:pt x="294" y="690"/>
                    </a:lnTo>
                    <a:lnTo>
                      <a:pt x="318" y="690"/>
                    </a:lnTo>
                    <a:lnTo>
                      <a:pt x="312" y="696"/>
                    </a:lnTo>
                    <a:lnTo>
                      <a:pt x="300" y="702"/>
                    </a:lnTo>
                    <a:lnTo>
                      <a:pt x="294" y="714"/>
                    </a:lnTo>
                    <a:lnTo>
                      <a:pt x="282" y="720"/>
                    </a:lnTo>
                    <a:lnTo>
                      <a:pt x="276" y="726"/>
                    </a:lnTo>
                    <a:lnTo>
                      <a:pt x="210" y="726"/>
                    </a:lnTo>
                    <a:lnTo>
                      <a:pt x="210" y="738"/>
                    </a:lnTo>
                    <a:lnTo>
                      <a:pt x="198" y="738"/>
                    </a:lnTo>
                    <a:lnTo>
                      <a:pt x="186" y="744"/>
                    </a:lnTo>
                    <a:lnTo>
                      <a:pt x="180" y="750"/>
                    </a:lnTo>
                    <a:lnTo>
                      <a:pt x="180" y="768"/>
                    </a:lnTo>
                    <a:lnTo>
                      <a:pt x="174" y="774"/>
                    </a:lnTo>
                    <a:lnTo>
                      <a:pt x="144" y="774"/>
                    </a:lnTo>
                    <a:lnTo>
                      <a:pt x="144" y="780"/>
                    </a:lnTo>
                    <a:lnTo>
                      <a:pt x="138" y="786"/>
                    </a:lnTo>
                    <a:lnTo>
                      <a:pt x="138" y="792"/>
                    </a:lnTo>
                    <a:lnTo>
                      <a:pt x="126" y="804"/>
                    </a:lnTo>
                    <a:lnTo>
                      <a:pt x="114" y="810"/>
                    </a:lnTo>
                    <a:lnTo>
                      <a:pt x="108" y="810"/>
                    </a:lnTo>
                    <a:lnTo>
                      <a:pt x="108" y="816"/>
                    </a:lnTo>
                    <a:lnTo>
                      <a:pt x="114" y="816"/>
                    </a:lnTo>
                    <a:lnTo>
                      <a:pt x="120" y="822"/>
                    </a:lnTo>
                    <a:lnTo>
                      <a:pt x="150" y="822"/>
                    </a:lnTo>
                    <a:lnTo>
                      <a:pt x="156" y="810"/>
                    </a:lnTo>
                    <a:lnTo>
                      <a:pt x="174" y="792"/>
                    </a:lnTo>
                    <a:lnTo>
                      <a:pt x="210" y="792"/>
                    </a:lnTo>
                    <a:lnTo>
                      <a:pt x="216" y="798"/>
                    </a:lnTo>
                    <a:lnTo>
                      <a:pt x="228" y="804"/>
                    </a:lnTo>
                    <a:lnTo>
                      <a:pt x="240" y="804"/>
                    </a:lnTo>
                    <a:lnTo>
                      <a:pt x="246" y="792"/>
                    </a:lnTo>
                    <a:lnTo>
                      <a:pt x="252" y="786"/>
                    </a:lnTo>
                    <a:lnTo>
                      <a:pt x="258" y="774"/>
                    </a:lnTo>
                    <a:lnTo>
                      <a:pt x="270" y="762"/>
                    </a:lnTo>
                    <a:lnTo>
                      <a:pt x="288" y="762"/>
                    </a:lnTo>
                    <a:lnTo>
                      <a:pt x="300" y="774"/>
                    </a:lnTo>
                    <a:lnTo>
                      <a:pt x="330" y="774"/>
                    </a:lnTo>
                    <a:lnTo>
                      <a:pt x="354" y="762"/>
                    </a:lnTo>
                    <a:lnTo>
                      <a:pt x="360" y="762"/>
                    </a:lnTo>
                    <a:lnTo>
                      <a:pt x="366" y="768"/>
                    </a:lnTo>
                    <a:lnTo>
                      <a:pt x="378" y="768"/>
                    </a:lnTo>
                    <a:lnTo>
                      <a:pt x="390" y="774"/>
                    </a:lnTo>
                    <a:lnTo>
                      <a:pt x="396" y="774"/>
                    </a:lnTo>
                    <a:lnTo>
                      <a:pt x="396" y="768"/>
                    </a:lnTo>
                    <a:lnTo>
                      <a:pt x="390" y="762"/>
                    </a:lnTo>
                    <a:lnTo>
                      <a:pt x="390" y="750"/>
                    </a:lnTo>
                    <a:lnTo>
                      <a:pt x="396" y="750"/>
                    </a:lnTo>
                    <a:lnTo>
                      <a:pt x="408" y="756"/>
                    </a:lnTo>
                    <a:lnTo>
                      <a:pt x="414" y="762"/>
                    </a:lnTo>
                    <a:lnTo>
                      <a:pt x="426" y="756"/>
                    </a:lnTo>
                    <a:lnTo>
                      <a:pt x="498" y="756"/>
                    </a:lnTo>
                    <a:lnTo>
                      <a:pt x="522" y="750"/>
                    </a:lnTo>
                    <a:lnTo>
                      <a:pt x="534" y="744"/>
                    </a:lnTo>
                    <a:lnTo>
                      <a:pt x="540" y="732"/>
                    </a:lnTo>
                    <a:lnTo>
                      <a:pt x="546" y="726"/>
                    </a:lnTo>
                    <a:lnTo>
                      <a:pt x="552" y="714"/>
                    </a:lnTo>
                    <a:lnTo>
                      <a:pt x="498" y="708"/>
                    </a:lnTo>
                    <a:lnTo>
                      <a:pt x="522" y="702"/>
                    </a:lnTo>
                    <a:lnTo>
                      <a:pt x="516" y="684"/>
                    </a:lnTo>
                    <a:lnTo>
                      <a:pt x="528" y="672"/>
                    </a:lnTo>
                    <a:lnTo>
                      <a:pt x="540" y="666"/>
                    </a:lnTo>
                    <a:lnTo>
                      <a:pt x="546" y="666"/>
                    </a:lnTo>
                    <a:lnTo>
                      <a:pt x="558" y="660"/>
                    </a:lnTo>
                    <a:lnTo>
                      <a:pt x="564" y="654"/>
                    </a:lnTo>
                    <a:lnTo>
                      <a:pt x="576" y="618"/>
                    </a:lnTo>
                    <a:lnTo>
                      <a:pt x="570" y="606"/>
                    </a:lnTo>
                    <a:lnTo>
                      <a:pt x="564" y="600"/>
                    </a:lnTo>
                    <a:lnTo>
                      <a:pt x="552" y="594"/>
                    </a:lnTo>
                    <a:lnTo>
                      <a:pt x="540" y="594"/>
                    </a:lnTo>
                    <a:lnTo>
                      <a:pt x="528" y="588"/>
                    </a:lnTo>
                    <a:lnTo>
                      <a:pt x="504" y="588"/>
                    </a:lnTo>
                    <a:close/>
                    <a:moveTo>
                      <a:pt x="222" y="486"/>
                    </a:moveTo>
                    <a:lnTo>
                      <a:pt x="216" y="480"/>
                    </a:lnTo>
                    <a:lnTo>
                      <a:pt x="204" y="480"/>
                    </a:lnTo>
                    <a:lnTo>
                      <a:pt x="204" y="486"/>
                    </a:lnTo>
                    <a:lnTo>
                      <a:pt x="198" y="498"/>
                    </a:lnTo>
                    <a:lnTo>
                      <a:pt x="192" y="504"/>
                    </a:lnTo>
                    <a:lnTo>
                      <a:pt x="210" y="504"/>
                    </a:lnTo>
                    <a:lnTo>
                      <a:pt x="222" y="492"/>
                    </a:lnTo>
                    <a:lnTo>
                      <a:pt x="222" y="486"/>
                    </a:lnTo>
                    <a:close/>
                    <a:moveTo>
                      <a:pt x="126" y="504"/>
                    </a:moveTo>
                    <a:lnTo>
                      <a:pt x="132" y="498"/>
                    </a:lnTo>
                    <a:lnTo>
                      <a:pt x="132" y="492"/>
                    </a:lnTo>
                    <a:lnTo>
                      <a:pt x="144" y="492"/>
                    </a:lnTo>
                    <a:lnTo>
                      <a:pt x="150" y="480"/>
                    </a:lnTo>
                    <a:lnTo>
                      <a:pt x="156" y="474"/>
                    </a:lnTo>
                    <a:lnTo>
                      <a:pt x="156" y="462"/>
                    </a:lnTo>
                    <a:lnTo>
                      <a:pt x="138" y="444"/>
                    </a:lnTo>
                    <a:lnTo>
                      <a:pt x="138" y="432"/>
                    </a:lnTo>
                    <a:lnTo>
                      <a:pt x="132" y="438"/>
                    </a:lnTo>
                    <a:lnTo>
                      <a:pt x="126" y="426"/>
                    </a:lnTo>
                    <a:lnTo>
                      <a:pt x="120" y="420"/>
                    </a:lnTo>
                    <a:lnTo>
                      <a:pt x="78" y="420"/>
                    </a:lnTo>
                    <a:lnTo>
                      <a:pt x="72" y="426"/>
                    </a:lnTo>
                    <a:lnTo>
                      <a:pt x="30" y="450"/>
                    </a:lnTo>
                    <a:lnTo>
                      <a:pt x="30" y="462"/>
                    </a:lnTo>
                    <a:lnTo>
                      <a:pt x="24" y="462"/>
                    </a:lnTo>
                    <a:lnTo>
                      <a:pt x="18" y="468"/>
                    </a:lnTo>
                    <a:lnTo>
                      <a:pt x="12" y="468"/>
                    </a:lnTo>
                    <a:lnTo>
                      <a:pt x="0" y="480"/>
                    </a:lnTo>
                    <a:lnTo>
                      <a:pt x="6" y="486"/>
                    </a:lnTo>
                    <a:lnTo>
                      <a:pt x="30" y="498"/>
                    </a:lnTo>
                    <a:lnTo>
                      <a:pt x="42" y="498"/>
                    </a:lnTo>
                    <a:lnTo>
                      <a:pt x="66" y="474"/>
                    </a:lnTo>
                    <a:lnTo>
                      <a:pt x="84" y="498"/>
                    </a:lnTo>
                    <a:lnTo>
                      <a:pt x="120" y="504"/>
                    </a:lnTo>
                    <a:lnTo>
                      <a:pt x="126" y="504"/>
                    </a:lnTo>
                    <a:close/>
                    <a:moveTo>
                      <a:pt x="78" y="228"/>
                    </a:moveTo>
                    <a:lnTo>
                      <a:pt x="72" y="228"/>
                    </a:lnTo>
                    <a:lnTo>
                      <a:pt x="66" y="234"/>
                    </a:lnTo>
                    <a:lnTo>
                      <a:pt x="66" y="240"/>
                    </a:lnTo>
                    <a:lnTo>
                      <a:pt x="84" y="240"/>
                    </a:lnTo>
                    <a:lnTo>
                      <a:pt x="84" y="228"/>
                    </a:lnTo>
                    <a:lnTo>
                      <a:pt x="78" y="228"/>
                    </a:lnTo>
                    <a:close/>
                    <a:moveTo>
                      <a:pt x="108" y="210"/>
                    </a:moveTo>
                    <a:lnTo>
                      <a:pt x="126" y="210"/>
                    </a:lnTo>
                    <a:lnTo>
                      <a:pt x="132" y="204"/>
                    </a:lnTo>
                    <a:lnTo>
                      <a:pt x="132" y="198"/>
                    </a:lnTo>
                    <a:lnTo>
                      <a:pt x="138" y="186"/>
                    </a:lnTo>
                    <a:lnTo>
                      <a:pt x="150" y="174"/>
                    </a:lnTo>
                    <a:lnTo>
                      <a:pt x="150" y="168"/>
                    </a:lnTo>
                    <a:lnTo>
                      <a:pt x="138" y="174"/>
                    </a:lnTo>
                    <a:lnTo>
                      <a:pt x="132" y="174"/>
                    </a:lnTo>
                    <a:lnTo>
                      <a:pt x="114" y="192"/>
                    </a:lnTo>
                    <a:lnTo>
                      <a:pt x="108" y="186"/>
                    </a:lnTo>
                    <a:lnTo>
                      <a:pt x="96" y="186"/>
                    </a:lnTo>
                    <a:lnTo>
                      <a:pt x="90" y="192"/>
                    </a:lnTo>
                    <a:lnTo>
                      <a:pt x="90" y="210"/>
                    </a:lnTo>
                    <a:lnTo>
                      <a:pt x="96" y="216"/>
                    </a:lnTo>
                    <a:lnTo>
                      <a:pt x="96" y="228"/>
                    </a:lnTo>
                    <a:lnTo>
                      <a:pt x="108" y="210"/>
                    </a:lnTo>
                    <a:close/>
                    <a:moveTo>
                      <a:pt x="72" y="252"/>
                    </a:moveTo>
                    <a:lnTo>
                      <a:pt x="60" y="282"/>
                    </a:lnTo>
                    <a:lnTo>
                      <a:pt x="78" y="258"/>
                    </a:lnTo>
                    <a:lnTo>
                      <a:pt x="72" y="25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 name="United Arab Emirates" descr="© INSCALE GmbH, 05.05.2010&#10;http://www.presentationload.com/">
                <a:extLst>
                  <a:ext uri="{FF2B5EF4-FFF2-40B4-BE49-F238E27FC236}">
                    <a16:creationId xmlns:a16="http://schemas.microsoft.com/office/drawing/2014/main" id="{DBE2743D-50C9-5CE9-E4DB-F868CA1C15EA}"/>
                  </a:ext>
                </a:extLst>
              </p:cNvPr>
              <p:cNvSpPr>
                <a:spLocks/>
              </p:cNvSpPr>
              <p:nvPr/>
            </p:nvSpPr>
            <p:spPr bwMode="gray">
              <a:xfrm>
                <a:off x="5599173" y="2407618"/>
                <a:ext cx="127484" cy="121556"/>
              </a:xfrm>
              <a:custGeom>
                <a:avLst/>
                <a:gdLst>
                  <a:gd name="T0" fmla="*/ 2147483647 w 336"/>
                  <a:gd name="T1" fmla="*/ 2147483647 h 318"/>
                  <a:gd name="T2" fmla="*/ 2147483647 w 336"/>
                  <a:gd name="T3" fmla="*/ 2147483647 h 318"/>
                  <a:gd name="T4" fmla="*/ 2147483647 w 336"/>
                  <a:gd name="T5" fmla="*/ 2147483647 h 318"/>
                  <a:gd name="T6" fmla="*/ 2147483647 w 336"/>
                  <a:gd name="T7" fmla="*/ 2147483647 h 318"/>
                  <a:gd name="T8" fmla="*/ 2147483647 w 336"/>
                  <a:gd name="T9" fmla="*/ 2147483647 h 318"/>
                  <a:gd name="T10" fmla="*/ 2147483647 w 336"/>
                  <a:gd name="T11" fmla="*/ 0 h 318"/>
                  <a:gd name="T12" fmla="*/ 2147483647 w 336"/>
                  <a:gd name="T13" fmla="*/ 2147483647 h 318"/>
                  <a:gd name="T14" fmla="*/ 2147483647 w 336"/>
                  <a:gd name="T15" fmla="*/ 2147483647 h 318"/>
                  <a:gd name="T16" fmla="*/ 2147483647 w 336"/>
                  <a:gd name="T17" fmla="*/ 2147483647 h 318"/>
                  <a:gd name="T18" fmla="*/ 2147483647 w 336"/>
                  <a:gd name="T19" fmla="*/ 2147483647 h 318"/>
                  <a:gd name="T20" fmla="*/ 2147483647 w 336"/>
                  <a:gd name="T21" fmla="*/ 2147483647 h 318"/>
                  <a:gd name="T22" fmla="*/ 2147483647 w 336"/>
                  <a:gd name="T23" fmla="*/ 2147483647 h 318"/>
                  <a:gd name="T24" fmla="*/ 2147483647 w 336"/>
                  <a:gd name="T25" fmla="*/ 2147483647 h 318"/>
                  <a:gd name="T26" fmla="*/ 2147483647 w 336"/>
                  <a:gd name="T27" fmla="*/ 2147483647 h 318"/>
                  <a:gd name="T28" fmla="*/ 2147483647 w 336"/>
                  <a:gd name="T29" fmla="*/ 2147483647 h 318"/>
                  <a:gd name="T30" fmla="*/ 2147483647 w 336"/>
                  <a:gd name="T31" fmla="*/ 2147483647 h 318"/>
                  <a:gd name="T32" fmla="*/ 2147483647 w 336"/>
                  <a:gd name="T33" fmla="*/ 2147483647 h 318"/>
                  <a:gd name="T34" fmla="*/ 2147483647 w 336"/>
                  <a:gd name="T35" fmla="*/ 2147483647 h 318"/>
                  <a:gd name="T36" fmla="*/ 0 w 336"/>
                  <a:gd name="T37" fmla="*/ 2147483647 h 318"/>
                  <a:gd name="T38" fmla="*/ 2147483647 w 336"/>
                  <a:gd name="T39" fmla="*/ 2147483647 h 318"/>
                  <a:gd name="T40" fmla="*/ 2147483647 w 336"/>
                  <a:gd name="T41" fmla="*/ 2147483647 h 318"/>
                  <a:gd name="T42" fmla="*/ 2147483647 w 336"/>
                  <a:gd name="T43" fmla="*/ 2147483647 h 318"/>
                  <a:gd name="T44" fmla="*/ 2147483647 w 336"/>
                  <a:gd name="T45" fmla="*/ 2147483647 h 318"/>
                  <a:gd name="T46" fmla="*/ 2147483647 w 336"/>
                  <a:gd name="T47" fmla="*/ 2147483647 h 318"/>
                  <a:gd name="T48" fmla="*/ 2147483647 w 336"/>
                  <a:gd name="T49" fmla="*/ 2147483647 h 318"/>
                  <a:gd name="T50" fmla="*/ 2147483647 w 336"/>
                  <a:gd name="T51" fmla="*/ 2147483647 h 318"/>
                  <a:gd name="T52" fmla="*/ 2147483647 w 336"/>
                  <a:gd name="T53" fmla="*/ 2147483647 h 318"/>
                  <a:gd name="T54" fmla="*/ 2147483647 w 336"/>
                  <a:gd name="T55" fmla="*/ 2147483647 h 318"/>
                  <a:gd name="T56" fmla="*/ 2147483647 w 336"/>
                  <a:gd name="T57" fmla="*/ 2147483647 h 318"/>
                  <a:gd name="T58" fmla="*/ 2147483647 w 336"/>
                  <a:gd name="T59" fmla="*/ 2147483647 h 318"/>
                  <a:gd name="T60" fmla="*/ 2147483647 w 336"/>
                  <a:gd name="T61" fmla="*/ 2147483647 h 318"/>
                  <a:gd name="T62" fmla="*/ 2147483647 w 336"/>
                  <a:gd name="T63" fmla="*/ 2147483647 h 318"/>
                  <a:gd name="T64" fmla="*/ 2147483647 w 336"/>
                  <a:gd name="T65" fmla="*/ 2147483647 h 318"/>
                  <a:gd name="T66" fmla="*/ 2147483647 w 336"/>
                  <a:gd name="T67" fmla="*/ 2147483647 h 318"/>
                  <a:gd name="T68" fmla="*/ 2147483647 w 336"/>
                  <a:gd name="T69" fmla="*/ 2147483647 h 31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36"/>
                  <a:gd name="T106" fmla="*/ 0 h 318"/>
                  <a:gd name="T107" fmla="*/ 336 w 336"/>
                  <a:gd name="T108" fmla="*/ 318 h 31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36" h="318">
                    <a:moveTo>
                      <a:pt x="300" y="120"/>
                    </a:moveTo>
                    <a:lnTo>
                      <a:pt x="306" y="120"/>
                    </a:lnTo>
                    <a:lnTo>
                      <a:pt x="306" y="126"/>
                    </a:lnTo>
                    <a:lnTo>
                      <a:pt x="312" y="138"/>
                    </a:lnTo>
                    <a:lnTo>
                      <a:pt x="336" y="132"/>
                    </a:lnTo>
                    <a:lnTo>
                      <a:pt x="330" y="120"/>
                    </a:lnTo>
                    <a:lnTo>
                      <a:pt x="324" y="102"/>
                    </a:lnTo>
                    <a:lnTo>
                      <a:pt x="324" y="60"/>
                    </a:lnTo>
                    <a:lnTo>
                      <a:pt x="330" y="42"/>
                    </a:lnTo>
                    <a:lnTo>
                      <a:pt x="330" y="6"/>
                    </a:lnTo>
                    <a:lnTo>
                      <a:pt x="324" y="0"/>
                    </a:lnTo>
                    <a:lnTo>
                      <a:pt x="318" y="0"/>
                    </a:lnTo>
                    <a:lnTo>
                      <a:pt x="312" y="6"/>
                    </a:lnTo>
                    <a:lnTo>
                      <a:pt x="306" y="18"/>
                    </a:lnTo>
                    <a:lnTo>
                      <a:pt x="300" y="36"/>
                    </a:lnTo>
                    <a:lnTo>
                      <a:pt x="288" y="60"/>
                    </a:lnTo>
                    <a:lnTo>
                      <a:pt x="282" y="66"/>
                    </a:lnTo>
                    <a:lnTo>
                      <a:pt x="282" y="72"/>
                    </a:lnTo>
                    <a:lnTo>
                      <a:pt x="276" y="72"/>
                    </a:lnTo>
                    <a:lnTo>
                      <a:pt x="264" y="78"/>
                    </a:lnTo>
                    <a:lnTo>
                      <a:pt x="234" y="108"/>
                    </a:lnTo>
                    <a:lnTo>
                      <a:pt x="228" y="120"/>
                    </a:lnTo>
                    <a:lnTo>
                      <a:pt x="216" y="132"/>
                    </a:lnTo>
                    <a:lnTo>
                      <a:pt x="204" y="138"/>
                    </a:lnTo>
                    <a:lnTo>
                      <a:pt x="198" y="150"/>
                    </a:lnTo>
                    <a:lnTo>
                      <a:pt x="198" y="168"/>
                    </a:lnTo>
                    <a:lnTo>
                      <a:pt x="192" y="180"/>
                    </a:lnTo>
                    <a:lnTo>
                      <a:pt x="192" y="186"/>
                    </a:lnTo>
                    <a:lnTo>
                      <a:pt x="186" y="192"/>
                    </a:lnTo>
                    <a:lnTo>
                      <a:pt x="150" y="192"/>
                    </a:lnTo>
                    <a:lnTo>
                      <a:pt x="132" y="186"/>
                    </a:lnTo>
                    <a:lnTo>
                      <a:pt x="90" y="186"/>
                    </a:lnTo>
                    <a:lnTo>
                      <a:pt x="72" y="192"/>
                    </a:lnTo>
                    <a:lnTo>
                      <a:pt x="48" y="204"/>
                    </a:lnTo>
                    <a:lnTo>
                      <a:pt x="24" y="204"/>
                    </a:lnTo>
                    <a:lnTo>
                      <a:pt x="12" y="192"/>
                    </a:lnTo>
                    <a:lnTo>
                      <a:pt x="0" y="186"/>
                    </a:lnTo>
                    <a:lnTo>
                      <a:pt x="0" y="198"/>
                    </a:lnTo>
                    <a:lnTo>
                      <a:pt x="18" y="216"/>
                    </a:lnTo>
                    <a:lnTo>
                      <a:pt x="30" y="240"/>
                    </a:lnTo>
                    <a:lnTo>
                      <a:pt x="54" y="264"/>
                    </a:lnTo>
                    <a:lnTo>
                      <a:pt x="60" y="276"/>
                    </a:lnTo>
                    <a:lnTo>
                      <a:pt x="72" y="282"/>
                    </a:lnTo>
                    <a:lnTo>
                      <a:pt x="78" y="294"/>
                    </a:lnTo>
                    <a:lnTo>
                      <a:pt x="96" y="294"/>
                    </a:lnTo>
                    <a:lnTo>
                      <a:pt x="132" y="300"/>
                    </a:lnTo>
                    <a:lnTo>
                      <a:pt x="228" y="312"/>
                    </a:lnTo>
                    <a:lnTo>
                      <a:pt x="270" y="318"/>
                    </a:lnTo>
                    <a:lnTo>
                      <a:pt x="264" y="306"/>
                    </a:lnTo>
                    <a:lnTo>
                      <a:pt x="258" y="300"/>
                    </a:lnTo>
                    <a:lnTo>
                      <a:pt x="252" y="288"/>
                    </a:lnTo>
                    <a:lnTo>
                      <a:pt x="252" y="276"/>
                    </a:lnTo>
                    <a:lnTo>
                      <a:pt x="258" y="270"/>
                    </a:lnTo>
                    <a:lnTo>
                      <a:pt x="264" y="258"/>
                    </a:lnTo>
                    <a:lnTo>
                      <a:pt x="270" y="252"/>
                    </a:lnTo>
                    <a:lnTo>
                      <a:pt x="276" y="240"/>
                    </a:lnTo>
                    <a:lnTo>
                      <a:pt x="276" y="228"/>
                    </a:lnTo>
                    <a:lnTo>
                      <a:pt x="282" y="216"/>
                    </a:lnTo>
                    <a:lnTo>
                      <a:pt x="282" y="204"/>
                    </a:lnTo>
                    <a:lnTo>
                      <a:pt x="288" y="198"/>
                    </a:lnTo>
                    <a:lnTo>
                      <a:pt x="288" y="192"/>
                    </a:lnTo>
                    <a:lnTo>
                      <a:pt x="300" y="192"/>
                    </a:lnTo>
                    <a:lnTo>
                      <a:pt x="300" y="198"/>
                    </a:lnTo>
                    <a:lnTo>
                      <a:pt x="306" y="198"/>
                    </a:lnTo>
                    <a:lnTo>
                      <a:pt x="306" y="192"/>
                    </a:lnTo>
                    <a:lnTo>
                      <a:pt x="288" y="174"/>
                    </a:lnTo>
                    <a:lnTo>
                      <a:pt x="288" y="144"/>
                    </a:lnTo>
                    <a:lnTo>
                      <a:pt x="294" y="132"/>
                    </a:lnTo>
                    <a:lnTo>
                      <a:pt x="294" y="126"/>
                    </a:lnTo>
                    <a:lnTo>
                      <a:pt x="300" y="1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 name="Ukraine" descr="© INSCALE GmbH, 05.05.2010&#10;http://www.presentationload.com/">
                <a:extLst>
                  <a:ext uri="{FF2B5EF4-FFF2-40B4-BE49-F238E27FC236}">
                    <a16:creationId xmlns:a16="http://schemas.microsoft.com/office/drawing/2014/main" id="{D43294A4-DE4F-8ECD-B673-1CA2CBE65142}"/>
                  </a:ext>
                </a:extLst>
              </p:cNvPr>
              <p:cNvSpPr>
                <a:spLocks/>
              </p:cNvSpPr>
              <p:nvPr/>
            </p:nvSpPr>
            <p:spPr bwMode="gray">
              <a:xfrm>
                <a:off x="4792763" y="1627887"/>
                <a:ext cx="423959" cy="237181"/>
              </a:xfrm>
              <a:custGeom>
                <a:avLst/>
                <a:gdLst>
                  <a:gd name="T0" fmla="*/ 2147483647 w 1116"/>
                  <a:gd name="T1" fmla="*/ 2147483647 h 624"/>
                  <a:gd name="T2" fmla="*/ 2147483647 w 1116"/>
                  <a:gd name="T3" fmla="*/ 2147483647 h 624"/>
                  <a:gd name="T4" fmla="*/ 2147483647 w 1116"/>
                  <a:gd name="T5" fmla="*/ 2147483647 h 624"/>
                  <a:gd name="T6" fmla="*/ 2147483647 w 1116"/>
                  <a:gd name="T7" fmla="*/ 2147483647 h 624"/>
                  <a:gd name="T8" fmla="*/ 2147483647 w 1116"/>
                  <a:gd name="T9" fmla="*/ 2147483647 h 624"/>
                  <a:gd name="T10" fmla="*/ 2147483647 w 1116"/>
                  <a:gd name="T11" fmla="*/ 2147483647 h 624"/>
                  <a:gd name="T12" fmla="*/ 2147483647 w 1116"/>
                  <a:gd name="T13" fmla="*/ 2147483647 h 624"/>
                  <a:gd name="T14" fmla="*/ 2147483647 w 1116"/>
                  <a:gd name="T15" fmla="*/ 2147483647 h 624"/>
                  <a:gd name="T16" fmla="*/ 2147483647 w 1116"/>
                  <a:gd name="T17" fmla="*/ 2147483647 h 624"/>
                  <a:gd name="T18" fmla="*/ 2147483647 w 1116"/>
                  <a:gd name="T19" fmla="*/ 2147483647 h 624"/>
                  <a:gd name="T20" fmla="*/ 2147483647 w 1116"/>
                  <a:gd name="T21" fmla="*/ 2147483647 h 624"/>
                  <a:gd name="T22" fmla="*/ 2147483647 w 1116"/>
                  <a:gd name="T23" fmla="*/ 2147483647 h 624"/>
                  <a:gd name="T24" fmla="*/ 2147483647 w 1116"/>
                  <a:gd name="T25" fmla="*/ 2147483647 h 624"/>
                  <a:gd name="T26" fmla="*/ 2147483647 w 1116"/>
                  <a:gd name="T27" fmla="*/ 2147483647 h 624"/>
                  <a:gd name="T28" fmla="*/ 2147483647 w 1116"/>
                  <a:gd name="T29" fmla="*/ 2147483647 h 624"/>
                  <a:gd name="T30" fmla="*/ 2147483647 w 1116"/>
                  <a:gd name="T31" fmla="*/ 2147483647 h 624"/>
                  <a:gd name="T32" fmla="*/ 2147483647 w 1116"/>
                  <a:gd name="T33" fmla="*/ 2147483647 h 624"/>
                  <a:gd name="T34" fmla="*/ 2147483647 w 1116"/>
                  <a:gd name="T35" fmla="*/ 2147483647 h 624"/>
                  <a:gd name="T36" fmla="*/ 2147483647 w 1116"/>
                  <a:gd name="T37" fmla="*/ 2147483647 h 624"/>
                  <a:gd name="T38" fmla="*/ 2147483647 w 1116"/>
                  <a:gd name="T39" fmla="*/ 2147483647 h 624"/>
                  <a:gd name="T40" fmla="*/ 2147483647 w 1116"/>
                  <a:gd name="T41" fmla="*/ 2147483647 h 624"/>
                  <a:gd name="T42" fmla="*/ 2147483647 w 1116"/>
                  <a:gd name="T43" fmla="*/ 2147483647 h 624"/>
                  <a:gd name="T44" fmla="*/ 2147483647 w 1116"/>
                  <a:gd name="T45" fmla="*/ 2147483647 h 624"/>
                  <a:gd name="T46" fmla="*/ 2147483647 w 1116"/>
                  <a:gd name="T47" fmla="*/ 2147483647 h 624"/>
                  <a:gd name="T48" fmla="*/ 2147483647 w 1116"/>
                  <a:gd name="T49" fmla="*/ 2147483647 h 624"/>
                  <a:gd name="T50" fmla="*/ 2147483647 w 1116"/>
                  <a:gd name="T51" fmla="*/ 2147483647 h 624"/>
                  <a:gd name="T52" fmla="*/ 2147483647 w 1116"/>
                  <a:gd name="T53" fmla="*/ 2147483647 h 624"/>
                  <a:gd name="T54" fmla="*/ 2147483647 w 1116"/>
                  <a:gd name="T55" fmla="*/ 2147483647 h 624"/>
                  <a:gd name="T56" fmla="*/ 2147483647 w 1116"/>
                  <a:gd name="T57" fmla="*/ 2147483647 h 624"/>
                  <a:gd name="T58" fmla="*/ 2147483647 w 1116"/>
                  <a:gd name="T59" fmla="*/ 2147483647 h 624"/>
                  <a:gd name="T60" fmla="*/ 2147483647 w 1116"/>
                  <a:gd name="T61" fmla="*/ 2147483647 h 624"/>
                  <a:gd name="T62" fmla="*/ 2147483647 w 1116"/>
                  <a:gd name="T63" fmla="*/ 2147483647 h 624"/>
                  <a:gd name="T64" fmla="*/ 2147483647 w 1116"/>
                  <a:gd name="T65" fmla="*/ 2147483647 h 624"/>
                  <a:gd name="T66" fmla="*/ 2147483647 w 1116"/>
                  <a:gd name="T67" fmla="*/ 2147483647 h 624"/>
                  <a:gd name="T68" fmla="*/ 2147483647 w 1116"/>
                  <a:gd name="T69" fmla="*/ 2147483647 h 624"/>
                  <a:gd name="T70" fmla="*/ 2147483647 w 1116"/>
                  <a:gd name="T71" fmla="*/ 2147483647 h 624"/>
                  <a:gd name="T72" fmla="*/ 2147483647 w 1116"/>
                  <a:gd name="T73" fmla="*/ 2147483647 h 624"/>
                  <a:gd name="T74" fmla="*/ 2147483647 w 1116"/>
                  <a:gd name="T75" fmla="*/ 2147483647 h 624"/>
                  <a:gd name="T76" fmla="*/ 2147483647 w 1116"/>
                  <a:gd name="T77" fmla="*/ 2147483647 h 624"/>
                  <a:gd name="T78" fmla="*/ 2147483647 w 1116"/>
                  <a:gd name="T79" fmla="*/ 2147483647 h 624"/>
                  <a:gd name="T80" fmla="*/ 2147483647 w 1116"/>
                  <a:gd name="T81" fmla="*/ 2147483647 h 624"/>
                  <a:gd name="T82" fmla="*/ 2147483647 w 1116"/>
                  <a:gd name="T83" fmla="*/ 2147483647 h 624"/>
                  <a:gd name="T84" fmla="*/ 2147483647 w 1116"/>
                  <a:gd name="T85" fmla="*/ 2147483647 h 624"/>
                  <a:gd name="T86" fmla="*/ 2147483647 w 1116"/>
                  <a:gd name="T87" fmla="*/ 2147483647 h 624"/>
                  <a:gd name="T88" fmla="*/ 2147483647 w 1116"/>
                  <a:gd name="T89" fmla="*/ 0 h 624"/>
                  <a:gd name="T90" fmla="*/ 2147483647 w 1116"/>
                  <a:gd name="T91" fmla="*/ 2147483647 h 624"/>
                  <a:gd name="T92" fmla="*/ 2147483647 w 1116"/>
                  <a:gd name="T93" fmla="*/ 2147483647 h 624"/>
                  <a:gd name="T94" fmla="*/ 2147483647 w 1116"/>
                  <a:gd name="T95" fmla="*/ 2147483647 h 624"/>
                  <a:gd name="T96" fmla="*/ 2147483647 w 1116"/>
                  <a:gd name="T97" fmla="*/ 2147483647 h 624"/>
                  <a:gd name="T98" fmla="*/ 2147483647 w 1116"/>
                  <a:gd name="T99" fmla="*/ 2147483647 h 624"/>
                  <a:gd name="T100" fmla="*/ 2147483647 w 1116"/>
                  <a:gd name="T101" fmla="*/ 2147483647 h 624"/>
                  <a:gd name="T102" fmla="*/ 2147483647 w 1116"/>
                  <a:gd name="T103" fmla="*/ 2147483647 h 624"/>
                  <a:gd name="T104" fmla="*/ 2147483647 w 1116"/>
                  <a:gd name="T105" fmla="*/ 2147483647 h 624"/>
                  <a:gd name="T106" fmla="*/ 2147483647 w 1116"/>
                  <a:gd name="T107" fmla="*/ 2147483647 h 624"/>
                  <a:gd name="T108" fmla="*/ 2147483647 w 1116"/>
                  <a:gd name="T109" fmla="*/ 2147483647 h 624"/>
                  <a:gd name="T110" fmla="*/ 2147483647 w 1116"/>
                  <a:gd name="T111" fmla="*/ 2147483647 h 624"/>
                  <a:gd name="T112" fmla="*/ 2147483647 w 1116"/>
                  <a:gd name="T113" fmla="*/ 2147483647 h 624"/>
                  <a:gd name="T114" fmla="*/ 2147483647 w 1116"/>
                  <a:gd name="T115" fmla="*/ 2147483647 h 624"/>
                  <a:gd name="T116" fmla="*/ 2147483647 w 1116"/>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16"/>
                  <a:gd name="T178" fmla="*/ 0 h 624"/>
                  <a:gd name="T179" fmla="*/ 1116 w 1116"/>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16" h="624">
                    <a:moveTo>
                      <a:pt x="24" y="324"/>
                    </a:moveTo>
                    <a:lnTo>
                      <a:pt x="30" y="324"/>
                    </a:lnTo>
                    <a:lnTo>
                      <a:pt x="36" y="330"/>
                    </a:lnTo>
                    <a:lnTo>
                      <a:pt x="48" y="330"/>
                    </a:lnTo>
                    <a:lnTo>
                      <a:pt x="54" y="336"/>
                    </a:lnTo>
                    <a:lnTo>
                      <a:pt x="78" y="336"/>
                    </a:lnTo>
                    <a:lnTo>
                      <a:pt x="84" y="342"/>
                    </a:lnTo>
                    <a:lnTo>
                      <a:pt x="108" y="342"/>
                    </a:lnTo>
                    <a:lnTo>
                      <a:pt x="114" y="348"/>
                    </a:lnTo>
                    <a:lnTo>
                      <a:pt x="126" y="342"/>
                    </a:lnTo>
                    <a:lnTo>
                      <a:pt x="132" y="342"/>
                    </a:lnTo>
                    <a:lnTo>
                      <a:pt x="144" y="336"/>
                    </a:lnTo>
                    <a:lnTo>
                      <a:pt x="150" y="336"/>
                    </a:lnTo>
                    <a:lnTo>
                      <a:pt x="174" y="360"/>
                    </a:lnTo>
                    <a:lnTo>
                      <a:pt x="186" y="360"/>
                    </a:lnTo>
                    <a:lnTo>
                      <a:pt x="198" y="348"/>
                    </a:lnTo>
                    <a:lnTo>
                      <a:pt x="198" y="342"/>
                    </a:lnTo>
                    <a:lnTo>
                      <a:pt x="222" y="348"/>
                    </a:lnTo>
                    <a:lnTo>
                      <a:pt x="228" y="336"/>
                    </a:lnTo>
                    <a:lnTo>
                      <a:pt x="234" y="342"/>
                    </a:lnTo>
                    <a:lnTo>
                      <a:pt x="252" y="342"/>
                    </a:lnTo>
                    <a:lnTo>
                      <a:pt x="258" y="336"/>
                    </a:lnTo>
                    <a:lnTo>
                      <a:pt x="258" y="330"/>
                    </a:lnTo>
                    <a:lnTo>
                      <a:pt x="270" y="318"/>
                    </a:lnTo>
                    <a:lnTo>
                      <a:pt x="282" y="318"/>
                    </a:lnTo>
                    <a:lnTo>
                      <a:pt x="288" y="306"/>
                    </a:lnTo>
                    <a:lnTo>
                      <a:pt x="294" y="306"/>
                    </a:lnTo>
                    <a:lnTo>
                      <a:pt x="306" y="312"/>
                    </a:lnTo>
                    <a:lnTo>
                      <a:pt x="318" y="312"/>
                    </a:lnTo>
                    <a:lnTo>
                      <a:pt x="318" y="306"/>
                    </a:lnTo>
                    <a:lnTo>
                      <a:pt x="324" y="306"/>
                    </a:lnTo>
                    <a:lnTo>
                      <a:pt x="336" y="300"/>
                    </a:lnTo>
                    <a:lnTo>
                      <a:pt x="342" y="300"/>
                    </a:lnTo>
                    <a:lnTo>
                      <a:pt x="354" y="312"/>
                    </a:lnTo>
                    <a:lnTo>
                      <a:pt x="360" y="312"/>
                    </a:lnTo>
                    <a:lnTo>
                      <a:pt x="360" y="318"/>
                    </a:lnTo>
                    <a:lnTo>
                      <a:pt x="402" y="318"/>
                    </a:lnTo>
                    <a:lnTo>
                      <a:pt x="408" y="324"/>
                    </a:lnTo>
                    <a:lnTo>
                      <a:pt x="408" y="336"/>
                    </a:lnTo>
                    <a:lnTo>
                      <a:pt x="426" y="336"/>
                    </a:lnTo>
                    <a:lnTo>
                      <a:pt x="438" y="342"/>
                    </a:lnTo>
                    <a:lnTo>
                      <a:pt x="444" y="348"/>
                    </a:lnTo>
                    <a:lnTo>
                      <a:pt x="450" y="360"/>
                    </a:lnTo>
                    <a:lnTo>
                      <a:pt x="444" y="366"/>
                    </a:lnTo>
                    <a:lnTo>
                      <a:pt x="444" y="390"/>
                    </a:lnTo>
                    <a:lnTo>
                      <a:pt x="456" y="384"/>
                    </a:lnTo>
                    <a:lnTo>
                      <a:pt x="462" y="384"/>
                    </a:lnTo>
                    <a:lnTo>
                      <a:pt x="468" y="390"/>
                    </a:lnTo>
                    <a:lnTo>
                      <a:pt x="462" y="396"/>
                    </a:lnTo>
                    <a:lnTo>
                      <a:pt x="462" y="414"/>
                    </a:lnTo>
                    <a:lnTo>
                      <a:pt x="474" y="414"/>
                    </a:lnTo>
                    <a:lnTo>
                      <a:pt x="480" y="420"/>
                    </a:lnTo>
                    <a:lnTo>
                      <a:pt x="492" y="420"/>
                    </a:lnTo>
                    <a:lnTo>
                      <a:pt x="498" y="426"/>
                    </a:lnTo>
                    <a:lnTo>
                      <a:pt x="498" y="456"/>
                    </a:lnTo>
                    <a:lnTo>
                      <a:pt x="492" y="456"/>
                    </a:lnTo>
                    <a:lnTo>
                      <a:pt x="480" y="462"/>
                    </a:lnTo>
                    <a:lnTo>
                      <a:pt x="462" y="462"/>
                    </a:lnTo>
                    <a:lnTo>
                      <a:pt x="456" y="456"/>
                    </a:lnTo>
                    <a:lnTo>
                      <a:pt x="438" y="456"/>
                    </a:lnTo>
                    <a:lnTo>
                      <a:pt x="432" y="462"/>
                    </a:lnTo>
                    <a:lnTo>
                      <a:pt x="432" y="468"/>
                    </a:lnTo>
                    <a:lnTo>
                      <a:pt x="438" y="468"/>
                    </a:lnTo>
                    <a:lnTo>
                      <a:pt x="450" y="474"/>
                    </a:lnTo>
                    <a:lnTo>
                      <a:pt x="456" y="480"/>
                    </a:lnTo>
                    <a:lnTo>
                      <a:pt x="438" y="492"/>
                    </a:lnTo>
                    <a:lnTo>
                      <a:pt x="432" y="498"/>
                    </a:lnTo>
                    <a:lnTo>
                      <a:pt x="420" y="504"/>
                    </a:lnTo>
                    <a:lnTo>
                      <a:pt x="414" y="504"/>
                    </a:lnTo>
                    <a:lnTo>
                      <a:pt x="414" y="516"/>
                    </a:lnTo>
                    <a:lnTo>
                      <a:pt x="420" y="522"/>
                    </a:lnTo>
                    <a:lnTo>
                      <a:pt x="420" y="534"/>
                    </a:lnTo>
                    <a:lnTo>
                      <a:pt x="396" y="540"/>
                    </a:lnTo>
                    <a:lnTo>
                      <a:pt x="390" y="528"/>
                    </a:lnTo>
                    <a:lnTo>
                      <a:pt x="390" y="516"/>
                    </a:lnTo>
                    <a:lnTo>
                      <a:pt x="390" y="528"/>
                    </a:lnTo>
                    <a:lnTo>
                      <a:pt x="396" y="540"/>
                    </a:lnTo>
                    <a:lnTo>
                      <a:pt x="396" y="546"/>
                    </a:lnTo>
                    <a:lnTo>
                      <a:pt x="408" y="552"/>
                    </a:lnTo>
                    <a:lnTo>
                      <a:pt x="438" y="552"/>
                    </a:lnTo>
                    <a:lnTo>
                      <a:pt x="444" y="546"/>
                    </a:lnTo>
                    <a:lnTo>
                      <a:pt x="450" y="546"/>
                    </a:lnTo>
                    <a:lnTo>
                      <a:pt x="456" y="540"/>
                    </a:lnTo>
                    <a:lnTo>
                      <a:pt x="474" y="540"/>
                    </a:lnTo>
                    <a:lnTo>
                      <a:pt x="480" y="534"/>
                    </a:lnTo>
                    <a:lnTo>
                      <a:pt x="486" y="534"/>
                    </a:lnTo>
                    <a:lnTo>
                      <a:pt x="480" y="528"/>
                    </a:lnTo>
                    <a:lnTo>
                      <a:pt x="486" y="528"/>
                    </a:lnTo>
                    <a:lnTo>
                      <a:pt x="492" y="522"/>
                    </a:lnTo>
                    <a:lnTo>
                      <a:pt x="510" y="516"/>
                    </a:lnTo>
                    <a:lnTo>
                      <a:pt x="522" y="510"/>
                    </a:lnTo>
                    <a:lnTo>
                      <a:pt x="528" y="504"/>
                    </a:lnTo>
                    <a:lnTo>
                      <a:pt x="534" y="492"/>
                    </a:lnTo>
                    <a:lnTo>
                      <a:pt x="540" y="486"/>
                    </a:lnTo>
                    <a:lnTo>
                      <a:pt x="546" y="474"/>
                    </a:lnTo>
                    <a:lnTo>
                      <a:pt x="552" y="468"/>
                    </a:lnTo>
                    <a:lnTo>
                      <a:pt x="552" y="462"/>
                    </a:lnTo>
                    <a:lnTo>
                      <a:pt x="582" y="450"/>
                    </a:lnTo>
                    <a:lnTo>
                      <a:pt x="600" y="438"/>
                    </a:lnTo>
                    <a:lnTo>
                      <a:pt x="612" y="444"/>
                    </a:lnTo>
                    <a:lnTo>
                      <a:pt x="624" y="444"/>
                    </a:lnTo>
                    <a:lnTo>
                      <a:pt x="636" y="450"/>
                    </a:lnTo>
                    <a:lnTo>
                      <a:pt x="654" y="450"/>
                    </a:lnTo>
                    <a:lnTo>
                      <a:pt x="666" y="438"/>
                    </a:lnTo>
                    <a:lnTo>
                      <a:pt x="648" y="462"/>
                    </a:lnTo>
                    <a:lnTo>
                      <a:pt x="624" y="462"/>
                    </a:lnTo>
                    <a:lnTo>
                      <a:pt x="630" y="468"/>
                    </a:lnTo>
                    <a:lnTo>
                      <a:pt x="642" y="474"/>
                    </a:lnTo>
                    <a:lnTo>
                      <a:pt x="654" y="486"/>
                    </a:lnTo>
                    <a:lnTo>
                      <a:pt x="726" y="486"/>
                    </a:lnTo>
                    <a:lnTo>
                      <a:pt x="738" y="504"/>
                    </a:lnTo>
                    <a:lnTo>
                      <a:pt x="726" y="510"/>
                    </a:lnTo>
                    <a:lnTo>
                      <a:pt x="720" y="516"/>
                    </a:lnTo>
                    <a:lnTo>
                      <a:pt x="684" y="534"/>
                    </a:lnTo>
                    <a:lnTo>
                      <a:pt x="678" y="540"/>
                    </a:lnTo>
                    <a:lnTo>
                      <a:pt x="678" y="546"/>
                    </a:lnTo>
                    <a:lnTo>
                      <a:pt x="684" y="546"/>
                    </a:lnTo>
                    <a:lnTo>
                      <a:pt x="690" y="552"/>
                    </a:lnTo>
                    <a:lnTo>
                      <a:pt x="720" y="552"/>
                    </a:lnTo>
                    <a:lnTo>
                      <a:pt x="732" y="558"/>
                    </a:lnTo>
                    <a:lnTo>
                      <a:pt x="744" y="570"/>
                    </a:lnTo>
                    <a:lnTo>
                      <a:pt x="744" y="594"/>
                    </a:lnTo>
                    <a:lnTo>
                      <a:pt x="738" y="606"/>
                    </a:lnTo>
                    <a:lnTo>
                      <a:pt x="738" y="618"/>
                    </a:lnTo>
                    <a:lnTo>
                      <a:pt x="756" y="618"/>
                    </a:lnTo>
                    <a:lnTo>
                      <a:pt x="768" y="624"/>
                    </a:lnTo>
                    <a:lnTo>
                      <a:pt x="780" y="624"/>
                    </a:lnTo>
                    <a:lnTo>
                      <a:pt x="780" y="618"/>
                    </a:lnTo>
                    <a:lnTo>
                      <a:pt x="792" y="606"/>
                    </a:lnTo>
                    <a:lnTo>
                      <a:pt x="804" y="600"/>
                    </a:lnTo>
                    <a:lnTo>
                      <a:pt x="810" y="594"/>
                    </a:lnTo>
                    <a:lnTo>
                      <a:pt x="840" y="594"/>
                    </a:lnTo>
                    <a:lnTo>
                      <a:pt x="858" y="576"/>
                    </a:lnTo>
                    <a:lnTo>
                      <a:pt x="858" y="570"/>
                    </a:lnTo>
                    <a:lnTo>
                      <a:pt x="864" y="564"/>
                    </a:lnTo>
                    <a:lnTo>
                      <a:pt x="870" y="564"/>
                    </a:lnTo>
                    <a:lnTo>
                      <a:pt x="882" y="576"/>
                    </a:lnTo>
                    <a:lnTo>
                      <a:pt x="918" y="570"/>
                    </a:lnTo>
                    <a:lnTo>
                      <a:pt x="918" y="552"/>
                    </a:lnTo>
                    <a:lnTo>
                      <a:pt x="930" y="540"/>
                    </a:lnTo>
                    <a:lnTo>
                      <a:pt x="900" y="540"/>
                    </a:lnTo>
                    <a:lnTo>
                      <a:pt x="894" y="546"/>
                    </a:lnTo>
                    <a:lnTo>
                      <a:pt x="882" y="552"/>
                    </a:lnTo>
                    <a:lnTo>
                      <a:pt x="852" y="552"/>
                    </a:lnTo>
                    <a:lnTo>
                      <a:pt x="846" y="546"/>
                    </a:lnTo>
                    <a:lnTo>
                      <a:pt x="834" y="540"/>
                    </a:lnTo>
                    <a:lnTo>
                      <a:pt x="828" y="534"/>
                    </a:lnTo>
                    <a:lnTo>
                      <a:pt x="828" y="522"/>
                    </a:lnTo>
                    <a:lnTo>
                      <a:pt x="822" y="516"/>
                    </a:lnTo>
                    <a:lnTo>
                      <a:pt x="810" y="516"/>
                    </a:lnTo>
                    <a:lnTo>
                      <a:pt x="786" y="498"/>
                    </a:lnTo>
                    <a:lnTo>
                      <a:pt x="750" y="492"/>
                    </a:lnTo>
                    <a:lnTo>
                      <a:pt x="744" y="480"/>
                    </a:lnTo>
                    <a:lnTo>
                      <a:pt x="810" y="480"/>
                    </a:lnTo>
                    <a:lnTo>
                      <a:pt x="822" y="474"/>
                    </a:lnTo>
                    <a:lnTo>
                      <a:pt x="834" y="462"/>
                    </a:lnTo>
                    <a:lnTo>
                      <a:pt x="846" y="468"/>
                    </a:lnTo>
                    <a:lnTo>
                      <a:pt x="852" y="462"/>
                    </a:lnTo>
                    <a:lnTo>
                      <a:pt x="864" y="456"/>
                    </a:lnTo>
                    <a:lnTo>
                      <a:pt x="870" y="450"/>
                    </a:lnTo>
                    <a:lnTo>
                      <a:pt x="882" y="444"/>
                    </a:lnTo>
                    <a:lnTo>
                      <a:pt x="906" y="444"/>
                    </a:lnTo>
                    <a:lnTo>
                      <a:pt x="918" y="438"/>
                    </a:lnTo>
                    <a:lnTo>
                      <a:pt x="930" y="438"/>
                    </a:lnTo>
                    <a:lnTo>
                      <a:pt x="978" y="408"/>
                    </a:lnTo>
                    <a:lnTo>
                      <a:pt x="1014" y="408"/>
                    </a:lnTo>
                    <a:lnTo>
                      <a:pt x="1014" y="372"/>
                    </a:lnTo>
                    <a:lnTo>
                      <a:pt x="1032" y="372"/>
                    </a:lnTo>
                    <a:lnTo>
                      <a:pt x="1038" y="366"/>
                    </a:lnTo>
                    <a:lnTo>
                      <a:pt x="1038" y="360"/>
                    </a:lnTo>
                    <a:lnTo>
                      <a:pt x="1050" y="348"/>
                    </a:lnTo>
                    <a:lnTo>
                      <a:pt x="1080" y="348"/>
                    </a:lnTo>
                    <a:lnTo>
                      <a:pt x="1092" y="342"/>
                    </a:lnTo>
                    <a:lnTo>
                      <a:pt x="1104" y="342"/>
                    </a:lnTo>
                    <a:lnTo>
                      <a:pt x="1116" y="330"/>
                    </a:lnTo>
                    <a:lnTo>
                      <a:pt x="1116" y="324"/>
                    </a:lnTo>
                    <a:lnTo>
                      <a:pt x="1110" y="312"/>
                    </a:lnTo>
                    <a:lnTo>
                      <a:pt x="1110" y="300"/>
                    </a:lnTo>
                    <a:lnTo>
                      <a:pt x="1098" y="294"/>
                    </a:lnTo>
                    <a:lnTo>
                      <a:pt x="1086" y="282"/>
                    </a:lnTo>
                    <a:lnTo>
                      <a:pt x="1092" y="276"/>
                    </a:lnTo>
                    <a:lnTo>
                      <a:pt x="1110" y="276"/>
                    </a:lnTo>
                    <a:lnTo>
                      <a:pt x="1116" y="270"/>
                    </a:lnTo>
                    <a:lnTo>
                      <a:pt x="1110" y="264"/>
                    </a:lnTo>
                    <a:lnTo>
                      <a:pt x="1104" y="264"/>
                    </a:lnTo>
                    <a:lnTo>
                      <a:pt x="1098" y="258"/>
                    </a:lnTo>
                    <a:lnTo>
                      <a:pt x="1092" y="258"/>
                    </a:lnTo>
                    <a:lnTo>
                      <a:pt x="1110" y="246"/>
                    </a:lnTo>
                    <a:lnTo>
                      <a:pt x="1110" y="222"/>
                    </a:lnTo>
                    <a:lnTo>
                      <a:pt x="1104" y="216"/>
                    </a:lnTo>
                    <a:lnTo>
                      <a:pt x="1080" y="216"/>
                    </a:lnTo>
                    <a:lnTo>
                      <a:pt x="1062" y="204"/>
                    </a:lnTo>
                    <a:lnTo>
                      <a:pt x="1056" y="198"/>
                    </a:lnTo>
                    <a:lnTo>
                      <a:pt x="1056" y="192"/>
                    </a:lnTo>
                    <a:lnTo>
                      <a:pt x="1014" y="192"/>
                    </a:lnTo>
                    <a:lnTo>
                      <a:pt x="1002" y="186"/>
                    </a:lnTo>
                    <a:lnTo>
                      <a:pt x="996" y="180"/>
                    </a:lnTo>
                    <a:lnTo>
                      <a:pt x="978" y="180"/>
                    </a:lnTo>
                    <a:lnTo>
                      <a:pt x="966" y="186"/>
                    </a:lnTo>
                    <a:lnTo>
                      <a:pt x="942" y="162"/>
                    </a:lnTo>
                    <a:lnTo>
                      <a:pt x="936" y="150"/>
                    </a:lnTo>
                    <a:lnTo>
                      <a:pt x="924" y="150"/>
                    </a:lnTo>
                    <a:lnTo>
                      <a:pt x="918" y="156"/>
                    </a:lnTo>
                    <a:lnTo>
                      <a:pt x="918" y="162"/>
                    </a:lnTo>
                    <a:lnTo>
                      <a:pt x="912" y="156"/>
                    </a:lnTo>
                    <a:lnTo>
                      <a:pt x="864" y="156"/>
                    </a:lnTo>
                    <a:lnTo>
                      <a:pt x="858" y="150"/>
                    </a:lnTo>
                    <a:lnTo>
                      <a:pt x="846" y="150"/>
                    </a:lnTo>
                    <a:lnTo>
                      <a:pt x="840" y="144"/>
                    </a:lnTo>
                    <a:lnTo>
                      <a:pt x="816" y="150"/>
                    </a:lnTo>
                    <a:lnTo>
                      <a:pt x="810" y="150"/>
                    </a:lnTo>
                    <a:lnTo>
                      <a:pt x="798" y="102"/>
                    </a:lnTo>
                    <a:lnTo>
                      <a:pt x="756" y="84"/>
                    </a:lnTo>
                    <a:lnTo>
                      <a:pt x="720" y="84"/>
                    </a:lnTo>
                    <a:lnTo>
                      <a:pt x="720" y="66"/>
                    </a:lnTo>
                    <a:lnTo>
                      <a:pt x="714" y="48"/>
                    </a:lnTo>
                    <a:lnTo>
                      <a:pt x="720" y="48"/>
                    </a:lnTo>
                    <a:lnTo>
                      <a:pt x="726" y="42"/>
                    </a:lnTo>
                    <a:lnTo>
                      <a:pt x="726" y="30"/>
                    </a:lnTo>
                    <a:lnTo>
                      <a:pt x="720" y="30"/>
                    </a:lnTo>
                    <a:lnTo>
                      <a:pt x="708" y="24"/>
                    </a:lnTo>
                    <a:lnTo>
                      <a:pt x="702" y="18"/>
                    </a:lnTo>
                    <a:lnTo>
                      <a:pt x="696" y="18"/>
                    </a:lnTo>
                    <a:lnTo>
                      <a:pt x="690" y="0"/>
                    </a:lnTo>
                    <a:lnTo>
                      <a:pt x="642" y="0"/>
                    </a:lnTo>
                    <a:lnTo>
                      <a:pt x="630" y="6"/>
                    </a:lnTo>
                    <a:lnTo>
                      <a:pt x="600" y="6"/>
                    </a:lnTo>
                    <a:lnTo>
                      <a:pt x="600" y="18"/>
                    </a:lnTo>
                    <a:lnTo>
                      <a:pt x="594" y="24"/>
                    </a:lnTo>
                    <a:lnTo>
                      <a:pt x="558" y="24"/>
                    </a:lnTo>
                    <a:lnTo>
                      <a:pt x="546" y="18"/>
                    </a:lnTo>
                    <a:lnTo>
                      <a:pt x="516" y="18"/>
                    </a:lnTo>
                    <a:lnTo>
                      <a:pt x="510" y="30"/>
                    </a:lnTo>
                    <a:lnTo>
                      <a:pt x="498" y="36"/>
                    </a:lnTo>
                    <a:lnTo>
                      <a:pt x="492" y="42"/>
                    </a:lnTo>
                    <a:lnTo>
                      <a:pt x="486" y="54"/>
                    </a:lnTo>
                    <a:lnTo>
                      <a:pt x="492" y="60"/>
                    </a:lnTo>
                    <a:lnTo>
                      <a:pt x="492" y="72"/>
                    </a:lnTo>
                    <a:lnTo>
                      <a:pt x="486" y="78"/>
                    </a:lnTo>
                    <a:lnTo>
                      <a:pt x="468" y="78"/>
                    </a:lnTo>
                    <a:lnTo>
                      <a:pt x="462" y="72"/>
                    </a:lnTo>
                    <a:lnTo>
                      <a:pt x="438" y="72"/>
                    </a:lnTo>
                    <a:lnTo>
                      <a:pt x="426" y="78"/>
                    </a:lnTo>
                    <a:lnTo>
                      <a:pt x="420" y="78"/>
                    </a:lnTo>
                    <a:lnTo>
                      <a:pt x="420" y="66"/>
                    </a:lnTo>
                    <a:lnTo>
                      <a:pt x="414" y="60"/>
                    </a:lnTo>
                    <a:lnTo>
                      <a:pt x="396" y="60"/>
                    </a:lnTo>
                    <a:lnTo>
                      <a:pt x="390" y="66"/>
                    </a:lnTo>
                    <a:lnTo>
                      <a:pt x="390" y="72"/>
                    </a:lnTo>
                    <a:lnTo>
                      <a:pt x="378" y="60"/>
                    </a:lnTo>
                    <a:lnTo>
                      <a:pt x="366" y="66"/>
                    </a:lnTo>
                    <a:lnTo>
                      <a:pt x="360" y="60"/>
                    </a:lnTo>
                    <a:lnTo>
                      <a:pt x="342" y="66"/>
                    </a:lnTo>
                    <a:lnTo>
                      <a:pt x="336" y="54"/>
                    </a:lnTo>
                    <a:lnTo>
                      <a:pt x="324" y="66"/>
                    </a:lnTo>
                    <a:lnTo>
                      <a:pt x="306" y="54"/>
                    </a:lnTo>
                    <a:lnTo>
                      <a:pt x="300" y="60"/>
                    </a:lnTo>
                    <a:lnTo>
                      <a:pt x="282" y="48"/>
                    </a:lnTo>
                    <a:lnTo>
                      <a:pt x="258" y="42"/>
                    </a:lnTo>
                    <a:lnTo>
                      <a:pt x="222" y="42"/>
                    </a:lnTo>
                    <a:lnTo>
                      <a:pt x="216" y="36"/>
                    </a:lnTo>
                    <a:lnTo>
                      <a:pt x="216" y="30"/>
                    </a:lnTo>
                    <a:lnTo>
                      <a:pt x="168" y="30"/>
                    </a:lnTo>
                    <a:lnTo>
                      <a:pt x="162" y="36"/>
                    </a:lnTo>
                    <a:lnTo>
                      <a:pt x="150" y="42"/>
                    </a:lnTo>
                    <a:lnTo>
                      <a:pt x="114" y="42"/>
                    </a:lnTo>
                    <a:lnTo>
                      <a:pt x="114" y="48"/>
                    </a:lnTo>
                    <a:lnTo>
                      <a:pt x="96" y="66"/>
                    </a:lnTo>
                    <a:lnTo>
                      <a:pt x="78" y="66"/>
                    </a:lnTo>
                    <a:lnTo>
                      <a:pt x="66" y="60"/>
                    </a:lnTo>
                    <a:lnTo>
                      <a:pt x="72" y="78"/>
                    </a:lnTo>
                    <a:lnTo>
                      <a:pt x="90" y="96"/>
                    </a:lnTo>
                    <a:lnTo>
                      <a:pt x="90" y="102"/>
                    </a:lnTo>
                    <a:lnTo>
                      <a:pt x="102" y="108"/>
                    </a:lnTo>
                    <a:lnTo>
                      <a:pt x="108" y="114"/>
                    </a:lnTo>
                    <a:lnTo>
                      <a:pt x="102" y="126"/>
                    </a:lnTo>
                    <a:lnTo>
                      <a:pt x="108" y="132"/>
                    </a:lnTo>
                    <a:lnTo>
                      <a:pt x="108" y="138"/>
                    </a:lnTo>
                    <a:lnTo>
                      <a:pt x="114" y="144"/>
                    </a:lnTo>
                    <a:lnTo>
                      <a:pt x="108" y="150"/>
                    </a:lnTo>
                    <a:lnTo>
                      <a:pt x="102" y="150"/>
                    </a:lnTo>
                    <a:lnTo>
                      <a:pt x="96" y="156"/>
                    </a:lnTo>
                    <a:lnTo>
                      <a:pt x="84" y="156"/>
                    </a:lnTo>
                    <a:lnTo>
                      <a:pt x="30" y="204"/>
                    </a:lnTo>
                    <a:lnTo>
                      <a:pt x="30" y="246"/>
                    </a:lnTo>
                    <a:lnTo>
                      <a:pt x="42" y="258"/>
                    </a:lnTo>
                    <a:lnTo>
                      <a:pt x="18" y="258"/>
                    </a:lnTo>
                    <a:lnTo>
                      <a:pt x="18" y="270"/>
                    </a:lnTo>
                    <a:lnTo>
                      <a:pt x="12" y="276"/>
                    </a:lnTo>
                    <a:lnTo>
                      <a:pt x="12" y="282"/>
                    </a:lnTo>
                    <a:lnTo>
                      <a:pt x="6" y="288"/>
                    </a:lnTo>
                    <a:lnTo>
                      <a:pt x="0" y="288"/>
                    </a:lnTo>
                    <a:lnTo>
                      <a:pt x="0" y="306"/>
                    </a:lnTo>
                    <a:lnTo>
                      <a:pt x="6" y="306"/>
                    </a:lnTo>
                    <a:lnTo>
                      <a:pt x="24" y="3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8" name="Uganda" descr="© INSCALE GmbH, 05.05.2010&#10;http://www.presentationload.com/">
                <a:extLst>
                  <a:ext uri="{FF2B5EF4-FFF2-40B4-BE49-F238E27FC236}">
                    <a16:creationId xmlns:a16="http://schemas.microsoft.com/office/drawing/2014/main" id="{F798CA75-4721-7DBB-7D50-7FCA04878EEC}"/>
                  </a:ext>
                </a:extLst>
              </p:cNvPr>
              <p:cNvSpPr>
                <a:spLocks noEditPoints="1"/>
              </p:cNvSpPr>
              <p:nvPr/>
            </p:nvSpPr>
            <p:spPr bwMode="gray">
              <a:xfrm>
                <a:off x="5034390" y="3090993"/>
                <a:ext cx="148236" cy="174920"/>
              </a:xfrm>
              <a:custGeom>
                <a:avLst/>
                <a:gdLst>
                  <a:gd name="T0" fmla="*/ 2147483647 w 390"/>
                  <a:gd name="T1" fmla="*/ 2147483647 h 462"/>
                  <a:gd name="T2" fmla="*/ 2147483647 w 390"/>
                  <a:gd name="T3" fmla="*/ 2147483647 h 462"/>
                  <a:gd name="T4" fmla="*/ 2147483647 w 390"/>
                  <a:gd name="T5" fmla="*/ 2147483647 h 462"/>
                  <a:gd name="T6" fmla="*/ 2147483647 w 390"/>
                  <a:gd name="T7" fmla="*/ 2147483647 h 462"/>
                  <a:gd name="T8" fmla="*/ 2147483647 w 390"/>
                  <a:gd name="T9" fmla="*/ 2147483647 h 462"/>
                  <a:gd name="T10" fmla="*/ 2147483647 w 390"/>
                  <a:gd name="T11" fmla="*/ 2147483647 h 462"/>
                  <a:gd name="T12" fmla="*/ 2147483647 w 390"/>
                  <a:gd name="T13" fmla="*/ 2147483647 h 462"/>
                  <a:gd name="T14" fmla="*/ 2147483647 w 390"/>
                  <a:gd name="T15" fmla="*/ 2147483647 h 462"/>
                  <a:gd name="T16" fmla="*/ 2147483647 w 390"/>
                  <a:gd name="T17" fmla="*/ 2147483647 h 462"/>
                  <a:gd name="T18" fmla="*/ 2147483647 w 390"/>
                  <a:gd name="T19" fmla="*/ 2147483647 h 462"/>
                  <a:gd name="T20" fmla="*/ 2147483647 w 390"/>
                  <a:gd name="T21" fmla="*/ 2147483647 h 462"/>
                  <a:gd name="T22" fmla="*/ 2147483647 w 390"/>
                  <a:gd name="T23" fmla="*/ 2147483647 h 462"/>
                  <a:gd name="T24" fmla="*/ 2147483647 w 390"/>
                  <a:gd name="T25" fmla="*/ 0 h 462"/>
                  <a:gd name="T26" fmla="*/ 2147483647 w 390"/>
                  <a:gd name="T27" fmla="*/ 2147483647 h 462"/>
                  <a:gd name="T28" fmla="*/ 2147483647 w 390"/>
                  <a:gd name="T29" fmla="*/ 2147483647 h 462"/>
                  <a:gd name="T30" fmla="*/ 2147483647 w 390"/>
                  <a:gd name="T31" fmla="*/ 2147483647 h 462"/>
                  <a:gd name="T32" fmla="*/ 2147483647 w 390"/>
                  <a:gd name="T33" fmla="*/ 2147483647 h 462"/>
                  <a:gd name="T34" fmla="*/ 2147483647 w 390"/>
                  <a:gd name="T35" fmla="*/ 2147483647 h 462"/>
                  <a:gd name="T36" fmla="*/ 2147483647 w 390"/>
                  <a:gd name="T37" fmla="*/ 2147483647 h 462"/>
                  <a:gd name="T38" fmla="*/ 2147483647 w 390"/>
                  <a:gd name="T39" fmla="*/ 2147483647 h 462"/>
                  <a:gd name="T40" fmla="*/ 2147483647 w 390"/>
                  <a:gd name="T41" fmla="*/ 2147483647 h 462"/>
                  <a:gd name="T42" fmla="*/ 2147483647 w 390"/>
                  <a:gd name="T43" fmla="*/ 2147483647 h 462"/>
                  <a:gd name="T44" fmla="*/ 2147483647 w 390"/>
                  <a:gd name="T45" fmla="*/ 2147483647 h 462"/>
                  <a:gd name="T46" fmla="*/ 2147483647 w 390"/>
                  <a:gd name="T47" fmla="*/ 2147483647 h 462"/>
                  <a:gd name="T48" fmla="*/ 2147483647 w 390"/>
                  <a:gd name="T49" fmla="*/ 2147483647 h 462"/>
                  <a:gd name="T50" fmla="*/ 2147483647 w 390"/>
                  <a:gd name="T51" fmla="*/ 2147483647 h 462"/>
                  <a:gd name="T52" fmla="*/ 2147483647 w 390"/>
                  <a:gd name="T53" fmla="*/ 2147483647 h 462"/>
                  <a:gd name="T54" fmla="*/ 2147483647 w 390"/>
                  <a:gd name="T55" fmla="*/ 2147483647 h 462"/>
                  <a:gd name="T56" fmla="*/ 2147483647 w 390"/>
                  <a:gd name="T57" fmla="*/ 2147483647 h 462"/>
                  <a:gd name="T58" fmla="*/ 2147483647 w 390"/>
                  <a:gd name="T59" fmla="*/ 2147483647 h 462"/>
                  <a:gd name="T60" fmla="*/ 2147483647 w 390"/>
                  <a:gd name="T61" fmla="*/ 2147483647 h 462"/>
                  <a:gd name="T62" fmla="*/ 2147483647 w 390"/>
                  <a:gd name="T63" fmla="*/ 2147483647 h 462"/>
                  <a:gd name="T64" fmla="*/ 2147483647 w 390"/>
                  <a:gd name="T65" fmla="*/ 2147483647 h 462"/>
                  <a:gd name="T66" fmla="*/ 2147483647 w 390"/>
                  <a:gd name="T67" fmla="*/ 2147483647 h 462"/>
                  <a:gd name="T68" fmla="*/ 2147483647 w 390"/>
                  <a:gd name="T69" fmla="*/ 2147483647 h 462"/>
                  <a:gd name="T70" fmla="*/ 2147483647 w 390"/>
                  <a:gd name="T71" fmla="*/ 2147483647 h 462"/>
                  <a:gd name="T72" fmla="*/ 2147483647 w 390"/>
                  <a:gd name="T73" fmla="*/ 2147483647 h 462"/>
                  <a:gd name="T74" fmla="*/ 2147483647 w 390"/>
                  <a:gd name="T75" fmla="*/ 2147483647 h 462"/>
                  <a:gd name="T76" fmla="*/ 2147483647 w 390"/>
                  <a:gd name="T77" fmla="*/ 2147483647 h 462"/>
                  <a:gd name="T78" fmla="*/ 2147483647 w 390"/>
                  <a:gd name="T79" fmla="*/ 2147483647 h 462"/>
                  <a:gd name="T80" fmla="*/ 2147483647 w 390"/>
                  <a:gd name="T81" fmla="*/ 2147483647 h 462"/>
                  <a:gd name="T82" fmla="*/ 2147483647 w 390"/>
                  <a:gd name="T83" fmla="*/ 2147483647 h 462"/>
                  <a:gd name="T84" fmla="*/ 2147483647 w 390"/>
                  <a:gd name="T85" fmla="*/ 2147483647 h 462"/>
                  <a:gd name="T86" fmla="*/ 2147483647 w 390"/>
                  <a:gd name="T87" fmla="*/ 2147483647 h 462"/>
                  <a:gd name="T88" fmla="*/ 2147483647 w 390"/>
                  <a:gd name="T89" fmla="*/ 2147483647 h 462"/>
                  <a:gd name="T90" fmla="*/ 2147483647 w 390"/>
                  <a:gd name="T91" fmla="*/ 2147483647 h 462"/>
                  <a:gd name="T92" fmla="*/ 2147483647 w 390"/>
                  <a:gd name="T93" fmla="*/ 2147483647 h 462"/>
                  <a:gd name="T94" fmla="*/ 2147483647 w 390"/>
                  <a:gd name="T95" fmla="*/ 2147483647 h 462"/>
                  <a:gd name="T96" fmla="*/ 2147483647 w 390"/>
                  <a:gd name="T97" fmla="*/ 2147483647 h 462"/>
                  <a:gd name="T98" fmla="*/ 2147483647 w 390"/>
                  <a:gd name="T99" fmla="*/ 2147483647 h 462"/>
                  <a:gd name="T100" fmla="*/ 2147483647 w 390"/>
                  <a:gd name="T101" fmla="*/ 2147483647 h 462"/>
                  <a:gd name="T102" fmla="*/ 2147483647 w 390"/>
                  <a:gd name="T103" fmla="*/ 2147483647 h 462"/>
                  <a:gd name="T104" fmla="*/ 2147483647 w 390"/>
                  <a:gd name="T105" fmla="*/ 2147483647 h 462"/>
                  <a:gd name="T106" fmla="*/ 2147483647 w 390"/>
                  <a:gd name="T107" fmla="*/ 2147483647 h 4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90"/>
                  <a:gd name="T163" fmla="*/ 0 h 462"/>
                  <a:gd name="T164" fmla="*/ 390 w 390"/>
                  <a:gd name="T165" fmla="*/ 462 h 4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90" h="462">
                    <a:moveTo>
                      <a:pt x="306" y="426"/>
                    </a:moveTo>
                    <a:lnTo>
                      <a:pt x="318" y="426"/>
                    </a:lnTo>
                    <a:lnTo>
                      <a:pt x="318" y="420"/>
                    </a:lnTo>
                    <a:lnTo>
                      <a:pt x="306" y="420"/>
                    </a:lnTo>
                    <a:lnTo>
                      <a:pt x="306" y="426"/>
                    </a:lnTo>
                    <a:close/>
                    <a:moveTo>
                      <a:pt x="390" y="192"/>
                    </a:moveTo>
                    <a:lnTo>
                      <a:pt x="384" y="180"/>
                    </a:lnTo>
                    <a:lnTo>
                      <a:pt x="378" y="174"/>
                    </a:lnTo>
                    <a:lnTo>
                      <a:pt x="366" y="150"/>
                    </a:lnTo>
                    <a:lnTo>
                      <a:pt x="366" y="144"/>
                    </a:lnTo>
                    <a:lnTo>
                      <a:pt x="372" y="138"/>
                    </a:lnTo>
                    <a:lnTo>
                      <a:pt x="378" y="138"/>
                    </a:lnTo>
                    <a:lnTo>
                      <a:pt x="384" y="132"/>
                    </a:lnTo>
                    <a:lnTo>
                      <a:pt x="348" y="90"/>
                    </a:lnTo>
                    <a:lnTo>
                      <a:pt x="354" y="84"/>
                    </a:lnTo>
                    <a:lnTo>
                      <a:pt x="336" y="66"/>
                    </a:lnTo>
                    <a:lnTo>
                      <a:pt x="336" y="60"/>
                    </a:lnTo>
                    <a:lnTo>
                      <a:pt x="342" y="54"/>
                    </a:lnTo>
                    <a:lnTo>
                      <a:pt x="342" y="42"/>
                    </a:lnTo>
                    <a:lnTo>
                      <a:pt x="336" y="42"/>
                    </a:lnTo>
                    <a:lnTo>
                      <a:pt x="336" y="48"/>
                    </a:lnTo>
                    <a:lnTo>
                      <a:pt x="330" y="42"/>
                    </a:lnTo>
                    <a:lnTo>
                      <a:pt x="324" y="42"/>
                    </a:lnTo>
                    <a:lnTo>
                      <a:pt x="324" y="18"/>
                    </a:lnTo>
                    <a:lnTo>
                      <a:pt x="318" y="6"/>
                    </a:lnTo>
                    <a:lnTo>
                      <a:pt x="312" y="0"/>
                    </a:lnTo>
                    <a:lnTo>
                      <a:pt x="300" y="0"/>
                    </a:lnTo>
                    <a:lnTo>
                      <a:pt x="300" y="6"/>
                    </a:lnTo>
                    <a:lnTo>
                      <a:pt x="294" y="12"/>
                    </a:lnTo>
                    <a:lnTo>
                      <a:pt x="294" y="18"/>
                    </a:lnTo>
                    <a:lnTo>
                      <a:pt x="276" y="36"/>
                    </a:lnTo>
                    <a:lnTo>
                      <a:pt x="252" y="36"/>
                    </a:lnTo>
                    <a:lnTo>
                      <a:pt x="246" y="30"/>
                    </a:lnTo>
                    <a:lnTo>
                      <a:pt x="246" y="24"/>
                    </a:lnTo>
                    <a:lnTo>
                      <a:pt x="234" y="24"/>
                    </a:lnTo>
                    <a:lnTo>
                      <a:pt x="222" y="36"/>
                    </a:lnTo>
                    <a:lnTo>
                      <a:pt x="198" y="36"/>
                    </a:lnTo>
                    <a:lnTo>
                      <a:pt x="180" y="60"/>
                    </a:lnTo>
                    <a:lnTo>
                      <a:pt x="156" y="30"/>
                    </a:lnTo>
                    <a:lnTo>
                      <a:pt x="150" y="30"/>
                    </a:lnTo>
                    <a:lnTo>
                      <a:pt x="144" y="36"/>
                    </a:lnTo>
                    <a:lnTo>
                      <a:pt x="144" y="42"/>
                    </a:lnTo>
                    <a:lnTo>
                      <a:pt x="132" y="42"/>
                    </a:lnTo>
                    <a:lnTo>
                      <a:pt x="120" y="36"/>
                    </a:lnTo>
                    <a:lnTo>
                      <a:pt x="114" y="30"/>
                    </a:lnTo>
                    <a:lnTo>
                      <a:pt x="102" y="30"/>
                    </a:lnTo>
                    <a:lnTo>
                      <a:pt x="84" y="48"/>
                    </a:lnTo>
                    <a:lnTo>
                      <a:pt x="90" y="72"/>
                    </a:lnTo>
                    <a:lnTo>
                      <a:pt x="72" y="90"/>
                    </a:lnTo>
                    <a:lnTo>
                      <a:pt x="84" y="96"/>
                    </a:lnTo>
                    <a:lnTo>
                      <a:pt x="90" y="102"/>
                    </a:lnTo>
                    <a:lnTo>
                      <a:pt x="90" y="108"/>
                    </a:lnTo>
                    <a:lnTo>
                      <a:pt x="84" y="114"/>
                    </a:lnTo>
                    <a:lnTo>
                      <a:pt x="78" y="126"/>
                    </a:lnTo>
                    <a:lnTo>
                      <a:pt x="78" y="138"/>
                    </a:lnTo>
                    <a:lnTo>
                      <a:pt x="84" y="144"/>
                    </a:lnTo>
                    <a:lnTo>
                      <a:pt x="96" y="144"/>
                    </a:lnTo>
                    <a:lnTo>
                      <a:pt x="108" y="150"/>
                    </a:lnTo>
                    <a:lnTo>
                      <a:pt x="114" y="156"/>
                    </a:lnTo>
                    <a:lnTo>
                      <a:pt x="114" y="168"/>
                    </a:lnTo>
                    <a:lnTo>
                      <a:pt x="108" y="180"/>
                    </a:lnTo>
                    <a:lnTo>
                      <a:pt x="96" y="192"/>
                    </a:lnTo>
                    <a:lnTo>
                      <a:pt x="84" y="216"/>
                    </a:lnTo>
                    <a:lnTo>
                      <a:pt x="72" y="222"/>
                    </a:lnTo>
                    <a:lnTo>
                      <a:pt x="66" y="234"/>
                    </a:lnTo>
                    <a:lnTo>
                      <a:pt x="42" y="246"/>
                    </a:lnTo>
                    <a:lnTo>
                      <a:pt x="42" y="258"/>
                    </a:lnTo>
                    <a:lnTo>
                      <a:pt x="24" y="270"/>
                    </a:lnTo>
                    <a:lnTo>
                      <a:pt x="6" y="342"/>
                    </a:lnTo>
                    <a:lnTo>
                      <a:pt x="6" y="372"/>
                    </a:lnTo>
                    <a:lnTo>
                      <a:pt x="0" y="450"/>
                    </a:lnTo>
                    <a:lnTo>
                      <a:pt x="12" y="450"/>
                    </a:lnTo>
                    <a:lnTo>
                      <a:pt x="24" y="462"/>
                    </a:lnTo>
                    <a:lnTo>
                      <a:pt x="30" y="462"/>
                    </a:lnTo>
                    <a:lnTo>
                      <a:pt x="42" y="438"/>
                    </a:lnTo>
                    <a:lnTo>
                      <a:pt x="48" y="432"/>
                    </a:lnTo>
                    <a:lnTo>
                      <a:pt x="48" y="426"/>
                    </a:lnTo>
                    <a:lnTo>
                      <a:pt x="72" y="420"/>
                    </a:lnTo>
                    <a:lnTo>
                      <a:pt x="162" y="426"/>
                    </a:lnTo>
                    <a:lnTo>
                      <a:pt x="162" y="414"/>
                    </a:lnTo>
                    <a:lnTo>
                      <a:pt x="156" y="408"/>
                    </a:lnTo>
                    <a:lnTo>
                      <a:pt x="150" y="396"/>
                    </a:lnTo>
                    <a:lnTo>
                      <a:pt x="162" y="372"/>
                    </a:lnTo>
                    <a:lnTo>
                      <a:pt x="168" y="366"/>
                    </a:lnTo>
                    <a:lnTo>
                      <a:pt x="168" y="342"/>
                    </a:lnTo>
                    <a:lnTo>
                      <a:pt x="174" y="336"/>
                    </a:lnTo>
                    <a:lnTo>
                      <a:pt x="186" y="330"/>
                    </a:lnTo>
                    <a:lnTo>
                      <a:pt x="204" y="324"/>
                    </a:lnTo>
                    <a:lnTo>
                      <a:pt x="240" y="324"/>
                    </a:lnTo>
                    <a:lnTo>
                      <a:pt x="252" y="312"/>
                    </a:lnTo>
                    <a:lnTo>
                      <a:pt x="258" y="300"/>
                    </a:lnTo>
                    <a:lnTo>
                      <a:pt x="264" y="300"/>
                    </a:lnTo>
                    <a:lnTo>
                      <a:pt x="264" y="306"/>
                    </a:lnTo>
                    <a:lnTo>
                      <a:pt x="270" y="312"/>
                    </a:lnTo>
                    <a:lnTo>
                      <a:pt x="270" y="330"/>
                    </a:lnTo>
                    <a:lnTo>
                      <a:pt x="276" y="324"/>
                    </a:lnTo>
                    <a:lnTo>
                      <a:pt x="312" y="324"/>
                    </a:lnTo>
                    <a:lnTo>
                      <a:pt x="312" y="330"/>
                    </a:lnTo>
                    <a:lnTo>
                      <a:pt x="312" y="318"/>
                    </a:lnTo>
                    <a:lnTo>
                      <a:pt x="318" y="306"/>
                    </a:lnTo>
                    <a:lnTo>
                      <a:pt x="324" y="300"/>
                    </a:lnTo>
                    <a:lnTo>
                      <a:pt x="330" y="282"/>
                    </a:lnTo>
                    <a:lnTo>
                      <a:pt x="348" y="270"/>
                    </a:lnTo>
                    <a:lnTo>
                      <a:pt x="348" y="246"/>
                    </a:lnTo>
                    <a:lnTo>
                      <a:pt x="354" y="240"/>
                    </a:lnTo>
                    <a:lnTo>
                      <a:pt x="372" y="240"/>
                    </a:lnTo>
                    <a:lnTo>
                      <a:pt x="378" y="216"/>
                    </a:lnTo>
                    <a:lnTo>
                      <a:pt x="390" y="204"/>
                    </a:lnTo>
                    <a:lnTo>
                      <a:pt x="390" y="19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9" name="Turkmenistan" descr="© INSCALE GmbH, 05.05.2010&#10;http://www.presentationload.com/">
                <a:extLst>
                  <a:ext uri="{FF2B5EF4-FFF2-40B4-BE49-F238E27FC236}">
                    <a16:creationId xmlns:a16="http://schemas.microsoft.com/office/drawing/2014/main" id="{7B34035F-BBE9-DD31-B1A8-FAA40F0D204F}"/>
                  </a:ext>
                </a:extLst>
              </p:cNvPr>
              <p:cNvSpPr>
                <a:spLocks/>
              </p:cNvSpPr>
              <p:nvPr/>
            </p:nvSpPr>
            <p:spPr bwMode="gray">
              <a:xfrm>
                <a:off x="5550255" y="1912504"/>
                <a:ext cx="382452" cy="229770"/>
              </a:xfrm>
              <a:custGeom>
                <a:avLst/>
                <a:gdLst>
                  <a:gd name="T0" fmla="*/ 2147483647 w 1008"/>
                  <a:gd name="T1" fmla="*/ 2147483647 h 606"/>
                  <a:gd name="T2" fmla="*/ 2147483647 w 1008"/>
                  <a:gd name="T3" fmla="*/ 2147483647 h 606"/>
                  <a:gd name="T4" fmla="*/ 2147483647 w 1008"/>
                  <a:gd name="T5" fmla="*/ 2147483647 h 606"/>
                  <a:gd name="T6" fmla="*/ 2147483647 w 1008"/>
                  <a:gd name="T7" fmla="*/ 2147483647 h 606"/>
                  <a:gd name="T8" fmla="*/ 2147483647 w 1008"/>
                  <a:gd name="T9" fmla="*/ 2147483647 h 606"/>
                  <a:gd name="T10" fmla="*/ 2147483647 w 1008"/>
                  <a:gd name="T11" fmla="*/ 2147483647 h 606"/>
                  <a:gd name="T12" fmla="*/ 2147483647 w 1008"/>
                  <a:gd name="T13" fmla="*/ 2147483647 h 606"/>
                  <a:gd name="T14" fmla="*/ 2147483647 w 1008"/>
                  <a:gd name="T15" fmla="*/ 2147483647 h 606"/>
                  <a:gd name="T16" fmla="*/ 2147483647 w 1008"/>
                  <a:gd name="T17" fmla="*/ 2147483647 h 606"/>
                  <a:gd name="T18" fmla="*/ 2147483647 w 1008"/>
                  <a:gd name="T19" fmla="*/ 2147483647 h 606"/>
                  <a:gd name="T20" fmla="*/ 2147483647 w 1008"/>
                  <a:gd name="T21" fmla="*/ 2147483647 h 606"/>
                  <a:gd name="T22" fmla="*/ 2147483647 w 1008"/>
                  <a:gd name="T23" fmla="*/ 2147483647 h 606"/>
                  <a:gd name="T24" fmla="*/ 2147483647 w 1008"/>
                  <a:gd name="T25" fmla="*/ 2147483647 h 606"/>
                  <a:gd name="T26" fmla="*/ 2147483647 w 1008"/>
                  <a:gd name="T27" fmla="*/ 2147483647 h 606"/>
                  <a:gd name="T28" fmla="*/ 2147483647 w 1008"/>
                  <a:gd name="T29" fmla="*/ 2147483647 h 606"/>
                  <a:gd name="T30" fmla="*/ 2147483647 w 1008"/>
                  <a:gd name="T31" fmla="*/ 2147483647 h 606"/>
                  <a:gd name="T32" fmla="*/ 2147483647 w 1008"/>
                  <a:gd name="T33" fmla="*/ 2147483647 h 606"/>
                  <a:gd name="T34" fmla="*/ 2147483647 w 1008"/>
                  <a:gd name="T35" fmla="*/ 2147483647 h 606"/>
                  <a:gd name="T36" fmla="*/ 2147483647 w 1008"/>
                  <a:gd name="T37" fmla="*/ 2147483647 h 606"/>
                  <a:gd name="T38" fmla="*/ 2147483647 w 1008"/>
                  <a:gd name="T39" fmla="*/ 2147483647 h 606"/>
                  <a:gd name="T40" fmla="*/ 2147483647 w 1008"/>
                  <a:gd name="T41" fmla="*/ 2147483647 h 606"/>
                  <a:gd name="T42" fmla="*/ 2147483647 w 1008"/>
                  <a:gd name="T43" fmla="*/ 2147483647 h 606"/>
                  <a:gd name="T44" fmla="*/ 2147483647 w 1008"/>
                  <a:gd name="T45" fmla="*/ 2147483647 h 606"/>
                  <a:gd name="T46" fmla="*/ 2147483647 w 1008"/>
                  <a:gd name="T47" fmla="*/ 2147483647 h 606"/>
                  <a:gd name="T48" fmla="*/ 2147483647 w 1008"/>
                  <a:gd name="T49" fmla="*/ 2147483647 h 606"/>
                  <a:gd name="T50" fmla="*/ 2147483647 w 1008"/>
                  <a:gd name="T51" fmla="*/ 2147483647 h 606"/>
                  <a:gd name="T52" fmla="*/ 2147483647 w 1008"/>
                  <a:gd name="T53" fmla="*/ 2147483647 h 606"/>
                  <a:gd name="T54" fmla="*/ 2147483647 w 1008"/>
                  <a:gd name="T55" fmla="*/ 2147483647 h 606"/>
                  <a:gd name="T56" fmla="*/ 2147483647 w 1008"/>
                  <a:gd name="T57" fmla="*/ 2147483647 h 606"/>
                  <a:gd name="T58" fmla="*/ 2147483647 w 1008"/>
                  <a:gd name="T59" fmla="*/ 2147483647 h 606"/>
                  <a:gd name="T60" fmla="*/ 2147483647 w 1008"/>
                  <a:gd name="T61" fmla="*/ 2147483647 h 606"/>
                  <a:gd name="T62" fmla="*/ 2147483647 w 1008"/>
                  <a:gd name="T63" fmla="*/ 2147483647 h 606"/>
                  <a:gd name="T64" fmla="*/ 2147483647 w 1008"/>
                  <a:gd name="T65" fmla="*/ 2147483647 h 606"/>
                  <a:gd name="T66" fmla="*/ 2147483647 w 1008"/>
                  <a:gd name="T67" fmla="*/ 2147483647 h 606"/>
                  <a:gd name="T68" fmla="*/ 2147483647 w 1008"/>
                  <a:gd name="T69" fmla="*/ 2147483647 h 606"/>
                  <a:gd name="T70" fmla="*/ 2147483647 w 1008"/>
                  <a:gd name="T71" fmla="*/ 2147483647 h 606"/>
                  <a:gd name="T72" fmla="*/ 2147483647 w 1008"/>
                  <a:gd name="T73" fmla="*/ 2147483647 h 606"/>
                  <a:gd name="T74" fmla="*/ 2147483647 w 1008"/>
                  <a:gd name="T75" fmla="*/ 2147483647 h 606"/>
                  <a:gd name="T76" fmla="*/ 2147483647 w 1008"/>
                  <a:gd name="T77" fmla="*/ 2147483647 h 606"/>
                  <a:gd name="T78" fmla="*/ 2147483647 w 1008"/>
                  <a:gd name="T79" fmla="*/ 2147483647 h 606"/>
                  <a:gd name="T80" fmla="*/ 2147483647 w 1008"/>
                  <a:gd name="T81" fmla="*/ 2147483647 h 606"/>
                  <a:gd name="T82" fmla="*/ 2147483647 w 1008"/>
                  <a:gd name="T83" fmla="*/ 2147483647 h 606"/>
                  <a:gd name="T84" fmla="*/ 2147483647 w 1008"/>
                  <a:gd name="T85" fmla="*/ 2147483647 h 606"/>
                  <a:gd name="T86" fmla="*/ 2147483647 w 1008"/>
                  <a:gd name="T87" fmla="*/ 2147483647 h 606"/>
                  <a:gd name="T88" fmla="*/ 2147483647 w 1008"/>
                  <a:gd name="T89" fmla="*/ 2147483647 h 606"/>
                  <a:gd name="T90" fmla="*/ 2147483647 w 1008"/>
                  <a:gd name="T91" fmla="*/ 2147483647 h 606"/>
                  <a:gd name="T92" fmla="*/ 2147483647 w 1008"/>
                  <a:gd name="T93" fmla="*/ 2147483647 h 606"/>
                  <a:gd name="T94" fmla="*/ 2147483647 w 1008"/>
                  <a:gd name="T95" fmla="*/ 2147483647 h 606"/>
                  <a:gd name="T96" fmla="*/ 2147483647 w 1008"/>
                  <a:gd name="T97" fmla="*/ 2147483647 h 606"/>
                  <a:gd name="T98" fmla="*/ 2147483647 w 1008"/>
                  <a:gd name="T99" fmla="*/ 2147483647 h 606"/>
                  <a:gd name="T100" fmla="*/ 2147483647 w 1008"/>
                  <a:gd name="T101" fmla="*/ 2147483647 h 606"/>
                  <a:gd name="T102" fmla="*/ 2147483647 w 1008"/>
                  <a:gd name="T103" fmla="*/ 2147483647 h 606"/>
                  <a:gd name="T104" fmla="*/ 0 w 1008"/>
                  <a:gd name="T105" fmla="*/ 2147483647 h 606"/>
                  <a:gd name="T106" fmla="*/ 2147483647 w 1008"/>
                  <a:gd name="T107" fmla="*/ 2147483647 h 606"/>
                  <a:gd name="T108" fmla="*/ 2147483647 w 1008"/>
                  <a:gd name="T109" fmla="*/ 2147483647 h 60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008"/>
                  <a:gd name="T166" fmla="*/ 0 h 606"/>
                  <a:gd name="T167" fmla="*/ 1008 w 1008"/>
                  <a:gd name="T168" fmla="*/ 606 h 60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008" h="606">
                    <a:moveTo>
                      <a:pt x="48" y="150"/>
                    </a:moveTo>
                    <a:lnTo>
                      <a:pt x="48" y="156"/>
                    </a:lnTo>
                    <a:lnTo>
                      <a:pt x="42" y="162"/>
                    </a:lnTo>
                    <a:lnTo>
                      <a:pt x="36" y="174"/>
                    </a:lnTo>
                    <a:lnTo>
                      <a:pt x="36" y="186"/>
                    </a:lnTo>
                    <a:lnTo>
                      <a:pt x="42" y="198"/>
                    </a:lnTo>
                    <a:lnTo>
                      <a:pt x="48" y="204"/>
                    </a:lnTo>
                    <a:lnTo>
                      <a:pt x="54" y="216"/>
                    </a:lnTo>
                    <a:lnTo>
                      <a:pt x="60" y="222"/>
                    </a:lnTo>
                    <a:lnTo>
                      <a:pt x="60" y="228"/>
                    </a:lnTo>
                    <a:lnTo>
                      <a:pt x="90" y="222"/>
                    </a:lnTo>
                    <a:lnTo>
                      <a:pt x="90" y="246"/>
                    </a:lnTo>
                    <a:lnTo>
                      <a:pt x="114" y="258"/>
                    </a:lnTo>
                    <a:lnTo>
                      <a:pt x="90" y="258"/>
                    </a:lnTo>
                    <a:lnTo>
                      <a:pt x="78" y="264"/>
                    </a:lnTo>
                    <a:lnTo>
                      <a:pt x="72" y="264"/>
                    </a:lnTo>
                    <a:lnTo>
                      <a:pt x="72" y="270"/>
                    </a:lnTo>
                    <a:lnTo>
                      <a:pt x="78" y="276"/>
                    </a:lnTo>
                    <a:lnTo>
                      <a:pt x="90" y="276"/>
                    </a:lnTo>
                    <a:lnTo>
                      <a:pt x="96" y="282"/>
                    </a:lnTo>
                    <a:lnTo>
                      <a:pt x="114" y="282"/>
                    </a:lnTo>
                    <a:lnTo>
                      <a:pt x="120" y="288"/>
                    </a:lnTo>
                    <a:lnTo>
                      <a:pt x="126" y="300"/>
                    </a:lnTo>
                    <a:lnTo>
                      <a:pt x="132" y="306"/>
                    </a:lnTo>
                    <a:lnTo>
                      <a:pt x="138" y="354"/>
                    </a:lnTo>
                    <a:lnTo>
                      <a:pt x="150" y="360"/>
                    </a:lnTo>
                    <a:lnTo>
                      <a:pt x="150" y="372"/>
                    </a:lnTo>
                    <a:lnTo>
                      <a:pt x="144" y="378"/>
                    </a:lnTo>
                    <a:lnTo>
                      <a:pt x="144" y="402"/>
                    </a:lnTo>
                    <a:lnTo>
                      <a:pt x="150" y="414"/>
                    </a:lnTo>
                    <a:lnTo>
                      <a:pt x="150" y="426"/>
                    </a:lnTo>
                    <a:lnTo>
                      <a:pt x="156" y="432"/>
                    </a:lnTo>
                    <a:lnTo>
                      <a:pt x="156" y="438"/>
                    </a:lnTo>
                    <a:lnTo>
                      <a:pt x="186" y="438"/>
                    </a:lnTo>
                    <a:lnTo>
                      <a:pt x="198" y="426"/>
                    </a:lnTo>
                    <a:lnTo>
                      <a:pt x="210" y="420"/>
                    </a:lnTo>
                    <a:lnTo>
                      <a:pt x="210" y="408"/>
                    </a:lnTo>
                    <a:lnTo>
                      <a:pt x="216" y="402"/>
                    </a:lnTo>
                    <a:lnTo>
                      <a:pt x="228" y="396"/>
                    </a:lnTo>
                    <a:lnTo>
                      <a:pt x="246" y="378"/>
                    </a:lnTo>
                    <a:lnTo>
                      <a:pt x="258" y="372"/>
                    </a:lnTo>
                    <a:lnTo>
                      <a:pt x="294" y="372"/>
                    </a:lnTo>
                    <a:lnTo>
                      <a:pt x="306" y="378"/>
                    </a:lnTo>
                    <a:lnTo>
                      <a:pt x="312" y="372"/>
                    </a:lnTo>
                    <a:lnTo>
                      <a:pt x="312" y="366"/>
                    </a:lnTo>
                    <a:lnTo>
                      <a:pt x="372" y="366"/>
                    </a:lnTo>
                    <a:lnTo>
                      <a:pt x="384" y="378"/>
                    </a:lnTo>
                    <a:lnTo>
                      <a:pt x="384" y="390"/>
                    </a:lnTo>
                    <a:lnTo>
                      <a:pt x="414" y="390"/>
                    </a:lnTo>
                    <a:lnTo>
                      <a:pt x="420" y="396"/>
                    </a:lnTo>
                    <a:lnTo>
                      <a:pt x="432" y="402"/>
                    </a:lnTo>
                    <a:lnTo>
                      <a:pt x="438" y="408"/>
                    </a:lnTo>
                    <a:lnTo>
                      <a:pt x="450" y="414"/>
                    </a:lnTo>
                    <a:lnTo>
                      <a:pt x="450" y="408"/>
                    </a:lnTo>
                    <a:lnTo>
                      <a:pt x="468" y="408"/>
                    </a:lnTo>
                    <a:lnTo>
                      <a:pt x="480" y="414"/>
                    </a:lnTo>
                    <a:lnTo>
                      <a:pt x="498" y="414"/>
                    </a:lnTo>
                    <a:lnTo>
                      <a:pt x="510" y="420"/>
                    </a:lnTo>
                    <a:lnTo>
                      <a:pt x="516" y="420"/>
                    </a:lnTo>
                    <a:lnTo>
                      <a:pt x="522" y="426"/>
                    </a:lnTo>
                    <a:lnTo>
                      <a:pt x="522" y="432"/>
                    </a:lnTo>
                    <a:lnTo>
                      <a:pt x="528" y="444"/>
                    </a:lnTo>
                    <a:lnTo>
                      <a:pt x="534" y="450"/>
                    </a:lnTo>
                    <a:lnTo>
                      <a:pt x="540" y="450"/>
                    </a:lnTo>
                    <a:lnTo>
                      <a:pt x="546" y="456"/>
                    </a:lnTo>
                    <a:lnTo>
                      <a:pt x="558" y="456"/>
                    </a:lnTo>
                    <a:lnTo>
                      <a:pt x="570" y="468"/>
                    </a:lnTo>
                    <a:lnTo>
                      <a:pt x="582" y="474"/>
                    </a:lnTo>
                    <a:lnTo>
                      <a:pt x="588" y="486"/>
                    </a:lnTo>
                    <a:lnTo>
                      <a:pt x="594" y="492"/>
                    </a:lnTo>
                    <a:lnTo>
                      <a:pt x="660" y="486"/>
                    </a:lnTo>
                    <a:lnTo>
                      <a:pt x="660" y="522"/>
                    </a:lnTo>
                    <a:lnTo>
                      <a:pt x="672" y="522"/>
                    </a:lnTo>
                    <a:lnTo>
                      <a:pt x="666" y="546"/>
                    </a:lnTo>
                    <a:lnTo>
                      <a:pt x="678" y="576"/>
                    </a:lnTo>
                    <a:lnTo>
                      <a:pt x="684" y="582"/>
                    </a:lnTo>
                    <a:lnTo>
                      <a:pt x="696" y="582"/>
                    </a:lnTo>
                    <a:lnTo>
                      <a:pt x="702" y="588"/>
                    </a:lnTo>
                    <a:lnTo>
                      <a:pt x="714" y="588"/>
                    </a:lnTo>
                    <a:lnTo>
                      <a:pt x="720" y="582"/>
                    </a:lnTo>
                    <a:lnTo>
                      <a:pt x="726" y="582"/>
                    </a:lnTo>
                    <a:lnTo>
                      <a:pt x="750" y="606"/>
                    </a:lnTo>
                    <a:lnTo>
                      <a:pt x="774" y="606"/>
                    </a:lnTo>
                    <a:lnTo>
                      <a:pt x="786" y="600"/>
                    </a:lnTo>
                    <a:lnTo>
                      <a:pt x="792" y="594"/>
                    </a:lnTo>
                    <a:lnTo>
                      <a:pt x="804" y="570"/>
                    </a:lnTo>
                    <a:lnTo>
                      <a:pt x="804" y="558"/>
                    </a:lnTo>
                    <a:lnTo>
                      <a:pt x="816" y="558"/>
                    </a:lnTo>
                    <a:lnTo>
                      <a:pt x="852" y="540"/>
                    </a:lnTo>
                    <a:lnTo>
                      <a:pt x="858" y="528"/>
                    </a:lnTo>
                    <a:lnTo>
                      <a:pt x="870" y="522"/>
                    </a:lnTo>
                    <a:lnTo>
                      <a:pt x="882" y="522"/>
                    </a:lnTo>
                    <a:lnTo>
                      <a:pt x="882" y="462"/>
                    </a:lnTo>
                    <a:lnTo>
                      <a:pt x="888" y="450"/>
                    </a:lnTo>
                    <a:lnTo>
                      <a:pt x="900" y="444"/>
                    </a:lnTo>
                    <a:lnTo>
                      <a:pt x="936" y="444"/>
                    </a:lnTo>
                    <a:lnTo>
                      <a:pt x="936" y="420"/>
                    </a:lnTo>
                    <a:lnTo>
                      <a:pt x="948" y="420"/>
                    </a:lnTo>
                    <a:lnTo>
                      <a:pt x="960" y="426"/>
                    </a:lnTo>
                    <a:lnTo>
                      <a:pt x="966" y="432"/>
                    </a:lnTo>
                    <a:lnTo>
                      <a:pt x="978" y="438"/>
                    </a:lnTo>
                    <a:lnTo>
                      <a:pt x="1008" y="438"/>
                    </a:lnTo>
                    <a:lnTo>
                      <a:pt x="1008" y="426"/>
                    </a:lnTo>
                    <a:lnTo>
                      <a:pt x="996" y="414"/>
                    </a:lnTo>
                    <a:lnTo>
                      <a:pt x="996" y="396"/>
                    </a:lnTo>
                    <a:lnTo>
                      <a:pt x="1002" y="390"/>
                    </a:lnTo>
                    <a:lnTo>
                      <a:pt x="954" y="360"/>
                    </a:lnTo>
                    <a:lnTo>
                      <a:pt x="930" y="366"/>
                    </a:lnTo>
                    <a:lnTo>
                      <a:pt x="924" y="366"/>
                    </a:lnTo>
                    <a:lnTo>
                      <a:pt x="912" y="354"/>
                    </a:lnTo>
                    <a:lnTo>
                      <a:pt x="900" y="354"/>
                    </a:lnTo>
                    <a:lnTo>
                      <a:pt x="888" y="342"/>
                    </a:lnTo>
                    <a:lnTo>
                      <a:pt x="876" y="336"/>
                    </a:lnTo>
                    <a:lnTo>
                      <a:pt x="870" y="330"/>
                    </a:lnTo>
                    <a:lnTo>
                      <a:pt x="846" y="318"/>
                    </a:lnTo>
                    <a:lnTo>
                      <a:pt x="828" y="306"/>
                    </a:lnTo>
                    <a:lnTo>
                      <a:pt x="804" y="306"/>
                    </a:lnTo>
                    <a:lnTo>
                      <a:pt x="774" y="288"/>
                    </a:lnTo>
                    <a:lnTo>
                      <a:pt x="768" y="282"/>
                    </a:lnTo>
                    <a:lnTo>
                      <a:pt x="762" y="270"/>
                    </a:lnTo>
                    <a:lnTo>
                      <a:pt x="750" y="258"/>
                    </a:lnTo>
                    <a:lnTo>
                      <a:pt x="744" y="258"/>
                    </a:lnTo>
                    <a:lnTo>
                      <a:pt x="732" y="252"/>
                    </a:lnTo>
                    <a:lnTo>
                      <a:pt x="714" y="252"/>
                    </a:lnTo>
                    <a:lnTo>
                      <a:pt x="702" y="246"/>
                    </a:lnTo>
                    <a:lnTo>
                      <a:pt x="690" y="234"/>
                    </a:lnTo>
                    <a:lnTo>
                      <a:pt x="672" y="198"/>
                    </a:lnTo>
                    <a:lnTo>
                      <a:pt x="666" y="192"/>
                    </a:lnTo>
                    <a:lnTo>
                      <a:pt x="666" y="186"/>
                    </a:lnTo>
                    <a:lnTo>
                      <a:pt x="648" y="168"/>
                    </a:lnTo>
                    <a:lnTo>
                      <a:pt x="630" y="138"/>
                    </a:lnTo>
                    <a:lnTo>
                      <a:pt x="594" y="120"/>
                    </a:lnTo>
                    <a:lnTo>
                      <a:pt x="594" y="126"/>
                    </a:lnTo>
                    <a:lnTo>
                      <a:pt x="540" y="120"/>
                    </a:lnTo>
                    <a:lnTo>
                      <a:pt x="510" y="120"/>
                    </a:lnTo>
                    <a:lnTo>
                      <a:pt x="492" y="102"/>
                    </a:lnTo>
                    <a:lnTo>
                      <a:pt x="492" y="90"/>
                    </a:lnTo>
                    <a:lnTo>
                      <a:pt x="504" y="78"/>
                    </a:lnTo>
                    <a:lnTo>
                      <a:pt x="492" y="72"/>
                    </a:lnTo>
                    <a:lnTo>
                      <a:pt x="492" y="60"/>
                    </a:lnTo>
                    <a:lnTo>
                      <a:pt x="486" y="48"/>
                    </a:lnTo>
                    <a:lnTo>
                      <a:pt x="480" y="42"/>
                    </a:lnTo>
                    <a:lnTo>
                      <a:pt x="444" y="42"/>
                    </a:lnTo>
                    <a:lnTo>
                      <a:pt x="432" y="36"/>
                    </a:lnTo>
                    <a:lnTo>
                      <a:pt x="432" y="24"/>
                    </a:lnTo>
                    <a:lnTo>
                      <a:pt x="408" y="24"/>
                    </a:lnTo>
                    <a:lnTo>
                      <a:pt x="390" y="0"/>
                    </a:lnTo>
                    <a:lnTo>
                      <a:pt x="384" y="12"/>
                    </a:lnTo>
                    <a:lnTo>
                      <a:pt x="354" y="6"/>
                    </a:lnTo>
                    <a:lnTo>
                      <a:pt x="384" y="36"/>
                    </a:lnTo>
                    <a:lnTo>
                      <a:pt x="378" y="30"/>
                    </a:lnTo>
                    <a:lnTo>
                      <a:pt x="366" y="30"/>
                    </a:lnTo>
                    <a:lnTo>
                      <a:pt x="360" y="24"/>
                    </a:lnTo>
                    <a:lnTo>
                      <a:pt x="354" y="24"/>
                    </a:lnTo>
                    <a:lnTo>
                      <a:pt x="348" y="30"/>
                    </a:lnTo>
                    <a:lnTo>
                      <a:pt x="348" y="42"/>
                    </a:lnTo>
                    <a:lnTo>
                      <a:pt x="342" y="42"/>
                    </a:lnTo>
                    <a:lnTo>
                      <a:pt x="336" y="48"/>
                    </a:lnTo>
                    <a:lnTo>
                      <a:pt x="324" y="48"/>
                    </a:lnTo>
                    <a:lnTo>
                      <a:pt x="312" y="54"/>
                    </a:lnTo>
                    <a:lnTo>
                      <a:pt x="294" y="72"/>
                    </a:lnTo>
                    <a:lnTo>
                      <a:pt x="294" y="84"/>
                    </a:lnTo>
                    <a:lnTo>
                      <a:pt x="300" y="102"/>
                    </a:lnTo>
                    <a:lnTo>
                      <a:pt x="312" y="108"/>
                    </a:lnTo>
                    <a:lnTo>
                      <a:pt x="318" y="120"/>
                    </a:lnTo>
                    <a:lnTo>
                      <a:pt x="252" y="120"/>
                    </a:lnTo>
                    <a:lnTo>
                      <a:pt x="240" y="108"/>
                    </a:lnTo>
                    <a:lnTo>
                      <a:pt x="228" y="108"/>
                    </a:lnTo>
                    <a:lnTo>
                      <a:pt x="228" y="114"/>
                    </a:lnTo>
                    <a:lnTo>
                      <a:pt x="216" y="126"/>
                    </a:lnTo>
                    <a:lnTo>
                      <a:pt x="210" y="120"/>
                    </a:lnTo>
                    <a:lnTo>
                      <a:pt x="198" y="114"/>
                    </a:lnTo>
                    <a:lnTo>
                      <a:pt x="174" y="90"/>
                    </a:lnTo>
                    <a:lnTo>
                      <a:pt x="168" y="78"/>
                    </a:lnTo>
                    <a:lnTo>
                      <a:pt x="162" y="72"/>
                    </a:lnTo>
                    <a:lnTo>
                      <a:pt x="156" y="60"/>
                    </a:lnTo>
                    <a:lnTo>
                      <a:pt x="144" y="54"/>
                    </a:lnTo>
                    <a:lnTo>
                      <a:pt x="132" y="42"/>
                    </a:lnTo>
                    <a:lnTo>
                      <a:pt x="120" y="42"/>
                    </a:lnTo>
                    <a:lnTo>
                      <a:pt x="96" y="30"/>
                    </a:lnTo>
                    <a:lnTo>
                      <a:pt x="78" y="30"/>
                    </a:lnTo>
                    <a:lnTo>
                      <a:pt x="72" y="36"/>
                    </a:lnTo>
                    <a:lnTo>
                      <a:pt x="72" y="48"/>
                    </a:lnTo>
                    <a:lnTo>
                      <a:pt x="84" y="54"/>
                    </a:lnTo>
                    <a:lnTo>
                      <a:pt x="90" y="54"/>
                    </a:lnTo>
                    <a:lnTo>
                      <a:pt x="90" y="66"/>
                    </a:lnTo>
                    <a:lnTo>
                      <a:pt x="96" y="66"/>
                    </a:lnTo>
                    <a:lnTo>
                      <a:pt x="96" y="72"/>
                    </a:lnTo>
                    <a:lnTo>
                      <a:pt x="102" y="84"/>
                    </a:lnTo>
                    <a:lnTo>
                      <a:pt x="114" y="90"/>
                    </a:lnTo>
                    <a:lnTo>
                      <a:pt x="126" y="102"/>
                    </a:lnTo>
                    <a:lnTo>
                      <a:pt x="138" y="108"/>
                    </a:lnTo>
                    <a:lnTo>
                      <a:pt x="150" y="120"/>
                    </a:lnTo>
                    <a:lnTo>
                      <a:pt x="162" y="126"/>
                    </a:lnTo>
                    <a:lnTo>
                      <a:pt x="162" y="150"/>
                    </a:lnTo>
                    <a:lnTo>
                      <a:pt x="156" y="156"/>
                    </a:lnTo>
                    <a:lnTo>
                      <a:pt x="144" y="156"/>
                    </a:lnTo>
                    <a:lnTo>
                      <a:pt x="132" y="150"/>
                    </a:lnTo>
                    <a:lnTo>
                      <a:pt x="120" y="138"/>
                    </a:lnTo>
                    <a:lnTo>
                      <a:pt x="120" y="162"/>
                    </a:lnTo>
                    <a:lnTo>
                      <a:pt x="78" y="162"/>
                    </a:lnTo>
                    <a:lnTo>
                      <a:pt x="66" y="144"/>
                    </a:lnTo>
                    <a:lnTo>
                      <a:pt x="60" y="150"/>
                    </a:lnTo>
                    <a:lnTo>
                      <a:pt x="48" y="138"/>
                    </a:lnTo>
                    <a:lnTo>
                      <a:pt x="42" y="126"/>
                    </a:lnTo>
                    <a:lnTo>
                      <a:pt x="36" y="120"/>
                    </a:lnTo>
                    <a:lnTo>
                      <a:pt x="36" y="102"/>
                    </a:lnTo>
                    <a:lnTo>
                      <a:pt x="30" y="96"/>
                    </a:lnTo>
                    <a:lnTo>
                      <a:pt x="30" y="84"/>
                    </a:lnTo>
                    <a:lnTo>
                      <a:pt x="24" y="78"/>
                    </a:lnTo>
                    <a:lnTo>
                      <a:pt x="0" y="78"/>
                    </a:lnTo>
                    <a:lnTo>
                      <a:pt x="0" y="84"/>
                    </a:lnTo>
                    <a:lnTo>
                      <a:pt x="6" y="90"/>
                    </a:lnTo>
                    <a:lnTo>
                      <a:pt x="12" y="102"/>
                    </a:lnTo>
                    <a:lnTo>
                      <a:pt x="18" y="108"/>
                    </a:lnTo>
                    <a:lnTo>
                      <a:pt x="24" y="120"/>
                    </a:lnTo>
                    <a:lnTo>
                      <a:pt x="36" y="126"/>
                    </a:lnTo>
                    <a:lnTo>
                      <a:pt x="42" y="138"/>
                    </a:lnTo>
                    <a:lnTo>
                      <a:pt x="48" y="144"/>
                    </a:lnTo>
                    <a:lnTo>
                      <a:pt x="48" y="15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0" name="Turkey" descr="© INSCALE GmbH, 05.05.2010&#10;http://www.presentationload.com/">
                <a:extLst>
                  <a:ext uri="{FF2B5EF4-FFF2-40B4-BE49-F238E27FC236}">
                    <a16:creationId xmlns:a16="http://schemas.microsoft.com/office/drawing/2014/main" id="{EC2FBC0B-B918-BC69-7F28-7F951E8C4D2F}"/>
                  </a:ext>
                </a:extLst>
              </p:cNvPr>
              <p:cNvSpPr>
                <a:spLocks noEditPoints="1"/>
              </p:cNvSpPr>
              <p:nvPr/>
            </p:nvSpPr>
            <p:spPr bwMode="gray">
              <a:xfrm>
                <a:off x="4880223" y="1930291"/>
                <a:ext cx="504007" cy="192709"/>
              </a:xfrm>
              <a:custGeom>
                <a:avLst/>
                <a:gdLst>
                  <a:gd name="T0" fmla="*/ 2147483647 w 1332"/>
                  <a:gd name="T1" fmla="*/ 2147483647 h 510"/>
                  <a:gd name="T2" fmla="*/ 2147483647 w 1332"/>
                  <a:gd name="T3" fmla="*/ 2147483647 h 510"/>
                  <a:gd name="T4" fmla="*/ 2147483647 w 1332"/>
                  <a:gd name="T5" fmla="*/ 2147483647 h 510"/>
                  <a:gd name="T6" fmla="*/ 2147483647 w 1332"/>
                  <a:gd name="T7" fmla="*/ 2147483647 h 510"/>
                  <a:gd name="T8" fmla="*/ 2147483647 w 1332"/>
                  <a:gd name="T9" fmla="*/ 2147483647 h 510"/>
                  <a:gd name="T10" fmla="*/ 2147483647 w 1332"/>
                  <a:gd name="T11" fmla="*/ 2147483647 h 510"/>
                  <a:gd name="T12" fmla="*/ 2147483647 w 1332"/>
                  <a:gd name="T13" fmla="*/ 2147483647 h 510"/>
                  <a:gd name="T14" fmla="*/ 2147483647 w 1332"/>
                  <a:gd name="T15" fmla="*/ 2147483647 h 510"/>
                  <a:gd name="T16" fmla="*/ 2147483647 w 1332"/>
                  <a:gd name="T17" fmla="*/ 2147483647 h 510"/>
                  <a:gd name="T18" fmla="*/ 2147483647 w 1332"/>
                  <a:gd name="T19" fmla="*/ 2147483647 h 510"/>
                  <a:gd name="T20" fmla="*/ 2147483647 w 1332"/>
                  <a:gd name="T21" fmla="*/ 2147483647 h 510"/>
                  <a:gd name="T22" fmla="*/ 2147483647 w 1332"/>
                  <a:gd name="T23" fmla="*/ 2147483647 h 510"/>
                  <a:gd name="T24" fmla="*/ 2147483647 w 1332"/>
                  <a:gd name="T25" fmla="*/ 2147483647 h 510"/>
                  <a:gd name="T26" fmla="*/ 2147483647 w 1332"/>
                  <a:gd name="T27" fmla="*/ 2147483647 h 510"/>
                  <a:gd name="T28" fmla="*/ 2147483647 w 1332"/>
                  <a:gd name="T29" fmla="*/ 2147483647 h 510"/>
                  <a:gd name="T30" fmla="*/ 2147483647 w 1332"/>
                  <a:gd name="T31" fmla="*/ 2147483647 h 510"/>
                  <a:gd name="T32" fmla="*/ 2147483647 w 1332"/>
                  <a:gd name="T33" fmla="*/ 2147483647 h 510"/>
                  <a:gd name="T34" fmla="*/ 2147483647 w 1332"/>
                  <a:gd name="T35" fmla="*/ 2147483647 h 510"/>
                  <a:gd name="T36" fmla="*/ 2147483647 w 1332"/>
                  <a:gd name="T37" fmla="*/ 2147483647 h 510"/>
                  <a:gd name="T38" fmla="*/ 2147483647 w 1332"/>
                  <a:gd name="T39" fmla="*/ 2147483647 h 510"/>
                  <a:gd name="T40" fmla="*/ 2147483647 w 1332"/>
                  <a:gd name="T41" fmla="*/ 2147483647 h 510"/>
                  <a:gd name="T42" fmla="*/ 2147483647 w 1332"/>
                  <a:gd name="T43" fmla="*/ 2147483647 h 510"/>
                  <a:gd name="T44" fmla="*/ 2147483647 w 1332"/>
                  <a:gd name="T45" fmla="*/ 2147483647 h 510"/>
                  <a:gd name="T46" fmla="*/ 2147483647 w 1332"/>
                  <a:gd name="T47" fmla="*/ 2147483647 h 510"/>
                  <a:gd name="T48" fmla="*/ 2147483647 w 1332"/>
                  <a:gd name="T49" fmla="*/ 2147483647 h 510"/>
                  <a:gd name="T50" fmla="*/ 2147483647 w 1332"/>
                  <a:gd name="T51" fmla="*/ 2147483647 h 510"/>
                  <a:gd name="T52" fmla="*/ 2147483647 w 1332"/>
                  <a:gd name="T53" fmla="*/ 2147483647 h 510"/>
                  <a:gd name="T54" fmla="*/ 2147483647 w 1332"/>
                  <a:gd name="T55" fmla="*/ 2147483647 h 510"/>
                  <a:gd name="T56" fmla="*/ 2147483647 w 1332"/>
                  <a:gd name="T57" fmla="*/ 2147483647 h 510"/>
                  <a:gd name="T58" fmla="*/ 2147483647 w 1332"/>
                  <a:gd name="T59" fmla="*/ 2147483647 h 510"/>
                  <a:gd name="T60" fmla="*/ 2147483647 w 1332"/>
                  <a:gd name="T61" fmla="*/ 2147483647 h 510"/>
                  <a:gd name="T62" fmla="*/ 2147483647 w 1332"/>
                  <a:gd name="T63" fmla="*/ 2147483647 h 510"/>
                  <a:gd name="T64" fmla="*/ 2147483647 w 1332"/>
                  <a:gd name="T65" fmla="*/ 2147483647 h 510"/>
                  <a:gd name="T66" fmla="*/ 2147483647 w 1332"/>
                  <a:gd name="T67" fmla="*/ 2147483647 h 510"/>
                  <a:gd name="T68" fmla="*/ 2147483647 w 1332"/>
                  <a:gd name="T69" fmla="*/ 2147483647 h 510"/>
                  <a:gd name="T70" fmla="*/ 2147483647 w 1332"/>
                  <a:gd name="T71" fmla="*/ 2147483647 h 510"/>
                  <a:gd name="T72" fmla="*/ 2147483647 w 1332"/>
                  <a:gd name="T73" fmla="*/ 2147483647 h 510"/>
                  <a:gd name="T74" fmla="*/ 2147483647 w 1332"/>
                  <a:gd name="T75" fmla="*/ 2147483647 h 510"/>
                  <a:gd name="T76" fmla="*/ 2147483647 w 1332"/>
                  <a:gd name="T77" fmla="*/ 2147483647 h 510"/>
                  <a:gd name="T78" fmla="*/ 2147483647 w 1332"/>
                  <a:gd name="T79" fmla="*/ 2147483647 h 510"/>
                  <a:gd name="T80" fmla="*/ 2147483647 w 1332"/>
                  <a:gd name="T81" fmla="*/ 2147483647 h 510"/>
                  <a:gd name="T82" fmla="*/ 2147483647 w 1332"/>
                  <a:gd name="T83" fmla="*/ 2147483647 h 510"/>
                  <a:gd name="T84" fmla="*/ 2147483647 w 1332"/>
                  <a:gd name="T85" fmla="*/ 2147483647 h 510"/>
                  <a:gd name="T86" fmla="*/ 2147483647 w 1332"/>
                  <a:gd name="T87" fmla="*/ 2147483647 h 510"/>
                  <a:gd name="T88" fmla="*/ 2147483647 w 1332"/>
                  <a:gd name="T89" fmla="*/ 2147483647 h 510"/>
                  <a:gd name="T90" fmla="*/ 2147483647 w 1332"/>
                  <a:gd name="T91" fmla="*/ 2147483647 h 510"/>
                  <a:gd name="T92" fmla="*/ 2147483647 w 1332"/>
                  <a:gd name="T93" fmla="*/ 2147483647 h 510"/>
                  <a:gd name="T94" fmla="*/ 2147483647 w 1332"/>
                  <a:gd name="T95" fmla="*/ 2147483647 h 510"/>
                  <a:gd name="T96" fmla="*/ 2147483647 w 1332"/>
                  <a:gd name="T97" fmla="*/ 2147483647 h 510"/>
                  <a:gd name="T98" fmla="*/ 2147483647 w 1332"/>
                  <a:gd name="T99" fmla="*/ 2147483647 h 510"/>
                  <a:gd name="T100" fmla="*/ 2147483647 w 1332"/>
                  <a:gd name="T101" fmla="*/ 2147483647 h 510"/>
                  <a:gd name="T102" fmla="*/ 2147483647 w 1332"/>
                  <a:gd name="T103" fmla="*/ 2147483647 h 510"/>
                  <a:gd name="T104" fmla="*/ 2147483647 w 1332"/>
                  <a:gd name="T105" fmla="*/ 2147483647 h 510"/>
                  <a:gd name="T106" fmla="*/ 2147483647 w 1332"/>
                  <a:gd name="T107" fmla="*/ 2147483647 h 510"/>
                  <a:gd name="T108" fmla="*/ 2147483647 w 1332"/>
                  <a:gd name="T109" fmla="*/ 2147483647 h 510"/>
                  <a:gd name="T110" fmla="*/ 2147483647 w 1332"/>
                  <a:gd name="T111" fmla="*/ 2147483647 h 510"/>
                  <a:gd name="T112" fmla="*/ 2147483647 w 1332"/>
                  <a:gd name="T113" fmla="*/ 2147483647 h 510"/>
                  <a:gd name="T114" fmla="*/ 2147483647 w 1332"/>
                  <a:gd name="T115" fmla="*/ 2147483647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32"/>
                  <a:gd name="T175" fmla="*/ 0 h 510"/>
                  <a:gd name="T176" fmla="*/ 1332 w 1332"/>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32" h="510">
                    <a:moveTo>
                      <a:pt x="6" y="192"/>
                    </a:moveTo>
                    <a:lnTo>
                      <a:pt x="24" y="186"/>
                    </a:lnTo>
                    <a:lnTo>
                      <a:pt x="30" y="174"/>
                    </a:lnTo>
                    <a:lnTo>
                      <a:pt x="0" y="174"/>
                    </a:lnTo>
                    <a:lnTo>
                      <a:pt x="6" y="192"/>
                    </a:lnTo>
                    <a:close/>
                    <a:moveTo>
                      <a:pt x="42" y="162"/>
                    </a:moveTo>
                    <a:lnTo>
                      <a:pt x="42" y="168"/>
                    </a:lnTo>
                    <a:lnTo>
                      <a:pt x="48" y="174"/>
                    </a:lnTo>
                    <a:lnTo>
                      <a:pt x="60" y="174"/>
                    </a:lnTo>
                    <a:lnTo>
                      <a:pt x="60" y="162"/>
                    </a:lnTo>
                    <a:lnTo>
                      <a:pt x="54" y="156"/>
                    </a:lnTo>
                    <a:lnTo>
                      <a:pt x="54" y="150"/>
                    </a:lnTo>
                    <a:lnTo>
                      <a:pt x="48" y="150"/>
                    </a:lnTo>
                    <a:lnTo>
                      <a:pt x="48" y="156"/>
                    </a:lnTo>
                    <a:lnTo>
                      <a:pt x="42" y="162"/>
                    </a:lnTo>
                    <a:close/>
                    <a:moveTo>
                      <a:pt x="96" y="138"/>
                    </a:moveTo>
                    <a:lnTo>
                      <a:pt x="66" y="138"/>
                    </a:lnTo>
                    <a:lnTo>
                      <a:pt x="66" y="174"/>
                    </a:lnTo>
                    <a:lnTo>
                      <a:pt x="78" y="150"/>
                    </a:lnTo>
                    <a:lnTo>
                      <a:pt x="96" y="138"/>
                    </a:lnTo>
                    <a:close/>
                    <a:moveTo>
                      <a:pt x="1332" y="402"/>
                    </a:moveTo>
                    <a:lnTo>
                      <a:pt x="1332" y="390"/>
                    </a:lnTo>
                    <a:lnTo>
                      <a:pt x="1308" y="384"/>
                    </a:lnTo>
                    <a:lnTo>
                      <a:pt x="1308" y="354"/>
                    </a:lnTo>
                    <a:lnTo>
                      <a:pt x="1272" y="336"/>
                    </a:lnTo>
                    <a:lnTo>
                      <a:pt x="1278" y="330"/>
                    </a:lnTo>
                    <a:lnTo>
                      <a:pt x="1284" y="318"/>
                    </a:lnTo>
                    <a:lnTo>
                      <a:pt x="1284" y="312"/>
                    </a:lnTo>
                    <a:lnTo>
                      <a:pt x="1290" y="306"/>
                    </a:lnTo>
                    <a:lnTo>
                      <a:pt x="1284" y="306"/>
                    </a:lnTo>
                    <a:lnTo>
                      <a:pt x="1278" y="300"/>
                    </a:lnTo>
                    <a:lnTo>
                      <a:pt x="1278" y="288"/>
                    </a:lnTo>
                    <a:lnTo>
                      <a:pt x="1266" y="276"/>
                    </a:lnTo>
                    <a:lnTo>
                      <a:pt x="1266" y="246"/>
                    </a:lnTo>
                    <a:lnTo>
                      <a:pt x="1248" y="222"/>
                    </a:lnTo>
                    <a:lnTo>
                      <a:pt x="1272" y="222"/>
                    </a:lnTo>
                    <a:lnTo>
                      <a:pt x="1272" y="216"/>
                    </a:lnTo>
                    <a:lnTo>
                      <a:pt x="1278" y="210"/>
                    </a:lnTo>
                    <a:lnTo>
                      <a:pt x="1272" y="198"/>
                    </a:lnTo>
                    <a:lnTo>
                      <a:pt x="1272" y="186"/>
                    </a:lnTo>
                    <a:lnTo>
                      <a:pt x="1266" y="180"/>
                    </a:lnTo>
                    <a:lnTo>
                      <a:pt x="1266" y="174"/>
                    </a:lnTo>
                    <a:lnTo>
                      <a:pt x="1260" y="174"/>
                    </a:lnTo>
                    <a:lnTo>
                      <a:pt x="1248" y="180"/>
                    </a:lnTo>
                    <a:lnTo>
                      <a:pt x="1236" y="180"/>
                    </a:lnTo>
                    <a:lnTo>
                      <a:pt x="1224" y="174"/>
                    </a:lnTo>
                    <a:lnTo>
                      <a:pt x="1218" y="168"/>
                    </a:lnTo>
                    <a:lnTo>
                      <a:pt x="1212" y="156"/>
                    </a:lnTo>
                    <a:lnTo>
                      <a:pt x="1212" y="144"/>
                    </a:lnTo>
                    <a:lnTo>
                      <a:pt x="1200" y="108"/>
                    </a:lnTo>
                    <a:lnTo>
                      <a:pt x="1194" y="96"/>
                    </a:lnTo>
                    <a:lnTo>
                      <a:pt x="1194" y="84"/>
                    </a:lnTo>
                    <a:lnTo>
                      <a:pt x="1188" y="78"/>
                    </a:lnTo>
                    <a:lnTo>
                      <a:pt x="1164" y="78"/>
                    </a:lnTo>
                    <a:lnTo>
                      <a:pt x="1164" y="72"/>
                    </a:lnTo>
                    <a:lnTo>
                      <a:pt x="1158" y="60"/>
                    </a:lnTo>
                    <a:lnTo>
                      <a:pt x="1152" y="54"/>
                    </a:lnTo>
                    <a:lnTo>
                      <a:pt x="1140" y="48"/>
                    </a:lnTo>
                    <a:lnTo>
                      <a:pt x="1128" y="48"/>
                    </a:lnTo>
                    <a:lnTo>
                      <a:pt x="1116" y="54"/>
                    </a:lnTo>
                    <a:lnTo>
                      <a:pt x="1110" y="60"/>
                    </a:lnTo>
                    <a:lnTo>
                      <a:pt x="1074" y="54"/>
                    </a:lnTo>
                    <a:lnTo>
                      <a:pt x="1062" y="66"/>
                    </a:lnTo>
                    <a:lnTo>
                      <a:pt x="1026" y="90"/>
                    </a:lnTo>
                    <a:lnTo>
                      <a:pt x="1014" y="96"/>
                    </a:lnTo>
                    <a:lnTo>
                      <a:pt x="930" y="96"/>
                    </a:lnTo>
                    <a:lnTo>
                      <a:pt x="876" y="108"/>
                    </a:lnTo>
                    <a:lnTo>
                      <a:pt x="810" y="84"/>
                    </a:lnTo>
                    <a:lnTo>
                      <a:pt x="786" y="96"/>
                    </a:lnTo>
                    <a:lnTo>
                      <a:pt x="786" y="90"/>
                    </a:lnTo>
                    <a:lnTo>
                      <a:pt x="780" y="84"/>
                    </a:lnTo>
                    <a:lnTo>
                      <a:pt x="774" y="72"/>
                    </a:lnTo>
                    <a:lnTo>
                      <a:pt x="768" y="66"/>
                    </a:lnTo>
                    <a:lnTo>
                      <a:pt x="756" y="66"/>
                    </a:lnTo>
                    <a:lnTo>
                      <a:pt x="744" y="72"/>
                    </a:lnTo>
                    <a:lnTo>
                      <a:pt x="738" y="78"/>
                    </a:lnTo>
                    <a:lnTo>
                      <a:pt x="708" y="60"/>
                    </a:lnTo>
                    <a:lnTo>
                      <a:pt x="708" y="36"/>
                    </a:lnTo>
                    <a:lnTo>
                      <a:pt x="660" y="48"/>
                    </a:lnTo>
                    <a:lnTo>
                      <a:pt x="636" y="30"/>
                    </a:lnTo>
                    <a:lnTo>
                      <a:pt x="630" y="12"/>
                    </a:lnTo>
                    <a:lnTo>
                      <a:pt x="624" y="12"/>
                    </a:lnTo>
                    <a:lnTo>
                      <a:pt x="618" y="18"/>
                    </a:lnTo>
                    <a:lnTo>
                      <a:pt x="600" y="18"/>
                    </a:lnTo>
                    <a:lnTo>
                      <a:pt x="588" y="24"/>
                    </a:lnTo>
                    <a:lnTo>
                      <a:pt x="558" y="24"/>
                    </a:lnTo>
                    <a:lnTo>
                      <a:pt x="534" y="18"/>
                    </a:lnTo>
                    <a:lnTo>
                      <a:pt x="504" y="18"/>
                    </a:lnTo>
                    <a:lnTo>
                      <a:pt x="492" y="24"/>
                    </a:lnTo>
                    <a:lnTo>
                      <a:pt x="456" y="36"/>
                    </a:lnTo>
                    <a:lnTo>
                      <a:pt x="444" y="42"/>
                    </a:lnTo>
                    <a:lnTo>
                      <a:pt x="438" y="48"/>
                    </a:lnTo>
                    <a:lnTo>
                      <a:pt x="426" y="54"/>
                    </a:lnTo>
                    <a:lnTo>
                      <a:pt x="414" y="66"/>
                    </a:lnTo>
                    <a:lnTo>
                      <a:pt x="408" y="66"/>
                    </a:lnTo>
                    <a:lnTo>
                      <a:pt x="396" y="90"/>
                    </a:lnTo>
                    <a:lnTo>
                      <a:pt x="378" y="90"/>
                    </a:lnTo>
                    <a:lnTo>
                      <a:pt x="354" y="84"/>
                    </a:lnTo>
                    <a:lnTo>
                      <a:pt x="294" y="84"/>
                    </a:lnTo>
                    <a:lnTo>
                      <a:pt x="282" y="78"/>
                    </a:lnTo>
                    <a:lnTo>
                      <a:pt x="264" y="78"/>
                    </a:lnTo>
                    <a:lnTo>
                      <a:pt x="252" y="72"/>
                    </a:lnTo>
                    <a:lnTo>
                      <a:pt x="240" y="72"/>
                    </a:lnTo>
                    <a:lnTo>
                      <a:pt x="234" y="66"/>
                    </a:lnTo>
                    <a:lnTo>
                      <a:pt x="198" y="66"/>
                    </a:lnTo>
                    <a:lnTo>
                      <a:pt x="186" y="54"/>
                    </a:lnTo>
                    <a:lnTo>
                      <a:pt x="180" y="36"/>
                    </a:lnTo>
                    <a:lnTo>
                      <a:pt x="180" y="24"/>
                    </a:lnTo>
                    <a:lnTo>
                      <a:pt x="168" y="24"/>
                    </a:lnTo>
                    <a:lnTo>
                      <a:pt x="156" y="18"/>
                    </a:lnTo>
                    <a:lnTo>
                      <a:pt x="144" y="18"/>
                    </a:lnTo>
                    <a:lnTo>
                      <a:pt x="132" y="0"/>
                    </a:lnTo>
                    <a:lnTo>
                      <a:pt x="120" y="18"/>
                    </a:lnTo>
                    <a:lnTo>
                      <a:pt x="90" y="12"/>
                    </a:lnTo>
                    <a:lnTo>
                      <a:pt x="72" y="36"/>
                    </a:lnTo>
                    <a:lnTo>
                      <a:pt x="78" y="42"/>
                    </a:lnTo>
                    <a:lnTo>
                      <a:pt x="90" y="42"/>
                    </a:lnTo>
                    <a:lnTo>
                      <a:pt x="90" y="48"/>
                    </a:lnTo>
                    <a:lnTo>
                      <a:pt x="96" y="54"/>
                    </a:lnTo>
                    <a:lnTo>
                      <a:pt x="96" y="66"/>
                    </a:lnTo>
                    <a:lnTo>
                      <a:pt x="78" y="66"/>
                    </a:lnTo>
                    <a:lnTo>
                      <a:pt x="72" y="72"/>
                    </a:lnTo>
                    <a:lnTo>
                      <a:pt x="72" y="78"/>
                    </a:lnTo>
                    <a:lnTo>
                      <a:pt x="78" y="84"/>
                    </a:lnTo>
                    <a:lnTo>
                      <a:pt x="78" y="96"/>
                    </a:lnTo>
                    <a:lnTo>
                      <a:pt x="72" y="108"/>
                    </a:lnTo>
                    <a:lnTo>
                      <a:pt x="72" y="114"/>
                    </a:lnTo>
                    <a:lnTo>
                      <a:pt x="66" y="120"/>
                    </a:lnTo>
                    <a:lnTo>
                      <a:pt x="66" y="132"/>
                    </a:lnTo>
                    <a:lnTo>
                      <a:pt x="72" y="132"/>
                    </a:lnTo>
                    <a:lnTo>
                      <a:pt x="90" y="126"/>
                    </a:lnTo>
                    <a:lnTo>
                      <a:pt x="102" y="126"/>
                    </a:lnTo>
                    <a:lnTo>
                      <a:pt x="108" y="120"/>
                    </a:lnTo>
                    <a:lnTo>
                      <a:pt x="114" y="120"/>
                    </a:lnTo>
                    <a:lnTo>
                      <a:pt x="114" y="132"/>
                    </a:lnTo>
                    <a:lnTo>
                      <a:pt x="120" y="132"/>
                    </a:lnTo>
                    <a:lnTo>
                      <a:pt x="126" y="126"/>
                    </a:lnTo>
                    <a:lnTo>
                      <a:pt x="138" y="120"/>
                    </a:lnTo>
                    <a:lnTo>
                      <a:pt x="162" y="96"/>
                    </a:lnTo>
                    <a:lnTo>
                      <a:pt x="168" y="96"/>
                    </a:lnTo>
                    <a:lnTo>
                      <a:pt x="174" y="90"/>
                    </a:lnTo>
                    <a:lnTo>
                      <a:pt x="186" y="90"/>
                    </a:lnTo>
                    <a:lnTo>
                      <a:pt x="204" y="84"/>
                    </a:lnTo>
                    <a:lnTo>
                      <a:pt x="216" y="84"/>
                    </a:lnTo>
                    <a:lnTo>
                      <a:pt x="252" y="102"/>
                    </a:lnTo>
                    <a:lnTo>
                      <a:pt x="270" y="108"/>
                    </a:lnTo>
                    <a:lnTo>
                      <a:pt x="282" y="108"/>
                    </a:lnTo>
                    <a:lnTo>
                      <a:pt x="288" y="114"/>
                    </a:lnTo>
                    <a:lnTo>
                      <a:pt x="294" y="114"/>
                    </a:lnTo>
                    <a:lnTo>
                      <a:pt x="270" y="114"/>
                    </a:lnTo>
                    <a:lnTo>
                      <a:pt x="258" y="120"/>
                    </a:lnTo>
                    <a:lnTo>
                      <a:pt x="246" y="120"/>
                    </a:lnTo>
                    <a:lnTo>
                      <a:pt x="246" y="132"/>
                    </a:lnTo>
                    <a:lnTo>
                      <a:pt x="240" y="138"/>
                    </a:lnTo>
                    <a:lnTo>
                      <a:pt x="186" y="144"/>
                    </a:lnTo>
                    <a:lnTo>
                      <a:pt x="138" y="138"/>
                    </a:lnTo>
                    <a:lnTo>
                      <a:pt x="120" y="138"/>
                    </a:lnTo>
                    <a:lnTo>
                      <a:pt x="96" y="150"/>
                    </a:lnTo>
                    <a:lnTo>
                      <a:pt x="84" y="162"/>
                    </a:lnTo>
                    <a:lnTo>
                      <a:pt x="84" y="174"/>
                    </a:lnTo>
                    <a:lnTo>
                      <a:pt x="78" y="192"/>
                    </a:lnTo>
                    <a:lnTo>
                      <a:pt x="78" y="204"/>
                    </a:lnTo>
                    <a:lnTo>
                      <a:pt x="72" y="210"/>
                    </a:lnTo>
                    <a:lnTo>
                      <a:pt x="72" y="216"/>
                    </a:lnTo>
                    <a:lnTo>
                      <a:pt x="114" y="216"/>
                    </a:lnTo>
                    <a:lnTo>
                      <a:pt x="114" y="240"/>
                    </a:lnTo>
                    <a:lnTo>
                      <a:pt x="120" y="246"/>
                    </a:lnTo>
                    <a:lnTo>
                      <a:pt x="126" y="258"/>
                    </a:lnTo>
                    <a:lnTo>
                      <a:pt x="132" y="264"/>
                    </a:lnTo>
                    <a:lnTo>
                      <a:pt x="126" y="282"/>
                    </a:lnTo>
                    <a:lnTo>
                      <a:pt x="138" y="300"/>
                    </a:lnTo>
                    <a:lnTo>
                      <a:pt x="126" y="318"/>
                    </a:lnTo>
                    <a:lnTo>
                      <a:pt x="162" y="354"/>
                    </a:lnTo>
                    <a:lnTo>
                      <a:pt x="156" y="390"/>
                    </a:lnTo>
                    <a:lnTo>
                      <a:pt x="210" y="414"/>
                    </a:lnTo>
                    <a:lnTo>
                      <a:pt x="216" y="444"/>
                    </a:lnTo>
                    <a:lnTo>
                      <a:pt x="216" y="438"/>
                    </a:lnTo>
                    <a:lnTo>
                      <a:pt x="222" y="438"/>
                    </a:lnTo>
                    <a:lnTo>
                      <a:pt x="222" y="432"/>
                    </a:lnTo>
                    <a:lnTo>
                      <a:pt x="228" y="432"/>
                    </a:lnTo>
                    <a:lnTo>
                      <a:pt x="252" y="444"/>
                    </a:lnTo>
                    <a:lnTo>
                      <a:pt x="258" y="444"/>
                    </a:lnTo>
                    <a:lnTo>
                      <a:pt x="264" y="450"/>
                    </a:lnTo>
                    <a:lnTo>
                      <a:pt x="270" y="462"/>
                    </a:lnTo>
                    <a:lnTo>
                      <a:pt x="282" y="468"/>
                    </a:lnTo>
                    <a:lnTo>
                      <a:pt x="294" y="468"/>
                    </a:lnTo>
                    <a:lnTo>
                      <a:pt x="312" y="474"/>
                    </a:lnTo>
                    <a:lnTo>
                      <a:pt x="372" y="474"/>
                    </a:lnTo>
                    <a:lnTo>
                      <a:pt x="372" y="450"/>
                    </a:lnTo>
                    <a:lnTo>
                      <a:pt x="378" y="438"/>
                    </a:lnTo>
                    <a:lnTo>
                      <a:pt x="390" y="426"/>
                    </a:lnTo>
                    <a:lnTo>
                      <a:pt x="408" y="426"/>
                    </a:lnTo>
                    <a:lnTo>
                      <a:pt x="432" y="432"/>
                    </a:lnTo>
                    <a:lnTo>
                      <a:pt x="468" y="444"/>
                    </a:lnTo>
                    <a:lnTo>
                      <a:pt x="474" y="450"/>
                    </a:lnTo>
                    <a:lnTo>
                      <a:pt x="480" y="450"/>
                    </a:lnTo>
                    <a:lnTo>
                      <a:pt x="480" y="456"/>
                    </a:lnTo>
                    <a:lnTo>
                      <a:pt x="486" y="468"/>
                    </a:lnTo>
                    <a:lnTo>
                      <a:pt x="486" y="474"/>
                    </a:lnTo>
                    <a:lnTo>
                      <a:pt x="492" y="480"/>
                    </a:lnTo>
                    <a:lnTo>
                      <a:pt x="504" y="486"/>
                    </a:lnTo>
                    <a:lnTo>
                      <a:pt x="564" y="486"/>
                    </a:lnTo>
                    <a:lnTo>
                      <a:pt x="576" y="480"/>
                    </a:lnTo>
                    <a:lnTo>
                      <a:pt x="594" y="474"/>
                    </a:lnTo>
                    <a:lnTo>
                      <a:pt x="606" y="462"/>
                    </a:lnTo>
                    <a:lnTo>
                      <a:pt x="618" y="456"/>
                    </a:lnTo>
                    <a:lnTo>
                      <a:pt x="630" y="444"/>
                    </a:lnTo>
                    <a:lnTo>
                      <a:pt x="648" y="438"/>
                    </a:lnTo>
                    <a:lnTo>
                      <a:pt x="660" y="432"/>
                    </a:lnTo>
                    <a:lnTo>
                      <a:pt x="672" y="432"/>
                    </a:lnTo>
                    <a:lnTo>
                      <a:pt x="684" y="438"/>
                    </a:lnTo>
                    <a:lnTo>
                      <a:pt x="690" y="444"/>
                    </a:lnTo>
                    <a:lnTo>
                      <a:pt x="696" y="444"/>
                    </a:lnTo>
                    <a:lnTo>
                      <a:pt x="702" y="450"/>
                    </a:lnTo>
                    <a:lnTo>
                      <a:pt x="714" y="450"/>
                    </a:lnTo>
                    <a:lnTo>
                      <a:pt x="726" y="444"/>
                    </a:lnTo>
                    <a:lnTo>
                      <a:pt x="732" y="432"/>
                    </a:lnTo>
                    <a:lnTo>
                      <a:pt x="744" y="420"/>
                    </a:lnTo>
                    <a:lnTo>
                      <a:pt x="756" y="432"/>
                    </a:lnTo>
                    <a:lnTo>
                      <a:pt x="756" y="444"/>
                    </a:lnTo>
                    <a:lnTo>
                      <a:pt x="750" y="450"/>
                    </a:lnTo>
                    <a:lnTo>
                      <a:pt x="744" y="462"/>
                    </a:lnTo>
                    <a:lnTo>
                      <a:pt x="744" y="468"/>
                    </a:lnTo>
                    <a:lnTo>
                      <a:pt x="738" y="474"/>
                    </a:lnTo>
                    <a:lnTo>
                      <a:pt x="738" y="486"/>
                    </a:lnTo>
                    <a:lnTo>
                      <a:pt x="744" y="492"/>
                    </a:lnTo>
                    <a:lnTo>
                      <a:pt x="744" y="498"/>
                    </a:lnTo>
                    <a:lnTo>
                      <a:pt x="756" y="510"/>
                    </a:lnTo>
                    <a:lnTo>
                      <a:pt x="768" y="510"/>
                    </a:lnTo>
                    <a:lnTo>
                      <a:pt x="768" y="504"/>
                    </a:lnTo>
                    <a:lnTo>
                      <a:pt x="774" y="498"/>
                    </a:lnTo>
                    <a:lnTo>
                      <a:pt x="774" y="480"/>
                    </a:lnTo>
                    <a:lnTo>
                      <a:pt x="780" y="486"/>
                    </a:lnTo>
                    <a:lnTo>
                      <a:pt x="792" y="486"/>
                    </a:lnTo>
                    <a:lnTo>
                      <a:pt x="792" y="462"/>
                    </a:lnTo>
                    <a:lnTo>
                      <a:pt x="786" y="462"/>
                    </a:lnTo>
                    <a:lnTo>
                      <a:pt x="786" y="432"/>
                    </a:lnTo>
                    <a:lnTo>
                      <a:pt x="810" y="432"/>
                    </a:lnTo>
                    <a:lnTo>
                      <a:pt x="804" y="438"/>
                    </a:lnTo>
                    <a:lnTo>
                      <a:pt x="804" y="444"/>
                    </a:lnTo>
                    <a:lnTo>
                      <a:pt x="840" y="444"/>
                    </a:lnTo>
                    <a:lnTo>
                      <a:pt x="858" y="438"/>
                    </a:lnTo>
                    <a:lnTo>
                      <a:pt x="864" y="432"/>
                    </a:lnTo>
                    <a:lnTo>
                      <a:pt x="870" y="432"/>
                    </a:lnTo>
                    <a:lnTo>
                      <a:pt x="888" y="414"/>
                    </a:lnTo>
                    <a:lnTo>
                      <a:pt x="894" y="414"/>
                    </a:lnTo>
                    <a:lnTo>
                      <a:pt x="900" y="420"/>
                    </a:lnTo>
                    <a:lnTo>
                      <a:pt x="912" y="426"/>
                    </a:lnTo>
                    <a:lnTo>
                      <a:pt x="924" y="438"/>
                    </a:lnTo>
                    <a:lnTo>
                      <a:pt x="942" y="438"/>
                    </a:lnTo>
                    <a:lnTo>
                      <a:pt x="954" y="444"/>
                    </a:lnTo>
                    <a:lnTo>
                      <a:pt x="966" y="444"/>
                    </a:lnTo>
                    <a:lnTo>
                      <a:pt x="978" y="438"/>
                    </a:lnTo>
                    <a:lnTo>
                      <a:pt x="996" y="438"/>
                    </a:lnTo>
                    <a:lnTo>
                      <a:pt x="1002" y="432"/>
                    </a:lnTo>
                    <a:lnTo>
                      <a:pt x="1014" y="426"/>
                    </a:lnTo>
                    <a:lnTo>
                      <a:pt x="1026" y="414"/>
                    </a:lnTo>
                    <a:lnTo>
                      <a:pt x="1038" y="408"/>
                    </a:lnTo>
                    <a:lnTo>
                      <a:pt x="1086" y="408"/>
                    </a:lnTo>
                    <a:lnTo>
                      <a:pt x="1092" y="414"/>
                    </a:lnTo>
                    <a:lnTo>
                      <a:pt x="1110" y="414"/>
                    </a:lnTo>
                    <a:lnTo>
                      <a:pt x="1122" y="402"/>
                    </a:lnTo>
                    <a:lnTo>
                      <a:pt x="1146" y="402"/>
                    </a:lnTo>
                    <a:lnTo>
                      <a:pt x="1152" y="390"/>
                    </a:lnTo>
                    <a:lnTo>
                      <a:pt x="1152" y="384"/>
                    </a:lnTo>
                    <a:lnTo>
                      <a:pt x="1158" y="384"/>
                    </a:lnTo>
                    <a:lnTo>
                      <a:pt x="1158" y="408"/>
                    </a:lnTo>
                    <a:lnTo>
                      <a:pt x="1164" y="414"/>
                    </a:lnTo>
                    <a:lnTo>
                      <a:pt x="1170" y="414"/>
                    </a:lnTo>
                    <a:lnTo>
                      <a:pt x="1182" y="408"/>
                    </a:lnTo>
                    <a:lnTo>
                      <a:pt x="1188" y="402"/>
                    </a:lnTo>
                    <a:lnTo>
                      <a:pt x="1188" y="390"/>
                    </a:lnTo>
                    <a:lnTo>
                      <a:pt x="1230" y="390"/>
                    </a:lnTo>
                    <a:lnTo>
                      <a:pt x="1242" y="402"/>
                    </a:lnTo>
                    <a:lnTo>
                      <a:pt x="1254" y="402"/>
                    </a:lnTo>
                    <a:lnTo>
                      <a:pt x="1260" y="396"/>
                    </a:lnTo>
                    <a:lnTo>
                      <a:pt x="1260" y="390"/>
                    </a:lnTo>
                    <a:lnTo>
                      <a:pt x="1284" y="390"/>
                    </a:lnTo>
                    <a:lnTo>
                      <a:pt x="1290" y="396"/>
                    </a:lnTo>
                    <a:lnTo>
                      <a:pt x="1290" y="414"/>
                    </a:lnTo>
                    <a:lnTo>
                      <a:pt x="1332" y="402"/>
                    </a:lnTo>
                    <a:close/>
                    <a:moveTo>
                      <a:pt x="102" y="282"/>
                    </a:moveTo>
                    <a:lnTo>
                      <a:pt x="96" y="282"/>
                    </a:lnTo>
                    <a:lnTo>
                      <a:pt x="96" y="312"/>
                    </a:lnTo>
                    <a:lnTo>
                      <a:pt x="102" y="324"/>
                    </a:lnTo>
                    <a:lnTo>
                      <a:pt x="108" y="330"/>
                    </a:lnTo>
                    <a:lnTo>
                      <a:pt x="114" y="324"/>
                    </a:lnTo>
                    <a:lnTo>
                      <a:pt x="114" y="318"/>
                    </a:lnTo>
                    <a:lnTo>
                      <a:pt x="120" y="312"/>
                    </a:lnTo>
                    <a:lnTo>
                      <a:pt x="120" y="300"/>
                    </a:lnTo>
                    <a:lnTo>
                      <a:pt x="102" y="28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1" name="Tunisia" descr="© INSCALE GmbH, 05.05.2010&#10;http://www.presentationload.com/">
                <a:extLst>
                  <a:ext uri="{FF2B5EF4-FFF2-40B4-BE49-F238E27FC236}">
                    <a16:creationId xmlns:a16="http://schemas.microsoft.com/office/drawing/2014/main" id="{3E69E3C0-0368-D1D9-BDBC-6C6D80D4BFAB}"/>
                  </a:ext>
                </a:extLst>
              </p:cNvPr>
              <p:cNvSpPr>
                <a:spLocks/>
              </p:cNvSpPr>
              <p:nvPr/>
            </p:nvSpPr>
            <p:spPr bwMode="gray">
              <a:xfrm>
                <a:off x="4441441" y="2078530"/>
                <a:ext cx="103766" cy="216428"/>
              </a:xfrm>
              <a:custGeom>
                <a:avLst/>
                <a:gdLst>
                  <a:gd name="T0" fmla="*/ 2147483647 w 276"/>
                  <a:gd name="T1" fmla="*/ 2147483647 h 570"/>
                  <a:gd name="T2" fmla="*/ 2147483647 w 276"/>
                  <a:gd name="T3" fmla="*/ 2147483647 h 570"/>
                  <a:gd name="T4" fmla="*/ 2147483647 w 276"/>
                  <a:gd name="T5" fmla="*/ 2147483647 h 570"/>
                  <a:gd name="T6" fmla="*/ 2147483647 w 276"/>
                  <a:gd name="T7" fmla="*/ 2147483647 h 570"/>
                  <a:gd name="T8" fmla="*/ 2147483647 w 276"/>
                  <a:gd name="T9" fmla="*/ 2147483647 h 570"/>
                  <a:gd name="T10" fmla="*/ 2147483647 w 276"/>
                  <a:gd name="T11" fmla="*/ 2147483647 h 570"/>
                  <a:gd name="T12" fmla="*/ 0 w 276"/>
                  <a:gd name="T13" fmla="*/ 2147483647 h 570"/>
                  <a:gd name="T14" fmla="*/ 2147483647 w 276"/>
                  <a:gd name="T15" fmla="*/ 2147483647 h 570"/>
                  <a:gd name="T16" fmla="*/ 2147483647 w 276"/>
                  <a:gd name="T17" fmla="*/ 2147483647 h 570"/>
                  <a:gd name="T18" fmla="*/ 2147483647 w 276"/>
                  <a:gd name="T19" fmla="*/ 2147483647 h 570"/>
                  <a:gd name="T20" fmla="*/ 2147483647 w 276"/>
                  <a:gd name="T21" fmla="*/ 2147483647 h 570"/>
                  <a:gd name="T22" fmla="*/ 2147483647 w 276"/>
                  <a:gd name="T23" fmla="*/ 2147483647 h 570"/>
                  <a:gd name="T24" fmla="*/ 2147483647 w 276"/>
                  <a:gd name="T25" fmla="*/ 2147483647 h 570"/>
                  <a:gd name="T26" fmla="*/ 2147483647 w 276"/>
                  <a:gd name="T27" fmla="*/ 2147483647 h 570"/>
                  <a:gd name="T28" fmla="*/ 2147483647 w 276"/>
                  <a:gd name="T29" fmla="*/ 2147483647 h 570"/>
                  <a:gd name="T30" fmla="*/ 2147483647 w 276"/>
                  <a:gd name="T31" fmla="*/ 2147483647 h 570"/>
                  <a:gd name="T32" fmla="*/ 2147483647 w 276"/>
                  <a:gd name="T33" fmla="*/ 2147483647 h 570"/>
                  <a:gd name="T34" fmla="*/ 2147483647 w 276"/>
                  <a:gd name="T35" fmla="*/ 2147483647 h 570"/>
                  <a:gd name="T36" fmla="*/ 2147483647 w 276"/>
                  <a:gd name="T37" fmla="*/ 2147483647 h 570"/>
                  <a:gd name="T38" fmla="*/ 2147483647 w 276"/>
                  <a:gd name="T39" fmla="*/ 2147483647 h 570"/>
                  <a:gd name="T40" fmla="*/ 2147483647 w 276"/>
                  <a:gd name="T41" fmla="*/ 2147483647 h 570"/>
                  <a:gd name="T42" fmla="*/ 2147483647 w 276"/>
                  <a:gd name="T43" fmla="*/ 2147483647 h 570"/>
                  <a:gd name="T44" fmla="*/ 2147483647 w 276"/>
                  <a:gd name="T45" fmla="*/ 2147483647 h 570"/>
                  <a:gd name="T46" fmla="*/ 2147483647 w 276"/>
                  <a:gd name="T47" fmla="*/ 2147483647 h 570"/>
                  <a:gd name="T48" fmla="*/ 2147483647 w 276"/>
                  <a:gd name="T49" fmla="*/ 2147483647 h 570"/>
                  <a:gd name="T50" fmla="*/ 2147483647 w 276"/>
                  <a:gd name="T51" fmla="*/ 2147483647 h 570"/>
                  <a:gd name="T52" fmla="*/ 2147483647 w 276"/>
                  <a:gd name="T53" fmla="*/ 2147483647 h 570"/>
                  <a:gd name="T54" fmla="*/ 2147483647 w 276"/>
                  <a:gd name="T55" fmla="*/ 2147483647 h 570"/>
                  <a:gd name="T56" fmla="*/ 2147483647 w 276"/>
                  <a:gd name="T57" fmla="*/ 2147483647 h 570"/>
                  <a:gd name="T58" fmla="*/ 2147483647 w 276"/>
                  <a:gd name="T59" fmla="*/ 2147483647 h 570"/>
                  <a:gd name="T60" fmla="*/ 2147483647 w 276"/>
                  <a:gd name="T61" fmla="*/ 2147483647 h 570"/>
                  <a:gd name="T62" fmla="*/ 2147483647 w 276"/>
                  <a:gd name="T63" fmla="*/ 2147483647 h 570"/>
                  <a:gd name="T64" fmla="*/ 2147483647 w 276"/>
                  <a:gd name="T65" fmla="*/ 2147483647 h 570"/>
                  <a:gd name="T66" fmla="*/ 2147483647 w 276"/>
                  <a:gd name="T67" fmla="*/ 2147483647 h 570"/>
                  <a:gd name="T68" fmla="*/ 2147483647 w 276"/>
                  <a:gd name="T69" fmla="*/ 2147483647 h 570"/>
                  <a:gd name="T70" fmla="*/ 2147483647 w 276"/>
                  <a:gd name="T71" fmla="*/ 2147483647 h 570"/>
                  <a:gd name="T72" fmla="*/ 2147483647 w 276"/>
                  <a:gd name="T73" fmla="*/ 2147483647 h 570"/>
                  <a:gd name="T74" fmla="*/ 2147483647 w 276"/>
                  <a:gd name="T75" fmla="*/ 2147483647 h 570"/>
                  <a:gd name="T76" fmla="*/ 2147483647 w 276"/>
                  <a:gd name="T77" fmla="*/ 2147483647 h 570"/>
                  <a:gd name="T78" fmla="*/ 2147483647 w 276"/>
                  <a:gd name="T79" fmla="*/ 2147483647 h 570"/>
                  <a:gd name="T80" fmla="*/ 2147483647 w 276"/>
                  <a:gd name="T81" fmla="*/ 2147483647 h 570"/>
                  <a:gd name="T82" fmla="*/ 2147483647 w 276"/>
                  <a:gd name="T83" fmla="*/ 2147483647 h 570"/>
                  <a:gd name="T84" fmla="*/ 2147483647 w 276"/>
                  <a:gd name="T85" fmla="*/ 2147483647 h 570"/>
                  <a:gd name="T86" fmla="*/ 2147483647 w 276"/>
                  <a:gd name="T87" fmla="*/ 2147483647 h 570"/>
                  <a:gd name="T88" fmla="*/ 2147483647 w 276"/>
                  <a:gd name="T89" fmla="*/ 0 h 570"/>
                  <a:gd name="T90" fmla="*/ 2147483647 w 276"/>
                  <a:gd name="T91" fmla="*/ 2147483647 h 570"/>
                  <a:gd name="T92" fmla="*/ 2147483647 w 276"/>
                  <a:gd name="T93" fmla="*/ 2147483647 h 570"/>
                  <a:gd name="T94" fmla="*/ 2147483647 w 276"/>
                  <a:gd name="T95" fmla="*/ 2147483647 h 57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76"/>
                  <a:gd name="T145" fmla="*/ 0 h 570"/>
                  <a:gd name="T146" fmla="*/ 276 w 276"/>
                  <a:gd name="T147" fmla="*/ 570 h 57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76" h="570">
                    <a:moveTo>
                      <a:pt x="42" y="60"/>
                    </a:moveTo>
                    <a:lnTo>
                      <a:pt x="60" y="66"/>
                    </a:lnTo>
                    <a:lnTo>
                      <a:pt x="60" y="78"/>
                    </a:lnTo>
                    <a:lnTo>
                      <a:pt x="54" y="90"/>
                    </a:lnTo>
                    <a:lnTo>
                      <a:pt x="54" y="126"/>
                    </a:lnTo>
                    <a:lnTo>
                      <a:pt x="60" y="138"/>
                    </a:lnTo>
                    <a:lnTo>
                      <a:pt x="60" y="180"/>
                    </a:lnTo>
                    <a:lnTo>
                      <a:pt x="54" y="192"/>
                    </a:lnTo>
                    <a:lnTo>
                      <a:pt x="54" y="204"/>
                    </a:lnTo>
                    <a:lnTo>
                      <a:pt x="48" y="210"/>
                    </a:lnTo>
                    <a:lnTo>
                      <a:pt x="48" y="216"/>
                    </a:lnTo>
                    <a:lnTo>
                      <a:pt x="24" y="234"/>
                    </a:lnTo>
                    <a:lnTo>
                      <a:pt x="0" y="258"/>
                    </a:lnTo>
                    <a:lnTo>
                      <a:pt x="0" y="300"/>
                    </a:lnTo>
                    <a:lnTo>
                      <a:pt x="12" y="300"/>
                    </a:lnTo>
                    <a:lnTo>
                      <a:pt x="12" y="330"/>
                    </a:lnTo>
                    <a:lnTo>
                      <a:pt x="24" y="330"/>
                    </a:lnTo>
                    <a:lnTo>
                      <a:pt x="42" y="336"/>
                    </a:lnTo>
                    <a:lnTo>
                      <a:pt x="54" y="348"/>
                    </a:lnTo>
                    <a:lnTo>
                      <a:pt x="54" y="390"/>
                    </a:lnTo>
                    <a:lnTo>
                      <a:pt x="60" y="390"/>
                    </a:lnTo>
                    <a:lnTo>
                      <a:pt x="66" y="396"/>
                    </a:lnTo>
                    <a:lnTo>
                      <a:pt x="90" y="408"/>
                    </a:lnTo>
                    <a:lnTo>
                      <a:pt x="96" y="420"/>
                    </a:lnTo>
                    <a:lnTo>
                      <a:pt x="102" y="426"/>
                    </a:lnTo>
                    <a:lnTo>
                      <a:pt x="108" y="450"/>
                    </a:lnTo>
                    <a:lnTo>
                      <a:pt x="114" y="492"/>
                    </a:lnTo>
                    <a:lnTo>
                      <a:pt x="126" y="540"/>
                    </a:lnTo>
                    <a:lnTo>
                      <a:pt x="138" y="570"/>
                    </a:lnTo>
                    <a:lnTo>
                      <a:pt x="144" y="564"/>
                    </a:lnTo>
                    <a:lnTo>
                      <a:pt x="156" y="564"/>
                    </a:lnTo>
                    <a:lnTo>
                      <a:pt x="186" y="534"/>
                    </a:lnTo>
                    <a:lnTo>
                      <a:pt x="186" y="510"/>
                    </a:lnTo>
                    <a:lnTo>
                      <a:pt x="174" y="486"/>
                    </a:lnTo>
                    <a:lnTo>
                      <a:pt x="174" y="468"/>
                    </a:lnTo>
                    <a:lnTo>
                      <a:pt x="192" y="450"/>
                    </a:lnTo>
                    <a:lnTo>
                      <a:pt x="198" y="450"/>
                    </a:lnTo>
                    <a:lnTo>
                      <a:pt x="204" y="438"/>
                    </a:lnTo>
                    <a:lnTo>
                      <a:pt x="210" y="432"/>
                    </a:lnTo>
                    <a:lnTo>
                      <a:pt x="216" y="420"/>
                    </a:lnTo>
                    <a:lnTo>
                      <a:pt x="222" y="414"/>
                    </a:lnTo>
                    <a:lnTo>
                      <a:pt x="234" y="408"/>
                    </a:lnTo>
                    <a:lnTo>
                      <a:pt x="246" y="408"/>
                    </a:lnTo>
                    <a:lnTo>
                      <a:pt x="270" y="396"/>
                    </a:lnTo>
                    <a:lnTo>
                      <a:pt x="276" y="390"/>
                    </a:lnTo>
                    <a:lnTo>
                      <a:pt x="276" y="384"/>
                    </a:lnTo>
                    <a:lnTo>
                      <a:pt x="264" y="372"/>
                    </a:lnTo>
                    <a:lnTo>
                      <a:pt x="258" y="372"/>
                    </a:lnTo>
                    <a:lnTo>
                      <a:pt x="264" y="330"/>
                    </a:lnTo>
                    <a:lnTo>
                      <a:pt x="252" y="330"/>
                    </a:lnTo>
                    <a:lnTo>
                      <a:pt x="240" y="300"/>
                    </a:lnTo>
                    <a:lnTo>
                      <a:pt x="228" y="294"/>
                    </a:lnTo>
                    <a:lnTo>
                      <a:pt x="222" y="306"/>
                    </a:lnTo>
                    <a:lnTo>
                      <a:pt x="216" y="294"/>
                    </a:lnTo>
                    <a:lnTo>
                      <a:pt x="198" y="294"/>
                    </a:lnTo>
                    <a:lnTo>
                      <a:pt x="186" y="288"/>
                    </a:lnTo>
                    <a:lnTo>
                      <a:pt x="180" y="282"/>
                    </a:lnTo>
                    <a:lnTo>
                      <a:pt x="168" y="276"/>
                    </a:lnTo>
                    <a:lnTo>
                      <a:pt x="168" y="246"/>
                    </a:lnTo>
                    <a:lnTo>
                      <a:pt x="174" y="240"/>
                    </a:lnTo>
                    <a:lnTo>
                      <a:pt x="180" y="240"/>
                    </a:lnTo>
                    <a:lnTo>
                      <a:pt x="234" y="186"/>
                    </a:lnTo>
                    <a:lnTo>
                      <a:pt x="240" y="174"/>
                    </a:lnTo>
                    <a:lnTo>
                      <a:pt x="240" y="156"/>
                    </a:lnTo>
                    <a:lnTo>
                      <a:pt x="234" y="144"/>
                    </a:lnTo>
                    <a:lnTo>
                      <a:pt x="216" y="126"/>
                    </a:lnTo>
                    <a:lnTo>
                      <a:pt x="204" y="120"/>
                    </a:lnTo>
                    <a:lnTo>
                      <a:pt x="198" y="120"/>
                    </a:lnTo>
                    <a:lnTo>
                      <a:pt x="198" y="102"/>
                    </a:lnTo>
                    <a:lnTo>
                      <a:pt x="204" y="90"/>
                    </a:lnTo>
                    <a:lnTo>
                      <a:pt x="204" y="78"/>
                    </a:lnTo>
                    <a:lnTo>
                      <a:pt x="210" y="72"/>
                    </a:lnTo>
                    <a:lnTo>
                      <a:pt x="222" y="66"/>
                    </a:lnTo>
                    <a:lnTo>
                      <a:pt x="228" y="60"/>
                    </a:lnTo>
                    <a:lnTo>
                      <a:pt x="234" y="48"/>
                    </a:lnTo>
                    <a:lnTo>
                      <a:pt x="234" y="36"/>
                    </a:lnTo>
                    <a:lnTo>
                      <a:pt x="240" y="30"/>
                    </a:lnTo>
                    <a:lnTo>
                      <a:pt x="240" y="18"/>
                    </a:lnTo>
                    <a:lnTo>
                      <a:pt x="228" y="18"/>
                    </a:lnTo>
                    <a:lnTo>
                      <a:pt x="222" y="30"/>
                    </a:lnTo>
                    <a:lnTo>
                      <a:pt x="210" y="36"/>
                    </a:lnTo>
                    <a:lnTo>
                      <a:pt x="204" y="48"/>
                    </a:lnTo>
                    <a:lnTo>
                      <a:pt x="192" y="60"/>
                    </a:lnTo>
                    <a:lnTo>
                      <a:pt x="186" y="60"/>
                    </a:lnTo>
                    <a:lnTo>
                      <a:pt x="174" y="54"/>
                    </a:lnTo>
                    <a:lnTo>
                      <a:pt x="162" y="42"/>
                    </a:lnTo>
                    <a:lnTo>
                      <a:pt x="174" y="30"/>
                    </a:lnTo>
                    <a:lnTo>
                      <a:pt x="174" y="24"/>
                    </a:lnTo>
                    <a:lnTo>
                      <a:pt x="180" y="12"/>
                    </a:lnTo>
                    <a:lnTo>
                      <a:pt x="168" y="0"/>
                    </a:lnTo>
                    <a:lnTo>
                      <a:pt x="138" y="0"/>
                    </a:lnTo>
                    <a:lnTo>
                      <a:pt x="126" y="6"/>
                    </a:lnTo>
                    <a:lnTo>
                      <a:pt x="108" y="12"/>
                    </a:lnTo>
                    <a:lnTo>
                      <a:pt x="96" y="18"/>
                    </a:lnTo>
                    <a:lnTo>
                      <a:pt x="84" y="30"/>
                    </a:lnTo>
                    <a:lnTo>
                      <a:pt x="84" y="42"/>
                    </a:lnTo>
                    <a:lnTo>
                      <a:pt x="42" y="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2" name="Togo" descr="© INSCALE GmbH, 05.05.2010&#10;http://www.presentationload.com/">
                <a:extLst>
                  <a:ext uri="{FF2B5EF4-FFF2-40B4-BE49-F238E27FC236}">
                    <a16:creationId xmlns:a16="http://schemas.microsoft.com/office/drawing/2014/main" id="{20230809-81BB-F612-AA95-FB92B27242BC}"/>
                  </a:ext>
                </a:extLst>
              </p:cNvPr>
              <p:cNvSpPr>
                <a:spLocks/>
              </p:cNvSpPr>
              <p:nvPr/>
            </p:nvSpPr>
            <p:spPr bwMode="gray">
              <a:xfrm>
                <a:off x="4230944" y="2880496"/>
                <a:ext cx="53365" cy="152686"/>
              </a:xfrm>
              <a:custGeom>
                <a:avLst/>
                <a:gdLst>
                  <a:gd name="T0" fmla="*/ 2147483647 w 138"/>
                  <a:gd name="T1" fmla="*/ 2147483647 h 402"/>
                  <a:gd name="T2" fmla="*/ 2147483647 w 138"/>
                  <a:gd name="T3" fmla="*/ 2147483647 h 402"/>
                  <a:gd name="T4" fmla="*/ 2147483647 w 138"/>
                  <a:gd name="T5" fmla="*/ 2147483647 h 402"/>
                  <a:gd name="T6" fmla="*/ 2147483647 w 138"/>
                  <a:gd name="T7" fmla="*/ 2147483647 h 402"/>
                  <a:gd name="T8" fmla="*/ 2147483647 w 138"/>
                  <a:gd name="T9" fmla="*/ 2147483647 h 402"/>
                  <a:gd name="T10" fmla="*/ 2147483647 w 138"/>
                  <a:gd name="T11" fmla="*/ 2147483647 h 402"/>
                  <a:gd name="T12" fmla="*/ 2147483647 w 138"/>
                  <a:gd name="T13" fmla="*/ 2147483647 h 402"/>
                  <a:gd name="T14" fmla="*/ 2147483647 w 138"/>
                  <a:gd name="T15" fmla="*/ 2147483647 h 402"/>
                  <a:gd name="T16" fmla="*/ 2147483647 w 138"/>
                  <a:gd name="T17" fmla="*/ 2147483647 h 402"/>
                  <a:gd name="T18" fmla="*/ 2147483647 w 138"/>
                  <a:gd name="T19" fmla="*/ 2147483647 h 402"/>
                  <a:gd name="T20" fmla="*/ 2147483647 w 138"/>
                  <a:gd name="T21" fmla="*/ 2147483647 h 402"/>
                  <a:gd name="T22" fmla="*/ 2147483647 w 138"/>
                  <a:gd name="T23" fmla="*/ 2147483647 h 402"/>
                  <a:gd name="T24" fmla="*/ 2147483647 w 138"/>
                  <a:gd name="T25" fmla="*/ 2147483647 h 402"/>
                  <a:gd name="T26" fmla="*/ 2147483647 w 138"/>
                  <a:gd name="T27" fmla="*/ 2147483647 h 402"/>
                  <a:gd name="T28" fmla="*/ 2147483647 w 138"/>
                  <a:gd name="T29" fmla="*/ 2147483647 h 402"/>
                  <a:gd name="T30" fmla="*/ 2147483647 w 138"/>
                  <a:gd name="T31" fmla="*/ 2147483647 h 402"/>
                  <a:gd name="T32" fmla="*/ 2147483647 w 138"/>
                  <a:gd name="T33" fmla="*/ 0 h 402"/>
                  <a:gd name="T34" fmla="*/ 2147483647 w 138"/>
                  <a:gd name="T35" fmla="*/ 0 h 402"/>
                  <a:gd name="T36" fmla="*/ 2147483647 w 138"/>
                  <a:gd name="T37" fmla="*/ 2147483647 h 402"/>
                  <a:gd name="T38" fmla="*/ 0 w 138"/>
                  <a:gd name="T39" fmla="*/ 2147483647 h 402"/>
                  <a:gd name="T40" fmla="*/ 2147483647 w 138"/>
                  <a:gd name="T41" fmla="*/ 2147483647 h 402"/>
                  <a:gd name="T42" fmla="*/ 2147483647 w 138"/>
                  <a:gd name="T43" fmla="*/ 2147483647 h 402"/>
                  <a:gd name="T44" fmla="*/ 2147483647 w 138"/>
                  <a:gd name="T45" fmla="*/ 2147483647 h 402"/>
                  <a:gd name="T46" fmla="*/ 2147483647 w 138"/>
                  <a:gd name="T47" fmla="*/ 2147483647 h 402"/>
                  <a:gd name="T48" fmla="*/ 2147483647 w 138"/>
                  <a:gd name="T49" fmla="*/ 2147483647 h 402"/>
                  <a:gd name="T50" fmla="*/ 2147483647 w 138"/>
                  <a:gd name="T51" fmla="*/ 2147483647 h 402"/>
                  <a:gd name="T52" fmla="*/ 2147483647 w 138"/>
                  <a:gd name="T53" fmla="*/ 2147483647 h 402"/>
                  <a:gd name="T54" fmla="*/ 2147483647 w 138"/>
                  <a:gd name="T55" fmla="*/ 2147483647 h 402"/>
                  <a:gd name="T56" fmla="*/ 2147483647 w 138"/>
                  <a:gd name="T57" fmla="*/ 2147483647 h 402"/>
                  <a:gd name="T58" fmla="*/ 2147483647 w 138"/>
                  <a:gd name="T59" fmla="*/ 2147483647 h 402"/>
                  <a:gd name="T60" fmla="*/ 2147483647 w 138"/>
                  <a:gd name="T61" fmla="*/ 2147483647 h 402"/>
                  <a:gd name="T62" fmla="*/ 2147483647 w 138"/>
                  <a:gd name="T63" fmla="*/ 2147483647 h 402"/>
                  <a:gd name="T64" fmla="*/ 2147483647 w 138"/>
                  <a:gd name="T65" fmla="*/ 2147483647 h 402"/>
                  <a:gd name="T66" fmla="*/ 2147483647 w 138"/>
                  <a:gd name="T67" fmla="*/ 2147483647 h 402"/>
                  <a:gd name="T68" fmla="*/ 2147483647 w 138"/>
                  <a:gd name="T69" fmla="*/ 2147483647 h 402"/>
                  <a:gd name="T70" fmla="*/ 2147483647 w 138"/>
                  <a:gd name="T71" fmla="*/ 2147483647 h 402"/>
                  <a:gd name="T72" fmla="*/ 2147483647 w 138"/>
                  <a:gd name="T73" fmla="*/ 2147483647 h 402"/>
                  <a:gd name="T74" fmla="*/ 2147483647 w 138"/>
                  <a:gd name="T75" fmla="*/ 2147483647 h 402"/>
                  <a:gd name="T76" fmla="*/ 2147483647 w 138"/>
                  <a:gd name="T77" fmla="*/ 2147483647 h 402"/>
                  <a:gd name="T78" fmla="*/ 2147483647 w 138"/>
                  <a:gd name="T79" fmla="*/ 2147483647 h 402"/>
                  <a:gd name="T80" fmla="*/ 2147483647 w 138"/>
                  <a:gd name="T81" fmla="*/ 2147483647 h 402"/>
                  <a:gd name="T82" fmla="*/ 2147483647 w 138"/>
                  <a:gd name="T83" fmla="*/ 2147483647 h 402"/>
                  <a:gd name="T84" fmla="*/ 2147483647 w 138"/>
                  <a:gd name="T85" fmla="*/ 2147483647 h 402"/>
                  <a:gd name="T86" fmla="*/ 2147483647 w 138"/>
                  <a:gd name="T87" fmla="*/ 2147483647 h 402"/>
                  <a:gd name="T88" fmla="*/ 2147483647 w 138"/>
                  <a:gd name="T89" fmla="*/ 2147483647 h 402"/>
                  <a:gd name="T90" fmla="*/ 2147483647 w 138"/>
                  <a:gd name="T91" fmla="*/ 2147483647 h 402"/>
                  <a:gd name="T92" fmla="*/ 2147483647 w 138"/>
                  <a:gd name="T93" fmla="*/ 2147483647 h 402"/>
                  <a:gd name="T94" fmla="*/ 2147483647 w 138"/>
                  <a:gd name="T95" fmla="*/ 2147483647 h 402"/>
                  <a:gd name="T96" fmla="*/ 2147483647 w 138"/>
                  <a:gd name="T97" fmla="*/ 2147483647 h 402"/>
                  <a:gd name="T98" fmla="*/ 2147483647 w 138"/>
                  <a:gd name="T99" fmla="*/ 2147483647 h 402"/>
                  <a:gd name="T100" fmla="*/ 2147483647 w 138"/>
                  <a:gd name="T101" fmla="*/ 2147483647 h 402"/>
                  <a:gd name="T102" fmla="*/ 2147483647 w 138"/>
                  <a:gd name="T103" fmla="*/ 2147483647 h 4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38"/>
                  <a:gd name="T157" fmla="*/ 0 h 402"/>
                  <a:gd name="T158" fmla="*/ 138 w 138"/>
                  <a:gd name="T159" fmla="*/ 402 h 4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38" h="402">
                    <a:moveTo>
                      <a:pt x="126" y="354"/>
                    </a:moveTo>
                    <a:lnTo>
                      <a:pt x="120" y="288"/>
                    </a:lnTo>
                    <a:lnTo>
                      <a:pt x="132" y="282"/>
                    </a:lnTo>
                    <a:lnTo>
                      <a:pt x="120" y="270"/>
                    </a:lnTo>
                    <a:lnTo>
                      <a:pt x="120" y="210"/>
                    </a:lnTo>
                    <a:lnTo>
                      <a:pt x="132" y="198"/>
                    </a:lnTo>
                    <a:lnTo>
                      <a:pt x="126" y="186"/>
                    </a:lnTo>
                    <a:lnTo>
                      <a:pt x="126" y="156"/>
                    </a:lnTo>
                    <a:lnTo>
                      <a:pt x="120" y="144"/>
                    </a:lnTo>
                    <a:lnTo>
                      <a:pt x="108" y="132"/>
                    </a:lnTo>
                    <a:lnTo>
                      <a:pt x="108" y="90"/>
                    </a:lnTo>
                    <a:lnTo>
                      <a:pt x="78" y="60"/>
                    </a:lnTo>
                    <a:lnTo>
                      <a:pt x="66" y="54"/>
                    </a:lnTo>
                    <a:lnTo>
                      <a:pt x="66" y="24"/>
                    </a:lnTo>
                    <a:lnTo>
                      <a:pt x="72" y="6"/>
                    </a:lnTo>
                    <a:lnTo>
                      <a:pt x="54" y="6"/>
                    </a:lnTo>
                    <a:lnTo>
                      <a:pt x="30" y="0"/>
                    </a:lnTo>
                    <a:lnTo>
                      <a:pt x="12" y="0"/>
                    </a:lnTo>
                    <a:lnTo>
                      <a:pt x="12" y="18"/>
                    </a:lnTo>
                    <a:lnTo>
                      <a:pt x="0" y="30"/>
                    </a:lnTo>
                    <a:lnTo>
                      <a:pt x="36" y="54"/>
                    </a:lnTo>
                    <a:lnTo>
                      <a:pt x="24" y="132"/>
                    </a:lnTo>
                    <a:lnTo>
                      <a:pt x="36" y="120"/>
                    </a:lnTo>
                    <a:lnTo>
                      <a:pt x="42" y="120"/>
                    </a:lnTo>
                    <a:lnTo>
                      <a:pt x="48" y="126"/>
                    </a:lnTo>
                    <a:lnTo>
                      <a:pt x="48" y="150"/>
                    </a:lnTo>
                    <a:lnTo>
                      <a:pt x="42" y="162"/>
                    </a:lnTo>
                    <a:lnTo>
                      <a:pt x="54" y="174"/>
                    </a:lnTo>
                    <a:lnTo>
                      <a:pt x="54" y="180"/>
                    </a:lnTo>
                    <a:lnTo>
                      <a:pt x="48" y="180"/>
                    </a:lnTo>
                    <a:lnTo>
                      <a:pt x="36" y="192"/>
                    </a:lnTo>
                    <a:lnTo>
                      <a:pt x="42" y="198"/>
                    </a:lnTo>
                    <a:lnTo>
                      <a:pt x="54" y="204"/>
                    </a:lnTo>
                    <a:lnTo>
                      <a:pt x="60" y="210"/>
                    </a:lnTo>
                    <a:lnTo>
                      <a:pt x="60" y="222"/>
                    </a:lnTo>
                    <a:lnTo>
                      <a:pt x="54" y="228"/>
                    </a:lnTo>
                    <a:lnTo>
                      <a:pt x="54" y="270"/>
                    </a:lnTo>
                    <a:lnTo>
                      <a:pt x="48" y="276"/>
                    </a:lnTo>
                    <a:lnTo>
                      <a:pt x="48" y="294"/>
                    </a:lnTo>
                    <a:lnTo>
                      <a:pt x="54" y="294"/>
                    </a:lnTo>
                    <a:lnTo>
                      <a:pt x="60" y="300"/>
                    </a:lnTo>
                    <a:lnTo>
                      <a:pt x="60" y="312"/>
                    </a:lnTo>
                    <a:lnTo>
                      <a:pt x="54" y="324"/>
                    </a:lnTo>
                    <a:lnTo>
                      <a:pt x="54" y="336"/>
                    </a:lnTo>
                    <a:lnTo>
                      <a:pt x="66" y="378"/>
                    </a:lnTo>
                    <a:lnTo>
                      <a:pt x="96" y="402"/>
                    </a:lnTo>
                    <a:lnTo>
                      <a:pt x="108" y="396"/>
                    </a:lnTo>
                    <a:lnTo>
                      <a:pt x="120" y="384"/>
                    </a:lnTo>
                    <a:lnTo>
                      <a:pt x="138" y="384"/>
                    </a:lnTo>
                    <a:lnTo>
                      <a:pt x="138" y="372"/>
                    </a:lnTo>
                    <a:lnTo>
                      <a:pt x="126" y="360"/>
                    </a:lnTo>
                    <a:lnTo>
                      <a:pt x="126" y="35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3" name="Thailand" descr="© INSCALE GmbH, 05.05.2010&#10;http://www.presentationload.com/">
                <a:extLst>
                  <a:ext uri="{FF2B5EF4-FFF2-40B4-BE49-F238E27FC236}">
                    <a16:creationId xmlns:a16="http://schemas.microsoft.com/office/drawing/2014/main" id="{0215ADC5-C4D6-AF36-9ED9-FAA3DBEF7747}"/>
                  </a:ext>
                </a:extLst>
              </p:cNvPr>
              <p:cNvSpPr>
                <a:spLocks/>
              </p:cNvSpPr>
              <p:nvPr/>
            </p:nvSpPr>
            <p:spPr bwMode="gray">
              <a:xfrm>
                <a:off x="6829542" y="2594397"/>
                <a:ext cx="234215" cy="450643"/>
              </a:xfrm>
              <a:custGeom>
                <a:avLst/>
                <a:gdLst>
                  <a:gd name="T0" fmla="*/ 2147483647 w 618"/>
                  <a:gd name="T1" fmla="*/ 2147483647 h 1188"/>
                  <a:gd name="T2" fmla="*/ 2147483647 w 618"/>
                  <a:gd name="T3" fmla="*/ 2147483647 h 1188"/>
                  <a:gd name="T4" fmla="*/ 2147483647 w 618"/>
                  <a:gd name="T5" fmla="*/ 2147483647 h 1188"/>
                  <a:gd name="T6" fmla="*/ 2147483647 w 618"/>
                  <a:gd name="T7" fmla="*/ 2147483647 h 1188"/>
                  <a:gd name="T8" fmla="*/ 2147483647 w 618"/>
                  <a:gd name="T9" fmla="*/ 2147483647 h 1188"/>
                  <a:gd name="T10" fmla="*/ 2147483647 w 618"/>
                  <a:gd name="T11" fmla="*/ 2147483647 h 1188"/>
                  <a:gd name="T12" fmla="*/ 2147483647 w 618"/>
                  <a:gd name="T13" fmla="*/ 2147483647 h 1188"/>
                  <a:gd name="T14" fmla="*/ 2147483647 w 618"/>
                  <a:gd name="T15" fmla="*/ 2147483647 h 1188"/>
                  <a:gd name="T16" fmla="*/ 2147483647 w 618"/>
                  <a:gd name="T17" fmla="*/ 2147483647 h 1188"/>
                  <a:gd name="T18" fmla="*/ 2147483647 w 618"/>
                  <a:gd name="T19" fmla="*/ 2147483647 h 1188"/>
                  <a:gd name="T20" fmla="*/ 2147483647 w 618"/>
                  <a:gd name="T21" fmla="*/ 2147483647 h 1188"/>
                  <a:gd name="T22" fmla="*/ 2147483647 w 618"/>
                  <a:gd name="T23" fmla="*/ 2147483647 h 1188"/>
                  <a:gd name="T24" fmla="*/ 2147483647 w 618"/>
                  <a:gd name="T25" fmla="*/ 0 h 1188"/>
                  <a:gd name="T26" fmla="*/ 2147483647 w 618"/>
                  <a:gd name="T27" fmla="*/ 2147483647 h 1188"/>
                  <a:gd name="T28" fmla="*/ 2147483647 w 618"/>
                  <a:gd name="T29" fmla="*/ 2147483647 h 1188"/>
                  <a:gd name="T30" fmla="*/ 2147483647 w 618"/>
                  <a:gd name="T31" fmla="*/ 2147483647 h 1188"/>
                  <a:gd name="T32" fmla="*/ 0 w 618"/>
                  <a:gd name="T33" fmla="*/ 2147483647 h 1188"/>
                  <a:gd name="T34" fmla="*/ 2147483647 w 618"/>
                  <a:gd name="T35" fmla="*/ 2147483647 h 1188"/>
                  <a:gd name="T36" fmla="*/ 2147483647 w 618"/>
                  <a:gd name="T37" fmla="*/ 2147483647 h 1188"/>
                  <a:gd name="T38" fmla="*/ 2147483647 w 618"/>
                  <a:gd name="T39" fmla="*/ 2147483647 h 1188"/>
                  <a:gd name="T40" fmla="*/ 2147483647 w 618"/>
                  <a:gd name="T41" fmla="*/ 2147483647 h 1188"/>
                  <a:gd name="T42" fmla="*/ 2147483647 w 618"/>
                  <a:gd name="T43" fmla="*/ 2147483647 h 1188"/>
                  <a:gd name="T44" fmla="*/ 2147483647 w 618"/>
                  <a:gd name="T45" fmla="*/ 2147483647 h 1188"/>
                  <a:gd name="T46" fmla="*/ 2147483647 w 618"/>
                  <a:gd name="T47" fmla="*/ 2147483647 h 1188"/>
                  <a:gd name="T48" fmla="*/ 2147483647 w 618"/>
                  <a:gd name="T49" fmla="*/ 2147483647 h 1188"/>
                  <a:gd name="T50" fmla="*/ 2147483647 w 618"/>
                  <a:gd name="T51" fmla="*/ 2147483647 h 1188"/>
                  <a:gd name="T52" fmla="*/ 2147483647 w 618"/>
                  <a:gd name="T53" fmla="*/ 2147483647 h 1188"/>
                  <a:gd name="T54" fmla="*/ 2147483647 w 618"/>
                  <a:gd name="T55" fmla="*/ 2147483647 h 1188"/>
                  <a:gd name="T56" fmla="*/ 2147483647 w 618"/>
                  <a:gd name="T57" fmla="*/ 2147483647 h 1188"/>
                  <a:gd name="T58" fmla="*/ 2147483647 w 618"/>
                  <a:gd name="T59" fmla="*/ 2147483647 h 1188"/>
                  <a:gd name="T60" fmla="*/ 2147483647 w 618"/>
                  <a:gd name="T61" fmla="*/ 2147483647 h 1188"/>
                  <a:gd name="T62" fmla="*/ 2147483647 w 618"/>
                  <a:gd name="T63" fmla="*/ 2147483647 h 1188"/>
                  <a:gd name="T64" fmla="*/ 2147483647 w 618"/>
                  <a:gd name="T65" fmla="*/ 2147483647 h 1188"/>
                  <a:gd name="T66" fmla="*/ 2147483647 w 618"/>
                  <a:gd name="T67" fmla="*/ 2147483647 h 1188"/>
                  <a:gd name="T68" fmla="*/ 2147483647 w 618"/>
                  <a:gd name="T69" fmla="*/ 2147483647 h 1188"/>
                  <a:gd name="T70" fmla="*/ 2147483647 w 618"/>
                  <a:gd name="T71" fmla="*/ 2147483647 h 1188"/>
                  <a:gd name="T72" fmla="*/ 2147483647 w 618"/>
                  <a:gd name="T73" fmla="*/ 2147483647 h 1188"/>
                  <a:gd name="T74" fmla="*/ 2147483647 w 618"/>
                  <a:gd name="T75" fmla="*/ 2147483647 h 1188"/>
                  <a:gd name="T76" fmla="*/ 2147483647 w 618"/>
                  <a:gd name="T77" fmla="*/ 2147483647 h 1188"/>
                  <a:gd name="T78" fmla="*/ 2147483647 w 618"/>
                  <a:gd name="T79" fmla="*/ 2147483647 h 1188"/>
                  <a:gd name="T80" fmla="*/ 2147483647 w 618"/>
                  <a:gd name="T81" fmla="*/ 2147483647 h 1188"/>
                  <a:gd name="T82" fmla="*/ 2147483647 w 618"/>
                  <a:gd name="T83" fmla="*/ 2147483647 h 1188"/>
                  <a:gd name="T84" fmla="*/ 2147483647 w 618"/>
                  <a:gd name="T85" fmla="*/ 2147483647 h 1188"/>
                  <a:gd name="T86" fmla="*/ 2147483647 w 618"/>
                  <a:gd name="T87" fmla="*/ 2147483647 h 1188"/>
                  <a:gd name="T88" fmla="*/ 2147483647 w 618"/>
                  <a:gd name="T89" fmla="*/ 2147483647 h 1188"/>
                  <a:gd name="T90" fmla="*/ 2147483647 w 618"/>
                  <a:gd name="T91" fmla="*/ 2147483647 h 1188"/>
                  <a:gd name="T92" fmla="*/ 2147483647 w 618"/>
                  <a:gd name="T93" fmla="*/ 2147483647 h 1188"/>
                  <a:gd name="T94" fmla="*/ 2147483647 w 618"/>
                  <a:gd name="T95" fmla="*/ 2147483647 h 1188"/>
                  <a:gd name="T96" fmla="*/ 2147483647 w 618"/>
                  <a:gd name="T97" fmla="*/ 2147483647 h 1188"/>
                  <a:gd name="T98" fmla="*/ 2147483647 w 618"/>
                  <a:gd name="T99" fmla="*/ 2147483647 h 1188"/>
                  <a:gd name="T100" fmla="*/ 2147483647 w 618"/>
                  <a:gd name="T101" fmla="*/ 2147483647 h 1188"/>
                  <a:gd name="T102" fmla="*/ 2147483647 w 618"/>
                  <a:gd name="T103" fmla="*/ 2147483647 h 1188"/>
                  <a:gd name="T104" fmla="*/ 2147483647 w 618"/>
                  <a:gd name="T105" fmla="*/ 2147483647 h 1188"/>
                  <a:gd name="T106" fmla="*/ 2147483647 w 618"/>
                  <a:gd name="T107" fmla="*/ 2147483647 h 1188"/>
                  <a:gd name="T108" fmla="*/ 2147483647 w 618"/>
                  <a:gd name="T109" fmla="*/ 2147483647 h 1188"/>
                  <a:gd name="T110" fmla="*/ 2147483647 w 618"/>
                  <a:gd name="T111" fmla="*/ 2147483647 h 1188"/>
                  <a:gd name="T112" fmla="*/ 2147483647 w 618"/>
                  <a:gd name="T113" fmla="*/ 2147483647 h 1188"/>
                  <a:gd name="T114" fmla="*/ 2147483647 w 618"/>
                  <a:gd name="T115" fmla="*/ 2147483647 h 1188"/>
                  <a:gd name="T116" fmla="*/ 2147483647 w 618"/>
                  <a:gd name="T117" fmla="*/ 2147483647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18"/>
                  <a:gd name="T178" fmla="*/ 0 h 1188"/>
                  <a:gd name="T179" fmla="*/ 618 w 618"/>
                  <a:gd name="T180" fmla="*/ 1188 h 118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18" h="1188">
                    <a:moveTo>
                      <a:pt x="588" y="426"/>
                    </a:moveTo>
                    <a:lnTo>
                      <a:pt x="588" y="420"/>
                    </a:lnTo>
                    <a:lnTo>
                      <a:pt x="594" y="414"/>
                    </a:lnTo>
                    <a:lnTo>
                      <a:pt x="606" y="390"/>
                    </a:lnTo>
                    <a:lnTo>
                      <a:pt x="594" y="378"/>
                    </a:lnTo>
                    <a:lnTo>
                      <a:pt x="594" y="372"/>
                    </a:lnTo>
                    <a:lnTo>
                      <a:pt x="588" y="378"/>
                    </a:lnTo>
                    <a:lnTo>
                      <a:pt x="588" y="366"/>
                    </a:lnTo>
                    <a:lnTo>
                      <a:pt x="582" y="360"/>
                    </a:lnTo>
                    <a:lnTo>
                      <a:pt x="582" y="354"/>
                    </a:lnTo>
                    <a:lnTo>
                      <a:pt x="546" y="318"/>
                    </a:lnTo>
                    <a:lnTo>
                      <a:pt x="534" y="294"/>
                    </a:lnTo>
                    <a:lnTo>
                      <a:pt x="534" y="282"/>
                    </a:lnTo>
                    <a:lnTo>
                      <a:pt x="528" y="240"/>
                    </a:lnTo>
                    <a:lnTo>
                      <a:pt x="510" y="222"/>
                    </a:lnTo>
                    <a:lnTo>
                      <a:pt x="498" y="216"/>
                    </a:lnTo>
                    <a:lnTo>
                      <a:pt x="480" y="204"/>
                    </a:lnTo>
                    <a:lnTo>
                      <a:pt x="468" y="192"/>
                    </a:lnTo>
                    <a:lnTo>
                      <a:pt x="468" y="180"/>
                    </a:lnTo>
                    <a:lnTo>
                      <a:pt x="462" y="174"/>
                    </a:lnTo>
                    <a:lnTo>
                      <a:pt x="438" y="174"/>
                    </a:lnTo>
                    <a:lnTo>
                      <a:pt x="426" y="168"/>
                    </a:lnTo>
                    <a:lnTo>
                      <a:pt x="420" y="162"/>
                    </a:lnTo>
                    <a:lnTo>
                      <a:pt x="402" y="162"/>
                    </a:lnTo>
                    <a:lnTo>
                      <a:pt x="396" y="168"/>
                    </a:lnTo>
                    <a:lnTo>
                      <a:pt x="396" y="180"/>
                    </a:lnTo>
                    <a:lnTo>
                      <a:pt x="378" y="198"/>
                    </a:lnTo>
                    <a:lnTo>
                      <a:pt x="360" y="198"/>
                    </a:lnTo>
                    <a:lnTo>
                      <a:pt x="336" y="186"/>
                    </a:lnTo>
                    <a:lnTo>
                      <a:pt x="330" y="180"/>
                    </a:lnTo>
                    <a:lnTo>
                      <a:pt x="318" y="180"/>
                    </a:lnTo>
                    <a:lnTo>
                      <a:pt x="312" y="186"/>
                    </a:lnTo>
                    <a:lnTo>
                      <a:pt x="306" y="198"/>
                    </a:lnTo>
                    <a:lnTo>
                      <a:pt x="294" y="210"/>
                    </a:lnTo>
                    <a:lnTo>
                      <a:pt x="294" y="216"/>
                    </a:lnTo>
                    <a:lnTo>
                      <a:pt x="288" y="222"/>
                    </a:lnTo>
                    <a:lnTo>
                      <a:pt x="264" y="234"/>
                    </a:lnTo>
                    <a:lnTo>
                      <a:pt x="246" y="234"/>
                    </a:lnTo>
                    <a:lnTo>
                      <a:pt x="246" y="222"/>
                    </a:lnTo>
                    <a:lnTo>
                      <a:pt x="270" y="174"/>
                    </a:lnTo>
                    <a:lnTo>
                      <a:pt x="270" y="162"/>
                    </a:lnTo>
                    <a:lnTo>
                      <a:pt x="264" y="156"/>
                    </a:lnTo>
                    <a:lnTo>
                      <a:pt x="252" y="156"/>
                    </a:lnTo>
                    <a:lnTo>
                      <a:pt x="264" y="144"/>
                    </a:lnTo>
                    <a:lnTo>
                      <a:pt x="270" y="132"/>
                    </a:lnTo>
                    <a:lnTo>
                      <a:pt x="270" y="120"/>
                    </a:lnTo>
                    <a:lnTo>
                      <a:pt x="264" y="108"/>
                    </a:lnTo>
                    <a:lnTo>
                      <a:pt x="258" y="102"/>
                    </a:lnTo>
                    <a:lnTo>
                      <a:pt x="264" y="96"/>
                    </a:lnTo>
                    <a:lnTo>
                      <a:pt x="264" y="66"/>
                    </a:lnTo>
                    <a:lnTo>
                      <a:pt x="252" y="60"/>
                    </a:lnTo>
                    <a:lnTo>
                      <a:pt x="246" y="60"/>
                    </a:lnTo>
                    <a:lnTo>
                      <a:pt x="240" y="66"/>
                    </a:lnTo>
                    <a:lnTo>
                      <a:pt x="228" y="66"/>
                    </a:lnTo>
                    <a:lnTo>
                      <a:pt x="228" y="78"/>
                    </a:lnTo>
                    <a:lnTo>
                      <a:pt x="210" y="78"/>
                    </a:lnTo>
                    <a:lnTo>
                      <a:pt x="204" y="72"/>
                    </a:lnTo>
                    <a:lnTo>
                      <a:pt x="198" y="60"/>
                    </a:lnTo>
                    <a:lnTo>
                      <a:pt x="198" y="36"/>
                    </a:lnTo>
                    <a:lnTo>
                      <a:pt x="204" y="30"/>
                    </a:lnTo>
                    <a:lnTo>
                      <a:pt x="204" y="18"/>
                    </a:lnTo>
                    <a:lnTo>
                      <a:pt x="198" y="12"/>
                    </a:lnTo>
                    <a:lnTo>
                      <a:pt x="186" y="12"/>
                    </a:lnTo>
                    <a:lnTo>
                      <a:pt x="174" y="6"/>
                    </a:lnTo>
                    <a:lnTo>
                      <a:pt x="168" y="0"/>
                    </a:lnTo>
                    <a:lnTo>
                      <a:pt x="138" y="0"/>
                    </a:lnTo>
                    <a:lnTo>
                      <a:pt x="132" y="6"/>
                    </a:lnTo>
                    <a:lnTo>
                      <a:pt x="126" y="6"/>
                    </a:lnTo>
                    <a:lnTo>
                      <a:pt x="120" y="30"/>
                    </a:lnTo>
                    <a:lnTo>
                      <a:pt x="96" y="30"/>
                    </a:lnTo>
                    <a:lnTo>
                      <a:pt x="96" y="36"/>
                    </a:lnTo>
                    <a:lnTo>
                      <a:pt x="90" y="42"/>
                    </a:lnTo>
                    <a:lnTo>
                      <a:pt x="84" y="54"/>
                    </a:lnTo>
                    <a:lnTo>
                      <a:pt x="78" y="60"/>
                    </a:lnTo>
                    <a:lnTo>
                      <a:pt x="66" y="60"/>
                    </a:lnTo>
                    <a:lnTo>
                      <a:pt x="54" y="54"/>
                    </a:lnTo>
                    <a:lnTo>
                      <a:pt x="24" y="54"/>
                    </a:lnTo>
                    <a:lnTo>
                      <a:pt x="24" y="102"/>
                    </a:lnTo>
                    <a:lnTo>
                      <a:pt x="18" y="108"/>
                    </a:lnTo>
                    <a:lnTo>
                      <a:pt x="12" y="108"/>
                    </a:lnTo>
                    <a:lnTo>
                      <a:pt x="6" y="114"/>
                    </a:lnTo>
                    <a:lnTo>
                      <a:pt x="6" y="120"/>
                    </a:lnTo>
                    <a:lnTo>
                      <a:pt x="24" y="138"/>
                    </a:lnTo>
                    <a:lnTo>
                      <a:pt x="24" y="156"/>
                    </a:lnTo>
                    <a:lnTo>
                      <a:pt x="0" y="156"/>
                    </a:lnTo>
                    <a:lnTo>
                      <a:pt x="0" y="162"/>
                    </a:lnTo>
                    <a:lnTo>
                      <a:pt x="24" y="186"/>
                    </a:lnTo>
                    <a:lnTo>
                      <a:pt x="36" y="192"/>
                    </a:lnTo>
                    <a:lnTo>
                      <a:pt x="30" y="216"/>
                    </a:lnTo>
                    <a:lnTo>
                      <a:pt x="36" y="216"/>
                    </a:lnTo>
                    <a:lnTo>
                      <a:pt x="36" y="222"/>
                    </a:lnTo>
                    <a:lnTo>
                      <a:pt x="42" y="234"/>
                    </a:lnTo>
                    <a:lnTo>
                      <a:pt x="60" y="252"/>
                    </a:lnTo>
                    <a:lnTo>
                      <a:pt x="72" y="258"/>
                    </a:lnTo>
                    <a:lnTo>
                      <a:pt x="84" y="270"/>
                    </a:lnTo>
                    <a:lnTo>
                      <a:pt x="96" y="276"/>
                    </a:lnTo>
                    <a:lnTo>
                      <a:pt x="102" y="282"/>
                    </a:lnTo>
                    <a:lnTo>
                      <a:pt x="102" y="288"/>
                    </a:lnTo>
                    <a:lnTo>
                      <a:pt x="96" y="288"/>
                    </a:lnTo>
                    <a:lnTo>
                      <a:pt x="96" y="306"/>
                    </a:lnTo>
                    <a:lnTo>
                      <a:pt x="102" y="318"/>
                    </a:lnTo>
                    <a:lnTo>
                      <a:pt x="108" y="324"/>
                    </a:lnTo>
                    <a:lnTo>
                      <a:pt x="114" y="324"/>
                    </a:lnTo>
                    <a:lnTo>
                      <a:pt x="120" y="318"/>
                    </a:lnTo>
                    <a:lnTo>
                      <a:pt x="126" y="324"/>
                    </a:lnTo>
                    <a:lnTo>
                      <a:pt x="126" y="342"/>
                    </a:lnTo>
                    <a:lnTo>
                      <a:pt x="120" y="348"/>
                    </a:lnTo>
                    <a:lnTo>
                      <a:pt x="108" y="348"/>
                    </a:lnTo>
                    <a:lnTo>
                      <a:pt x="114" y="360"/>
                    </a:lnTo>
                    <a:lnTo>
                      <a:pt x="114" y="384"/>
                    </a:lnTo>
                    <a:lnTo>
                      <a:pt x="108" y="396"/>
                    </a:lnTo>
                    <a:lnTo>
                      <a:pt x="102" y="402"/>
                    </a:lnTo>
                    <a:lnTo>
                      <a:pt x="84" y="438"/>
                    </a:lnTo>
                    <a:lnTo>
                      <a:pt x="90" y="444"/>
                    </a:lnTo>
                    <a:lnTo>
                      <a:pt x="90" y="450"/>
                    </a:lnTo>
                    <a:lnTo>
                      <a:pt x="96" y="456"/>
                    </a:lnTo>
                    <a:lnTo>
                      <a:pt x="102" y="468"/>
                    </a:lnTo>
                    <a:lnTo>
                      <a:pt x="108" y="474"/>
                    </a:lnTo>
                    <a:lnTo>
                      <a:pt x="114" y="486"/>
                    </a:lnTo>
                    <a:lnTo>
                      <a:pt x="156" y="528"/>
                    </a:lnTo>
                    <a:lnTo>
                      <a:pt x="162" y="540"/>
                    </a:lnTo>
                    <a:lnTo>
                      <a:pt x="162" y="570"/>
                    </a:lnTo>
                    <a:lnTo>
                      <a:pt x="168" y="588"/>
                    </a:lnTo>
                    <a:lnTo>
                      <a:pt x="168" y="612"/>
                    </a:lnTo>
                    <a:lnTo>
                      <a:pt x="192" y="636"/>
                    </a:lnTo>
                    <a:lnTo>
                      <a:pt x="192" y="660"/>
                    </a:lnTo>
                    <a:lnTo>
                      <a:pt x="198" y="672"/>
                    </a:lnTo>
                    <a:lnTo>
                      <a:pt x="198" y="702"/>
                    </a:lnTo>
                    <a:lnTo>
                      <a:pt x="192" y="714"/>
                    </a:lnTo>
                    <a:lnTo>
                      <a:pt x="192" y="732"/>
                    </a:lnTo>
                    <a:lnTo>
                      <a:pt x="174" y="768"/>
                    </a:lnTo>
                    <a:lnTo>
                      <a:pt x="156" y="786"/>
                    </a:lnTo>
                    <a:lnTo>
                      <a:pt x="156" y="798"/>
                    </a:lnTo>
                    <a:lnTo>
                      <a:pt x="162" y="804"/>
                    </a:lnTo>
                    <a:lnTo>
                      <a:pt x="162" y="816"/>
                    </a:lnTo>
                    <a:lnTo>
                      <a:pt x="156" y="828"/>
                    </a:lnTo>
                    <a:lnTo>
                      <a:pt x="150" y="834"/>
                    </a:lnTo>
                    <a:lnTo>
                      <a:pt x="144" y="846"/>
                    </a:lnTo>
                    <a:lnTo>
                      <a:pt x="144" y="852"/>
                    </a:lnTo>
                    <a:lnTo>
                      <a:pt x="138" y="858"/>
                    </a:lnTo>
                    <a:lnTo>
                      <a:pt x="132" y="876"/>
                    </a:lnTo>
                    <a:lnTo>
                      <a:pt x="126" y="888"/>
                    </a:lnTo>
                    <a:lnTo>
                      <a:pt x="126" y="906"/>
                    </a:lnTo>
                    <a:lnTo>
                      <a:pt x="120" y="918"/>
                    </a:lnTo>
                    <a:lnTo>
                      <a:pt x="120" y="966"/>
                    </a:lnTo>
                    <a:lnTo>
                      <a:pt x="126" y="978"/>
                    </a:lnTo>
                    <a:lnTo>
                      <a:pt x="126" y="1008"/>
                    </a:lnTo>
                    <a:lnTo>
                      <a:pt x="132" y="1014"/>
                    </a:lnTo>
                    <a:lnTo>
                      <a:pt x="132" y="1020"/>
                    </a:lnTo>
                    <a:lnTo>
                      <a:pt x="138" y="1020"/>
                    </a:lnTo>
                    <a:lnTo>
                      <a:pt x="138" y="1002"/>
                    </a:lnTo>
                    <a:lnTo>
                      <a:pt x="144" y="990"/>
                    </a:lnTo>
                    <a:lnTo>
                      <a:pt x="144" y="978"/>
                    </a:lnTo>
                    <a:lnTo>
                      <a:pt x="150" y="972"/>
                    </a:lnTo>
                    <a:lnTo>
                      <a:pt x="150" y="996"/>
                    </a:lnTo>
                    <a:lnTo>
                      <a:pt x="162" y="996"/>
                    </a:lnTo>
                    <a:lnTo>
                      <a:pt x="186" y="1020"/>
                    </a:lnTo>
                    <a:lnTo>
                      <a:pt x="192" y="1032"/>
                    </a:lnTo>
                    <a:lnTo>
                      <a:pt x="198" y="1038"/>
                    </a:lnTo>
                    <a:lnTo>
                      <a:pt x="198" y="1044"/>
                    </a:lnTo>
                    <a:lnTo>
                      <a:pt x="228" y="1074"/>
                    </a:lnTo>
                    <a:lnTo>
                      <a:pt x="228" y="1098"/>
                    </a:lnTo>
                    <a:lnTo>
                      <a:pt x="234" y="1110"/>
                    </a:lnTo>
                    <a:lnTo>
                      <a:pt x="246" y="1128"/>
                    </a:lnTo>
                    <a:lnTo>
                      <a:pt x="264" y="1146"/>
                    </a:lnTo>
                    <a:lnTo>
                      <a:pt x="270" y="1140"/>
                    </a:lnTo>
                    <a:lnTo>
                      <a:pt x="276" y="1128"/>
                    </a:lnTo>
                    <a:lnTo>
                      <a:pt x="270" y="1122"/>
                    </a:lnTo>
                    <a:lnTo>
                      <a:pt x="270" y="1110"/>
                    </a:lnTo>
                    <a:lnTo>
                      <a:pt x="276" y="1104"/>
                    </a:lnTo>
                    <a:lnTo>
                      <a:pt x="288" y="1104"/>
                    </a:lnTo>
                    <a:lnTo>
                      <a:pt x="294" y="1116"/>
                    </a:lnTo>
                    <a:lnTo>
                      <a:pt x="294" y="1122"/>
                    </a:lnTo>
                    <a:lnTo>
                      <a:pt x="312" y="1122"/>
                    </a:lnTo>
                    <a:lnTo>
                      <a:pt x="324" y="1128"/>
                    </a:lnTo>
                    <a:lnTo>
                      <a:pt x="330" y="1134"/>
                    </a:lnTo>
                    <a:lnTo>
                      <a:pt x="330" y="1146"/>
                    </a:lnTo>
                    <a:lnTo>
                      <a:pt x="342" y="1146"/>
                    </a:lnTo>
                    <a:lnTo>
                      <a:pt x="342" y="1158"/>
                    </a:lnTo>
                    <a:lnTo>
                      <a:pt x="330" y="1170"/>
                    </a:lnTo>
                    <a:lnTo>
                      <a:pt x="330" y="1176"/>
                    </a:lnTo>
                    <a:lnTo>
                      <a:pt x="336" y="1182"/>
                    </a:lnTo>
                    <a:lnTo>
                      <a:pt x="354" y="1182"/>
                    </a:lnTo>
                    <a:lnTo>
                      <a:pt x="354" y="1176"/>
                    </a:lnTo>
                    <a:lnTo>
                      <a:pt x="366" y="1176"/>
                    </a:lnTo>
                    <a:lnTo>
                      <a:pt x="372" y="1170"/>
                    </a:lnTo>
                    <a:lnTo>
                      <a:pt x="378" y="1170"/>
                    </a:lnTo>
                    <a:lnTo>
                      <a:pt x="396" y="1188"/>
                    </a:lnTo>
                    <a:lnTo>
                      <a:pt x="402" y="1182"/>
                    </a:lnTo>
                    <a:lnTo>
                      <a:pt x="402" y="1176"/>
                    </a:lnTo>
                    <a:lnTo>
                      <a:pt x="408" y="1164"/>
                    </a:lnTo>
                    <a:lnTo>
                      <a:pt x="414" y="1158"/>
                    </a:lnTo>
                    <a:lnTo>
                      <a:pt x="420" y="1146"/>
                    </a:lnTo>
                    <a:lnTo>
                      <a:pt x="396" y="1134"/>
                    </a:lnTo>
                    <a:lnTo>
                      <a:pt x="390" y="1128"/>
                    </a:lnTo>
                    <a:lnTo>
                      <a:pt x="390" y="1116"/>
                    </a:lnTo>
                    <a:lnTo>
                      <a:pt x="384" y="1104"/>
                    </a:lnTo>
                    <a:lnTo>
                      <a:pt x="384" y="1092"/>
                    </a:lnTo>
                    <a:lnTo>
                      <a:pt x="378" y="1080"/>
                    </a:lnTo>
                    <a:lnTo>
                      <a:pt x="372" y="1074"/>
                    </a:lnTo>
                    <a:lnTo>
                      <a:pt x="354" y="1074"/>
                    </a:lnTo>
                    <a:lnTo>
                      <a:pt x="342" y="1080"/>
                    </a:lnTo>
                    <a:lnTo>
                      <a:pt x="336" y="1086"/>
                    </a:lnTo>
                    <a:lnTo>
                      <a:pt x="318" y="1086"/>
                    </a:lnTo>
                    <a:lnTo>
                      <a:pt x="312" y="1080"/>
                    </a:lnTo>
                    <a:lnTo>
                      <a:pt x="306" y="1068"/>
                    </a:lnTo>
                    <a:lnTo>
                      <a:pt x="306" y="1056"/>
                    </a:lnTo>
                    <a:lnTo>
                      <a:pt x="294" y="1032"/>
                    </a:lnTo>
                    <a:lnTo>
                      <a:pt x="288" y="1032"/>
                    </a:lnTo>
                    <a:lnTo>
                      <a:pt x="288" y="1050"/>
                    </a:lnTo>
                    <a:lnTo>
                      <a:pt x="282" y="1056"/>
                    </a:lnTo>
                    <a:lnTo>
                      <a:pt x="276" y="1056"/>
                    </a:lnTo>
                    <a:lnTo>
                      <a:pt x="270" y="1044"/>
                    </a:lnTo>
                    <a:lnTo>
                      <a:pt x="264" y="1038"/>
                    </a:lnTo>
                    <a:lnTo>
                      <a:pt x="258" y="1026"/>
                    </a:lnTo>
                    <a:lnTo>
                      <a:pt x="258" y="1014"/>
                    </a:lnTo>
                    <a:lnTo>
                      <a:pt x="270" y="1002"/>
                    </a:lnTo>
                    <a:lnTo>
                      <a:pt x="270" y="1008"/>
                    </a:lnTo>
                    <a:lnTo>
                      <a:pt x="276" y="1008"/>
                    </a:lnTo>
                    <a:lnTo>
                      <a:pt x="276" y="1014"/>
                    </a:lnTo>
                    <a:lnTo>
                      <a:pt x="282" y="1014"/>
                    </a:lnTo>
                    <a:lnTo>
                      <a:pt x="288" y="1008"/>
                    </a:lnTo>
                    <a:lnTo>
                      <a:pt x="282" y="1002"/>
                    </a:lnTo>
                    <a:lnTo>
                      <a:pt x="282" y="990"/>
                    </a:lnTo>
                    <a:lnTo>
                      <a:pt x="276" y="978"/>
                    </a:lnTo>
                    <a:lnTo>
                      <a:pt x="270" y="972"/>
                    </a:lnTo>
                    <a:lnTo>
                      <a:pt x="270" y="960"/>
                    </a:lnTo>
                    <a:lnTo>
                      <a:pt x="258" y="948"/>
                    </a:lnTo>
                    <a:lnTo>
                      <a:pt x="246" y="948"/>
                    </a:lnTo>
                    <a:lnTo>
                      <a:pt x="246" y="894"/>
                    </a:lnTo>
                    <a:lnTo>
                      <a:pt x="192" y="906"/>
                    </a:lnTo>
                    <a:lnTo>
                      <a:pt x="192" y="864"/>
                    </a:lnTo>
                    <a:lnTo>
                      <a:pt x="186" y="828"/>
                    </a:lnTo>
                    <a:lnTo>
                      <a:pt x="186" y="804"/>
                    </a:lnTo>
                    <a:lnTo>
                      <a:pt x="180" y="792"/>
                    </a:lnTo>
                    <a:lnTo>
                      <a:pt x="174" y="786"/>
                    </a:lnTo>
                    <a:lnTo>
                      <a:pt x="180" y="786"/>
                    </a:lnTo>
                    <a:lnTo>
                      <a:pt x="192" y="774"/>
                    </a:lnTo>
                    <a:lnTo>
                      <a:pt x="198" y="762"/>
                    </a:lnTo>
                    <a:lnTo>
                      <a:pt x="204" y="744"/>
                    </a:lnTo>
                    <a:lnTo>
                      <a:pt x="204" y="678"/>
                    </a:lnTo>
                    <a:lnTo>
                      <a:pt x="210" y="678"/>
                    </a:lnTo>
                    <a:lnTo>
                      <a:pt x="216" y="672"/>
                    </a:lnTo>
                    <a:lnTo>
                      <a:pt x="222" y="660"/>
                    </a:lnTo>
                    <a:lnTo>
                      <a:pt x="228" y="654"/>
                    </a:lnTo>
                    <a:lnTo>
                      <a:pt x="228" y="612"/>
                    </a:lnTo>
                    <a:lnTo>
                      <a:pt x="222" y="600"/>
                    </a:lnTo>
                    <a:lnTo>
                      <a:pt x="222" y="594"/>
                    </a:lnTo>
                    <a:lnTo>
                      <a:pt x="216" y="588"/>
                    </a:lnTo>
                    <a:lnTo>
                      <a:pt x="222" y="558"/>
                    </a:lnTo>
                    <a:lnTo>
                      <a:pt x="234" y="558"/>
                    </a:lnTo>
                    <a:lnTo>
                      <a:pt x="234" y="552"/>
                    </a:lnTo>
                    <a:lnTo>
                      <a:pt x="240" y="546"/>
                    </a:lnTo>
                    <a:lnTo>
                      <a:pt x="264" y="546"/>
                    </a:lnTo>
                    <a:lnTo>
                      <a:pt x="270" y="552"/>
                    </a:lnTo>
                    <a:lnTo>
                      <a:pt x="294" y="564"/>
                    </a:lnTo>
                    <a:lnTo>
                      <a:pt x="300" y="570"/>
                    </a:lnTo>
                    <a:lnTo>
                      <a:pt x="288" y="576"/>
                    </a:lnTo>
                    <a:lnTo>
                      <a:pt x="288" y="588"/>
                    </a:lnTo>
                    <a:lnTo>
                      <a:pt x="282" y="594"/>
                    </a:lnTo>
                    <a:lnTo>
                      <a:pt x="282" y="612"/>
                    </a:lnTo>
                    <a:lnTo>
                      <a:pt x="288" y="624"/>
                    </a:lnTo>
                    <a:lnTo>
                      <a:pt x="306" y="624"/>
                    </a:lnTo>
                    <a:lnTo>
                      <a:pt x="330" y="612"/>
                    </a:lnTo>
                    <a:lnTo>
                      <a:pt x="342" y="612"/>
                    </a:lnTo>
                    <a:lnTo>
                      <a:pt x="354" y="606"/>
                    </a:lnTo>
                    <a:lnTo>
                      <a:pt x="360" y="600"/>
                    </a:lnTo>
                    <a:lnTo>
                      <a:pt x="366" y="600"/>
                    </a:lnTo>
                    <a:lnTo>
                      <a:pt x="396" y="684"/>
                    </a:lnTo>
                    <a:lnTo>
                      <a:pt x="402" y="678"/>
                    </a:lnTo>
                    <a:lnTo>
                      <a:pt x="414" y="672"/>
                    </a:lnTo>
                    <a:lnTo>
                      <a:pt x="426" y="672"/>
                    </a:lnTo>
                    <a:lnTo>
                      <a:pt x="426" y="642"/>
                    </a:lnTo>
                    <a:lnTo>
                      <a:pt x="414" y="630"/>
                    </a:lnTo>
                    <a:lnTo>
                      <a:pt x="414" y="600"/>
                    </a:lnTo>
                    <a:lnTo>
                      <a:pt x="402" y="588"/>
                    </a:lnTo>
                    <a:lnTo>
                      <a:pt x="396" y="552"/>
                    </a:lnTo>
                    <a:lnTo>
                      <a:pt x="426" y="522"/>
                    </a:lnTo>
                    <a:lnTo>
                      <a:pt x="426" y="516"/>
                    </a:lnTo>
                    <a:lnTo>
                      <a:pt x="432" y="504"/>
                    </a:lnTo>
                    <a:lnTo>
                      <a:pt x="438" y="498"/>
                    </a:lnTo>
                    <a:lnTo>
                      <a:pt x="450" y="492"/>
                    </a:lnTo>
                    <a:lnTo>
                      <a:pt x="468" y="486"/>
                    </a:lnTo>
                    <a:lnTo>
                      <a:pt x="504" y="486"/>
                    </a:lnTo>
                    <a:lnTo>
                      <a:pt x="510" y="492"/>
                    </a:lnTo>
                    <a:lnTo>
                      <a:pt x="522" y="492"/>
                    </a:lnTo>
                    <a:lnTo>
                      <a:pt x="534" y="486"/>
                    </a:lnTo>
                    <a:lnTo>
                      <a:pt x="564" y="486"/>
                    </a:lnTo>
                    <a:lnTo>
                      <a:pt x="576" y="492"/>
                    </a:lnTo>
                    <a:lnTo>
                      <a:pt x="582" y="498"/>
                    </a:lnTo>
                    <a:lnTo>
                      <a:pt x="588" y="498"/>
                    </a:lnTo>
                    <a:lnTo>
                      <a:pt x="594" y="492"/>
                    </a:lnTo>
                    <a:lnTo>
                      <a:pt x="600" y="480"/>
                    </a:lnTo>
                    <a:lnTo>
                      <a:pt x="618" y="462"/>
                    </a:lnTo>
                    <a:lnTo>
                      <a:pt x="618" y="450"/>
                    </a:lnTo>
                    <a:lnTo>
                      <a:pt x="612" y="444"/>
                    </a:lnTo>
                    <a:lnTo>
                      <a:pt x="600" y="438"/>
                    </a:lnTo>
                    <a:lnTo>
                      <a:pt x="588" y="42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4" name="Tanzania" descr="© INSCALE GmbH, 05.05.2010&#10;http://www.presentationload.com/">
                <a:extLst>
                  <a:ext uri="{FF2B5EF4-FFF2-40B4-BE49-F238E27FC236}">
                    <a16:creationId xmlns:a16="http://schemas.microsoft.com/office/drawing/2014/main" id="{452EBD52-91A1-E8F1-08BF-BC10657A3A42}"/>
                  </a:ext>
                </a:extLst>
              </p:cNvPr>
              <p:cNvSpPr>
                <a:spLocks noEditPoints="1"/>
              </p:cNvSpPr>
              <p:nvPr/>
            </p:nvSpPr>
            <p:spPr bwMode="gray">
              <a:xfrm>
                <a:off x="5032907" y="3249609"/>
                <a:ext cx="290545" cy="329088"/>
              </a:xfrm>
              <a:custGeom>
                <a:avLst/>
                <a:gdLst>
                  <a:gd name="T0" fmla="*/ 2147483647 w 768"/>
                  <a:gd name="T1" fmla="*/ 2147483647 h 870"/>
                  <a:gd name="T2" fmla="*/ 2147483647 w 768"/>
                  <a:gd name="T3" fmla="*/ 2147483647 h 870"/>
                  <a:gd name="T4" fmla="*/ 2147483647 w 768"/>
                  <a:gd name="T5" fmla="*/ 2147483647 h 870"/>
                  <a:gd name="T6" fmla="*/ 2147483647 w 768"/>
                  <a:gd name="T7" fmla="*/ 2147483647 h 870"/>
                  <a:gd name="T8" fmla="*/ 2147483647 w 768"/>
                  <a:gd name="T9" fmla="*/ 2147483647 h 870"/>
                  <a:gd name="T10" fmla="*/ 2147483647 w 768"/>
                  <a:gd name="T11" fmla="*/ 2147483647 h 870"/>
                  <a:gd name="T12" fmla="*/ 2147483647 w 768"/>
                  <a:gd name="T13" fmla="*/ 2147483647 h 870"/>
                  <a:gd name="T14" fmla="*/ 2147483647 w 768"/>
                  <a:gd name="T15" fmla="*/ 2147483647 h 870"/>
                  <a:gd name="T16" fmla="*/ 2147483647 w 768"/>
                  <a:gd name="T17" fmla="*/ 2147483647 h 870"/>
                  <a:gd name="T18" fmla="*/ 2147483647 w 768"/>
                  <a:gd name="T19" fmla="*/ 2147483647 h 870"/>
                  <a:gd name="T20" fmla="*/ 2147483647 w 768"/>
                  <a:gd name="T21" fmla="*/ 2147483647 h 870"/>
                  <a:gd name="T22" fmla="*/ 2147483647 w 768"/>
                  <a:gd name="T23" fmla="*/ 2147483647 h 870"/>
                  <a:gd name="T24" fmla="*/ 2147483647 w 768"/>
                  <a:gd name="T25" fmla="*/ 2147483647 h 870"/>
                  <a:gd name="T26" fmla="*/ 2147483647 w 768"/>
                  <a:gd name="T27" fmla="*/ 2147483647 h 870"/>
                  <a:gd name="T28" fmla="*/ 2147483647 w 768"/>
                  <a:gd name="T29" fmla="*/ 2147483647 h 870"/>
                  <a:gd name="T30" fmla="*/ 2147483647 w 768"/>
                  <a:gd name="T31" fmla="*/ 2147483647 h 870"/>
                  <a:gd name="T32" fmla="*/ 2147483647 w 768"/>
                  <a:gd name="T33" fmla="*/ 2147483647 h 870"/>
                  <a:gd name="T34" fmla="*/ 2147483647 w 768"/>
                  <a:gd name="T35" fmla="*/ 2147483647 h 870"/>
                  <a:gd name="T36" fmla="*/ 2147483647 w 768"/>
                  <a:gd name="T37" fmla="*/ 2147483647 h 870"/>
                  <a:gd name="T38" fmla="*/ 2147483647 w 768"/>
                  <a:gd name="T39" fmla="*/ 2147483647 h 870"/>
                  <a:gd name="T40" fmla="*/ 2147483647 w 768"/>
                  <a:gd name="T41" fmla="*/ 2147483647 h 870"/>
                  <a:gd name="T42" fmla="*/ 2147483647 w 768"/>
                  <a:gd name="T43" fmla="*/ 2147483647 h 870"/>
                  <a:gd name="T44" fmla="*/ 2147483647 w 768"/>
                  <a:gd name="T45" fmla="*/ 2147483647 h 870"/>
                  <a:gd name="T46" fmla="*/ 2147483647 w 768"/>
                  <a:gd name="T47" fmla="*/ 2147483647 h 870"/>
                  <a:gd name="T48" fmla="*/ 2147483647 w 768"/>
                  <a:gd name="T49" fmla="*/ 2147483647 h 870"/>
                  <a:gd name="T50" fmla="*/ 2147483647 w 768"/>
                  <a:gd name="T51" fmla="*/ 2147483647 h 870"/>
                  <a:gd name="T52" fmla="*/ 2147483647 w 768"/>
                  <a:gd name="T53" fmla="*/ 2147483647 h 870"/>
                  <a:gd name="T54" fmla="*/ 2147483647 w 768"/>
                  <a:gd name="T55" fmla="*/ 2147483647 h 870"/>
                  <a:gd name="T56" fmla="*/ 2147483647 w 768"/>
                  <a:gd name="T57" fmla="*/ 2147483647 h 870"/>
                  <a:gd name="T58" fmla="*/ 2147483647 w 768"/>
                  <a:gd name="T59" fmla="*/ 2147483647 h 870"/>
                  <a:gd name="T60" fmla="*/ 2147483647 w 768"/>
                  <a:gd name="T61" fmla="*/ 2147483647 h 870"/>
                  <a:gd name="T62" fmla="*/ 2147483647 w 768"/>
                  <a:gd name="T63" fmla="*/ 2147483647 h 870"/>
                  <a:gd name="T64" fmla="*/ 2147483647 w 768"/>
                  <a:gd name="T65" fmla="*/ 2147483647 h 870"/>
                  <a:gd name="T66" fmla="*/ 2147483647 w 768"/>
                  <a:gd name="T67" fmla="*/ 2147483647 h 870"/>
                  <a:gd name="T68" fmla="*/ 2147483647 w 768"/>
                  <a:gd name="T69" fmla="*/ 2147483647 h 870"/>
                  <a:gd name="T70" fmla="*/ 2147483647 w 768"/>
                  <a:gd name="T71" fmla="*/ 2147483647 h 870"/>
                  <a:gd name="T72" fmla="*/ 2147483647 w 768"/>
                  <a:gd name="T73" fmla="*/ 2147483647 h 870"/>
                  <a:gd name="T74" fmla="*/ 2147483647 w 768"/>
                  <a:gd name="T75" fmla="*/ 2147483647 h 870"/>
                  <a:gd name="T76" fmla="*/ 2147483647 w 768"/>
                  <a:gd name="T77" fmla="*/ 2147483647 h 870"/>
                  <a:gd name="T78" fmla="*/ 2147483647 w 768"/>
                  <a:gd name="T79" fmla="*/ 2147483647 h 870"/>
                  <a:gd name="T80" fmla="*/ 2147483647 w 768"/>
                  <a:gd name="T81" fmla="*/ 2147483647 h 870"/>
                  <a:gd name="T82" fmla="*/ 2147483647 w 768"/>
                  <a:gd name="T83" fmla="*/ 2147483647 h 870"/>
                  <a:gd name="T84" fmla="*/ 2147483647 w 768"/>
                  <a:gd name="T85" fmla="*/ 2147483647 h 870"/>
                  <a:gd name="T86" fmla="*/ 2147483647 w 768"/>
                  <a:gd name="T87" fmla="*/ 2147483647 h 870"/>
                  <a:gd name="T88" fmla="*/ 2147483647 w 768"/>
                  <a:gd name="T89" fmla="*/ 2147483647 h 870"/>
                  <a:gd name="T90" fmla="*/ 2147483647 w 768"/>
                  <a:gd name="T91" fmla="*/ 2147483647 h 870"/>
                  <a:gd name="T92" fmla="*/ 2147483647 w 768"/>
                  <a:gd name="T93" fmla="*/ 2147483647 h 870"/>
                  <a:gd name="T94" fmla="*/ 2147483647 w 768"/>
                  <a:gd name="T95" fmla="*/ 2147483647 h 870"/>
                  <a:gd name="T96" fmla="*/ 2147483647 w 768"/>
                  <a:gd name="T97" fmla="*/ 2147483647 h 870"/>
                  <a:gd name="T98" fmla="*/ 2147483647 w 768"/>
                  <a:gd name="T99" fmla="*/ 2147483647 h 870"/>
                  <a:gd name="T100" fmla="*/ 2147483647 w 768"/>
                  <a:gd name="T101" fmla="*/ 2147483647 h 870"/>
                  <a:gd name="T102" fmla="*/ 2147483647 w 768"/>
                  <a:gd name="T103" fmla="*/ 2147483647 h 87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768"/>
                  <a:gd name="T157" fmla="*/ 0 h 870"/>
                  <a:gd name="T158" fmla="*/ 768 w 768"/>
                  <a:gd name="T159" fmla="*/ 870 h 87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768" h="870">
                    <a:moveTo>
                      <a:pt x="762" y="744"/>
                    </a:moveTo>
                    <a:lnTo>
                      <a:pt x="750" y="744"/>
                    </a:lnTo>
                    <a:lnTo>
                      <a:pt x="744" y="738"/>
                    </a:lnTo>
                    <a:lnTo>
                      <a:pt x="732" y="732"/>
                    </a:lnTo>
                    <a:lnTo>
                      <a:pt x="720" y="720"/>
                    </a:lnTo>
                    <a:lnTo>
                      <a:pt x="720" y="708"/>
                    </a:lnTo>
                    <a:lnTo>
                      <a:pt x="714" y="690"/>
                    </a:lnTo>
                    <a:lnTo>
                      <a:pt x="714" y="654"/>
                    </a:lnTo>
                    <a:lnTo>
                      <a:pt x="690" y="612"/>
                    </a:lnTo>
                    <a:lnTo>
                      <a:pt x="702" y="564"/>
                    </a:lnTo>
                    <a:lnTo>
                      <a:pt x="684" y="540"/>
                    </a:lnTo>
                    <a:lnTo>
                      <a:pt x="690" y="528"/>
                    </a:lnTo>
                    <a:lnTo>
                      <a:pt x="696" y="522"/>
                    </a:lnTo>
                    <a:lnTo>
                      <a:pt x="708" y="498"/>
                    </a:lnTo>
                    <a:lnTo>
                      <a:pt x="708" y="480"/>
                    </a:lnTo>
                    <a:lnTo>
                      <a:pt x="702" y="474"/>
                    </a:lnTo>
                    <a:lnTo>
                      <a:pt x="690" y="468"/>
                    </a:lnTo>
                    <a:lnTo>
                      <a:pt x="672" y="456"/>
                    </a:lnTo>
                    <a:lnTo>
                      <a:pt x="660" y="450"/>
                    </a:lnTo>
                    <a:lnTo>
                      <a:pt x="654" y="438"/>
                    </a:lnTo>
                    <a:lnTo>
                      <a:pt x="654" y="426"/>
                    </a:lnTo>
                    <a:lnTo>
                      <a:pt x="660" y="414"/>
                    </a:lnTo>
                    <a:lnTo>
                      <a:pt x="666" y="396"/>
                    </a:lnTo>
                    <a:lnTo>
                      <a:pt x="666" y="384"/>
                    </a:lnTo>
                    <a:lnTo>
                      <a:pt x="672" y="366"/>
                    </a:lnTo>
                    <a:lnTo>
                      <a:pt x="678" y="354"/>
                    </a:lnTo>
                    <a:lnTo>
                      <a:pt x="678" y="330"/>
                    </a:lnTo>
                    <a:lnTo>
                      <a:pt x="684" y="318"/>
                    </a:lnTo>
                    <a:lnTo>
                      <a:pt x="684" y="300"/>
                    </a:lnTo>
                    <a:lnTo>
                      <a:pt x="570" y="192"/>
                    </a:lnTo>
                    <a:lnTo>
                      <a:pt x="576" y="186"/>
                    </a:lnTo>
                    <a:lnTo>
                      <a:pt x="582" y="186"/>
                    </a:lnTo>
                    <a:lnTo>
                      <a:pt x="588" y="180"/>
                    </a:lnTo>
                    <a:lnTo>
                      <a:pt x="588" y="174"/>
                    </a:lnTo>
                    <a:lnTo>
                      <a:pt x="576" y="162"/>
                    </a:lnTo>
                    <a:lnTo>
                      <a:pt x="324" y="6"/>
                    </a:lnTo>
                    <a:lnTo>
                      <a:pt x="312" y="6"/>
                    </a:lnTo>
                    <a:lnTo>
                      <a:pt x="312" y="18"/>
                    </a:lnTo>
                    <a:lnTo>
                      <a:pt x="318" y="24"/>
                    </a:lnTo>
                    <a:lnTo>
                      <a:pt x="318" y="36"/>
                    </a:lnTo>
                    <a:lnTo>
                      <a:pt x="294" y="48"/>
                    </a:lnTo>
                    <a:lnTo>
                      <a:pt x="276" y="66"/>
                    </a:lnTo>
                    <a:lnTo>
                      <a:pt x="264" y="84"/>
                    </a:lnTo>
                    <a:lnTo>
                      <a:pt x="264" y="90"/>
                    </a:lnTo>
                    <a:lnTo>
                      <a:pt x="270" y="96"/>
                    </a:lnTo>
                    <a:lnTo>
                      <a:pt x="294" y="96"/>
                    </a:lnTo>
                    <a:lnTo>
                      <a:pt x="306" y="90"/>
                    </a:lnTo>
                    <a:lnTo>
                      <a:pt x="312" y="90"/>
                    </a:lnTo>
                    <a:lnTo>
                      <a:pt x="306" y="96"/>
                    </a:lnTo>
                    <a:lnTo>
                      <a:pt x="294" y="102"/>
                    </a:lnTo>
                    <a:lnTo>
                      <a:pt x="276" y="120"/>
                    </a:lnTo>
                    <a:lnTo>
                      <a:pt x="270" y="120"/>
                    </a:lnTo>
                    <a:lnTo>
                      <a:pt x="264" y="114"/>
                    </a:lnTo>
                    <a:lnTo>
                      <a:pt x="252" y="108"/>
                    </a:lnTo>
                    <a:lnTo>
                      <a:pt x="246" y="108"/>
                    </a:lnTo>
                    <a:lnTo>
                      <a:pt x="234" y="120"/>
                    </a:lnTo>
                    <a:lnTo>
                      <a:pt x="234" y="138"/>
                    </a:lnTo>
                    <a:lnTo>
                      <a:pt x="246" y="150"/>
                    </a:lnTo>
                    <a:lnTo>
                      <a:pt x="216" y="150"/>
                    </a:lnTo>
                    <a:lnTo>
                      <a:pt x="216" y="138"/>
                    </a:lnTo>
                    <a:lnTo>
                      <a:pt x="222" y="132"/>
                    </a:lnTo>
                    <a:lnTo>
                      <a:pt x="222" y="126"/>
                    </a:lnTo>
                    <a:lnTo>
                      <a:pt x="228" y="114"/>
                    </a:lnTo>
                    <a:lnTo>
                      <a:pt x="210" y="120"/>
                    </a:lnTo>
                    <a:lnTo>
                      <a:pt x="192" y="102"/>
                    </a:lnTo>
                    <a:lnTo>
                      <a:pt x="186" y="102"/>
                    </a:lnTo>
                    <a:lnTo>
                      <a:pt x="174" y="114"/>
                    </a:lnTo>
                    <a:lnTo>
                      <a:pt x="174" y="132"/>
                    </a:lnTo>
                    <a:lnTo>
                      <a:pt x="168" y="138"/>
                    </a:lnTo>
                    <a:lnTo>
                      <a:pt x="162" y="138"/>
                    </a:lnTo>
                    <a:lnTo>
                      <a:pt x="156" y="132"/>
                    </a:lnTo>
                    <a:lnTo>
                      <a:pt x="156" y="48"/>
                    </a:lnTo>
                    <a:lnTo>
                      <a:pt x="162" y="36"/>
                    </a:lnTo>
                    <a:lnTo>
                      <a:pt x="162" y="24"/>
                    </a:lnTo>
                    <a:lnTo>
                      <a:pt x="168" y="12"/>
                    </a:lnTo>
                    <a:lnTo>
                      <a:pt x="168" y="6"/>
                    </a:lnTo>
                    <a:lnTo>
                      <a:pt x="78" y="0"/>
                    </a:lnTo>
                    <a:lnTo>
                      <a:pt x="72" y="24"/>
                    </a:lnTo>
                    <a:lnTo>
                      <a:pt x="78" y="30"/>
                    </a:lnTo>
                    <a:lnTo>
                      <a:pt x="84" y="42"/>
                    </a:lnTo>
                    <a:lnTo>
                      <a:pt x="90" y="48"/>
                    </a:lnTo>
                    <a:lnTo>
                      <a:pt x="90" y="66"/>
                    </a:lnTo>
                    <a:lnTo>
                      <a:pt x="96" y="72"/>
                    </a:lnTo>
                    <a:lnTo>
                      <a:pt x="96" y="96"/>
                    </a:lnTo>
                    <a:lnTo>
                      <a:pt x="78" y="114"/>
                    </a:lnTo>
                    <a:lnTo>
                      <a:pt x="66" y="114"/>
                    </a:lnTo>
                    <a:lnTo>
                      <a:pt x="66" y="126"/>
                    </a:lnTo>
                    <a:lnTo>
                      <a:pt x="60" y="138"/>
                    </a:lnTo>
                    <a:lnTo>
                      <a:pt x="60" y="156"/>
                    </a:lnTo>
                    <a:lnTo>
                      <a:pt x="66" y="156"/>
                    </a:lnTo>
                    <a:lnTo>
                      <a:pt x="72" y="162"/>
                    </a:lnTo>
                    <a:lnTo>
                      <a:pt x="90" y="162"/>
                    </a:lnTo>
                    <a:lnTo>
                      <a:pt x="90" y="180"/>
                    </a:lnTo>
                    <a:lnTo>
                      <a:pt x="78" y="186"/>
                    </a:lnTo>
                    <a:lnTo>
                      <a:pt x="84" y="198"/>
                    </a:lnTo>
                    <a:lnTo>
                      <a:pt x="72" y="198"/>
                    </a:lnTo>
                    <a:lnTo>
                      <a:pt x="54" y="216"/>
                    </a:lnTo>
                    <a:lnTo>
                      <a:pt x="48" y="228"/>
                    </a:lnTo>
                    <a:lnTo>
                      <a:pt x="48" y="246"/>
                    </a:lnTo>
                    <a:lnTo>
                      <a:pt x="42" y="258"/>
                    </a:lnTo>
                    <a:lnTo>
                      <a:pt x="30" y="270"/>
                    </a:lnTo>
                    <a:lnTo>
                      <a:pt x="6" y="282"/>
                    </a:lnTo>
                    <a:lnTo>
                      <a:pt x="0" y="294"/>
                    </a:lnTo>
                    <a:lnTo>
                      <a:pt x="6" y="306"/>
                    </a:lnTo>
                    <a:lnTo>
                      <a:pt x="18" y="318"/>
                    </a:lnTo>
                    <a:lnTo>
                      <a:pt x="18" y="330"/>
                    </a:lnTo>
                    <a:lnTo>
                      <a:pt x="12" y="342"/>
                    </a:lnTo>
                    <a:lnTo>
                      <a:pt x="12" y="348"/>
                    </a:lnTo>
                    <a:lnTo>
                      <a:pt x="18" y="354"/>
                    </a:lnTo>
                    <a:lnTo>
                      <a:pt x="18" y="366"/>
                    </a:lnTo>
                    <a:lnTo>
                      <a:pt x="24" y="378"/>
                    </a:lnTo>
                    <a:lnTo>
                      <a:pt x="24" y="396"/>
                    </a:lnTo>
                    <a:lnTo>
                      <a:pt x="18" y="402"/>
                    </a:lnTo>
                    <a:lnTo>
                      <a:pt x="18" y="432"/>
                    </a:lnTo>
                    <a:lnTo>
                      <a:pt x="30" y="444"/>
                    </a:lnTo>
                    <a:lnTo>
                      <a:pt x="36" y="444"/>
                    </a:lnTo>
                    <a:lnTo>
                      <a:pt x="48" y="450"/>
                    </a:lnTo>
                    <a:lnTo>
                      <a:pt x="72" y="474"/>
                    </a:lnTo>
                    <a:lnTo>
                      <a:pt x="78" y="486"/>
                    </a:lnTo>
                    <a:lnTo>
                      <a:pt x="78" y="546"/>
                    </a:lnTo>
                    <a:lnTo>
                      <a:pt x="84" y="558"/>
                    </a:lnTo>
                    <a:lnTo>
                      <a:pt x="114" y="594"/>
                    </a:lnTo>
                    <a:lnTo>
                      <a:pt x="114" y="600"/>
                    </a:lnTo>
                    <a:lnTo>
                      <a:pt x="108" y="612"/>
                    </a:lnTo>
                    <a:lnTo>
                      <a:pt x="108" y="618"/>
                    </a:lnTo>
                    <a:lnTo>
                      <a:pt x="126" y="618"/>
                    </a:lnTo>
                    <a:lnTo>
                      <a:pt x="138" y="612"/>
                    </a:lnTo>
                    <a:lnTo>
                      <a:pt x="138" y="630"/>
                    </a:lnTo>
                    <a:lnTo>
                      <a:pt x="144" y="636"/>
                    </a:lnTo>
                    <a:lnTo>
                      <a:pt x="162" y="636"/>
                    </a:lnTo>
                    <a:lnTo>
                      <a:pt x="180" y="654"/>
                    </a:lnTo>
                    <a:lnTo>
                      <a:pt x="192" y="654"/>
                    </a:lnTo>
                    <a:lnTo>
                      <a:pt x="204" y="648"/>
                    </a:lnTo>
                    <a:lnTo>
                      <a:pt x="204" y="666"/>
                    </a:lnTo>
                    <a:lnTo>
                      <a:pt x="222" y="666"/>
                    </a:lnTo>
                    <a:lnTo>
                      <a:pt x="240" y="678"/>
                    </a:lnTo>
                    <a:lnTo>
                      <a:pt x="264" y="678"/>
                    </a:lnTo>
                    <a:lnTo>
                      <a:pt x="270" y="696"/>
                    </a:lnTo>
                    <a:lnTo>
                      <a:pt x="300" y="696"/>
                    </a:lnTo>
                    <a:lnTo>
                      <a:pt x="300" y="690"/>
                    </a:lnTo>
                    <a:lnTo>
                      <a:pt x="312" y="678"/>
                    </a:lnTo>
                    <a:lnTo>
                      <a:pt x="318" y="684"/>
                    </a:lnTo>
                    <a:lnTo>
                      <a:pt x="330" y="690"/>
                    </a:lnTo>
                    <a:lnTo>
                      <a:pt x="336" y="702"/>
                    </a:lnTo>
                    <a:lnTo>
                      <a:pt x="348" y="714"/>
                    </a:lnTo>
                    <a:lnTo>
                      <a:pt x="348" y="774"/>
                    </a:lnTo>
                    <a:lnTo>
                      <a:pt x="354" y="774"/>
                    </a:lnTo>
                    <a:lnTo>
                      <a:pt x="360" y="780"/>
                    </a:lnTo>
                    <a:lnTo>
                      <a:pt x="360" y="792"/>
                    </a:lnTo>
                    <a:lnTo>
                      <a:pt x="354" y="798"/>
                    </a:lnTo>
                    <a:lnTo>
                      <a:pt x="354" y="804"/>
                    </a:lnTo>
                    <a:lnTo>
                      <a:pt x="348" y="810"/>
                    </a:lnTo>
                    <a:lnTo>
                      <a:pt x="348" y="816"/>
                    </a:lnTo>
                    <a:lnTo>
                      <a:pt x="366" y="834"/>
                    </a:lnTo>
                    <a:lnTo>
                      <a:pt x="378" y="840"/>
                    </a:lnTo>
                    <a:lnTo>
                      <a:pt x="372" y="858"/>
                    </a:lnTo>
                    <a:lnTo>
                      <a:pt x="408" y="858"/>
                    </a:lnTo>
                    <a:lnTo>
                      <a:pt x="414" y="852"/>
                    </a:lnTo>
                    <a:lnTo>
                      <a:pt x="420" y="852"/>
                    </a:lnTo>
                    <a:lnTo>
                      <a:pt x="432" y="840"/>
                    </a:lnTo>
                    <a:lnTo>
                      <a:pt x="444" y="840"/>
                    </a:lnTo>
                    <a:lnTo>
                      <a:pt x="456" y="846"/>
                    </a:lnTo>
                    <a:lnTo>
                      <a:pt x="462" y="858"/>
                    </a:lnTo>
                    <a:lnTo>
                      <a:pt x="474" y="864"/>
                    </a:lnTo>
                    <a:lnTo>
                      <a:pt x="480" y="870"/>
                    </a:lnTo>
                    <a:lnTo>
                      <a:pt x="492" y="870"/>
                    </a:lnTo>
                    <a:lnTo>
                      <a:pt x="510" y="852"/>
                    </a:lnTo>
                    <a:lnTo>
                      <a:pt x="516" y="852"/>
                    </a:lnTo>
                    <a:lnTo>
                      <a:pt x="522" y="858"/>
                    </a:lnTo>
                    <a:lnTo>
                      <a:pt x="534" y="864"/>
                    </a:lnTo>
                    <a:lnTo>
                      <a:pt x="552" y="864"/>
                    </a:lnTo>
                    <a:lnTo>
                      <a:pt x="564" y="852"/>
                    </a:lnTo>
                    <a:lnTo>
                      <a:pt x="576" y="846"/>
                    </a:lnTo>
                    <a:lnTo>
                      <a:pt x="582" y="834"/>
                    </a:lnTo>
                    <a:lnTo>
                      <a:pt x="588" y="828"/>
                    </a:lnTo>
                    <a:lnTo>
                      <a:pt x="612" y="828"/>
                    </a:lnTo>
                    <a:lnTo>
                      <a:pt x="618" y="834"/>
                    </a:lnTo>
                    <a:lnTo>
                      <a:pt x="618" y="840"/>
                    </a:lnTo>
                    <a:lnTo>
                      <a:pt x="630" y="840"/>
                    </a:lnTo>
                    <a:lnTo>
                      <a:pt x="642" y="834"/>
                    </a:lnTo>
                    <a:lnTo>
                      <a:pt x="654" y="822"/>
                    </a:lnTo>
                    <a:lnTo>
                      <a:pt x="660" y="822"/>
                    </a:lnTo>
                    <a:lnTo>
                      <a:pt x="690" y="816"/>
                    </a:lnTo>
                    <a:lnTo>
                      <a:pt x="768" y="762"/>
                    </a:lnTo>
                    <a:lnTo>
                      <a:pt x="762" y="744"/>
                    </a:lnTo>
                    <a:close/>
                    <a:moveTo>
                      <a:pt x="726" y="360"/>
                    </a:moveTo>
                    <a:lnTo>
                      <a:pt x="732" y="354"/>
                    </a:lnTo>
                    <a:lnTo>
                      <a:pt x="732" y="324"/>
                    </a:lnTo>
                    <a:lnTo>
                      <a:pt x="720" y="312"/>
                    </a:lnTo>
                    <a:lnTo>
                      <a:pt x="714" y="312"/>
                    </a:lnTo>
                    <a:lnTo>
                      <a:pt x="708" y="318"/>
                    </a:lnTo>
                    <a:lnTo>
                      <a:pt x="708" y="348"/>
                    </a:lnTo>
                    <a:lnTo>
                      <a:pt x="714" y="354"/>
                    </a:lnTo>
                    <a:lnTo>
                      <a:pt x="726" y="360"/>
                    </a:lnTo>
                    <a:close/>
                    <a:moveTo>
                      <a:pt x="678" y="420"/>
                    </a:moveTo>
                    <a:lnTo>
                      <a:pt x="690" y="426"/>
                    </a:lnTo>
                    <a:lnTo>
                      <a:pt x="696" y="438"/>
                    </a:lnTo>
                    <a:lnTo>
                      <a:pt x="708" y="444"/>
                    </a:lnTo>
                    <a:lnTo>
                      <a:pt x="720" y="444"/>
                    </a:lnTo>
                    <a:lnTo>
                      <a:pt x="726" y="438"/>
                    </a:lnTo>
                    <a:lnTo>
                      <a:pt x="720" y="432"/>
                    </a:lnTo>
                    <a:lnTo>
                      <a:pt x="720" y="426"/>
                    </a:lnTo>
                    <a:lnTo>
                      <a:pt x="708" y="414"/>
                    </a:lnTo>
                    <a:lnTo>
                      <a:pt x="708" y="390"/>
                    </a:lnTo>
                    <a:lnTo>
                      <a:pt x="702" y="378"/>
                    </a:lnTo>
                    <a:lnTo>
                      <a:pt x="684" y="378"/>
                    </a:lnTo>
                    <a:lnTo>
                      <a:pt x="678" y="384"/>
                    </a:lnTo>
                    <a:lnTo>
                      <a:pt x="678" y="4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5" name="Tajikistan" descr="© INSCALE GmbH, 05.05.2010&#10;http://www.presentationload.com/">
                <a:extLst>
                  <a:ext uri="{FF2B5EF4-FFF2-40B4-BE49-F238E27FC236}">
                    <a16:creationId xmlns:a16="http://schemas.microsoft.com/office/drawing/2014/main" id="{956BE801-FD7E-AED8-79FD-ECD95BBC7FDB}"/>
                  </a:ext>
                </a:extLst>
              </p:cNvPr>
              <p:cNvSpPr>
                <a:spLocks/>
              </p:cNvSpPr>
              <p:nvPr/>
            </p:nvSpPr>
            <p:spPr bwMode="gray">
              <a:xfrm>
                <a:off x="5937154" y="1967351"/>
                <a:ext cx="209015" cy="131932"/>
              </a:xfrm>
              <a:custGeom>
                <a:avLst/>
                <a:gdLst>
                  <a:gd name="T0" fmla="*/ 2147483647 w 552"/>
                  <a:gd name="T1" fmla="*/ 2147483647 h 348"/>
                  <a:gd name="T2" fmla="*/ 2147483647 w 552"/>
                  <a:gd name="T3" fmla="*/ 2147483647 h 348"/>
                  <a:gd name="T4" fmla="*/ 2147483647 w 552"/>
                  <a:gd name="T5" fmla="*/ 2147483647 h 348"/>
                  <a:gd name="T6" fmla="*/ 2147483647 w 552"/>
                  <a:gd name="T7" fmla="*/ 2147483647 h 348"/>
                  <a:gd name="T8" fmla="*/ 2147483647 w 552"/>
                  <a:gd name="T9" fmla="*/ 2147483647 h 348"/>
                  <a:gd name="T10" fmla="*/ 2147483647 w 552"/>
                  <a:gd name="T11" fmla="*/ 2147483647 h 348"/>
                  <a:gd name="T12" fmla="*/ 2147483647 w 552"/>
                  <a:gd name="T13" fmla="*/ 2147483647 h 348"/>
                  <a:gd name="T14" fmla="*/ 2147483647 w 552"/>
                  <a:gd name="T15" fmla="*/ 2147483647 h 348"/>
                  <a:gd name="T16" fmla="*/ 2147483647 w 552"/>
                  <a:gd name="T17" fmla="*/ 2147483647 h 348"/>
                  <a:gd name="T18" fmla="*/ 2147483647 w 552"/>
                  <a:gd name="T19" fmla="*/ 2147483647 h 348"/>
                  <a:gd name="T20" fmla="*/ 2147483647 w 552"/>
                  <a:gd name="T21" fmla="*/ 2147483647 h 348"/>
                  <a:gd name="T22" fmla="*/ 2147483647 w 552"/>
                  <a:gd name="T23" fmla="*/ 2147483647 h 348"/>
                  <a:gd name="T24" fmla="*/ 2147483647 w 552"/>
                  <a:gd name="T25" fmla="*/ 2147483647 h 348"/>
                  <a:gd name="T26" fmla="*/ 2147483647 w 552"/>
                  <a:gd name="T27" fmla="*/ 2147483647 h 348"/>
                  <a:gd name="T28" fmla="*/ 2147483647 w 552"/>
                  <a:gd name="T29" fmla="*/ 2147483647 h 348"/>
                  <a:gd name="T30" fmla="*/ 2147483647 w 552"/>
                  <a:gd name="T31" fmla="*/ 2147483647 h 348"/>
                  <a:gd name="T32" fmla="*/ 2147483647 w 552"/>
                  <a:gd name="T33" fmla="*/ 2147483647 h 348"/>
                  <a:gd name="T34" fmla="*/ 2147483647 w 552"/>
                  <a:gd name="T35" fmla="*/ 2147483647 h 348"/>
                  <a:gd name="T36" fmla="*/ 2147483647 w 552"/>
                  <a:gd name="T37" fmla="*/ 2147483647 h 348"/>
                  <a:gd name="T38" fmla="*/ 2147483647 w 552"/>
                  <a:gd name="T39" fmla="*/ 0 h 348"/>
                  <a:gd name="T40" fmla="*/ 2147483647 w 552"/>
                  <a:gd name="T41" fmla="*/ 2147483647 h 348"/>
                  <a:gd name="T42" fmla="*/ 2147483647 w 552"/>
                  <a:gd name="T43" fmla="*/ 2147483647 h 348"/>
                  <a:gd name="T44" fmla="*/ 2147483647 w 552"/>
                  <a:gd name="T45" fmla="*/ 2147483647 h 348"/>
                  <a:gd name="T46" fmla="*/ 2147483647 w 552"/>
                  <a:gd name="T47" fmla="*/ 2147483647 h 348"/>
                  <a:gd name="T48" fmla="*/ 2147483647 w 552"/>
                  <a:gd name="T49" fmla="*/ 2147483647 h 348"/>
                  <a:gd name="T50" fmla="*/ 2147483647 w 552"/>
                  <a:gd name="T51" fmla="*/ 2147483647 h 348"/>
                  <a:gd name="T52" fmla="*/ 2147483647 w 552"/>
                  <a:gd name="T53" fmla="*/ 2147483647 h 348"/>
                  <a:gd name="T54" fmla="*/ 2147483647 w 552"/>
                  <a:gd name="T55" fmla="*/ 2147483647 h 348"/>
                  <a:gd name="T56" fmla="*/ 2147483647 w 552"/>
                  <a:gd name="T57" fmla="*/ 2147483647 h 348"/>
                  <a:gd name="T58" fmla="*/ 2147483647 w 552"/>
                  <a:gd name="T59" fmla="*/ 2147483647 h 348"/>
                  <a:gd name="T60" fmla="*/ 2147483647 w 552"/>
                  <a:gd name="T61" fmla="*/ 2147483647 h 348"/>
                  <a:gd name="T62" fmla="*/ 2147483647 w 552"/>
                  <a:gd name="T63" fmla="*/ 2147483647 h 348"/>
                  <a:gd name="T64" fmla="*/ 2147483647 w 552"/>
                  <a:gd name="T65" fmla="*/ 2147483647 h 348"/>
                  <a:gd name="T66" fmla="*/ 2147483647 w 552"/>
                  <a:gd name="T67" fmla="*/ 2147483647 h 348"/>
                  <a:gd name="T68" fmla="*/ 2147483647 w 552"/>
                  <a:gd name="T69" fmla="*/ 2147483647 h 348"/>
                  <a:gd name="T70" fmla="*/ 2147483647 w 552"/>
                  <a:gd name="T71" fmla="*/ 2147483647 h 348"/>
                  <a:gd name="T72" fmla="*/ 2147483647 w 552"/>
                  <a:gd name="T73" fmla="*/ 2147483647 h 348"/>
                  <a:gd name="T74" fmla="*/ 2147483647 w 552"/>
                  <a:gd name="T75" fmla="*/ 2147483647 h 348"/>
                  <a:gd name="T76" fmla="*/ 2147483647 w 552"/>
                  <a:gd name="T77" fmla="*/ 2147483647 h 348"/>
                  <a:gd name="T78" fmla="*/ 2147483647 w 552"/>
                  <a:gd name="T79" fmla="*/ 2147483647 h 348"/>
                  <a:gd name="T80" fmla="*/ 2147483647 w 552"/>
                  <a:gd name="T81" fmla="*/ 2147483647 h 348"/>
                  <a:gd name="T82" fmla="*/ 2147483647 w 552"/>
                  <a:gd name="T83" fmla="*/ 2147483647 h 348"/>
                  <a:gd name="T84" fmla="*/ 2147483647 w 552"/>
                  <a:gd name="T85" fmla="*/ 2147483647 h 348"/>
                  <a:gd name="T86" fmla="*/ 2147483647 w 552"/>
                  <a:gd name="T87" fmla="*/ 2147483647 h 348"/>
                  <a:gd name="T88" fmla="*/ 2147483647 w 552"/>
                  <a:gd name="T89" fmla="*/ 2147483647 h 348"/>
                  <a:gd name="T90" fmla="*/ 2147483647 w 552"/>
                  <a:gd name="T91" fmla="*/ 2147483647 h 348"/>
                  <a:gd name="T92" fmla="*/ 2147483647 w 552"/>
                  <a:gd name="T93" fmla="*/ 2147483647 h 348"/>
                  <a:gd name="T94" fmla="*/ 2147483647 w 552"/>
                  <a:gd name="T95" fmla="*/ 2147483647 h 348"/>
                  <a:gd name="T96" fmla="*/ 2147483647 w 552"/>
                  <a:gd name="T97" fmla="*/ 2147483647 h 348"/>
                  <a:gd name="T98" fmla="*/ 2147483647 w 552"/>
                  <a:gd name="T99" fmla="*/ 2147483647 h 34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552"/>
                  <a:gd name="T151" fmla="*/ 0 h 348"/>
                  <a:gd name="T152" fmla="*/ 552 w 552"/>
                  <a:gd name="T153" fmla="*/ 348 h 34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552" h="348">
                    <a:moveTo>
                      <a:pt x="528" y="270"/>
                    </a:moveTo>
                    <a:lnTo>
                      <a:pt x="516" y="246"/>
                    </a:lnTo>
                    <a:lnTo>
                      <a:pt x="516" y="204"/>
                    </a:lnTo>
                    <a:lnTo>
                      <a:pt x="510" y="198"/>
                    </a:lnTo>
                    <a:lnTo>
                      <a:pt x="498" y="192"/>
                    </a:lnTo>
                    <a:lnTo>
                      <a:pt x="492" y="192"/>
                    </a:lnTo>
                    <a:lnTo>
                      <a:pt x="480" y="186"/>
                    </a:lnTo>
                    <a:lnTo>
                      <a:pt x="456" y="186"/>
                    </a:lnTo>
                    <a:lnTo>
                      <a:pt x="450" y="192"/>
                    </a:lnTo>
                    <a:lnTo>
                      <a:pt x="438" y="192"/>
                    </a:lnTo>
                    <a:lnTo>
                      <a:pt x="426" y="180"/>
                    </a:lnTo>
                    <a:lnTo>
                      <a:pt x="426" y="168"/>
                    </a:lnTo>
                    <a:lnTo>
                      <a:pt x="432" y="156"/>
                    </a:lnTo>
                    <a:lnTo>
                      <a:pt x="432" y="144"/>
                    </a:lnTo>
                    <a:lnTo>
                      <a:pt x="414" y="144"/>
                    </a:lnTo>
                    <a:lnTo>
                      <a:pt x="414" y="120"/>
                    </a:lnTo>
                    <a:lnTo>
                      <a:pt x="396" y="114"/>
                    </a:lnTo>
                    <a:lnTo>
                      <a:pt x="384" y="126"/>
                    </a:lnTo>
                    <a:lnTo>
                      <a:pt x="342" y="126"/>
                    </a:lnTo>
                    <a:lnTo>
                      <a:pt x="336" y="132"/>
                    </a:lnTo>
                    <a:lnTo>
                      <a:pt x="324" y="138"/>
                    </a:lnTo>
                    <a:lnTo>
                      <a:pt x="312" y="138"/>
                    </a:lnTo>
                    <a:lnTo>
                      <a:pt x="312" y="132"/>
                    </a:lnTo>
                    <a:lnTo>
                      <a:pt x="306" y="132"/>
                    </a:lnTo>
                    <a:lnTo>
                      <a:pt x="294" y="138"/>
                    </a:lnTo>
                    <a:lnTo>
                      <a:pt x="264" y="108"/>
                    </a:lnTo>
                    <a:lnTo>
                      <a:pt x="258" y="114"/>
                    </a:lnTo>
                    <a:lnTo>
                      <a:pt x="246" y="120"/>
                    </a:lnTo>
                    <a:lnTo>
                      <a:pt x="240" y="126"/>
                    </a:lnTo>
                    <a:lnTo>
                      <a:pt x="222" y="126"/>
                    </a:lnTo>
                    <a:lnTo>
                      <a:pt x="210" y="114"/>
                    </a:lnTo>
                    <a:lnTo>
                      <a:pt x="186" y="114"/>
                    </a:lnTo>
                    <a:lnTo>
                      <a:pt x="174" y="108"/>
                    </a:lnTo>
                    <a:lnTo>
                      <a:pt x="156" y="108"/>
                    </a:lnTo>
                    <a:lnTo>
                      <a:pt x="150" y="114"/>
                    </a:lnTo>
                    <a:lnTo>
                      <a:pt x="138" y="114"/>
                    </a:lnTo>
                    <a:lnTo>
                      <a:pt x="126" y="120"/>
                    </a:lnTo>
                    <a:lnTo>
                      <a:pt x="120" y="114"/>
                    </a:lnTo>
                    <a:lnTo>
                      <a:pt x="120" y="108"/>
                    </a:lnTo>
                    <a:lnTo>
                      <a:pt x="114" y="102"/>
                    </a:lnTo>
                    <a:lnTo>
                      <a:pt x="114" y="90"/>
                    </a:lnTo>
                    <a:lnTo>
                      <a:pt x="126" y="84"/>
                    </a:lnTo>
                    <a:lnTo>
                      <a:pt x="132" y="78"/>
                    </a:lnTo>
                    <a:lnTo>
                      <a:pt x="132" y="66"/>
                    </a:lnTo>
                    <a:lnTo>
                      <a:pt x="138" y="60"/>
                    </a:lnTo>
                    <a:lnTo>
                      <a:pt x="150" y="60"/>
                    </a:lnTo>
                    <a:lnTo>
                      <a:pt x="186" y="72"/>
                    </a:lnTo>
                    <a:lnTo>
                      <a:pt x="198" y="78"/>
                    </a:lnTo>
                    <a:lnTo>
                      <a:pt x="204" y="78"/>
                    </a:lnTo>
                    <a:lnTo>
                      <a:pt x="210" y="72"/>
                    </a:lnTo>
                    <a:lnTo>
                      <a:pt x="210" y="66"/>
                    </a:lnTo>
                    <a:lnTo>
                      <a:pt x="204" y="60"/>
                    </a:lnTo>
                    <a:lnTo>
                      <a:pt x="198" y="60"/>
                    </a:lnTo>
                    <a:lnTo>
                      <a:pt x="186" y="54"/>
                    </a:lnTo>
                    <a:lnTo>
                      <a:pt x="180" y="48"/>
                    </a:lnTo>
                    <a:lnTo>
                      <a:pt x="174" y="48"/>
                    </a:lnTo>
                    <a:lnTo>
                      <a:pt x="198" y="12"/>
                    </a:lnTo>
                    <a:lnTo>
                      <a:pt x="192" y="6"/>
                    </a:lnTo>
                    <a:lnTo>
                      <a:pt x="180" y="0"/>
                    </a:lnTo>
                    <a:lnTo>
                      <a:pt x="162" y="0"/>
                    </a:lnTo>
                    <a:lnTo>
                      <a:pt x="156" y="12"/>
                    </a:lnTo>
                    <a:lnTo>
                      <a:pt x="144" y="18"/>
                    </a:lnTo>
                    <a:lnTo>
                      <a:pt x="138" y="30"/>
                    </a:lnTo>
                    <a:lnTo>
                      <a:pt x="132" y="30"/>
                    </a:lnTo>
                    <a:lnTo>
                      <a:pt x="114" y="12"/>
                    </a:lnTo>
                    <a:lnTo>
                      <a:pt x="102" y="12"/>
                    </a:lnTo>
                    <a:lnTo>
                      <a:pt x="102" y="24"/>
                    </a:lnTo>
                    <a:lnTo>
                      <a:pt x="96" y="30"/>
                    </a:lnTo>
                    <a:lnTo>
                      <a:pt x="96" y="42"/>
                    </a:lnTo>
                    <a:lnTo>
                      <a:pt x="108" y="54"/>
                    </a:lnTo>
                    <a:lnTo>
                      <a:pt x="108" y="60"/>
                    </a:lnTo>
                    <a:lnTo>
                      <a:pt x="66" y="60"/>
                    </a:lnTo>
                    <a:lnTo>
                      <a:pt x="90" y="84"/>
                    </a:lnTo>
                    <a:lnTo>
                      <a:pt x="72" y="96"/>
                    </a:lnTo>
                    <a:lnTo>
                      <a:pt x="78" y="96"/>
                    </a:lnTo>
                    <a:lnTo>
                      <a:pt x="78" y="108"/>
                    </a:lnTo>
                    <a:lnTo>
                      <a:pt x="54" y="120"/>
                    </a:lnTo>
                    <a:lnTo>
                      <a:pt x="6" y="120"/>
                    </a:lnTo>
                    <a:lnTo>
                      <a:pt x="0" y="126"/>
                    </a:lnTo>
                    <a:lnTo>
                      <a:pt x="0" y="144"/>
                    </a:lnTo>
                    <a:lnTo>
                      <a:pt x="18" y="144"/>
                    </a:lnTo>
                    <a:lnTo>
                      <a:pt x="30" y="156"/>
                    </a:lnTo>
                    <a:lnTo>
                      <a:pt x="36" y="156"/>
                    </a:lnTo>
                    <a:lnTo>
                      <a:pt x="42" y="162"/>
                    </a:lnTo>
                    <a:lnTo>
                      <a:pt x="54" y="162"/>
                    </a:lnTo>
                    <a:lnTo>
                      <a:pt x="66" y="174"/>
                    </a:lnTo>
                    <a:lnTo>
                      <a:pt x="66" y="180"/>
                    </a:lnTo>
                    <a:lnTo>
                      <a:pt x="60" y="186"/>
                    </a:lnTo>
                    <a:lnTo>
                      <a:pt x="60" y="204"/>
                    </a:lnTo>
                    <a:lnTo>
                      <a:pt x="66" y="210"/>
                    </a:lnTo>
                    <a:lnTo>
                      <a:pt x="78" y="216"/>
                    </a:lnTo>
                    <a:lnTo>
                      <a:pt x="90" y="228"/>
                    </a:lnTo>
                    <a:lnTo>
                      <a:pt x="90" y="246"/>
                    </a:lnTo>
                    <a:lnTo>
                      <a:pt x="84" y="258"/>
                    </a:lnTo>
                    <a:lnTo>
                      <a:pt x="72" y="264"/>
                    </a:lnTo>
                    <a:lnTo>
                      <a:pt x="66" y="276"/>
                    </a:lnTo>
                    <a:lnTo>
                      <a:pt x="60" y="282"/>
                    </a:lnTo>
                    <a:lnTo>
                      <a:pt x="60" y="306"/>
                    </a:lnTo>
                    <a:lnTo>
                      <a:pt x="66" y="312"/>
                    </a:lnTo>
                    <a:lnTo>
                      <a:pt x="78" y="318"/>
                    </a:lnTo>
                    <a:lnTo>
                      <a:pt x="84" y="324"/>
                    </a:lnTo>
                    <a:lnTo>
                      <a:pt x="90" y="324"/>
                    </a:lnTo>
                    <a:lnTo>
                      <a:pt x="108" y="306"/>
                    </a:lnTo>
                    <a:lnTo>
                      <a:pt x="120" y="300"/>
                    </a:lnTo>
                    <a:lnTo>
                      <a:pt x="126" y="294"/>
                    </a:lnTo>
                    <a:lnTo>
                      <a:pt x="138" y="294"/>
                    </a:lnTo>
                    <a:lnTo>
                      <a:pt x="144" y="300"/>
                    </a:lnTo>
                    <a:lnTo>
                      <a:pt x="150" y="312"/>
                    </a:lnTo>
                    <a:lnTo>
                      <a:pt x="156" y="318"/>
                    </a:lnTo>
                    <a:lnTo>
                      <a:pt x="162" y="318"/>
                    </a:lnTo>
                    <a:lnTo>
                      <a:pt x="162" y="288"/>
                    </a:lnTo>
                    <a:lnTo>
                      <a:pt x="174" y="276"/>
                    </a:lnTo>
                    <a:lnTo>
                      <a:pt x="186" y="270"/>
                    </a:lnTo>
                    <a:lnTo>
                      <a:pt x="204" y="270"/>
                    </a:lnTo>
                    <a:lnTo>
                      <a:pt x="216" y="282"/>
                    </a:lnTo>
                    <a:lnTo>
                      <a:pt x="222" y="258"/>
                    </a:lnTo>
                    <a:lnTo>
                      <a:pt x="216" y="258"/>
                    </a:lnTo>
                    <a:lnTo>
                      <a:pt x="210" y="252"/>
                    </a:lnTo>
                    <a:lnTo>
                      <a:pt x="210" y="246"/>
                    </a:lnTo>
                    <a:lnTo>
                      <a:pt x="222" y="234"/>
                    </a:lnTo>
                    <a:lnTo>
                      <a:pt x="228" y="234"/>
                    </a:lnTo>
                    <a:lnTo>
                      <a:pt x="234" y="228"/>
                    </a:lnTo>
                    <a:lnTo>
                      <a:pt x="234" y="204"/>
                    </a:lnTo>
                    <a:lnTo>
                      <a:pt x="240" y="198"/>
                    </a:lnTo>
                    <a:lnTo>
                      <a:pt x="258" y="198"/>
                    </a:lnTo>
                    <a:lnTo>
                      <a:pt x="276" y="216"/>
                    </a:lnTo>
                    <a:lnTo>
                      <a:pt x="276" y="246"/>
                    </a:lnTo>
                    <a:lnTo>
                      <a:pt x="294" y="246"/>
                    </a:lnTo>
                    <a:lnTo>
                      <a:pt x="306" y="312"/>
                    </a:lnTo>
                    <a:lnTo>
                      <a:pt x="306" y="318"/>
                    </a:lnTo>
                    <a:lnTo>
                      <a:pt x="336" y="348"/>
                    </a:lnTo>
                    <a:lnTo>
                      <a:pt x="342" y="348"/>
                    </a:lnTo>
                    <a:lnTo>
                      <a:pt x="348" y="342"/>
                    </a:lnTo>
                    <a:lnTo>
                      <a:pt x="360" y="336"/>
                    </a:lnTo>
                    <a:lnTo>
                      <a:pt x="366" y="324"/>
                    </a:lnTo>
                    <a:lnTo>
                      <a:pt x="372" y="318"/>
                    </a:lnTo>
                    <a:lnTo>
                      <a:pt x="390" y="318"/>
                    </a:lnTo>
                    <a:lnTo>
                      <a:pt x="396" y="312"/>
                    </a:lnTo>
                    <a:lnTo>
                      <a:pt x="402" y="300"/>
                    </a:lnTo>
                    <a:lnTo>
                      <a:pt x="408" y="294"/>
                    </a:lnTo>
                    <a:lnTo>
                      <a:pt x="432" y="282"/>
                    </a:lnTo>
                    <a:lnTo>
                      <a:pt x="456" y="282"/>
                    </a:lnTo>
                    <a:lnTo>
                      <a:pt x="456" y="300"/>
                    </a:lnTo>
                    <a:lnTo>
                      <a:pt x="492" y="288"/>
                    </a:lnTo>
                    <a:lnTo>
                      <a:pt x="516" y="288"/>
                    </a:lnTo>
                    <a:lnTo>
                      <a:pt x="522" y="294"/>
                    </a:lnTo>
                    <a:lnTo>
                      <a:pt x="546" y="294"/>
                    </a:lnTo>
                    <a:lnTo>
                      <a:pt x="552" y="288"/>
                    </a:lnTo>
                    <a:lnTo>
                      <a:pt x="540" y="276"/>
                    </a:lnTo>
                    <a:lnTo>
                      <a:pt x="534" y="276"/>
                    </a:lnTo>
                    <a:lnTo>
                      <a:pt x="528" y="27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6" name="Taiwan" descr="© INSCALE GmbH, 05.05.2010&#10;http://www.presentationload.com/">
                <a:extLst>
                  <a:ext uri="{FF2B5EF4-FFF2-40B4-BE49-F238E27FC236}">
                    <a16:creationId xmlns:a16="http://schemas.microsoft.com/office/drawing/2014/main" id="{CEFD9149-6220-0CF2-E34F-BA14F6C472DE}"/>
                  </a:ext>
                </a:extLst>
              </p:cNvPr>
              <p:cNvSpPr>
                <a:spLocks/>
              </p:cNvSpPr>
              <p:nvPr/>
            </p:nvSpPr>
            <p:spPr bwMode="gray">
              <a:xfrm>
                <a:off x="7401738" y="2444677"/>
                <a:ext cx="45954" cy="102284"/>
              </a:xfrm>
              <a:custGeom>
                <a:avLst/>
                <a:gdLst>
                  <a:gd name="T0" fmla="*/ 2147483647 w 120"/>
                  <a:gd name="T1" fmla="*/ 2147483647 h 270"/>
                  <a:gd name="T2" fmla="*/ 2147483647 w 120"/>
                  <a:gd name="T3" fmla="*/ 2147483647 h 270"/>
                  <a:gd name="T4" fmla="*/ 2147483647 w 120"/>
                  <a:gd name="T5" fmla="*/ 2147483647 h 270"/>
                  <a:gd name="T6" fmla="*/ 2147483647 w 120"/>
                  <a:gd name="T7" fmla="*/ 2147483647 h 270"/>
                  <a:gd name="T8" fmla="*/ 2147483647 w 120"/>
                  <a:gd name="T9" fmla="*/ 2147483647 h 270"/>
                  <a:gd name="T10" fmla="*/ 2147483647 w 120"/>
                  <a:gd name="T11" fmla="*/ 2147483647 h 270"/>
                  <a:gd name="T12" fmla="*/ 2147483647 w 120"/>
                  <a:gd name="T13" fmla="*/ 2147483647 h 270"/>
                  <a:gd name="T14" fmla="*/ 2147483647 w 120"/>
                  <a:gd name="T15" fmla="*/ 2147483647 h 270"/>
                  <a:gd name="T16" fmla="*/ 2147483647 w 120"/>
                  <a:gd name="T17" fmla="*/ 2147483647 h 270"/>
                  <a:gd name="T18" fmla="*/ 2147483647 w 120"/>
                  <a:gd name="T19" fmla="*/ 2147483647 h 270"/>
                  <a:gd name="T20" fmla="*/ 2147483647 w 120"/>
                  <a:gd name="T21" fmla="*/ 0 h 270"/>
                  <a:gd name="T22" fmla="*/ 2147483647 w 120"/>
                  <a:gd name="T23" fmla="*/ 2147483647 h 270"/>
                  <a:gd name="T24" fmla="*/ 2147483647 w 120"/>
                  <a:gd name="T25" fmla="*/ 2147483647 h 270"/>
                  <a:gd name="T26" fmla="*/ 2147483647 w 120"/>
                  <a:gd name="T27" fmla="*/ 2147483647 h 270"/>
                  <a:gd name="T28" fmla="*/ 2147483647 w 120"/>
                  <a:gd name="T29" fmla="*/ 2147483647 h 270"/>
                  <a:gd name="T30" fmla="*/ 0 w 120"/>
                  <a:gd name="T31" fmla="*/ 2147483647 h 270"/>
                  <a:gd name="T32" fmla="*/ 0 w 120"/>
                  <a:gd name="T33" fmla="*/ 2147483647 h 270"/>
                  <a:gd name="T34" fmla="*/ 2147483647 w 120"/>
                  <a:gd name="T35" fmla="*/ 2147483647 h 270"/>
                  <a:gd name="T36" fmla="*/ 2147483647 w 120"/>
                  <a:gd name="T37" fmla="*/ 2147483647 h 270"/>
                  <a:gd name="T38" fmla="*/ 2147483647 w 120"/>
                  <a:gd name="T39" fmla="*/ 2147483647 h 270"/>
                  <a:gd name="T40" fmla="*/ 2147483647 w 120"/>
                  <a:gd name="T41" fmla="*/ 2147483647 h 270"/>
                  <a:gd name="T42" fmla="*/ 2147483647 w 120"/>
                  <a:gd name="T43" fmla="*/ 2147483647 h 270"/>
                  <a:gd name="T44" fmla="*/ 2147483647 w 120"/>
                  <a:gd name="T45" fmla="*/ 2147483647 h 270"/>
                  <a:gd name="T46" fmla="*/ 2147483647 w 120"/>
                  <a:gd name="T47" fmla="*/ 2147483647 h 270"/>
                  <a:gd name="T48" fmla="*/ 2147483647 w 120"/>
                  <a:gd name="T49" fmla="*/ 2147483647 h 270"/>
                  <a:gd name="T50" fmla="*/ 2147483647 w 120"/>
                  <a:gd name="T51" fmla="*/ 2147483647 h 27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20"/>
                  <a:gd name="T79" fmla="*/ 0 h 270"/>
                  <a:gd name="T80" fmla="*/ 120 w 120"/>
                  <a:gd name="T81" fmla="*/ 270 h 27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20" h="270">
                    <a:moveTo>
                      <a:pt x="84" y="270"/>
                    </a:moveTo>
                    <a:lnTo>
                      <a:pt x="84" y="222"/>
                    </a:lnTo>
                    <a:lnTo>
                      <a:pt x="90" y="216"/>
                    </a:lnTo>
                    <a:lnTo>
                      <a:pt x="102" y="192"/>
                    </a:lnTo>
                    <a:lnTo>
                      <a:pt x="102" y="102"/>
                    </a:lnTo>
                    <a:lnTo>
                      <a:pt x="108" y="96"/>
                    </a:lnTo>
                    <a:lnTo>
                      <a:pt x="114" y="84"/>
                    </a:lnTo>
                    <a:lnTo>
                      <a:pt x="114" y="54"/>
                    </a:lnTo>
                    <a:lnTo>
                      <a:pt x="120" y="36"/>
                    </a:lnTo>
                    <a:lnTo>
                      <a:pt x="120" y="24"/>
                    </a:lnTo>
                    <a:lnTo>
                      <a:pt x="72" y="0"/>
                    </a:lnTo>
                    <a:lnTo>
                      <a:pt x="48" y="30"/>
                    </a:lnTo>
                    <a:lnTo>
                      <a:pt x="42" y="42"/>
                    </a:lnTo>
                    <a:lnTo>
                      <a:pt x="30" y="78"/>
                    </a:lnTo>
                    <a:lnTo>
                      <a:pt x="12" y="114"/>
                    </a:lnTo>
                    <a:lnTo>
                      <a:pt x="0" y="150"/>
                    </a:lnTo>
                    <a:lnTo>
                      <a:pt x="0" y="168"/>
                    </a:lnTo>
                    <a:lnTo>
                      <a:pt x="6" y="180"/>
                    </a:lnTo>
                    <a:lnTo>
                      <a:pt x="18" y="192"/>
                    </a:lnTo>
                    <a:lnTo>
                      <a:pt x="24" y="204"/>
                    </a:lnTo>
                    <a:lnTo>
                      <a:pt x="36" y="210"/>
                    </a:lnTo>
                    <a:lnTo>
                      <a:pt x="42" y="222"/>
                    </a:lnTo>
                    <a:lnTo>
                      <a:pt x="42" y="228"/>
                    </a:lnTo>
                    <a:lnTo>
                      <a:pt x="48" y="234"/>
                    </a:lnTo>
                    <a:lnTo>
                      <a:pt x="60" y="258"/>
                    </a:lnTo>
                    <a:lnTo>
                      <a:pt x="84" y="27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7" name="Syria" descr="© INSCALE GmbH, 05.05.2010&#10;http://www.presentationload.com/">
                <a:extLst>
                  <a:ext uri="{FF2B5EF4-FFF2-40B4-BE49-F238E27FC236}">
                    <a16:creationId xmlns:a16="http://schemas.microsoft.com/office/drawing/2014/main" id="{456DD80D-01DD-7042-D860-1D84F6E89D3A}"/>
                  </a:ext>
                </a:extLst>
              </p:cNvPr>
              <p:cNvSpPr>
                <a:spLocks/>
              </p:cNvSpPr>
              <p:nvPr/>
            </p:nvSpPr>
            <p:spPr bwMode="gray">
              <a:xfrm>
                <a:off x="5152979" y="2075565"/>
                <a:ext cx="170473" cy="157133"/>
              </a:xfrm>
              <a:custGeom>
                <a:avLst/>
                <a:gdLst>
                  <a:gd name="T0" fmla="*/ 2147483647 w 450"/>
                  <a:gd name="T1" fmla="*/ 2147483647 h 414"/>
                  <a:gd name="T2" fmla="*/ 2147483647 w 450"/>
                  <a:gd name="T3" fmla="*/ 2147483647 h 414"/>
                  <a:gd name="T4" fmla="*/ 2147483647 w 450"/>
                  <a:gd name="T5" fmla="*/ 2147483647 h 414"/>
                  <a:gd name="T6" fmla="*/ 2147483647 w 450"/>
                  <a:gd name="T7" fmla="*/ 0 h 414"/>
                  <a:gd name="T8" fmla="*/ 2147483647 w 450"/>
                  <a:gd name="T9" fmla="*/ 2147483647 h 414"/>
                  <a:gd name="T10" fmla="*/ 2147483647 w 450"/>
                  <a:gd name="T11" fmla="*/ 2147483647 h 414"/>
                  <a:gd name="T12" fmla="*/ 2147483647 w 450"/>
                  <a:gd name="T13" fmla="*/ 2147483647 h 414"/>
                  <a:gd name="T14" fmla="*/ 2147483647 w 450"/>
                  <a:gd name="T15" fmla="*/ 2147483647 h 414"/>
                  <a:gd name="T16" fmla="*/ 2147483647 w 450"/>
                  <a:gd name="T17" fmla="*/ 2147483647 h 414"/>
                  <a:gd name="T18" fmla="*/ 2147483647 w 450"/>
                  <a:gd name="T19" fmla="*/ 2147483647 h 414"/>
                  <a:gd name="T20" fmla="*/ 2147483647 w 450"/>
                  <a:gd name="T21" fmla="*/ 2147483647 h 414"/>
                  <a:gd name="T22" fmla="*/ 2147483647 w 450"/>
                  <a:gd name="T23" fmla="*/ 2147483647 h 414"/>
                  <a:gd name="T24" fmla="*/ 2147483647 w 450"/>
                  <a:gd name="T25" fmla="*/ 2147483647 h 414"/>
                  <a:gd name="T26" fmla="*/ 2147483647 w 450"/>
                  <a:gd name="T27" fmla="*/ 2147483647 h 414"/>
                  <a:gd name="T28" fmla="*/ 2147483647 w 450"/>
                  <a:gd name="T29" fmla="*/ 2147483647 h 414"/>
                  <a:gd name="T30" fmla="*/ 2147483647 w 450"/>
                  <a:gd name="T31" fmla="*/ 2147483647 h 414"/>
                  <a:gd name="T32" fmla="*/ 2147483647 w 450"/>
                  <a:gd name="T33" fmla="*/ 2147483647 h 414"/>
                  <a:gd name="T34" fmla="*/ 2147483647 w 450"/>
                  <a:gd name="T35" fmla="*/ 2147483647 h 414"/>
                  <a:gd name="T36" fmla="*/ 2147483647 w 450"/>
                  <a:gd name="T37" fmla="*/ 2147483647 h 414"/>
                  <a:gd name="T38" fmla="*/ 2147483647 w 450"/>
                  <a:gd name="T39" fmla="*/ 2147483647 h 414"/>
                  <a:gd name="T40" fmla="*/ 2147483647 w 450"/>
                  <a:gd name="T41" fmla="*/ 2147483647 h 414"/>
                  <a:gd name="T42" fmla="*/ 2147483647 w 450"/>
                  <a:gd name="T43" fmla="*/ 2147483647 h 414"/>
                  <a:gd name="T44" fmla="*/ 2147483647 w 450"/>
                  <a:gd name="T45" fmla="*/ 2147483647 h 414"/>
                  <a:gd name="T46" fmla="*/ 2147483647 w 450"/>
                  <a:gd name="T47" fmla="*/ 2147483647 h 414"/>
                  <a:gd name="T48" fmla="*/ 2147483647 w 450"/>
                  <a:gd name="T49" fmla="*/ 2147483647 h 414"/>
                  <a:gd name="T50" fmla="*/ 2147483647 w 450"/>
                  <a:gd name="T51" fmla="*/ 2147483647 h 414"/>
                  <a:gd name="T52" fmla="*/ 2147483647 w 450"/>
                  <a:gd name="T53" fmla="*/ 2147483647 h 414"/>
                  <a:gd name="T54" fmla="*/ 2147483647 w 450"/>
                  <a:gd name="T55" fmla="*/ 2147483647 h 414"/>
                  <a:gd name="T56" fmla="*/ 2147483647 w 450"/>
                  <a:gd name="T57" fmla="*/ 2147483647 h 414"/>
                  <a:gd name="T58" fmla="*/ 2147483647 w 450"/>
                  <a:gd name="T59" fmla="*/ 2147483647 h 414"/>
                  <a:gd name="T60" fmla="*/ 2147483647 w 450"/>
                  <a:gd name="T61" fmla="*/ 2147483647 h 414"/>
                  <a:gd name="T62" fmla="*/ 2147483647 w 450"/>
                  <a:gd name="T63" fmla="*/ 2147483647 h 414"/>
                  <a:gd name="T64" fmla="*/ 2147483647 w 450"/>
                  <a:gd name="T65" fmla="*/ 2147483647 h 414"/>
                  <a:gd name="T66" fmla="*/ 2147483647 w 450"/>
                  <a:gd name="T67" fmla="*/ 2147483647 h 414"/>
                  <a:gd name="T68" fmla="*/ 2147483647 w 450"/>
                  <a:gd name="T69" fmla="*/ 2147483647 h 414"/>
                  <a:gd name="T70" fmla="*/ 2147483647 w 450"/>
                  <a:gd name="T71" fmla="*/ 2147483647 h 414"/>
                  <a:gd name="T72" fmla="*/ 2147483647 w 450"/>
                  <a:gd name="T73" fmla="*/ 2147483647 h 414"/>
                  <a:gd name="T74" fmla="*/ 2147483647 w 450"/>
                  <a:gd name="T75" fmla="*/ 2147483647 h 414"/>
                  <a:gd name="T76" fmla="*/ 2147483647 w 450"/>
                  <a:gd name="T77" fmla="*/ 2147483647 h 414"/>
                  <a:gd name="T78" fmla="*/ 2147483647 w 450"/>
                  <a:gd name="T79" fmla="*/ 2147483647 h 414"/>
                  <a:gd name="T80" fmla="*/ 2147483647 w 450"/>
                  <a:gd name="T81" fmla="*/ 2147483647 h 414"/>
                  <a:gd name="T82" fmla="*/ 2147483647 w 450"/>
                  <a:gd name="T83" fmla="*/ 2147483647 h 414"/>
                  <a:gd name="T84" fmla="*/ 2147483647 w 450"/>
                  <a:gd name="T85" fmla="*/ 2147483647 h 414"/>
                  <a:gd name="T86" fmla="*/ 2147483647 w 450"/>
                  <a:gd name="T87" fmla="*/ 2147483647 h 414"/>
                  <a:gd name="T88" fmla="*/ 2147483647 w 450"/>
                  <a:gd name="T89" fmla="*/ 2147483647 h 414"/>
                  <a:gd name="T90" fmla="*/ 2147483647 w 450"/>
                  <a:gd name="T91" fmla="*/ 2147483647 h 414"/>
                  <a:gd name="T92" fmla="*/ 2147483647 w 450"/>
                  <a:gd name="T93" fmla="*/ 2147483647 h 414"/>
                  <a:gd name="T94" fmla="*/ 2147483647 w 450"/>
                  <a:gd name="T95" fmla="*/ 2147483647 h 414"/>
                  <a:gd name="T96" fmla="*/ 2147483647 w 450"/>
                  <a:gd name="T97" fmla="*/ 2147483647 h 414"/>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450"/>
                  <a:gd name="T148" fmla="*/ 0 h 414"/>
                  <a:gd name="T149" fmla="*/ 450 w 450"/>
                  <a:gd name="T150" fmla="*/ 414 h 414"/>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450" h="414">
                    <a:moveTo>
                      <a:pt x="426" y="60"/>
                    </a:moveTo>
                    <a:lnTo>
                      <a:pt x="432" y="54"/>
                    </a:lnTo>
                    <a:lnTo>
                      <a:pt x="438" y="42"/>
                    </a:lnTo>
                    <a:lnTo>
                      <a:pt x="450" y="30"/>
                    </a:lnTo>
                    <a:lnTo>
                      <a:pt x="444" y="30"/>
                    </a:lnTo>
                    <a:lnTo>
                      <a:pt x="438" y="24"/>
                    </a:lnTo>
                    <a:lnTo>
                      <a:pt x="438" y="0"/>
                    </a:lnTo>
                    <a:lnTo>
                      <a:pt x="432" y="0"/>
                    </a:lnTo>
                    <a:lnTo>
                      <a:pt x="432" y="6"/>
                    </a:lnTo>
                    <a:lnTo>
                      <a:pt x="426" y="18"/>
                    </a:lnTo>
                    <a:lnTo>
                      <a:pt x="402" y="18"/>
                    </a:lnTo>
                    <a:lnTo>
                      <a:pt x="390" y="30"/>
                    </a:lnTo>
                    <a:lnTo>
                      <a:pt x="372" y="30"/>
                    </a:lnTo>
                    <a:lnTo>
                      <a:pt x="366" y="24"/>
                    </a:lnTo>
                    <a:lnTo>
                      <a:pt x="318" y="24"/>
                    </a:lnTo>
                    <a:lnTo>
                      <a:pt x="306" y="30"/>
                    </a:lnTo>
                    <a:lnTo>
                      <a:pt x="294" y="42"/>
                    </a:lnTo>
                    <a:lnTo>
                      <a:pt x="282" y="48"/>
                    </a:lnTo>
                    <a:lnTo>
                      <a:pt x="276" y="54"/>
                    </a:lnTo>
                    <a:lnTo>
                      <a:pt x="258" y="54"/>
                    </a:lnTo>
                    <a:lnTo>
                      <a:pt x="246" y="60"/>
                    </a:lnTo>
                    <a:lnTo>
                      <a:pt x="234" y="60"/>
                    </a:lnTo>
                    <a:lnTo>
                      <a:pt x="222" y="54"/>
                    </a:lnTo>
                    <a:lnTo>
                      <a:pt x="204" y="54"/>
                    </a:lnTo>
                    <a:lnTo>
                      <a:pt x="192" y="42"/>
                    </a:lnTo>
                    <a:lnTo>
                      <a:pt x="180" y="36"/>
                    </a:lnTo>
                    <a:lnTo>
                      <a:pt x="174" y="30"/>
                    </a:lnTo>
                    <a:lnTo>
                      <a:pt x="168" y="30"/>
                    </a:lnTo>
                    <a:lnTo>
                      <a:pt x="150" y="48"/>
                    </a:lnTo>
                    <a:lnTo>
                      <a:pt x="144" y="48"/>
                    </a:lnTo>
                    <a:lnTo>
                      <a:pt x="138" y="54"/>
                    </a:lnTo>
                    <a:lnTo>
                      <a:pt x="120" y="60"/>
                    </a:lnTo>
                    <a:lnTo>
                      <a:pt x="84" y="60"/>
                    </a:lnTo>
                    <a:lnTo>
                      <a:pt x="84" y="54"/>
                    </a:lnTo>
                    <a:lnTo>
                      <a:pt x="90" y="48"/>
                    </a:lnTo>
                    <a:lnTo>
                      <a:pt x="66" y="48"/>
                    </a:lnTo>
                    <a:lnTo>
                      <a:pt x="66" y="78"/>
                    </a:lnTo>
                    <a:lnTo>
                      <a:pt x="72" y="78"/>
                    </a:lnTo>
                    <a:lnTo>
                      <a:pt x="72" y="102"/>
                    </a:lnTo>
                    <a:lnTo>
                      <a:pt x="60" y="102"/>
                    </a:lnTo>
                    <a:lnTo>
                      <a:pt x="54" y="96"/>
                    </a:lnTo>
                    <a:lnTo>
                      <a:pt x="54" y="114"/>
                    </a:lnTo>
                    <a:lnTo>
                      <a:pt x="48" y="120"/>
                    </a:lnTo>
                    <a:lnTo>
                      <a:pt x="48" y="126"/>
                    </a:lnTo>
                    <a:lnTo>
                      <a:pt x="36" y="126"/>
                    </a:lnTo>
                    <a:lnTo>
                      <a:pt x="24" y="114"/>
                    </a:lnTo>
                    <a:lnTo>
                      <a:pt x="18" y="120"/>
                    </a:lnTo>
                    <a:lnTo>
                      <a:pt x="12" y="132"/>
                    </a:lnTo>
                    <a:lnTo>
                      <a:pt x="12" y="150"/>
                    </a:lnTo>
                    <a:lnTo>
                      <a:pt x="6" y="150"/>
                    </a:lnTo>
                    <a:lnTo>
                      <a:pt x="0" y="198"/>
                    </a:lnTo>
                    <a:lnTo>
                      <a:pt x="6" y="204"/>
                    </a:lnTo>
                    <a:lnTo>
                      <a:pt x="18" y="210"/>
                    </a:lnTo>
                    <a:lnTo>
                      <a:pt x="24" y="216"/>
                    </a:lnTo>
                    <a:lnTo>
                      <a:pt x="24" y="222"/>
                    </a:lnTo>
                    <a:lnTo>
                      <a:pt x="72" y="222"/>
                    </a:lnTo>
                    <a:lnTo>
                      <a:pt x="66" y="234"/>
                    </a:lnTo>
                    <a:lnTo>
                      <a:pt x="72" y="240"/>
                    </a:lnTo>
                    <a:lnTo>
                      <a:pt x="78" y="252"/>
                    </a:lnTo>
                    <a:lnTo>
                      <a:pt x="78" y="270"/>
                    </a:lnTo>
                    <a:lnTo>
                      <a:pt x="72" y="282"/>
                    </a:lnTo>
                    <a:lnTo>
                      <a:pt x="66" y="282"/>
                    </a:lnTo>
                    <a:lnTo>
                      <a:pt x="54" y="288"/>
                    </a:lnTo>
                    <a:lnTo>
                      <a:pt x="48" y="288"/>
                    </a:lnTo>
                    <a:lnTo>
                      <a:pt x="42" y="294"/>
                    </a:lnTo>
                    <a:lnTo>
                      <a:pt x="42" y="318"/>
                    </a:lnTo>
                    <a:lnTo>
                      <a:pt x="24" y="336"/>
                    </a:lnTo>
                    <a:lnTo>
                      <a:pt x="30" y="378"/>
                    </a:lnTo>
                    <a:lnTo>
                      <a:pt x="36" y="378"/>
                    </a:lnTo>
                    <a:lnTo>
                      <a:pt x="72" y="396"/>
                    </a:lnTo>
                    <a:lnTo>
                      <a:pt x="84" y="408"/>
                    </a:lnTo>
                    <a:lnTo>
                      <a:pt x="96" y="414"/>
                    </a:lnTo>
                    <a:lnTo>
                      <a:pt x="114" y="414"/>
                    </a:lnTo>
                    <a:lnTo>
                      <a:pt x="174" y="384"/>
                    </a:lnTo>
                    <a:lnTo>
                      <a:pt x="204" y="354"/>
                    </a:lnTo>
                    <a:lnTo>
                      <a:pt x="228" y="336"/>
                    </a:lnTo>
                    <a:lnTo>
                      <a:pt x="240" y="324"/>
                    </a:lnTo>
                    <a:lnTo>
                      <a:pt x="300" y="276"/>
                    </a:lnTo>
                    <a:lnTo>
                      <a:pt x="312" y="270"/>
                    </a:lnTo>
                    <a:lnTo>
                      <a:pt x="372" y="246"/>
                    </a:lnTo>
                    <a:lnTo>
                      <a:pt x="396" y="234"/>
                    </a:lnTo>
                    <a:lnTo>
                      <a:pt x="402" y="228"/>
                    </a:lnTo>
                    <a:lnTo>
                      <a:pt x="402" y="222"/>
                    </a:lnTo>
                    <a:lnTo>
                      <a:pt x="384" y="204"/>
                    </a:lnTo>
                    <a:lnTo>
                      <a:pt x="384" y="198"/>
                    </a:lnTo>
                    <a:lnTo>
                      <a:pt x="390" y="180"/>
                    </a:lnTo>
                    <a:lnTo>
                      <a:pt x="396" y="168"/>
                    </a:lnTo>
                    <a:lnTo>
                      <a:pt x="396" y="138"/>
                    </a:lnTo>
                    <a:lnTo>
                      <a:pt x="390" y="126"/>
                    </a:lnTo>
                    <a:lnTo>
                      <a:pt x="390" y="114"/>
                    </a:lnTo>
                    <a:lnTo>
                      <a:pt x="384" y="108"/>
                    </a:lnTo>
                    <a:lnTo>
                      <a:pt x="378" y="96"/>
                    </a:lnTo>
                    <a:lnTo>
                      <a:pt x="378" y="84"/>
                    </a:lnTo>
                    <a:lnTo>
                      <a:pt x="384" y="72"/>
                    </a:lnTo>
                    <a:lnTo>
                      <a:pt x="390" y="66"/>
                    </a:lnTo>
                    <a:lnTo>
                      <a:pt x="402" y="66"/>
                    </a:lnTo>
                    <a:lnTo>
                      <a:pt x="414" y="60"/>
                    </a:lnTo>
                    <a:lnTo>
                      <a:pt x="426" y="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8" name="Switzerland" descr="© INSCALE GmbH, 05.05.2010&#10;http://www.presentationload.com/">
                <a:extLst>
                  <a:ext uri="{FF2B5EF4-FFF2-40B4-BE49-F238E27FC236}">
                    <a16:creationId xmlns:a16="http://schemas.microsoft.com/office/drawing/2014/main" id="{0C89A7AC-9075-2B49-E98F-6CA92E586319}"/>
                  </a:ext>
                </a:extLst>
              </p:cNvPr>
              <p:cNvSpPr>
                <a:spLocks/>
              </p:cNvSpPr>
              <p:nvPr/>
            </p:nvSpPr>
            <p:spPr bwMode="gray">
              <a:xfrm>
                <a:off x="4408829" y="1759818"/>
                <a:ext cx="109696" cy="60778"/>
              </a:xfrm>
              <a:custGeom>
                <a:avLst/>
                <a:gdLst>
                  <a:gd name="T0" fmla="*/ 2147483647 w 288"/>
                  <a:gd name="T1" fmla="*/ 2147483647 h 162"/>
                  <a:gd name="T2" fmla="*/ 2147483647 w 288"/>
                  <a:gd name="T3" fmla="*/ 2147483647 h 162"/>
                  <a:gd name="T4" fmla="*/ 2147483647 w 288"/>
                  <a:gd name="T5" fmla="*/ 2147483647 h 162"/>
                  <a:gd name="T6" fmla="*/ 2147483647 w 288"/>
                  <a:gd name="T7" fmla="*/ 2147483647 h 162"/>
                  <a:gd name="T8" fmla="*/ 2147483647 w 288"/>
                  <a:gd name="T9" fmla="*/ 2147483647 h 162"/>
                  <a:gd name="T10" fmla="*/ 2147483647 w 288"/>
                  <a:gd name="T11" fmla="*/ 2147483647 h 162"/>
                  <a:gd name="T12" fmla="*/ 2147483647 w 288"/>
                  <a:gd name="T13" fmla="*/ 2147483647 h 162"/>
                  <a:gd name="T14" fmla="*/ 0 w 288"/>
                  <a:gd name="T15" fmla="*/ 2147483647 h 162"/>
                  <a:gd name="T16" fmla="*/ 2147483647 w 288"/>
                  <a:gd name="T17" fmla="*/ 2147483647 h 162"/>
                  <a:gd name="T18" fmla="*/ 2147483647 w 288"/>
                  <a:gd name="T19" fmla="*/ 2147483647 h 162"/>
                  <a:gd name="T20" fmla="*/ 2147483647 w 288"/>
                  <a:gd name="T21" fmla="*/ 2147483647 h 162"/>
                  <a:gd name="T22" fmla="*/ 2147483647 w 288"/>
                  <a:gd name="T23" fmla="*/ 2147483647 h 162"/>
                  <a:gd name="T24" fmla="*/ 2147483647 w 288"/>
                  <a:gd name="T25" fmla="*/ 2147483647 h 162"/>
                  <a:gd name="T26" fmla="*/ 2147483647 w 288"/>
                  <a:gd name="T27" fmla="*/ 2147483647 h 162"/>
                  <a:gd name="T28" fmla="*/ 2147483647 w 288"/>
                  <a:gd name="T29" fmla="*/ 2147483647 h 162"/>
                  <a:gd name="T30" fmla="*/ 2147483647 w 288"/>
                  <a:gd name="T31" fmla="*/ 2147483647 h 162"/>
                  <a:gd name="T32" fmla="*/ 2147483647 w 288"/>
                  <a:gd name="T33" fmla="*/ 2147483647 h 162"/>
                  <a:gd name="T34" fmla="*/ 2147483647 w 288"/>
                  <a:gd name="T35" fmla="*/ 2147483647 h 162"/>
                  <a:gd name="T36" fmla="*/ 2147483647 w 288"/>
                  <a:gd name="T37" fmla="*/ 2147483647 h 162"/>
                  <a:gd name="T38" fmla="*/ 2147483647 w 288"/>
                  <a:gd name="T39" fmla="*/ 2147483647 h 162"/>
                  <a:gd name="T40" fmla="*/ 2147483647 w 288"/>
                  <a:gd name="T41" fmla="*/ 2147483647 h 162"/>
                  <a:gd name="T42" fmla="*/ 2147483647 w 288"/>
                  <a:gd name="T43" fmla="*/ 2147483647 h 162"/>
                  <a:gd name="T44" fmla="*/ 2147483647 w 288"/>
                  <a:gd name="T45" fmla="*/ 2147483647 h 162"/>
                  <a:gd name="T46" fmla="*/ 2147483647 w 288"/>
                  <a:gd name="T47" fmla="*/ 2147483647 h 162"/>
                  <a:gd name="T48" fmla="*/ 2147483647 w 288"/>
                  <a:gd name="T49" fmla="*/ 2147483647 h 162"/>
                  <a:gd name="T50" fmla="*/ 2147483647 w 288"/>
                  <a:gd name="T51" fmla="*/ 2147483647 h 162"/>
                  <a:gd name="T52" fmla="*/ 2147483647 w 288"/>
                  <a:gd name="T53" fmla="*/ 2147483647 h 162"/>
                  <a:gd name="T54" fmla="*/ 2147483647 w 288"/>
                  <a:gd name="T55" fmla="*/ 2147483647 h 162"/>
                  <a:gd name="T56" fmla="*/ 2147483647 w 288"/>
                  <a:gd name="T57" fmla="*/ 2147483647 h 162"/>
                  <a:gd name="T58" fmla="*/ 2147483647 w 288"/>
                  <a:gd name="T59" fmla="*/ 2147483647 h 162"/>
                  <a:gd name="T60" fmla="*/ 2147483647 w 288"/>
                  <a:gd name="T61" fmla="*/ 2147483647 h 162"/>
                  <a:gd name="T62" fmla="*/ 2147483647 w 288"/>
                  <a:gd name="T63" fmla="*/ 2147483647 h 162"/>
                  <a:gd name="T64" fmla="*/ 2147483647 w 288"/>
                  <a:gd name="T65" fmla="*/ 2147483647 h 162"/>
                  <a:gd name="T66" fmla="*/ 2147483647 w 288"/>
                  <a:gd name="T67" fmla="*/ 0 h 162"/>
                  <a:gd name="T68" fmla="*/ 2147483647 w 288"/>
                  <a:gd name="T69" fmla="*/ 2147483647 h 162"/>
                  <a:gd name="T70" fmla="*/ 2147483647 w 288"/>
                  <a:gd name="T71" fmla="*/ 2147483647 h 162"/>
                  <a:gd name="T72" fmla="*/ 2147483647 w 288"/>
                  <a:gd name="T73" fmla="*/ 2147483647 h 162"/>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88"/>
                  <a:gd name="T112" fmla="*/ 0 h 162"/>
                  <a:gd name="T113" fmla="*/ 288 w 288"/>
                  <a:gd name="T114" fmla="*/ 162 h 162"/>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88" h="162">
                    <a:moveTo>
                      <a:pt x="132" y="24"/>
                    </a:moveTo>
                    <a:lnTo>
                      <a:pt x="96" y="24"/>
                    </a:lnTo>
                    <a:lnTo>
                      <a:pt x="90" y="42"/>
                    </a:lnTo>
                    <a:lnTo>
                      <a:pt x="72" y="30"/>
                    </a:lnTo>
                    <a:lnTo>
                      <a:pt x="66" y="42"/>
                    </a:lnTo>
                    <a:lnTo>
                      <a:pt x="60" y="48"/>
                    </a:lnTo>
                    <a:lnTo>
                      <a:pt x="54" y="60"/>
                    </a:lnTo>
                    <a:lnTo>
                      <a:pt x="48" y="66"/>
                    </a:lnTo>
                    <a:lnTo>
                      <a:pt x="30" y="66"/>
                    </a:lnTo>
                    <a:lnTo>
                      <a:pt x="30" y="78"/>
                    </a:lnTo>
                    <a:lnTo>
                      <a:pt x="18" y="90"/>
                    </a:lnTo>
                    <a:lnTo>
                      <a:pt x="12" y="102"/>
                    </a:lnTo>
                    <a:lnTo>
                      <a:pt x="0" y="108"/>
                    </a:lnTo>
                    <a:lnTo>
                      <a:pt x="6" y="120"/>
                    </a:lnTo>
                    <a:lnTo>
                      <a:pt x="0" y="126"/>
                    </a:lnTo>
                    <a:lnTo>
                      <a:pt x="0" y="132"/>
                    </a:lnTo>
                    <a:lnTo>
                      <a:pt x="6" y="132"/>
                    </a:lnTo>
                    <a:lnTo>
                      <a:pt x="30" y="108"/>
                    </a:lnTo>
                    <a:lnTo>
                      <a:pt x="48" y="108"/>
                    </a:lnTo>
                    <a:lnTo>
                      <a:pt x="54" y="114"/>
                    </a:lnTo>
                    <a:lnTo>
                      <a:pt x="48" y="138"/>
                    </a:lnTo>
                    <a:lnTo>
                      <a:pt x="60" y="150"/>
                    </a:lnTo>
                    <a:lnTo>
                      <a:pt x="60" y="156"/>
                    </a:lnTo>
                    <a:lnTo>
                      <a:pt x="72" y="156"/>
                    </a:lnTo>
                    <a:lnTo>
                      <a:pt x="84" y="144"/>
                    </a:lnTo>
                    <a:lnTo>
                      <a:pt x="96" y="144"/>
                    </a:lnTo>
                    <a:lnTo>
                      <a:pt x="108" y="156"/>
                    </a:lnTo>
                    <a:lnTo>
                      <a:pt x="114" y="156"/>
                    </a:lnTo>
                    <a:lnTo>
                      <a:pt x="132" y="138"/>
                    </a:lnTo>
                    <a:lnTo>
                      <a:pt x="132" y="120"/>
                    </a:lnTo>
                    <a:lnTo>
                      <a:pt x="138" y="114"/>
                    </a:lnTo>
                    <a:lnTo>
                      <a:pt x="150" y="114"/>
                    </a:lnTo>
                    <a:lnTo>
                      <a:pt x="156" y="120"/>
                    </a:lnTo>
                    <a:lnTo>
                      <a:pt x="156" y="126"/>
                    </a:lnTo>
                    <a:lnTo>
                      <a:pt x="162" y="132"/>
                    </a:lnTo>
                    <a:lnTo>
                      <a:pt x="162" y="138"/>
                    </a:lnTo>
                    <a:lnTo>
                      <a:pt x="168" y="138"/>
                    </a:lnTo>
                    <a:lnTo>
                      <a:pt x="192" y="162"/>
                    </a:lnTo>
                    <a:lnTo>
                      <a:pt x="192" y="144"/>
                    </a:lnTo>
                    <a:lnTo>
                      <a:pt x="204" y="132"/>
                    </a:lnTo>
                    <a:lnTo>
                      <a:pt x="210" y="108"/>
                    </a:lnTo>
                    <a:lnTo>
                      <a:pt x="222" y="126"/>
                    </a:lnTo>
                    <a:lnTo>
                      <a:pt x="240" y="120"/>
                    </a:lnTo>
                    <a:lnTo>
                      <a:pt x="258" y="132"/>
                    </a:lnTo>
                    <a:lnTo>
                      <a:pt x="264" y="120"/>
                    </a:lnTo>
                    <a:lnTo>
                      <a:pt x="252" y="108"/>
                    </a:lnTo>
                    <a:lnTo>
                      <a:pt x="252" y="102"/>
                    </a:lnTo>
                    <a:lnTo>
                      <a:pt x="276" y="102"/>
                    </a:lnTo>
                    <a:lnTo>
                      <a:pt x="282" y="84"/>
                    </a:lnTo>
                    <a:lnTo>
                      <a:pt x="288" y="84"/>
                    </a:lnTo>
                    <a:lnTo>
                      <a:pt x="288" y="78"/>
                    </a:lnTo>
                    <a:lnTo>
                      <a:pt x="276" y="66"/>
                    </a:lnTo>
                    <a:lnTo>
                      <a:pt x="270" y="66"/>
                    </a:lnTo>
                    <a:lnTo>
                      <a:pt x="252" y="84"/>
                    </a:lnTo>
                    <a:lnTo>
                      <a:pt x="246" y="84"/>
                    </a:lnTo>
                    <a:lnTo>
                      <a:pt x="246" y="66"/>
                    </a:lnTo>
                    <a:lnTo>
                      <a:pt x="210" y="66"/>
                    </a:lnTo>
                    <a:lnTo>
                      <a:pt x="210" y="60"/>
                    </a:lnTo>
                    <a:lnTo>
                      <a:pt x="216" y="48"/>
                    </a:lnTo>
                    <a:lnTo>
                      <a:pt x="222" y="42"/>
                    </a:lnTo>
                    <a:lnTo>
                      <a:pt x="228" y="42"/>
                    </a:lnTo>
                    <a:lnTo>
                      <a:pt x="228" y="30"/>
                    </a:lnTo>
                    <a:lnTo>
                      <a:pt x="216" y="30"/>
                    </a:lnTo>
                    <a:lnTo>
                      <a:pt x="210" y="18"/>
                    </a:lnTo>
                    <a:lnTo>
                      <a:pt x="192" y="12"/>
                    </a:lnTo>
                    <a:lnTo>
                      <a:pt x="180" y="12"/>
                    </a:lnTo>
                    <a:lnTo>
                      <a:pt x="174" y="6"/>
                    </a:lnTo>
                    <a:lnTo>
                      <a:pt x="162" y="0"/>
                    </a:lnTo>
                    <a:lnTo>
                      <a:pt x="156" y="0"/>
                    </a:lnTo>
                    <a:lnTo>
                      <a:pt x="150" y="6"/>
                    </a:lnTo>
                    <a:lnTo>
                      <a:pt x="150" y="18"/>
                    </a:lnTo>
                    <a:lnTo>
                      <a:pt x="156" y="24"/>
                    </a:lnTo>
                    <a:lnTo>
                      <a:pt x="150" y="18"/>
                    </a:lnTo>
                    <a:lnTo>
                      <a:pt x="132" y="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29" name="Sweden" descr="© INSCALE GmbH, 05.05.2010&#10;http://www.presentationload.com/">
                <a:extLst>
                  <a:ext uri="{FF2B5EF4-FFF2-40B4-BE49-F238E27FC236}">
                    <a16:creationId xmlns:a16="http://schemas.microsoft.com/office/drawing/2014/main" id="{A90DC1BE-394C-6D2F-415E-EF5E90C957A7}"/>
                  </a:ext>
                </a:extLst>
              </p:cNvPr>
              <p:cNvSpPr>
                <a:spLocks noEditPoints="1"/>
              </p:cNvSpPr>
              <p:nvPr/>
            </p:nvSpPr>
            <p:spPr bwMode="gray">
              <a:xfrm>
                <a:off x="4533349" y="1163902"/>
                <a:ext cx="262381" cy="375042"/>
              </a:xfrm>
              <a:custGeom>
                <a:avLst/>
                <a:gdLst>
                  <a:gd name="T0" fmla="*/ 2147483647 w 690"/>
                  <a:gd name="T1" fmla="*/ 2147483647 h 990"/>
                  <a:gd name="T2" fmla="*/ 2147483647 w 690"/>
                  <a:gd name="T3" fmla="*/ 2147483647 h 990"/>
                  <a:gd name="T4" fmla="*/ 2147483647 w 690"/>
                  <a:gd name="T5" fmla="*/ 2147483647 h 990"/>
                  <a:gd name="T6" fmla="*/ 2147483647 w 690"/>
                  <a:gd name="T7" fmla="*/ 2147483647 h 990"/>
                  <a:gd name="T8" fmla="*/ 2147483647 w 690"/>
                  <a:gd name="T9" fmla="*/ 2147483647 h 990"/>
                  <a:gd name="T10" fmla="*/ 2147483647 w 690"/>
                  <a:gd name="T11" fmla="*/ 2147483647 h 990"/>
                  <a:gd name="T12" fmla="*/ 2147483647 w 690"/>
                  <a:gd name="T13" fmla="*/ 2147483647 h 990"/>
                  <a:gd name="T14" fmla="*/ 2147483647 w 690"/>
                  <a:gd name="T15" fmla="*/ 2147483647 h 990"/>
                  <a:gd name="T16" fmla="*/ 2147483647 w 690"/>
                  <a:gd name="T17" fmla="*/ 2147483647 h 990"/>
                  <a:gd name="T18" fmla="*/ 2147483647 w 690"/>
                  <a:gd name="T19" fmla="*/ 2147483647 h 990"/>
                  <a:gd name="T20" fmla="*/ 2147483647 w 690"/>
                  <a:gd name="T21" fmla="*/ 2147483647 h 990"/>
                  <a:gd name="T22" fmla="*/ 2147483647 w 690"/>
                  <a:gd name="T23" fmla="*/ 2147483647 h 990"/>
                  <a:gd name="T24" fmla="*/ 2147483647 w 690"/>
                  <a:gd name="T25" fmla="*/ 2147483647 h 990"/>
                  <a:gd name="T26" fmla="*/ 2147483647 w 690"/>
                  <a:gd name="T27" fmla="*/ 2147483647 h 990"/>
                  <a:gd name="T28" fmla="*/ 2147483647 w 690"/>
                  <a:gd name="T29" fmla="*/ 2147483647 h 990"/>
                  <a:gd name="T30" fmla="*/ 2147483647 w 690"/>
                  <a:gd name="T31" fmla="*/ 2147483647 h 990"/>
                  <a:gd name="T32" fmla="*/ 2147483647 w 690"/>
                  <a:gd name="T33" fmla="*/ 2147483647 h 990"/>
                  <a:gd name="T34" fmla="*/ 2147483647 w 690"/>
                  <a:gd name="T35" fmla="*/ 2147483647 h 990"/>
                  <a:gd name="T36" fmla="*/ 2147483647 w 690"/>
                  <a:gd name="T37" fmla="*/ 2147483647 h 990"/>
                  <a:gd name="T38" fmla="*/ 2147483647 w 690"/>
                  <a:gd name="T39" fmla="*/ 2147483647 h 990"/>
                  <a:gd name="T40" fmla="*/ 2147483647 w 690"/>
                  <a:gd name="T41" fmla="*/ 2147483647 h 990"/>
                  <a:gd name="T42" fmla="*/ 2147483647 w 690"/>
                  <a:gd name="T43" fmla="*/ 2147483647 h 990"/>
                  <a:gd name="T44" fmla="*/ 2147483647 w 690"/>
                  <a:gd name="T45" fmla="*/ 2147483647 h 990"/>
                  <a:gd name="T46" fmla="*/ 0 w 690"/>
                  <a:gd name="T47" fmla="*/ 2147483647 h 990"/>
                  <a:gd name="T48" fmla="*/ 2147483647 w 690"/>
                  <a:gd name="T49" fmla="*/ 2147483647 h 990"/>
                  <a:gd name="T50" fmla="*/ 2147483647 w 690"/>
                  <a:gd name="T51" fmla="*/ 2147483647 h 990"/>
                  <a:gd name="T52" fmla="*/ 2147483647 w 690"/>
                  <a:gd name="T53" fmla="*/ 2147483647 h 990"/>
                  <a:gd name="T54" fmla="*/ 2147483647 w 690"/>
                  <a:gd name="T55" fmla="*/ 2147483647 h 990"/>
                  <a:gd name="T56" fmla="*/ 2147483647 w 690"/>
                  <a:gd name="T57" fmla="*/ 2147483647 h 990"/>
                  <a:gd name="T58" fmla="*/ 2147483647 w 690"/>
                  <a:gd name="T59" fmla="*/ 2147483647 h 990"/>
                  <a:gd name="T60" fmla="*/ 2147483647 w 690"/>
                  <a:gd name="T61" fmla="*/ 2147483647 h 990"/>
                  <a:gd name="T62" fmla="*/ 2147483647 w 690"/>
                  <a:gd name="T63" fmla="*/ 2147483647 h 990"/>
                  <a:gd name="T64" fmla="*/ 2147483647 w 690"/>
                  <a:gd name="T65" fmla="*/ 2147483647 h 990"/>
                  <a:gd name="T66" fmla="*/ 2147483647 w 690"/>
                  <a:gd name="T67" fmla="*/ 2147483647 h 990"/>
                  <a:gd name="T68" fmla="*/ 2147483647 w 690"/>
                  <a:gd name="T69" fmla="*/ 2147483647 h 990"/>
                  <a:gd name="T70" fmla="*/ 2147483647 w 690"/>
                  <a:gd name="T71" fmla="*/ 2147483647 h 990"/>
                  <a:gd name="T72" fmla="*/ 2147483647 w 690"/>
                  <a:gd name="T73" fmla="*/ 2147483647 h 990"/>
                  <a:gd name="T74" fmla="*/ 2147483647 w 690"/>
                  <a:gd name="T75" fmla="*/ 2147483647 h 990"/>
                  <a:gd name="T76" fmla="*/ 2147483647 w 690"/>
                  <a:gd name="T77" fmla="*/ 2147483647 h 990"/>
                  <a:gd name="T78" fmla="*/ 2147483647 w 690"/>
                  <a:gd name="T79" fmla="*/ 2147483647 h 990"/>
                  <a:gd name="T80" fmla="*/ 2147483647 w 690"/>
                  <a:gd name="T81" fmla="*/ 2147483647 h 990"/>
                  <a:gd name="T82" fmla="*/ 2147483647 w 690"/>
                  <a:gd name="T83" fmla="*/ 2147483647 h 990"/>
                  <a:gd name="T84" fmla="*/ 2147483647 w 690"/>
                  <a:gd name="T85" fmla="*/ 2147483647 h 990"/>
                  <a:gd name="T86" fmla="*/ 2147483647 w 690"/>
                  <a:gd name="T87" fmla="*/ 2147483647 h 990"/>
                  <a:gd name="T88" fmla="*/ 2147483647 w 690"/>
                  <a:gd name="T89" fmla="*/ 2147483647 h 990"/>
                  <a:gd name="T90" fmla="*/ 2147483647 w 690"/>
                  <a:gd name="T91" fmla="*/ 2147483647 h 990"/>
                  <a:gd name="T92" fmla="*/ 2147483647 w 690"/>
                  <a:gd name="T93" fmla="*/ 2147483647 h 990"/>
                  <a:gd name="T94" fmla="*/ 2147483647 w 690"/>
                  <a:gd name="T95" fmla="*/ 2147483647 h 990"/>
                  <a:gd name="T96" fmla="*/ 2147483647 w 690"/>
                  <a:gd name="T97" fmla="*/ 2147483647 h 990"/>
                  <a:gd name="T98" fmla="*/ 2147483647 w 690"/>
                  <a:gd name="T99" fmla="*/ 2147483647 h 990"/>
                  <a:gd name="T100" fmla="*/ 2147483647 w 690"/>
                  <a:gd name="T101" fmla="*/ 2147483647 h 990"/>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690"/>
                  <a:gd name="T154" fmla="*/ 0 h 990"/>
                  <a:gd name="T155" fmla="*/ 690 w 690"/>
                  <a:gd name="T156" fmla="*/ 990 h 990"/>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690" h="990">
                    <a:moveTo>
                      <a:pt x="678" y="204"/>
                    </a:moveTo>
                    <a:lnTo>
                      <a:pt x="672" y="198"/>
                    </a:lnTo>
                    <a:lnTo>
                      <a:pt x="660" y="192"/>
                    </a:lnTo>
                    <a:lnTo>
                      <a:pt x="648" y="180"/>
                    </a:lnTo>
                    <a:lnTo>
                      <a:pt x="648" y="174"/>
                    </a:lnTo>
                    <a:lnTo>
                      <a:pt x="654" y="162"/>
                    </a:lnTo>
                    <a:lnTo>
                      <a:pt x="660" y="156"/>
                    </a:lnTo>
                    <a:lnTo>
                      <a:pt x="666" y="144"/>
                    </a:lnTo>
                    <a:lnTo>
                      <a:pt x="642" y="132"/>
                    </a:lnTo>
                    <a:lnTo>
                      <a:pt x="648" y="108"/>
                    </a:lnTo>
                    <a:lnTo>
                      <a:pt x="636" y="102"/>
                    </a:lnTo>
                    <a:lnTo>
                      <a:pt x="636" y="96"/>
                    </a:lnTo>
                    <a:lnTo>
                      <a:pt x="642" y="90"/>
                    </a:lnTo>
                    <a:lnTo>
                      <a:pt x="642" y="66"/>
                    </a:lnTo>
                    <a:lnTo>
                      <a:pt x="636" y="66"/>
                    </a:lnTo>
                    <a:lnTo>
                      <a:pt x="630" y="60"/>
                    </a:lnTo>
                    <a:lnTo>
                      <a:pt x="618" y="60"/>
                    </a:lnTo>
                    <a:lnTo>
                      <a:pt x="588" y="42"/>
                    </a:lnTo>
                    <a:lnTo>
                      <a:pt x="552" y="42"/>
                    </a:lnTo>
                    <a:lnTo>
                      <a:pt x="540" y="30"/>
                    </a:lnTo>
                    <a:lnTo>
                      <a:pt x="534" y="30"/>
                    </a:lnTo>
                    <a:lnTo>
                      <a:pt x="528" y="24"/>
                    </a:lnTo>
                    <a:lnTo>
                      <a:pt x="516" y="24"/>
                    </a:lnTo>
                    <a:lnTo>
                      <a:pt x="504" y="18"/>
                    </a:lnTo>
                    <a:lnTo>
                      <a:pt x="498" y="12"/>
                    </a:lnTo>
                    <a:lnTo>
                      <a:pt x="486" y="6"/>
                    </a:lnTo>
                    <a:lnTo>
                      <a:pt x="456" y="0"/>
                    </a:lnTo>
                    <a:lnTo>
                      <a:pt x="456" y="24"/>
                    </a:lnTo>
                    <a:lnTo>
                      <a:pt x="444" y="24"/>
                    </a:lnTo>
                    <a:lnTo>
                      <a:pt x="444" y="30"/>
                    </a:lnTo>
                    <a:lnTo>
                      <a:pt x="456" y="42"/>
                    </a:lnTo>
                    <a:lnTo>
                      <a:pt x="462" y="42"/>
                    </a:lnTo>
                    <a:lnTo>
                      <a:pt x="456" y="48"/>
                    </a:lnTo>
                    <a:lnTo>
                      <a:pt x="444" y="48"/>
                    </a:lnTo>
                    <a:lnTo>
                      <a:pt x="438" y="42"/>
                    </a:lnTo>
                    <a:lnTo>
                      <a:pt x="414" y="42"/>
                    </a:lnTo>
                    <a:lnTo>
                      <a:pt x="390" y="36"/>
                    </a:lnTo>
                    <a:lnTo>
                      <a:pt x="366" y="42"/>
                    </a:lnTo>
                    <a:lnTo>
                      <a:pt x="366" y="30"/>
                    </a:lnTo>
                    <a:lnTo>
                      <a:pt x="360" y="24"/>
                    </a:lnTo>
                    <a:lnTo>
                      <a:pt x="348" y="36"/>
                    </a:lnTo>
                    <a:lnTo>
                      <a:pt x="348" y="66"/>
                    </a:lnTo>
                    <a:lnTo>
                      <a:pt x="342" y="72"/>
                    </a:lnTo>
                    <a:lnTo>
                      <a:pt x="324" y="72"/>
                    </a:lnTo>
                    <a:lnTo>
                      <a:pt x="282" y="78"/>
                    </a:lnTo>
                    <a:lnTo>
                      <a:pt x="264" y="96"/>
                    </a:lnTo>
                    <a:lnTo>
                      <a:pt x="252" y="102"/>
                    </a:lnTo>
                    <a:lnTo>
                      <a:pt x="246" y="102"/>
                    </a:lnTo>
                    <a:lnTo>
                      <a:pt x="246" y="114"/>
                    </a:lnTo>
                    <a:lnTo>
                      <a:pt x="258" y="120"/>
                    </a:lnTo>
                    <a:lnTo>
                      <a:pt x="264" y="126"/>
                    </a:lnTo>
                    <a:lnTo>
                      <a:pt x="258" y="144"/>
                    </a:lnTo>
                    <a:lnTo>
                      <a:pt x="252" y="144"/>
                    </a:lnTo>
                    <a:lnTo>
                      <a:pt x="240" y="150"/>
                    </a:lnTo>
                    <a:lnTo>
                      <a:pt x="234" y="156"/>
                    </a:lnTo>
                    <a:lnTo>
                      <a:pt x="234" y="162"/>
                    </a:lnTo>
                    <a:lnTo>
                      <a:pt x="228" y="168"/>
                    </a:lnTo>
                    <a:lnTo>
                      <a:pt x="210" y="168"/>
                    </a:lnTo>
                    <a:lnTo>
                      <a:pt x="216" y="174"/>
                    </a:lnTo>
                    <a:lnTo>
                      <a:pt x="216" y="180"/>
                    </a:lnTo>
                    <a:lnTo>
                      <a:pt x="222" y="186"/>
                    </a:lnTo>
                    <a:lnTo>
                      <a:pt x="222" y="192"/>
                    </a:lnTo>
                    <a:lnTo>
                      <a:pt x="216" y="192"/>
                    </a:lnTo>
                    <a:lnTo>
                      <a:pt x="210" y="198"/>
                    </a:lnTo>
                    <a:lnTo>
                      <a:pt x="204" y="198"/>
                    </a:lnTo>
                    <a:lnTo>
                      <a:pt x="192" y="204"/>
                    </a:lnTo>
                    <a:lnTo>
                      <a:pt x="174" y="192"/>
                    </a:lnTo>
                    <a:lnTo>
                      <a:pt x="174" y="228"/>
                    </a:lnTo>
                    <a:lnTo>
                      <a:pt x="168" y="270"/>
                    </a:lnTo>
                    <a:lnTo>
                      <a:pt x="138" y="300"/>
                    </a:lnTo>
                    <a:lnTo>
                      <a:pt x="132" y="300"/>
                    </a:lnTo>
                    <a:lnTo>
                      <a:pt x="120" y="306"/>
                    </a:lnTo>
                    <a:lnTo>
                      <a:pt x="132" y="312"/>
                    </a:lnTo>
                    <a:lnTo>
                      <a:pt x="150" y="330"/>
                    </a:lnTo>
                    <a:lnTo>
                      <a:pt x="150" y="336"/>
                    </a:lnTo>
                    <a:lnTo>
                      <a:pt x="144" y="342"/>
                    </a:lnTo>
                    <a:lnTo>
                      <a:pt x="102" y="342"/>
                    </a:lnTo>
                    <a:lnTo>
                      <a:pt x="90" y="348"/>
                    </a:lnTo>
                    <a:lnTo>
                      <a:pt x="84" y="354"/>
                    </a:lnTo>
                    <a:lnTo>
                      <a:pt x="72" y="360"/>
                    </a:lnTo>
                    <a:lnTo>
                      <a:pt x="30" y="402"/>
                    </a:lnTo>
                    <a:lnTo>
                      <a:pt x="36" y="408"/>
                    </a:lnTo>
                    <a:lnTo>
                      <a:pt x="42" y="408"/>
                    </a:lnTo>
                    <a:lnTo>
                      <a:pt x="48" y="414"/>
                    </a:lnTo>
                    <a:lnTo>
                      <a:pt x="48" y="420"/>
                    </a:lnTo>
                    <a:lnTo>
                      <a:pt x="42" y="426"/>
                    </a:lnTo>
                    <a:lnTo>
                      <a:pt x="36" y="426"/>
                    </a:lnTo>
                    <a:lnTo>
                      <a:pt x="30" y="432"/>
                    </a:lnTo>
                    <a:lnTo>
                      <a:pt x="30" y="444"/>
                    </a:lnTo>
                    <a:lnTo>
                      <a:pt x="54" y="468"/>
                    </a:lnTo>
                    <a:lnTo>
                      <a:pt x="54" y="480"/>
                    </a:lnTo>
                    <a:lnTo>
                      <a:pt x="48" y="492"/>
                    </a:lnTo>
                    <a:lnTo>
                      <a:pt x="48" y="510"/>
                    </a:lnTo>
                    <a:lnTo>
                      <a:pt x="60" y="522"/>
                    </a:lnTo>
                    <a:lnTo>
                      <a:pt x="66" y="522"/>
                    </a:lnTo>
                    <a:lnTo>
                      <a:pt x="84" y="540"/>
                    </a:lnTo>
                    <a:lnTo>
                      <a:pt x="84" y="552"/>
                    </a:lnTo>
                    <a:lnTo>
                      <a:pt x="72" y="564"/>
                    </a:lnTo>
                    <a:lnTo>
                      <a:pt x="48" y="570"/>
                    </a:lnTo>
                    <a:lnTo>
                      <a:pt x="54" y="576"/>
                    </a:lnTo>
                    <a:lnTo>
                      <a:pt x="60" y="588"/>
                    </a:lnTo>
                    <a:lnTo>
                      <a:pt x="60" y="594"/>
                    </a:lnTo>
                    <a:lnTo>
                      <a:pt x="66" y="600"/>
                    </a:lnTo>
                    <a:lnTo>
                      <a:pt x="66" y="606"/>
                    </a:lnTo>
                    <a:lnTo>
                      <a:pt x="72" y="618"/>
                    </a:lnTo>
                    <a:lnTo>
                      <a:pt x="66" y="618"/>
                    </a:lnTo>
                    <a:lnTo>
                      <a:pt x="66" y="642"/>
                    </a:lnTo>
                    <a:lnTo>
                      <a:pt x="60" y="648"/>
                    </a:lnTo>
                    <a:lnTo>
                      <a:pt x="24" y="648"/>
                    </a:lnTo>
                    <a:lnTo>
                      <a:pt x="30" y="660"/>
                    </a:lnTo>
                    <a:lnTo>
                      <a:pt x="30" y="666"/>
                    </a:lnTo>
                    <a:lnTo>
                      <a:pt x="24" y="666"/>
                    </a:lnTo>
                    <a:lnTo>
                      <a:pt x="18" y="672"/>
                    </a:lnTo>
                    <a:lnTo>
                      <a:pt x="18" y="678"/>
                    </a:lnTo>
                    <a:lnTo>
                      <a:pt x="30" y="690"/>
                    </a:lnTo>
                    <a:lnTo>
                      <a:pt x="30" y="708"/>
                    </a:lnTo>
                    <a:lnTo>
                      <a:pt x="24" y="714"/>
                    </a:lnTo>
                    <a:lnTo>
                      <a:pt x="18" y="726"/>
                    </a:lnTo>
                    <a:lnTo>
                      <a:pt x="0" y="708"/>
                    </a:lnTo>
                    <a:lnTo>
                      <a:pt x="0" y="768"/>
                    </a:lnTo>
                    <a:lnTo>
                      <a:pt x="6" y="762"/>
                    </a:lnTo>
                    <a:lnTo>
                      <a:pt x="24" y="762"/>
                    </a:lnTo>
                    <a:lnTo>
                      <a:pt x="36" y="774"/>
                    </a:lnTo>
                    <a:lnTo>
                      <a:pt x="36" y="780"/>
                    </a:lnTo>
                    <a:lnTo>
                      <a:pt x="30" y="780"/>
                    </a:lnTo>
                    <a:lnTo>
                      <a:pt x="30" y="774"/>
                    </a:lnTo>
                    <a:lnTo>
                      <a:pt x="24" y="774"/>
                    </a:lnTo>
                    <a:lnTo>
                      <a:pt x="24" y="834"/>
                    </a:lnTo>
                    <a:lnTo>
                      <a:pt x="30" y="840"/>
                    </a:lnTo>
                    <a:lnTo>
                      <a:pt x="36" y="840"/>
                    </a:lnTo>
                    <a:lnTo>
                      <a:pt x="48" y="846"/>
                    </a:lnTo>
                    <a:lnTo>
                      <a:pt x="54" y="858"/>
                    </a:lnTo>
                    <a:lnTo>
                      <a:pt x="60" y="864"/>
                    </a:lnTo>
                    <a:lnTo>
                      <a:pt x="66" y="876"/>
                    </a:lnTo>
                    <a:lnTo>
                      <a:pt x="90" y="900"/>
                    </a:lnTo>
                    <a:lnTo>
                      <a:pt x="96" y="900"/>
                    </a:lnTo>
                    <a:lnTo>
                      <a:pt x="96" y="912"/>
                    </a:lnTo>
                    <a:lnTo>
                      <a:pt x="78" y="912"/>
                    </a:lnTo>
                    <a:lnTo>
                      <a:pt x="78" y="942"/>
                    </a:lnTo>
                    <a:lnTo>
                      <a:pt x="90" y="954"/>
                    </a:lnTo>
                    <a:lnTo>
                      <a:pt x="102" y="960"/>
                    </a:lnTo>
                    <a:lnTo>
                      <a:pt x="96" y="966"/>
                    </a:lnTo>
                    <a:lnTo>
                      <a:pt x="96" y="984"/>
                    </a:lnTo>
                    <a:lnTo>
                      <a:pt x="102" y="984"/>
                    </a:lnTo>
                    <a:lnTo>
                      <a:pt x="108" y="990"/>
                    </a:lnTo>
                    <a:lnTo>
                      <a:pt x="174" y="990"/>
                    </a:lnTo>
                    <a:lnTo>
                      <a:pt x="180" y="984"/>
                    </a:lnTo>
                    <a:lnTo>
                      <a:pt x="180" y="948"/>
                    </a:lnTo>
                    <a:lnTo>
                      <a:pt x="198" y="942"/>
                    </a:lnTo>
                    <a:lnTo>
                      <a:pt x="198" y="924"/>
                    </a:lnTo>
                    <a:lnTo>
                      <a:pt x="264" y="930"/>
                    </a:lnTo>
                    <a:lnTo>
                      <a:pt x="276" y="936"/>
                    </a:lnTo>
                    <a:lnTo>
                      <a:pt x="300" y="876"/>
                    </a:lnTo>
                    <a:lnTo>
                      <a:pt x="300" y="864"/>
                    </a:lnTo>
                    <a:lnTo>
                      <a:pt x="306" y="852"/>
                    </a:lnTo>
                    <a:lnTo>
                      <a:pt x="306" y="816"/>
                    </a:lnTo>
                    <a:lnTo>
                      <a:pt x="300" y="810"/>
                    </a:lnTo>
                    <a:lnTo>
                      <a:pt x="294" y="798"/>
                    </a:lnTo>
                    <a:lnTo>
                      <a:pt x="312" y="798"/>
                    </a:lnTo>
                    <a:lnTo>
                      <a:pt x="324" y="786"/>
                    </a:lnTo>
                    <a:lnTo>
                      <a:pt x="324" y="780"/>
                    </a:lnTo>
                    <a:lnTo>
                      <a:pt x="306" y="762"/>
                    </a:lnTo>
                    <a:lnTo>
                      <a:pt x="294" y="762"/>
                    </a:lnTo>
                    <a:lnTo>
                      <a:pt x="312" y="756"/>
                    </a:lnTo>
                    <a:lnTo>
                      <a:pt x="300" y="750"/>
                    </a:lnTo>
                    <a:lnTo>
                      <a:pt x="324" y="750"/>
                    </a:lnTo>
                    <a:lnTo>
                      <a:pt x="336" y="744"/>
                    </a:lnTo>
                    <a:lnTo>
                      <a:pt x="348" y="744"/>
                    </a:lnTo>
                    <a:lnTo>
                      <a:pt x="354" y="738"/>
                    </a:lnTo>
                    <a:lnTo>
                      <a:pt x="360" y="726"/>
                    </a:lnTo>
                    <a:lnTo>
                      <a:pt x="360" y="714"/>
                    </a:lnTo>
                    <a:lnTo>
                      <a:pt x="366" y="708"/>
                    </a:lnTo>
                    <a:lnTo>
                      <a:pt x="384" y="726"/>
                    </a:lnTo>
                    <a:lnTo>
                      <a:pt x="390" y="726"/>
                    </a:lnTo>
                    <a:lnTo>
                      <a:pt x="396" y="720"/>
                    </a:lnTo>
                    <a:lnTo>
                      <a:pt x="408" y="696"/>
                    </a:lnTo>
                    <a:lnTo>
                      <a:pt x="402" y="690"/>
                    </a:lnTo>
                    <a:lnTo>
                      <a:pt x="402" y="684"/>
                    </a:lnTo>
                    <a:lnTo>
                      <a:pt x="414" y="684"/>
                    </a:lnTo>
                    <a:lnTo>
                      <a:pt x="420" y="678"/>
                    </a:lnTo>
                    <a:lnTo>
                      <a:pt x="432" y="672"/>
                    </a:lnTo>
                    <a:lnTo>
                      <a:pt x="432" y="660"/>
                    </a:lnTo>
                    <a:lnTo>
                      <a:pt x="420" y="636"/>
                    </a:lnTo>
                    <a:lnTo>
                      <a:pt x="408" y="630"/>
                    </a:lnTo>
                    <a:lnTo>
                      <a:pt x="408" y="618"/>
                    </a:lnTo>
                    <a:lnTo>
                      <a:pt x="372" y="600"/>
                    </a:lnTo>
                    <a:lnTo>
                      <a:pt x="360" y="606"/>
                    </a:lnTo>
                    <a:lnTo>
                      <a:pt x="354" y="606"/>
                    </a:lnTo>
                    <a:lnTo>
                      <a:pt x="342" y="600"/>
                    </a:lnTo>
                    <a:lnTo>
                      <a:pt x="330" y="576"/>
                    </a:lnTo>
                    <a:lnTo>
                      <a:pt x="330" y="558"/>
                    </a:lnTo>
                    <a:lnTo>
                      <a:pt x="324" y="546"/>
                    </a:lnTo>
                    <a:lnTo>
                      <a:pt x="324" y="528"/>
                    </a:lnTo>
                    <a:lnTo>
                      <a:pt x="336" y="516"/>
                    </a:lnTo>
                    <a:lnTo>
                      <a:pt x="342" y="504"/>
                    </a:lnTo>
                    <a:lnTo>
                      <a:pt x="342" y="486"/>
                    </a:lnTo>
                    <a:lnTo>
                      <a:pt x="336" y="474"/>
                    </a:lnTo>
                    <a:lnTo>
                      <a:pt x="330" y="468"/>
                    </a:lnTo>
                    <a:lnTo>
                      <a:pt x="330" y="462"/>
                    </a:lnTo>
                    <a:lnTo>
                      <a:pt x="348" y="462"/>
                    </a:lnTo>
                    <a:lnTo>
                      <a:pt x="354" y="456"/>
                    </a:lnTo>
                    <a:lnTo>
                      <a:pt x="354" y="438"/>
                    </a:lnTo>
                    <a:lnTo>
                      <a:pt x="348" y="426"/>
                    </a:lnTo>
                    <a:lnTo>
                      <a:pt x="354" y="432"/>
                    </a:lnTo>
                    <a:lnTo>
                      <a:pt x="378" y="432"/>
                    </a:lnTo>
                    <a:lnTo>
                      <a:pt x="384" y="426"/>
                    </a:lnTo>
                    <a:lnTo>
                      <a:pt x="396" y="420"/>
                    </a:lnTo>
                    <a:lnTo>
                      <a:pt x="408" y="408"/>
                    </a:lnTo>
                    <a:lnTo>
                      <a:pt x="438" y="414"/>
                    </a:lnTo>
                    <a:lnTo>
                      <a:pt x="450" y="390"/>
                    </a:lnTo>
                    <a:lnTo>
                      <a:pt x="480" y="390"/>
                    </a:lnTo>
                    <a:lnTo>
                      <a:pt x="498" y="384"/>
                    </a:lnTo>
                    <a:lnTo>
                      <a:pt x="510" y="378"/>
                    </a:lnTo>
                    <a:lnTo>
                      <a:pt x="522" y="354"/>
                    </a:lnTo>
                    <a:lnTo>
                      <a:pt x="540" y="336"/>
                    </a:lnTo>
                    <a:lnTo>
                      <a:pt x="546" y="324"/>
                    </a:lnTo>
                    <a:lnTo>
                      <a:pt x="528" y="300"/>
                    </a:lnTo>
                    <a:lnTo>
                      <a:pt x="558" y="264"/>
                    </a:lnTo>
                    <a:lnTo>
                      <a:pt x="540" y="246"/>
                    </a:lnTo>
                    <a:lnTo>
                      <a:pt x="576" y="234"/>
                    </a:lnTo>
                    <a:lnTo>
                      <a:pt x="594" y="216"/>
                    </a:lnTo>
                    <a:lnTo>
                      <a:pt x="672" y="222"/>
                    </a:lnTo>
                    <a:lnTo>
                      <a:pt x="684" y="240"/>
                    </a:lnTo>
                    <a:lnTo>
                      <a:pt x="690" y="240"/>
                    </a:lnTo>
                    <a:lnTo>
                      <a:pt x="678" y="204"/>
                    </a:lnTo>
                    <a:close/>
                    <a:moveTo>
                      <a:pt x="390" y="828"/>
                    </a:moveTo>
                    <a:lnTo>
                      <a:pt x="390" y="840"/>
                    </a:lnTo>
                    <a:lnTo>
                      <a:pt x="396" y="852"/>
                    </a:lnTo>
                    <a:lnTo>
                      <a:pt x="396" y="864"/>
                    </a:lnTo>
                    <a:lnTo>
                      <a:pt x="402" y="870"/>
                    </a:lnTo>
                    <a:lnTo>
                      <a:pt x="402" y="876"/>
                    </a:lnTo>
                    <a:lnTo>
                      <a:pt x="414" y="852"/>
                    </a:lnTo>
                    <a:lnTo>
                      <a:pt x="426" y="852"/>
                    </a:lnTo>
                    <a:lnTo>
                      <a:pt x="432" y="846"/>
                    </a:lnTo>
                    <a:lnTo>
                      <a:pt x="438" y="834"/>
                    </a:lnTo>
                    <a:lnTo>
                      <a:pt x="438" y="822"/>
                    </a:lnTo>
                    <a:lnTo>
                      <a:pt x="432" y="816"/>
                    </a:lnTo>
                    <a:lnTo>
                      <a:pt x="450" y="798"/>
                    </a:lnTo>
                    <a:lnTo>
                      <a:pt x="444" y="798"/>
                    </a:lnTo>
                    <a:lnTo>
                      <a:pt x="438" y="804"/>
                    </a:lnTo>
                    <a:lnTo>
                      <a:pt x="420" y="804"/>
                    </a:lnTo>
                    <a:lnTo>
                      <a:pt x="408" y="810"/>
                    </a:lnTo>
                    <a:lnTo>
                      <a:pt x="390" y="828"/>
                    </a:lnTo>
                    <a:close/>
                    <a:moveTo>
                      <a:pt x="300" y="900"/>
                    </a:moveTo>
                    <a:lnTo>
                      <a:pt x="300" y="912"/>
                    </a:lnTo>
                    <a:lnTo>
                      <a:pt x="294" y="924"/>
                    </a:lnTo>
                    <a:lnTo>
                      <a:pt x="300" y="918"/>
                    </a:lnTo>
                    <a:lnTo>
                      <a:pt x="312" y="912"/>
                    </a:lnTo>
                    <a:lnTo>
                      <a:pt x="318" y="900"/>
                    </a:lnTo>
                    <a:lnTo>
                      <a:pt x="318" y="894"/>
                    </a:lnTo>
                    <a:lnTo>
                      <a:pt x="324" y="888"/>
                    </a:lnTo>
                    <a:lnTo>
                      <a:pt x="324" y="882"/>
                    </a:lnTo>
                    <a:lnTo>
                      <a:pt x="342" y="858"/>
                    </a:lnTo>
                    <a:lnTo>
                      <a:pt x="336" y="840"/>
                    </a:lnTo>
                    <a:lnTo>
                      <a:pt x="330" y="852"/>
                    </a:lnTo>
                    <a:lnTo>
                      <a:pt x="312" y="870"/>
                    </a:lnTo>
                    <a:lnTo>
                      <a:pt x="300" y="894"/>
                    </a:lnTo>
                    <a:lnTo>
                      <a:pt x="300" y="90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0" name="Swaziland" descr="© INSCALE GmbH, 05.05.2010&#10;http://www.presentationload.com/">
                <a:extLst>
                  <a:ext uri="{FF2B5EF4-FFF2-40B4-BE49-F238E27FC236}">
                    <a16:creationId xmlns:a16="http://schemas.microsoft.com/office/drawing/2014/main" id="{0F35D199-DBF6-0885-2587-F5ED2072AE29}"/>
                  </a:ext>
                </a:extLst>
              </p:cNvPr>
              <p:cNvSpPr>
                <a:spLocks/>
              </p:cNvSpPr>
              <p:nvPr/>
            </p:nvSpPr>
            <p:spPr bwMode="gray">
              <a:xfrm>
                <a:off x="5050696" y="4004139"/>
                <a:ext cx="38542" cy="50401"/>
              </a:xfrm>
              <a:custGeom>
                <a:avLst/>
                <a:gdLst>
                  <a:gd name="T0" fmla="*/ 2147483647 w 102"/>
                  <a:gd name="T1" fmla="*/ 2147483647 h 132"/>
                  <a:gd name="T2" fmla="*/ 2147483647 w 102"/>
                  <a:gd name="T3" fmla="*/ 2147483647 h 132"/>
                  <a:gd name="T4" fmla="*/ 2147483647 w 102"/>
                  <a:gd name="T5" fmla="*/ 2147483647 h 132"/>
                  <a:gd name="T6" fmla="*/ 2147483647 w 102"/>
                  <a:gd name="T7" fmla="*/ 2147483647 h 132"/>
                  <a:gd name="T8" fmla="*/ 2147483647 w 102"/>
                  <a:gd name="T9" fmla="*/ 2147483647 h 132"/>
                  <a:gd name="T10" fmla="*/ 2147483647 w 102"/>
                  <a:gd name="T11" fmla="*/ 0 h 132"/>
                  <a:gd name="T12" fmla="*/ 2147483647 w 102"/>
                  <a:gd name="T13" fmla="*/ 0 h 132"/>
                  <a:gd name="T14" fmla="*/ 2147483647 w 102"/>
                  <a:gd name="T15" fmla="*/ 2147483647 h 132"/>
                  <a:gd name="T16" fmla="*/ 2147483647 w 102"/>
                  <a:gd name="T17" fmla="*/ 2147483647 h 132"/>
                  <a:gd name="T18" fmla="*/ 2147483647 w 102"/>
                  <a:gd name="T19" fmla="*/ 2147483647 h 132"/>
                  <a:gd name="T20" fmla="*/ 2147483647 w 102"/>
                  <a:gd name="T21" fmla="*/ 2147483647 h 132"/>
                  <a:gd name="T22" fmla="*/ 0 w 102"/>
                  <a:gd name="T23" fmla="*/ 2147483647 h 132"/>
                  <a:gd name="T24" fmla="*/ 0 w 102"/>
                  <a:gd name="T25" fmla="*/ 2147483647 h 132"/>
                  <a:gd name="T26" fmla="*/ 2147483647 w 102"/>
                  <a:gd name="T27" fmla="*/ 2147483647 h 132"/>
                  <a:gd name="T28" fmla="*/ 2147483647 w 102"/>
                  <a:gd name="T29" fmla="*/ 2147483647 h 132"/>
                  <a:gd name="T30" fmla="*/ 2147483647 w 102"/>
                  <a:gd name="T31" fmla="*/ 2147483647 h 132"/>
                  <a:gd name="T32" fmla="*/ 2147483647 w 102"/>
                  <a:gd name="T33" fmla="*/ 2147483647 h 132"/>
                  <a:gd name="T34" fmla="*/ 2147483647 w 102"/>
                  <a:gd name="T35" fmla="*/ 2147483647 h 132"/>
                  <a:gd name="T36" fmla="*/ 2147483647 w 102"/>
                  <a:gd name="T37" fmla="*/ 2147483647 h 132"/>
                  <a:gd name="T38" fmla="*/ 2147483647 w 102"/>
                  <a:gd name="T39" fmla="*/ 2147483647 h 132"/>
                  <a:gd name="T40" fmla="*/ 2147483647 w 102"/>
                  <a:gd name="T41" fmla="*/ 2147483647 h 132"/>
                  <a:gd name="T42" fmla="*/ 2147483647 w 102"/>
                  <a:gd name="T43" fmla="*/ 2147483647 h 132"/>
                  <a:gd name="T44" fmla="*/ 2147483647 w 102"/>
                  <a:gd name="T45" fmla="*/ 2147483647 h 132"/>
                  <a:gd name="T46" fmla="*/ 2147483647 w 102"/>
                  <a:gd name="T47" fmla="*/ 2147483647 h 132"/>
                  <a:gd name="T48" fmla="*/ 2147483647 w 102"/>
                  <a:gd name="T49" fmla="*/ 2147483647 h 132"/>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02"/>
                  <a:gd name="T76" fmla="*/ 0 h 132"/>
                  <a:gd name="T77" fmla="*/ 102 w 102"/>
                  <a:gd name="T78" fmla="*/ 132 h 132"/>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02" h="132">
                    <a:moveTo>
                      <a:pt x="84" y="54"/>
                    </a:moveTo>
                    <a:lnTo>
                      <a:pt x="84" y="30"/>
                    </a:lnTo>
                    <a:lnTo>
                      <a:pt x="90" y="18"/>
                    </a:lnTo>
                    <a:lnTo>
                      <a:pt x="66" y="18"/>
                    </a:lnTo>
                    <a:lnTo>
                      <a:pt x="54" y="6"/>
                    </a:lnTo>
                    <a:lnTo>
                      <a:pt x="42" y="0"/>
                    </a:lnTo>
                    <a:lnTo>
                      <a:pt x="36" y="0"/>
                    </a:lnTo>
                    <a:lnTo>
                      <a:pt x="24" y="12"/>
                    </a:lnTo>
                    <a:lnTo>
                      <a:pt x="18" y="24"/>
                    </a:lnTo>
                    <a:lnTo>
                      <a:pt x="18" y="36"/>
                    </a:lnTo>
                    <a:lnTo>
                      <a:pt x="6" y="48"/>
                    </a:lnTo>
                    <a:lnTo>
                      <a:pt x="0" y="60"/>
                    </a:lnTo>
                    <a:lnTo>
                      <a:pt x="0" y="84"/>
                    </a:lnTo>
                    <a:lnTo>
                      <a:pt x="12" y="108"/>
                    </a:lnTo>
                    <a:lnTo>
                      <a:pt x="24" y="114"/>
                    </a:lnTo>
                    <a:lnTo>
                      <a:pt x="36" y="126"/>
                    </a:lnTo>
                    <a:lnTo>
                      <a:pt x="54" y="126"/>
                    </a:lnTo>
                    <a:lnTo>
                      <a:pt x="66" y="132"/>
                    </a:lnTo>
                    <a:lnTo>
                      <a:pt x="78" y="132"/>
                    </a:lnTo>
                    <a:lnTo>
                      <a:pt x="90" y="90"/>
                    </a:lnTo>
                    <a:lnTo>
                      <a:pt x="96" y="90"/>
                    </a:lnTo>
                    <a:lnTo>
                      <a:pt x="102" y="84"/>
                    </a:lnTo>
                    <a:lnTo>
                      <a:pt x="96" y="60"/>
                    </a:lnTo>
                    <a:lnTo>
                      <a:pt x="90" y="60"/>
                    </a:lnTo>
                    <a:lnTo>
                      <a:pt x="84" y="5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1" name="Suriname" descr="© INSCALE GmbH, 05.05.2010&#10;http://www.presentationload.com/">
                <a:extLst>
                  <a:ext uri="{FF2B5EF4-FFF2-40B4-BE49-F238E27FC236}">
                    <a16:creationId xmlns:a16="http://schemas.microsoft.com/office/drawing/2014/main" id="{E3DB4458-11CB-B9BE-DE8A-5D515914506B}"/>
                  </a:ext>
                </a:extLst>
              </p:cNvPr>
              <p:cNvSpPr>
                <a:spLocks/>
              </p:cNvSpPr>
              <p:nvPr/>
            </p:nvSpPr>
            <p:spPr bwMode="gray">
              <a:xfrm>
                <a:off x="2668524" y="3036146"/>
                <a:ext cx="111179" cy="127485"/>
              </a:xfrm>
              <a:custGeom>
                <a:avLst/>
                <a:gdLst>
                  <a:gd name="T0" fmla="*/ 2147483647 w 294"/>
                  <a:gd name="T1" fmla="*/ 2147483647 h 336"/>
                  <a:gd name="T2" fmla="*/ 2147483647 w 294"/>
                  <a:gd name="T3" fmla="*/ 2147483647 h 336"/>
                  <a:gd name="T4" fmla="*/ 2147483647 w 294"/>
                  <a:gd name="T5" fmla="*/ 2147483647 h 336"/>
                  <a:gd name="T6" fmla="*/ 0 w 294"/>
                  <a:gd name="T7" fmla="*/ 2147483647 h 336"/>
                  <a:gd name="T8" fmla="*/ 2147483647 w 294"/>
                  <a:gd name="T9" fmla="*/ 2147483647 h 336"/>
                  <a:gd name="T10" fmla="*/ 2147483647 w 294"/>
                  <a:gd name="T11" fmla="*/ 2147483647 h 336"/>
                  <a:gd name="T12" fmla="*/ 2147483647 w 294"/>
                  <a:gd name="T13" fmla="*/ 2147483647 h 336"/>
                  <a:gd name="T14" fmla="*/ 2147483647 w 294"/>
                  <a:gd name="T15" fmla="*/ 2147483647 h 336"/>
                  <a:gd name="T16" fmla="*/ 2147483647 w 294"/>
                  <a:gd name="T17" fmla="*/ 2147483647 h 336"/>
                  <a:gd name="T18" fmla="*/ 2147483647 w 294"/>
                  <a:gd name="T19" fmla="*/ 2147483647 h 336"/>
                  <a:gd name="T20" fmla="*/ 2147483647 w 294"/>
                  <a:gd name="T21" fmla="*/ 2147483647 h 336"/>
                  <a:gd name="T22" fmla="*/ 2147483647 w 294"/>
                  <a:gd name="T23" fmla="*/ 2147483647 h 336"/>
                  <a:gd name="T24" fmla="*/ 2147483647 w 294"/>
                  <a:gd name="T25" fmla="*/ 2147483647 h 336"/>
                  <a:gd name="T26" fmla="*/ 2147483647 w 294"/>
                  <a:gd name="T27" fmla="*/ 2147483647 h 336"/>
                  <a:gd name="T28" fmla="*/ 2147483647 w 294"/>
                  <a:gd name="T29" fmla="*/ 2147483647 h 336"/>
                  <a:gd name="T30" fmla="*/ 2147483647 w 294"/>
                  <a:gd name="T31" fmla="*/ 2147483647 h 336"/>
                  <a:gd name="T32" fmla="*/ 2147483647 w 294"/>
                  <a:gd name="T33" fmla="*/ 2147483647 h 336"/>
                  <a:gd name="T34" fmla="*/ 2147483647 w 294"/>
                  <a:gd name="T35" fmla="*/ 2147483647 h 336"/>
                  <a:gd name="T36" fmla="*/ 2147483647 w 294"/>
                  <a:gd name="T37" fmla="*/ 2147483647 h 336"/>
                  <a:gd name="T38" fmla="*/ 2147483647 w 294"/>
                  <a:gd name="T39" fmla="*/ 2147483647 h 336"/>
                  <a:gd name="T40" fmla="*/ 2147483647 w 294"/>
                  <a:gd name="T41" fmla="*/ 2147483647 h 336"/>
                  <a:gd name="T42" fmla="*/ 2147483647 w 294"/>
                  <a:gd name="T43" fmla="*/ 2147483647 h 336"/>
                  <a:gd name="T44" fmla="*/ 2147483647 w 294"/>
                  <a:gd name="T45" fmla="*/ 2147483647 h 336"/>
                  <a:gd name="T46" fmla="*/ 2147483647 w 294"/>
                  <a:gd name="T47" fmla="*/ 2147483647 h 336"/>
                  <a:gd name="T48" fmla="*/ 2147483647 w 294"/>
                  <a:gd name="T49" fmla="*/ 2147483647 h 336"/>
                  <a:gd name="T50" fmla="*/ 2147483647 w 294"/>
                  <a:gd name="T51" fmla="*/ 2147483647 h 336"/>
                  <a:gd name="T52" fmla="*/ 2147483647 w 294"/>
                  <a:gd name="T53" fmla="*/ 2147483647 h 336"/>
                  <a:gd name="T54" fmla="*/ 2147483647 w 294"/>
                  <a:gd name="T55" fmla="*/ 2147483647 h 336"/>
                  <a:gd name="T56" fmla="*/ 2147483647 w 294"/>
                  <a:gd name="T57" fmla="*/ 2147483647 h 336"/>
                  <a:gd name="T58" fmla="*/ 2147483647 w 294"/>
                  <a:gd name="T59" fmla="*/ 2147483647 h 336"/>
                  <a:gd name="T60" fmla="*/ 2147483647 w 294"/>
                  <a:gd name="T61" fmla="*/ 2147483647 h 336"/>
                  <a:gd name="T62" fmla="*/ 2147483647 w 294"/>
                  <a:gd name="T63" fmla="*/ 2147483647 h 336"/>
                  <a:gd name="T64" fmla="*/ 2147483647 w 294"/>
                  <a:gd name="T65" fmla="*/ 2147483647 h 336"/>
                  <a:gd name="T66" fmla="*/ 2147483647 w 294"/>
                  <a:gd name="T67" fmla="*/ 2147483647 h 336"/>
                  <a:gd name="T68" fmla="*/ 2147483647 w 294"/>
                  <a:gd name="T69" fmla="*/ 2147483647 h 336"/>
                  <a:gd name="T70" fmla="*/ 2147483647 w 294"/>
                  <a:gd name="T71" fmla="*/ 0 h 336"/>
                  <a:gd name="T72" fmla="*/ 2147483647 w 294"/>
                  <a:gd name="T73" fmla="*/ 2147483647 h 336"/>
                  <a:gd name="T74" fmla="*/ 2147483647 w 294"/>
                  <a:gd name="T75" fmla="*/ 2147483647 h 336"/>
                  <a:gd name="T76" fmla="*/ 2147483647 w 294"/>
                  <a:gd name="T77" fmla="*/ 2147483647 h 336"/>
                  <a:gd name="T78" fmla="*/ 2147483647 w 294"/>
                  <a:gd name="T79" fmla="*/ 2147483647 h 336"/>
                  <a:gd name="T80" fmla="*/ 2147483647 w 294"/>
                  <a:gd name="T81" fmla="*/ 2147483647 h 336"/>
                  <a:gd name="T82" fmla="*/ 2147483647 w 294"/>
                  <a:gd name="T83" fmla="*/ 2147483647 h 3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94"/>
                  <a:gd name="T127" fmla="*/ 0 h 336"/>
                  <a:gd name="T128" fmla="*/ 294 w 294"/>
                  <a:gd name="T129" fmla="*/ 336 h 3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94" h="336">
                    <a:moveTo>
                      <a:pt x="60" y="78"/>
                    </a:moveTo>
                    <a:lnTo>
                      <a:pt x="30" y="78"/>
                    </a:lnTo>
                    <a:lnTo>
                      <a:pt x="18" y="84"/>
                    </a:lnTo>
                    <a:lnTo>
                      <a:pt x="12" y="90"/>
                    </a:lnTo>
                    <a:lnTo>
                      <a:pt x="12" y="132"/>
                    </a:lnTo>
                    <a:lnTo>
                      <a:pt x="6" y="138"/>
                    </a:lnTo>
                    <a:lnTo>
                      <a:pt x="0" y="150"/>
                    </a:lnTo>
                    <a:lnTo>
                      <a:pt x="0" y="162"/>
                    </a:lnTo>
                    <a:lnTo>
                      <a:pt x="6" y="168"/>
                    </a:lnTo>
                    <a:lnTo>
                      <a:pt x="6" y="174"/>
                    </a:lnTo>
                    <a:lnTo>
                      <a:pt x="12" y="174"/>
                    </a:lnTo>
                    <a:lnTo>
                      <a:pt x="12" y="186"/>
                    </a:lnTo>
                    <a:lnTo>
                      <a:pt x="18" y="198"/>
                    </a:lnTo>
                    <a:lnTo>
                      <a:pt x="24" y="204"/>
                    </a:lnTo>
                    <a:lnTo>
                      <a:pt x="30" y="216"/>
                    </a:lnTo>
                    <a:lnTo>
                      <a:pt x="42" y="216"/>
                    </a:lnTo>
                    <a:lnTo>
                      <a:pt x="42" y="210"/>
                    </a:lnTo>
                    <a:lnTo>
                      <a:pt x="54" y="198"/>
                    </a:lnTo>
                    <a:lnTo>
                      <a:pt x="54" y="216"/>
                    </a:lnTo>
                    <a:lnTo>
                      <a:pt x="48" y="222"/>
                    </a:lnTo>
                    <a:lnTo>
                      <a:pt x="48" y="246"/>
                    </a:lnTo>
                    <a:lnTo>
                      <a:pt x="54" y="258"/>
                    </a:lnTo>
                    <a:lnTo>
                      <a:pt x="72" y="276"/>
                    </a:lnTo>
                    <a:lnTo>
                      <a:pt x="78" y="294"/>
                    </a:lnTo>
                    <a:lnTo>
                      <a:pt x="84" y="306"/>
                    </a:lnTo>
                    <a:lnTo>
                      <a:pt x="90" y="312"/>
                    </a:lnTo>
                    <a:lnTo>
                      <a:pt x="90" y="318"/>
                    </a:lnTo>
                    <a:lnTo>
                      <a:pt x="102" y="324"/>
                    </a:lnTo>
                    <a:lnTo>
                      <a:pt x="108" y="324"/>
                    </a:lnTo>
                    <a:lnTo>
                      <a:pt x="132" y="336"/>
                    </a:lnTo>
                    <a:lnTo>
                      <a:pt x="150" y="336"/>
                    </a:lnTo>
                    <a:lnTo>
                      <a:pt x="156" y="330"/>
                    </a:lnTo>
                    <a:lnTo>
                      <a:pt x="150" y="324"/>
                    </a:lnTo>
                    <a:lnTo>
                      <a:pt x="150" y="318"/>
                    </a:lnTo>
                    <a:lnTo>
                      <a:pt x="138" y="306"/>
                    </a:lnTo>
                    <a:lnTo>
                      <a:pt x="138" y="282"/>
                    </a:lnTo>
                    <a:lnTo>
                      <a:pt x="150" y="276"/>
                    </a:lnTo>
                    <a:lnTo>
                      <a:pt x="156" y="276"/>
                    </a:lnTo>
                    <a:lnTo>
                      <a:pt x="156" y="288"/>
                    </a:lnTo>
                    <a:lnTo>
                      <a:pt x="180" y="288"/>
                    </a:lnTo>
                    <a:lnTo>
                      <a:pt x="192" y="282"/>
                    </a:lnTo>
                    <a:lnTo>
                      <a:pt x="198" y="276"/>
                    </a:lnTo>
                    <a:lnTo>
                      <a:pt x="210" y="270"/>
                    </a:lnTo>
                    <a:lnTo>
                      <a:pt x="216" y="270"/>
                    </a:lnTo>
                    <a:lnTo>
                      <a:pt x="222" y="282"/>
                    </a:lnTo>
                    <a:lnTo>
                      <a:pt x="228" y="288"/>
                    </a:lnTo>
                    <a:lnTo>
                      <a:pt x="246" y="294"/>
                    </a:lnTo>
                    <a:lnTo>
                      <a:pt x="252" y="282"/>
                    </a:lnTo>
                    <a:lnTo>
                      <a:pt x="258" y="276"/>
                    </a:lnTo>
                    <a:lnTo>
                      <a:pt x="258" y="264"/>
                    </a:lnTo>
                    <a:lnTo>
                      <a:pt x="264" y="264"/>
                    </a:lnTo>
                    <a:lnTo>
                      <a:pt x="276" y="258"/>
                    </a:lnTo>
                    <a:lnTo>
                      <a:pt x="270" y="222"/>
                    </a:lnTo>
                    <a:lnTo>
                      <a:pt x="288" y="204"/>
                    </a:lnTo>
                    <a:lnTo>
                      <a:pt x="288" y="198"/>
                    </a:lnTo>
                    <a:lnTo>
                      <a:pt x="282" y="186"/>
                    </a:lnTo>
                    <a:lnTo>
                      <a:pt x="264" y="168"/>
                    </a:lnTo>
                    <a:lnTo>
                      <a:pt x="258" y="156"/>
                    </a:lnTo>
                    <a:lnTo>
                      <a:pt x="258" y="144"/>
                    </a:lnTo>
                    <a:lnTo>
                      <a:pt x="252" y="126"/>
                    </a:lnTo>
                    <a:lnTo>
                      <a:pt x="252" y="96"/>
                    </a:lnTo>
                    <a:lnTo>
                      <a:pt x="258" y="78"/>
                    </a:lnTo>
                    <a:lnTo>
                      <a:pt x="264" y="66"/>
                    </a:lnTo>
                    <a:lnTo>
                      <a:pt x="276" y="60"/>
                    </a:lnTo>
                    <a:lnTo>
                      <a:pt x="282" y="54"/>
                    </a:lnTo>
                    <a:lnTo>
                      <a:pt x="288" y="54"/>
                    </a:lnTo>
                    <a:lnTo>
                      <a:pt x="288" y="30"/>
                    </a:lnTo>
                    <a:lnTo>
                      <a:pt x="294" y="12"/>
                    </a:lnTo>
                    <a:lnTo>
                      <a:pt x="288" y="12"/>
                    </a:lnTo>
                    <a:lnTo>
                      <a:pt x="282" y="6"/>
                    </a:lnTo>
                    <a:lnTo>
                      <a:pt x="270" y="6"/>
                    </a:lnTo>
                    <a:lnTo>
                      <a:pt x="252" y="0"/>
                    </a:lnTo>
                    <a:lnTo>
                      <a:pt x="210" y="0"/>
                    </a:lnTo>
                    <a:lnTo>
                      <a:pt x="204" y="12"/>
                    </a:lnTo>
                    <a:lnTo>
                      <a:pt x="156" y="6"/>
                    </a:lnTo>
                    <a:lnTo>
                      <a:pt x="156" y="18"/>
                    </a:lnTo>
                    <a:lnTo>
                      <a:pt x="96" y="0"/>
                    </a:lnTo>
                    <a:lnTo>
                      <a:pt x="72" y="6"/>
                    </a:lnTo>
                    <a:lnTo>
                      <a:pt x="66" y="18"/>
                    </a:lnTo>
                    <a:lnTo>
                      <a:pt x="60" y="24"/>
                    </a:lnTo>
                    <a:lnTo>
                      <a:pt x="54" y="36"/>
                    </a:lnTo>
                    <a:lnTo>
                      <a:pt x="54" y="48"/>
                    </a:lnTo>
                    <a:lnTo>
                      <a:pt x="66" y="60"/>
                    </a:lnTo>
                    <a:lnTo>
                      <a:pt x="66" y="72"/>
                    </a:lnTo>
                    <a:lnTo>
                      <a:pt x="60" y="7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2" name="Sudan">
                <a:extLst>
                  <a:ext uri="{FF2B5EF4-FFF2-40B4-BE49-F238E27FC236}">
                    <a16:creationId xmlns:a16="http://schemas.microsoft.com/office/drawing/2014/main" id="{BC8D128E-327D-8D8C-1497-0AB864494645}"/>
                  </a:ext>
                </a:extLst>
              </p:cNvPr>
              <p:cNvSpPr>
                <a:spLocks/>
              </p:cNvSpPr>
              <p:nvPr/>
            </p:nvSpPr>
            <p:spPr bwMode="auto">
              <a:xfrm>
                <a:off x="4814919" y="2510265"/>
                <a:ext cx="452944" cy="444363"/>
              </a:xfrm>
              <a:custGeom>
                <a:avLst/>
                <a:gdLst/>
                <a:ahLst/>
                <a:cxnLst>
                  <a:cxn ang="0">
                    <a:pos x="442" y="199"/>
                  </a:cxn>
                  <a:cxn ang="0">
                    <a:pos x="446" y="187"/>
                  </a:cxn>
                  <a:cxn ang="0">
                    <a:pos x="475" y="170"/>
                  </a:cxn>
                  <a:cxn ang="0">
                    <a:pos x="458" y="149"/>
                  </a:cxn>
                  <a:cxn ang="0">
                    <a:pos x="439" y="137"/>
                  </a:cxn>
                  <a:cxn ang="0">
                    <a:pos x="434" y="114"/>
                  </a:cxn>
                  <a:cxn ang="0">
                    <a:pos x="430" y="90"/>
                  </a:cxn>
                  <a:cxn ang="0">
                    <a:pos x="423" y="55"/>
                  </a:cxn>
                  <a:cxn ang="0">
                    <a:pos x="413" y="29"/>
                  </a:cxn>
                  <a:cxn ang="0">
                    <a:pos x="387" y="0"/>
                  </a:cxn>
                  <a:cxn ang="0">
                    <a:pos x="361" y="26"/>
                  </a:cxn>
                  <a:cxn ang="0">
                    <a:pos x="345" y="31"/>
                  </a:cxn>
                  <a:cxn ang="0">
                    <a:pos x="326" y="47"/>
                  </a:cxn>
                  <a:cxn ang="0">
                    <a:pos x="269" y="36"/>
                  </a:cxn>
                  <a:cxn ang="0">
                    <a:pos x="87" y="36"/>
                  </a:cxn>
                  <a:cxn ang="0">
                    <a:pos x="54" y="241"/>
                  </a:cxn>
                  <a:cxn ang="0">
                    <a:pos x="30" y="246"/>
                  </a:cxn>
                  <a:cxn ang="0">
                    <a:pos x="30" y="258"/>
                  </a:cxn>
                  <a:cxn ang="0">
                    <a:pos x="16" y="272"/>
                  </a:cxn>
                  <a:cxn ang="0">
                    <a:pos x="7" y="300"/>
                  </a:cxn>
                  <a:cxn ang="0">
                    <a:pos x="9" y="322"/>
                  </a:cxn>
                  <a:cxn ang="0">
                    <a:pos x="4" y="338"/>
                  </a:cxn>
                  <a:cxn ang="0">
                    <a:pos x="19" y="338"/>
                  </a:cxn>
                  <a:cxn ang="0">
                    <a:pos x="21" y="373"/>
                  </a:cxn>
                  <a:cxn ang="0">
                    <a:pos x="35" y="385"/>
                  </a:cxn>
                  <a:cxn ang="0">
                    <a:pos x="42" y="409"/>
                  </a:cxn>
                  <a:cxn ang="0">
                    <a:pos x="54" y="430"/>
                  </a:cxn>
                  <a:cxn ang="0">
                    <a:pos x="47" y="451"/>
                  </a:cxn>
                  <a:cxn ang="0">
                    <a:pos x="49" y="463"/>
                  </a:cxn>
                  <a:cxn ang="0">
                    <a:pos x="73" y="456"/>
                  </a:cxn>
                  <a:cxn ang="0">
                    <a:pos x="78" y="447"/>
                  </a:cxn>
                  <a:cxn ang="0">
                    <a:pos x="89" y="418"/>
                  </a:cxn>
                  <a:cxn ang="0">
                    <a:pos x="115" y="416"/>
                  </a:cxn>
                  <a:cxn ang="0">
                    <a:pos x="125" y="430"/>
                  </a:cxn>
                  <a:cxn ang="0">
                    <a:pos x="170" y="433"/>
                  </a:cxn>
                  <a:cxn ang="0">
                    <a:pos x="196" y="442"/>
                  </a:cxn>
                  <a:cxn ang="0">
                    <a:pos x="234" y="411"/>
                  </a:cxn>
                  <a:cxn ang="0">
                    <a:pos x="290" y="409"/>
                  </a:cxn>
                  <a:cxn ang="0">
                    <a:pos x="307" y="364"/>
                  </a:cxn>
                  <a:cxn ang="0">
                    <a:pos x="331" y="347"/>
                  </a:cxn>
                  <a:cxn ang="0">
                    <a:pos x="328" y="378"/>
                  </a:cxn>
                  <a:cxn ang="0">
                    <a:pos x="335" y="399"/>
                  </a:cxn>
                  <a:cxn ang="0">
                    <a:pos x="357" y="423"/>
                  </a:cxn>
                  <a:cxn ang="0">
                    <a:pos x="359" y="409"/>
                  </a:cxn>
                  <a:cxn ang="0">
                    <a:pos x="368" y="399"/>
                  </a:cxn>
                  <a:cxn ang="0">
                    <a:pos x="380" y="385"/>
                  </a:cxn>
                  <a:cxn ang="0">
                    <a:pos x="382" y="364"/>
                  </a:cxn>
                  <a:cxn ang="0">
                    <a:pos x="392" y="343"/>
                  </a:cxn>
                  <a:cxn ang="0">
                    <a:pos x="411" y="333"/>
                  </a:cxn>
                  <a:cxn ang="0">
                    <a:pos x="418" y="303"/>
                  </a:cxn>
                  <a:cxn ang="0">
                    <a:pos x="416" y="262"/>
                  </a:cxn>
                  <a:cxn ang="0">
                    <a:pos x="423" y="239"/>
                  </a:cxn>
                  <a:cxn ang="0">
                    <a:pos x="430" y="215"/>
                  </a:cxn>
                </a:cxnLst>
                <a:rect l="0" t="0" r="r" b="b"/>
                <a:pathLst>
                  <a:path w="475" h="466">
                    <a:moveTo>
                      <a:pt x="432" y="208"/>
                    </a:moveTo>
                    <a:lnTo>
                      <a:pt x="434" y="206"/>
                    </a:lnTo>
                    <a:lnTo>
                      <a:pt x="434" y="199"/>
                    </a:lnTo>
                    <a:lnTo>
                      <a:pt x="442" y="199"/>
                    </a:lnTo>
                    <a:lnTo>
                      <a:pt x="444" y="196"/>
                    </a:lnTo>
                    <a:lnTo>
                      <a:pt x="444" y="194"/>
                    </a:lnTo>
                    <a:lnTo>
                      <a:pt x="446" y="192"/>
                    </a:lnTo>
                    <a:lnTo>
                      <a:pt x="446" y="187"/>
                    </a:lnTo>
                    <a:lnTo>
                      <a:pt x="451" y="187"/>
                    </a:lnTo>
                    <a:lnTo>
                      <a:pt x="460" y="184"/>
                    </a:lnTo>
                    <a:lnTo>
                      <a:pt x="470" y="180"/>
                    </a:lnTo>
                    <a:lnTo>
                      <a:pt x="475" y="170"/>
                    </a:lnTo>
                    <a:lnTo>
                      <a:pt x="475" y="166"/>
                    </a:lnTo>
                    <a:lnTo>
                      <a:pt x="460" y="154"/>
                    </a:lnTo>
                    <a:lnTo>
                      <a:pt x="460" y="151"/>
                    </a:lnTo>
                    <a:lnTo>
                      <a:pt x="458" y="149"/>
                    </a:lnTo>
                    <a:lnTo>
                      <a:pt x="458" y="144"/>
                    </a:lnTo>
                    <a:lnTo>
                      <a:pt x="453" y="142"/>
                    </a:lnTo>
                    <a:lnTo>
                      <a:pt x="444" y="142"/>
                    </a:lnTo>
                    <a:lnTo>
                      <a:pt x="439" y="137"/>
                    </a:lnTo>
                    <a:lnTo>
                      <a:pt x="439" y="132"/>
                    </a:lnTo>
                    <a:lnTo>
                      <a:pt x="437" y="125"/>
                    </a:lnTo>
                    <a:lnTo>
                      <a:pt x="437" y="118"/>
                    </a:lnTo>
                    <a:lnTo>
                      <a:pt x="434" y="114"/>
                    </a:lnTo>
                    <a:lnTo>
                      <a:pt x="434" y="107"/>
                    </a:lnTo>
                    <a:lnTo>
                      <a:pt x="432" y="107"/>
                    </a:lnTo>
                    <a:lnTo>
                      <a:pt x="432" y="97"/>
                    </a:lnTo>
                    <a:lnTo>
                      <a:pt x="430" y="90"/>
                    </a:lnTo>
                    <a:lnTo>
                      <a:pt x="430" y="73"/>
                    </a:lnTo>
                    <a:lnTo>
                      <a:pt x="427" y="69"/>
                    </a:lnTo>
                    <a:lnTo>
                      <a:pt x="434" y="66"/>
                    </a:lnTo>
                    <a:lnTo>
                      <a:pt x="423" y="55"/>
                    </a:lnTo>
                    <a:lnTo>
                      <a:pt x="423" y="38"/>
                    </a:lnTo>
                    <a:lnTo>
                      <a:pt x="420" y="33"/>
                    </a:lnTo>
                    <a:lnTo>
                      <a:pt x="418" y="31"/>
                    </a:lnTo>
                    <a:lnTo>
                      <a:pt x="413" y="29"/>
                    </a:lnTo>
                    <a:lnTo>
                      <a:pt x="401" y="17"/>
                    </a:lnTo>
                    <a:lnTo>
                      <a:pt x="397" y="17"/>
                    </a:lnTo>
                    <a:lnTo>
                      <a:pt x="390" y="10"/>
                    </a:lnTo>
                    <a:lnTo>
                      <a:pt x="387" y="0"/>
                    </a:lnTo>
                    <a:lnTo>
                      <a:pt x="378" y="12"/>
                    </a:lnTo>
                    <a:lnTo>
                      <a:pt x="364" y="12"/>
                    </a:lnTo>
                    <a:lnTo>
                      <a:pt x="364" y="21"/>
                    </a:lnTo>
                    <a:lnTo>
                      <a:pt x="361" y="26"/>
                    </a:lnTo>
                    <a:lnTo>
                      <a:pt x="359" y="29"/>
                    </a:lnTo>
                    <a:lnTo>
                      <a:pt x="352" y="29"/>
                    </a:lnTo>
                    <a:lnTo>
                      <a:pt x="349" y="31"/>
                    </a:lnTo>
                    <a:lnTo>
                      <a:pt x="345" y="31"/>
                    </a:lnTo>
                    <a:lnTo>
                      <a:pt x="340" y="36"/>
                    </a:lnTo>
                    <a:lnTo>
                      <a:pt x="335" y="45"/>
                    </a:lnTo>
                    <a:lnTo>
                      <a:pt x="333" y="47"/>
                    </a:lnTo>
                    <a:lnTo>
                      <a:pt x="326" y="47"/>
                    </a:lnTo>
                    <a:lnTo>
                      <a:pt x="323" y="45"/>
                    </a:lnTo>
                    <a:lnTo>
                      <a:pt x="321" y="40"/>
                    </a:lnTo>
                    <a:lnTo>
                      <a:pt x="319" y="38"/>
                    </a:lnTo>
                    <a:lnTo>
                      <a:pt x="269" y="36"/>
                    </a:lnTo>
                    <a:lnTo>
                      <a:pt x="269" y="31"/>
                    </a:lnTo>
                    <a:lnTo>
                      <a:pt x="267" y="31"/>
                    </a:lnTo>
                    <a:lnTo>
                      <a:pt x="260" y="38"/>
                    </a:lnTo>
                    <a:lnTo>
                      <a:pt x="87" y="36"/>
                    </a:lnTo>
                    <a:lnTo>
                      <a:pt x="87" y="99"/>
                    </a:lnTo>
                    <a:lnTo>
                      <a:pt x="56" y="99"/>
                    </a:lnTo>
                    <a:lnTo>
                      <a:pt x="59" y="241"/>
                    </a:lnTo>
                    <a:lnTo>
                      <a:pt x="54" y="241"/>
                    </a:lnTo>
                    <a:lnTo>
                      <a:pt x="49" y="239"/>
                    </a:lnTo>
                    <a:lnTo>
                      <a:pt x="33" y="239"/>
                    </a:lnTo>
                    <a:lnTo>
                      <a:pt x="28" y="244"/>
                    </a:lnTo>
                    <a:lnTo>
                      <a:pt x="30" y="246"/>
                    </a:lnTo>
                    <a:lnTo>
                      <a:pt x="30" y="251"/>
                    </a:lnTo>
                    <a:lnTo>
                      <a:pt x="33" y="253"/>
                    </a:lnTo>
                    <a:lnTo>
                      <a:pt x="33" y="255"/>
                    </a:lnTo>
                    <a:lnTo>
                      <a:pt x="30" y="258"/>
                    </a:lnTo>
                    <a:lnTo>
                      <a:pt x="26" y="260"/>
                    </a:lnTo>
                    <a:lnTo>
                      <a:pt x="21" y="265"/>
                    </a:lnTo>
                    <a:lnTo>
                      <a:pt x="21" y="272"/>
                    </a:lnTo>
                    <a:lnTo>
                      <a:pt x="16" y="272"/>
                    </a:lnTo>
                    <a:lnTo>
                      <a:pt x="19" y="281"/>
                    </a:lnTo>
                    <a:lnTo>
                      <a:pt x="21" y="288"/>
                    </a:lnTo>
                    <a:lnTo>
                      <a:pt x="14" y="293"/>
                    </a:lnTo>
                    <a:lnTo>
                      <a:pt x="7" y="300"/>
                    </a:lnTo>
                    <a:lnTo>
                      <a:pt x="9" y="303"/>
                    </a:lnTo>
                    <a:lnTo>
                      <a:pt x="14" y="312"/>
                    </a:lnTo>
                    <a:lnTo>
                      <a:pt x="14" y="317"/>
                    </a:lnTo>
                    <a:lnTo>
                      <a:pt x="9" y="322"/>
                    </a:lnTo>
                    <a:lnTo>
                      <a:pt x="4" y="324"/>
                    </a:lnTo>
                    <a:lnTo>
                      <a:pt x="0" y="329"/>
                    </a:lnTo>
                    <a:lnTo>
                      <a:pt x="0" y="336"/>
                    </a:lnTo>
                    <a:lnTo>
                      <a:pt x="4" y="338"/>
                    </a:lnTo>
                    <a:lnTo>
                      <a:pt x="9" y="338"/>
                    </a:lnTo>
                    <a:lnTo>
                      <a:pt x="12" y="336"/>
                    </a:lnTo>
                    <a:lnTo>
                      <a:pt x="16" y="336"/>
                    </a:lnTo>
                    <a:lnTo>
                      <a:pt x="19" y="338"/>
                    </a:lnTo>
                    <a:lnTo>
                      <a:pt x="19" y="355"/>
                    </a:lnTo>
                    <a:lnTo>
                      <a:pt x="26" y="362"/>
                    </a:lnTo>
                    <a:lnTo>
                      <a:pt x="19" y="364"/>
                    </a:lnTo>
                    <a:lnTo>
                      <a:pt x="21" y="373"/>
                    </a:lnTo>
                    <a:lnTo>
                      <a:pt x="23" y="373"/>
                    </a:lnTo>
                    <a:lnTo>
                      <a:pt x="28" y="376"/>
                    </a:lnTo>
                    <a:lnTo>
                      <a:pt x="33" y="383"/>
                    </a:lnTo>
                    <a:lnTo>
                      <a:pt x="35" y="385"/>
                    </a:lnTo>
                    <a:lnTo>
                      <a:pt x="35" y="388"/>
                    </a:lnTo>
                    <a:lnTo>
                      <a:pt x="30" y="388"/>
                    </a:lnTo>
                    <a:lnTo>
                      <a:pt x="30" y="397"/>
                    </a:lnTo>
                    <a:lnTo>
                      <a:pt x="42" y="409"/>
                    </a:lnTo>
                    <a:lnTo>
                      <a:pt x="45" y="414"/>
                    </a:lnTo>
                    <a:lnTo>
                      <a:pt x="49" y="418"/>
                    </a:lnTo>
                    <a:lnTo>
                      <a:pt x="52" y="425"/>
                    </a:lnTo>
                    <a:lnTo>
                      <a:pt x="54" y="430"/>
                    </a:lnTo>
                    <a:lnTo>
                      <a:pt x="54" y="442"/>
                    </a:lnTo>
                    <a:lnTo>
                      <a:pt x="52" y="444"/>
                    </a:lnTo>
                    <a:lnTo>
                      <a:pt x="49" y="449"/>
                    </a:lnTo>
                    <a:lnTo>
                      <a:pt x="47" y="451"/>
                    </a:lnTo>
                    <a:lnTo>
                      <a:pt x="47" y="454"/>
                    </a:lnTo>
                    <a:lnTo>
                      <a:pt x="49" y="456"/>
                    </a:lnTo>
                    <a:lnTo>
                      <a:pt x="52" y="456"/>
                    </a:lnTo>
                    <a:lnTo>
                      <a:pt x="49" y="463"/>
                    </a:lnTo>
                    <a:lnTo>
                      <a:pt x="66" y="466"/>
                    </a:lnTo>
                    <a:lnTo>
                      <a:pt x="66" y="461"/>
                    </a:lnTo>
                    <a:lnTo>
                      <a:pt x="68" y="459"/>
                    </a:lnTo>
                    <a:lnTo>
                      <a:pt x="73" y="456"/>
                    </a:lnTo>
                    <a:lnTo>
                      <a:pt x="73" y="456"/>
                    </a:lnTo>
                    <a:lnTo>
                      <a:pt x="73" y="454"/>
                    </a:lnTo>
                    <a:lnTo>
                      <a:pt x="73" y="451"/>
                    </a:lnTo>
                    <a:lnTo>
                      <a:pt x="78" y="447"/>
                    </a:lnTo>
                    <a:lnTo>
                      <a:pt x="78" y="437"/>
                    </a:lnTo>
                    <a:lnTo>
                      <a:pt x="82" y="437"/>
                    </a:lnTo>
                    <a:lnTo>
                      <a:pt x="82" y="428"/>
                    </a:lnTo>
                    <a:lnTo>
                      <a:pt x="89" y="418"/>
                    </a:lnTo>
                    <a:lnTo>
                      <a:pt x="92" y="411"/>
                    </a:lnTo>
                    <a:lnTo>
                      <a:pt x="101" y="409"/>
                    </a:lnTo>
                    <a:lnTo>
                      <a:pt x="113" y="407"/>
                    </a:lnTo>
                    <a:lnTo>
                      <a:pt x="115" y="416"/>
                    </a:lnTo>
                    <a:lnTo>
                      <a:pt x="118" y="418"/>
                    </a:lnTo>
                    <a:lnTo>
                      <a:pt x="123" y="421"/>
                    </a:lnTo>
                    <a:lnTo>
                      <a:pt x="123" y="423"/>
                    </a:lnTo>
                    <a:lnTo>
                      <a:pt x="125" y="430"/>
                    </a:lnTo>
                    <a:lnTo>
                      <a:pt x="127" y="433"/>
                    </a:lnTo>
                    <a:lnTo>
                      <a:pt x="137" y="440"/>
                    </a:lnTo>
                    <a:lnTo>
                      <a:pt x="146" y="435"/>
                    </a:lnTo>
                    <a:lnTo>
                      <a:pt x="170" y="433"/>
                    </a:lnTo>
                    <a:lnTo>
                      <a:pt x="175" y="435"/>
                    </a:lnTo>
                    <a:lnTo>
                      <a:pt x="177" y="442"/>
                    </a:lnTo>
                    <a:lnTo>
                      <a:pt x="177" y="442"/>
                    </a:lnTo>
                    <a:lnTo>
                      <a:pt x="196" y="442"/>
                    </a:lnTo>
                    <a:lnTo>
                      <a:pt x="205" y="430"/>
                    </a:lnTo>
                    <a:lnTo>
                      <a:pt x="219" y="430"/>
                    </a:lnTo>
                    <a:lnTo>
                      <a:pt x="222" y="418"/>
                    </a:lnTo>
                    <a:lnTo>
                      <a:pt x="234" y="411"/>
                    </a:lnTo>
                    <a:lnTo>
                      <a:pt x="250" y="421"/>
                    </a:lnTo>
                    <a:lnTo>
                      <a:pt x="260" y="430"/>
                    </a:lnTo>
                    <a:lnTo>
                      <a:pt x="274" y="430"/>
                    </a:lnTo>
                    <a:lnTo>
                      <a:pt x="290" y="409"/>
                    </a:lnTo>
                    <a:lnTo>
                      <a:pt x="295" y="397"/>
                    </a:lnTo>
                    <a:lnTo>
                      <a:pt x="309" y="388"/>
                    </a:lnTo>
                    <a:lnTo>
                      <a:pt x="307" y="381"/>
                    </a:lnTo>
                    <a:lnTo>
                      <a:pt x="307" y="364"/>
                    </a:lnTo>
                    <a:lnTo>
                      <a:pt x="300" y="357"/>
                    </a:lnTo>
                    <a:lnTo>
                      <a:pt x="319" y="357"/>
                    </a:lnTo>
                    <a:lnTo>
                      <a:pt x="319" y="350"/>
                    </a:lnTo>
                    <a:lnTo>
                      <a:pt x="331" y="347"/>
                    </a:lnTo>
                    <a:lnTo>
                      <a:pt x="328" y="357"/>
                    </a:lnTo>
                    <a:lnTo>
                      <a:pt x="328" y="366"/>
                    </a:lnTo>
                    <a:lnTo>
                      <a:pt x="326" y="369"/>
                    </a:lnTo>
                    <a:lnTo>
                      <a:pt x="328" y="378"/>
                    </a:lnTo>
                    <a:lnTo>
                      <a:pt x="331" y="385"/>
                    </a:lnTo>
                    <a:lnTo>
                      <a:pt x="331" y="390"/>
                    </a:lnTo>
                    <a:lnTo>
                      <a:pt x="328" y="395"/>
                    </a:lnTo>
                    <a:lnTo>
                      <a:pt x="335" y="399"/>
                    </a:lnTo>
                    <a:lnTo>
                      <a:pt x="345" y="407"/>
                    </a:lnTo>
                    <a:lnTo>
                      <a:pt x="352" y="414"/>
                    </a:lnTo>
                    <a:lnTo>
                      <a:pt x="354" y="418"/>
                    </a:lnTo>
                    <a:lnTo>
                      <a:pt x="357" y="423"/>
                    </a:lnTo>
                    <a:lnTo>
                      <a:pt x="359" y="423"/>
                    </a:lnTo>
                    <a:lnTo>
                      <a:pt x="361" y="421"/>
                    </a:lnTo>
                    <a:lnTo>
                      <a:pt x="361" y="414"/>
                    </a:lnTo>
                    <a:lnTo>
                      <a:pt x="359" y="409"/>
                    </a:lnTo>
                    <a:lnTo>
                      <a:pt x="359" y="402"/>
                    </a:lnTo>
                    <a:lnTo>
                      <a:pt x="366" y="395"/>
                    </a:lnTo>
                    <a:lnTo>
                      <a:pt x="368" y="395"/>
                    </a:lnTo>
                    <a:lnTo>
                      <a:pt x="368" y="399"/>
                    </a:lnTo>
                    <a:lnTo>
                      <a:pt x="371" y="402"/>
                    </a:lnTo>
                    <a:lnTo>
                      <a:pt x="378" y="402"/>
                    </a:lnTo>
                    <a:lnTo>
                      <a:pt x="380" y="399"/>
                    </a:lnTo>
                    <a:lnTo>
                      <a:pt x="380" y="385"/>
                    </a:lnTo>
                    <a:lnTo>
                      <a:pt x="378" y="383"/>
                    </a:lnTo>
                    <a:lnTo>
                      <a:pt x="378" y="381"/>
                    </a:lnTo>
                    <a:lnTo>
                      <a:pt x="382" y="373"/>
                    </a:lnTo>
                    <a:lnTo>
                      <a:pt x="382" y="364"/>
                    </a:lnTo>
                    <a:lnTo>
                      <a:pt x="385" y="362"/>
                    </a:lnTo>
                    <a:lnTo>
                      <a:pt x="390" y="362"/>
                    </a:lnTo>
                    <a:lnTo>
                      <a:pt x="392" y="357"/>
                    </a:lnTo>
                    <a:lnTo>
                      <a:pt x="392" y="343"/>
                    </a:lnTo>
                    <a:lnTo>
                      <a:pt x="394" y="340"/>
                    </a:lnTo>
                    <a:lnTo>
                      <a:pt x="397" y="336"/>
                    </a:lnTo>
                    <a:lnTo>
                      <a:pt x="399" y="333"/>
                    </a:lnTo>
                    <a:lnTo>
                      <a:pt x="411" y="333"/>
                    </a:lnTo>
                    <a:lnTo>
                      <a:pt x="411" y="314"/>
                    </a:lnTo>
                    <a:lnTo>
                      <a:pt x="413" y="310"/>
                    </a:lnTo>
                    <a:lnTo>
                      <a:pt x="416" y="307"/>
                    </a:lnTo>
                    <a:lnTo>
                      <a:pt x="418" y="303"/>
                    </a:lnTo>
                    <a:lnTo>
                      <a:pt x="420" y="300"/>
                    </a:lnTo>
                    <a:lnTo>
                      <a:pt x="420" y="284"/>
                    </a:lnTo>
                    <a:lnTo>
                      <a:pt x="418" y="265"/>
                    </a:lnTo>
                    <a:lnTo>
                      <a:pt x="416" y="262"/>
                    </a:lnTo>
                    <a:lnTo>
                      <a:pt x="416" y="255"/>
                    </a:lnTo>
                    <a:lnTo>
                      <a:pt x="420" y="253"/>
                    </a:lnTo>
                    <a:lnTo>
                      <a:pt x="423" y="253"/>
                    </a:lnTo>
                    <a:lnTo>
                      <a:pt x="423" y="239"/>
                    </a:lnTo>
                    <a:lnTo>
                      <a:pt x="425" y="239"/>
                    </a:lnTo>
                    <a:lnTo>
                      <a:pt x="427" y="236"/>
                    </a:lnTo>
                    <a:lnTo>
                      <a:pt x="430" y="232"/>
                    </a:lnTo>
                    <a:lnTo>
                      <a:pt x="430" y="215"/>
                    </a:lnTo>
                    <a:lnTo>
                      <a:pt x="427" y="213"/>
                    </a:lnTo>
                    <a:lnTo>
                      <a:pt x="427" y="208"/>
                    </a:lnTo>
                    <a:lnTo>
                      <a:pt x="432" y="20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3" name="South Sudan">
                <a:extLst>
                  <a:ext uri="{FF2B5EF4-FFF2-40B4-BE49-F238E27FC236}">
                    <a16:creationId xmlns:a16="http://schemas.microsoft.com/office/drawing/2014/main" id="{8B485D89-FCF8-3AEB-006F-B87C04C3A133}"/>
                  </a:ext>
                </a:extLst>
              </p:cNvPr>
              <p:cNvSpPr>
                <a:spLocks/>
              </p:cNvSpPr>
              <p:nvPr/>
            </p:nvSpPr>
            <p:spPr bwMode="auto">
              <a:xfrm>
                <a:off x="4877854" y="2841153"/>
                <a:ext cx="326120" cy="272722"/>
              </a:xfrm>
              <a:custGeom>
                <a:avLst/>
                <a:gdLst/>
                <a:ahLst/>
                <a:cxnLst>
                  <a:cxn ang="0">
                    <a:pos x="269" y="52"/>
                  </a:cxn>
                  <a:cxn ang="0">
                    <a:pos x="265" y="38"/>
                  </a:cxn>
                  <a:cxn ang="0">
                    <a:pos x="262" y="19"/>
                  </a:cxn>
                  <a:cxn ang="0">
                    <a:pos x="253" y="3"/>
                  </a:cxn>
                  <a:cxn ang="0">
                    <a:pos x="241" y="17"/>
                  </a:cxn>
                  <a:cxn ang="0">
                    <a:pos x="229" y="50"/>
                  </a:cxn>
                  <a:cxn ang="0">
                    <a:pos x="194" y="83"/>
                  </a:cxn>
                  <a:cxn ang="0">
                    <a:pos x="156" y="71"/>
                  </a:cxn>
                  <a:cxn ang="0">
                    <a:pos x="130" y="95"/>
                  </a:cxn>
                  <a:cxn ang="0">
                    <a:pos x="109" y="88"/>
                  </a:cxn>
                  <a:cxn ang="0">
                    <a:pos x="71" y="93"/>
                  </a:cxn>
                  <a:cxn ang="0">
                    <a:pos x="57" y="76"/>
                  </a:cxn>
                  <a:cxn ang="0">
                    <a:pos x="49" y="69"/>
                  </a:cxn>
                  <a:cxn ang="0">
                    <a:pos x="26" y="64"/>
                  </a:cxn>
                  <a:cxn ang="0">
                    <a:pos x="16" y="90"/>
                  </a:cxn>
                  <a:cxn ang="0">
                    <a:pos x="7" y="104"/>
                  </a:cxn>
                  <a:cxn ang="0">
                    <a:pos x="7" y="109"/>
                  </a:cxn>
                  <a:cxn ang="0">
                    <a:pos x="0" y="119"/>
                  </a:cxn>
                  <a:cxn ang="0">
                    <a:pos x="12" y="135"/>
                  </a:cxn>
                  <a:cxn ang="0">
                    <a:pos x="28" y="142"/>
                  </a:cxn>
                  <a:cxn ang="0">
                    <a:pos x="38" y="152"/>
                  </a:cxn>
                  <a:cxn ang="0">
                    <a:pos x="33" y="154"/>
                  </a:cxn>
                  <a:cxn ang="0">
                    <a:pos x="42" y="164"/>
                  </a:cxn>
                  <a:cxn ang="0">
                    <a:pos x="54" y="173"/>
                  </a:cxn>
                  <a:cxn ang="0">
                    <a:pos x="59" y="182"/>
                  </a:cxn>
                  <a:cxn ang="0">
                    <a:pos x="68" y="190"/>
                  </a:cxn>
                  <a:cxn ang="0">
                    <a:pos x="68" y="197"/>
                  </a:cxn>
                  <a:cxn ang="0">
                    <a:pos x="83" y="208"/>
                  </a:cxn>
                  <a:cxn ang="0">
                    <a:pos x="92" y="218"/>
                  </a:cxn>
                  <a:cxn ang="0">
                    <a:pos x="106" y="241"/>
                  </a:cxn>
                  <a:cxn ang="0">
                    <a:pos x="127" y="258"/>
                  </a:cxn>
                  <a:cxn ang="0">
                    <a:pos x="137" y="251"/>
                  </a:cxn>
                  <a:cxn ang="0">
                    <a:pos x="146" y="258"/>
                  </a:cxn>
                  <a:cxn ang="0">
                    <a:pos x="156" y="251"/>
                  </a:cxn>
                  <a:cxn ang="0">
                    <a:pos x="168" y="251"/>
                  </a:cxn>
                  <a:cxn ang="0">
                    <a:pos x="177" y="267"/>
                  </a:cxn>
                  <a:cxn ang="0">
                    <a:pos x="187" y="272"/>
                  </a:cxn>
                  <a:cxn ang="0">
                    <a:pos x="203" y="275"/>
                  </a:cxn>
                  <a:cxn ang="0">
                    <a:pos x="215" y="279"/>
                  </a:cxn>
                  <a:cxn ang="0">
                    <a:pos x="222" y="275"/>
                  </a:cxn>
                  <a:cxn ang="0">
                    <a:pos x="243" y="277"/>
                  </a:cxn>
                  <a:cxn ang="0">
                    <a:pos x="262" y="272"/>
                  </a:cxn>
                  <a:cxn ang="0">
                    <a:pos x="274" y="277"/>
                  </a:cxn>
                  <a:cxn ang="0">
                    <a:pos x="283" y="265"/>
                  </a:cxn>
                  <a:cxn ang="0">
                    <a:pos x="295" y="251"/>
                  </a:cxn>
                  <a:cxn ang="0">
                    <a:pos x="340" y="239"/>
                  </a:cxn>
                  <a:cxn ang="0">
                    <a:pos x="335" y="225"/>
                  </a:cxn>
                  <a:cxn ang="0">
                    <a:pos x="316" y="208"/>
                  </a:cxn>
                  <a:cxn ang="0">
                    <a:pos x="312" y="185"/>
                  </a:cxn>
                  <a:cxn ang="0">
                    <a:pos x="293" y="175"/>
                  </a:cxn>
                  <a:cxn ang="0">
                    <a:pos x="286" y="159"/>
                  </a:cxn>
                  <a:cxn ang="0">
                    <a:pos x="276" y="149"/>
                  </a:cxn>
                  <a:cxn ang="0">
                    <a:pos x="260" y="147"/>
                  </a:cxn>
                  <a:cxn ang="0">
                    <a:pos x="265" y="135"/>
                  </a:cxn>
                  <a:cxn ang="0">
                    <a:pos x="279" y="128"/>
                  </a:cxn>
                  <a:cxn ang="0">
                    <a:pos x="288" y="123"/>
                  </a:cxn>
                  <a:cxn ang="0">
                    <a:pos x="291" y="100"/>
                  </a:cxn>
                  <a:cxn ang="0">
                    <a:pos x="286" y="88"/>
                  </a:cxn>
                  <a:cxn ang="0">
                    <a:pos x="291" y="76"/>
                  </a:cxn>
                </a:cxnLst>
                <a:rect l="0" t="0" r="r" b="b"/>
                <a:pathLst>
                  <a:path w="342" h="286">
                    <a:moveTo>
                      <a:pt x="286" y="67"/>
                    </a:moveTo>
                    <a:lnTo>
                      <a:pt x="279" y="60"/>
                    </a:lnTo>
                    <a:lnTo>
                      <a:pt x="269" y="52"/>
                    </a:lnTo>
                    <a:lnTo>
                      <a:pt x="262" y="48"/>
                    </a:lnTo>
                    <a:lnTo>
                      <a:pt x="265" y="43"/>
                    </a:lnTo>
                    <a:lnTo>
                      <a:pt x="265" y="38"/>
                    </a:lnTo>
                    <a:lnTo>
                      <a:pt x="262" y="31"/>
                    </a:lnTo>
                    <a:lnTo>
                      <a:pt x="260" y="22"/>
                    </a:lnTo>
                    <a:lnTo>
                      <a:pt x="262" y="19"/>
                    </a:lnTo>
                    <a:lnTo>
                      <a:pt x="262" y="10"/>
                    </a:lnTo>
                    <a:lnTo>
                      <a:pt x="265" y="0"/>
                    </a:lnTo>
                    <a:lnTo>
                      <a:pt x="253" y="3"/>
                    </a:lnTo>
                    <a:lnTo>
                      <a:pt x="253" y="10"/>
                    </a:lnTo>
                    <a:lnTo>
                      <a:pt x="234" y="10"/>
                    </a:lnTo>
                    <a:lnTo>
                      <a:pt x="241" y="17"/>
                    </a:lnTo>
                    <a:lnTo>
                      <a:pt x="241" y="34"/>
                    </a:lnTo>
                    <a:lnTo>
                      <a:pt x="243" y="41"/>
                    </a:lnTo>
                    <a:lnTo>
                      <a:pt x="229" y="50"/>
                    </a:lnTo>
                    <a:lnTo>
                      <a:pt x="224" y="62"/>
                    </a:lnTo>
                    <a:lnTo>
                      <a:pt x="208" y="83"/>
                    </a:lnTo>
                    <a:lnTo>
                      <a:pt x="194" y="83"/>
                    </a:lnTo>
                    <a:lnTo>
                      <a:pt x="184" y="74"/>
                    </a:lnTo>
                    <a:lnTo>
                      <a:pt x="168" y="64"/>
                    </a:lnTo>
                    <a:lnTo>
                      <a:pt x="156" y="71"/>
                    </a:lnTo>
                    <a:lnTo>
                      <a:pt x="153" y="83"/>
                    </a:lnTo>
                    <a:lnTo>
                      <a:pt x="139" y="83"/>
                    </a:lnTo>
                    <a:lnTo>
                      <a:pt x="130" y="95"/>
                    </a:lnTo>
                    <a:lnTo>
                      <a:pt x="111" y="95"/>
                    </a:lnTo>
                    <a:lnTo>
                      <a:pt x="111" y="95"/>
                    </a:lnTo>
                    <a:lnTo>
                      <a:pt x="109" y="88"/>
                    </a:lnTo>
                    <a:lnTo>
                      <a:pt x="104" y="86"/>
                    </a:lnTo>
                    <a:lnTo>
                      <a:pt x="80" y="88"/>
                    </a:lnTo>
                    <a:lnTo>
                      <a:pt x="71" y="93"/>
                    </a:lnTo>
                    <a:lnTo>
                      <a:pt x="61" y="86"/>
                    </a:lnTo>
                    <a:lnTo>
                      <a:pt x="59" y="83"/>
                    </a:lnTo>
                    <a:lnTo>
                      <a:pt x="57" y="76"/>
                    </a:lnTo>
                    <a:lnTo>
                      <a:pt x="57" y="74"/>
                    </a:lnTo>
                    <a:lnTo>
                      <a:pt x="52" y="71"/>
                    </a:lnTo>
                    <a:lnTo>
                      <a:pt x="49" y="69"/>
                    </a:lnTo>
                    <a:lnTo>
                      <a:pt x="47" y="60"/>
                    </a:lnTo>
                    <a:lnTo>
                      <a:pt x="35" y="62"/>
                    </a:lnTo>
                    <a:lnTo>
                      <a:pt x="26" y="64"/>
                    </a:lnTo>
                    <a:lnTo>
                      <a:pt x="23" y="71"/>
                    </a:lnTo>
                    <a:lnTo>
                      <a:pt x="16" y="81"/>
                    </a:lnTo>
                    <a:lnTo>
                      <a:pt x="16" y="90"/>
                    </a:lnTo>
                    <a:lnTo>
                      <a:pt x="12" y="90"/>
                    </a:lnTo>
                    <a:lnTo>
                      <a:pt x="12" y="100"/>
                    </a:lnTo>
                    <a:lnTo>
                      <a:pt x="7" y="104"/>
                    </a:lnTo>
                    <a:lnTo>
                      <a:pt x="7" y="107"/>
                    </a:lnTo>
                    <a:lnTo>
                      <a:pt x="7" y="109"/>
                    </a:lnTo>
                    <a:lnTo>
                      <a:pt x="7" y="109"/>
                    </a:lnTo>
                    <a:lnTo>
                      <a:pt x="2" y="112"/>
                    </a:lnTo>
                    <a:lnTo>
                      <a:pt x="0" y="114"/>
                    </a:lnTo>
                    <a:lnTo>
                      <a:pt x="0" y="119"/>
                    </a:lnTo>
                    <a:lnTo>
                      <a:pt x="2" y="119"/>
                    </a:lnTo>
                    <a:lnTo>
                      <a:pt x="2" y="130"/>
                    </a:lnTo>
                    <a:lnTo>
                      <a:pt x="12" y="135"/>
                    </a:lnTo>
                    <a:lnTo>
                      <a:pt x="26" y="135"/>
                    </a:lnTo>
                    <a:lnTo>
                      <a:pt x="26" y="142"/>
                    </a:lnTo>
                    <a:lnTo>
                      <a:pt x="28" y="142"/>
                    </a:lnTo>
                    <a:lnTo>
                      <a:pt x="33" y="145"/>
                    </a:lnTo>
                    <a:lnTo>
                      <a:pt x="38" y="149"/>
                    </a:lnTo>
                    <a:lnTo>
                      <a:pt x="38" y="152"/>
                    </a:lnTo>
                    <a:lnTo>
                      <a:pt x="35" y="152"/>
                    </a:lnTo>
                    <a:lnTo>
                      <a:pt x="35" y="154"/>
                    </a:lnTo>
                    <a:lnTo>
                      <a:pt x="33" y="154"/>
                    </a:lnTo>
                    <a:lnTo>
                      <a:pt x="33" y="156"/>
                    </a:lnTo>
                    <a:lnTo>
                      <a:pt x="38" y="161"/>
                    </a:lnTo>
                    <a:lnTo>
                      <a:pt x="42" y="164"/>
                    </a:lnTo>
                    <a:lnTo>
                      <a:pt x="45" y="164"/>
                    </a:lnTo>
                    <a:lnTo>
                      <a:pt x="49" y="166"/>
                    </a:lnTo>
                    <a:lnTo>
                      <a:pt x="54" y="173"/>
                    </a:lnTo>
                    <a:lnTo>
                      <a:pt x="57" y="178"/>
                    </a:lnTo>
                    <a:lnTo>
                      <a:pt x="59" y="180"/>
                    </a:lnTo>
                    <a:lnTo>
                      <a:pt x="59" y="182"/>
                    </a:lnTo>
                    <a:lnTo>
                      <a:pt x="66" y="182"/>
                    </a:lnTo>
                    <a:lnTo>
                      <a:pt x="68" y="185"/>
                    </a:lnTo>
                    <a:lnTo>
                      <a:pt x="68" y="190"/>
                    </a:lnTo>
                    <a:lnTo>
                      <a:pt x="64" y="190"/>
                    </a:lnTo>
                    <a:lnTo>
                      <a:pt x="64" y="192"/>
                    </a:lnTo>
                    <a:lnTo>
                      <a:pt x="68" y="197"/>
                    </a:lnTo>
                    <a:lnTo>
                      <a:pt x="68" y="204"/>
                    </a:lnTo>
                    <a:lnTo>
                      <a:pt x="80" y="206"/>
                    </a:lnTo>
                    <a:lnTo>
                      <a:pt x="83" y="208"/>
                    </a:lnTo>
                    <a:lnTo>
                      <a:pt x="87" y="211"/>
                    </a:lnTo>
                    <a:lnTo>
                      <a:pt x="90" y="213"/>
                    </a:lnTo>
                    <a:lnTo>
                      <a:pt x="92" y="218"/>
                    </a:lnTo>
                    <a:lnTo>
                      <a:pt x="92" y="227"/>
                    </a:lnTo>
                    <a:lnTo>
                      <a:pt x="94" y="232"/>
                    </a:lnTo>
                    <a:lnTo>
                      <a:pt x="106" y="241"/>
                    </a:lnTo>
                    <a:lnTo>
                      <a:pt x="106" y="251"/>
                    </a:lnTo>
                    <a:lnTo>
                      <a:pt x="125" y="260"/>
                    </a:lnTo>
                    <a:lnTo>
                      <a:pt x="127" y="258"/>
                    </a:lnTo>
                    <a:lnTo>
                      <a:pt x="130" y="253"/>
                    </a:lnTo>
                    <a:lnTo>
                      <a:pt x="132" y="251"/>
                    </a:lnTo>
                    <a:lnTo>
                      <a:pt x="137" y="251"/>
                    </a:lnTo>
                    <a:lnTo>
                      <a:pt x="142" y="253"/>
                    </a:lnTo>
                    <a:lnTo>
                      <a:pt x="142" y="256"/>
                    </a:lnTo>
                    <a:lnTo>
                      <a:pt x="146" y="258"/>
                    </a:lnTo>
                    <a:lnTo>
                      <a:pt x="149" y="258"/>
                    </a:lnTo>
                    <a:lnTo>
                      <a:pt x="156" y="253"/>
                    </a:lnTo>
                    <a:lnTo>
                      <a:pt x="156" y="251"/>
                    </a:lnTo>
                    <a:lnTo>
                      <a:pt x="161" y="246"/>
                    </a:lnTo>
                    <a:lnTo>
                      <a:pt x="163" y="249"/>
                    </a:lnTo>
                    <a:lnTo>
                      <a:pt x="168" y="251"/>
                    </a:lnTo>
                    <a:lnTo>
                      <a:pt x="170" y="258"/>
                    </a:lnTo>
                    <a:lnTo>
                      <a:pt x="172" y="263"/>
                    </a:lnTo>
                    <a:lnTo>
                      <a:pt x="177" y="267"/>
                    </a:lnTo>
                    <a:lnTo>
                      <a:pt x="182" y="270"/>
                    </a:lnTo>
                    <a:lnTo>
                      <a:pt x="184" y="272"/>
                    </a:lnTo>
                    <a:lnTo>
                      <a:pt x="187" y="272"/>
                    </a:lnTo>
                    <a:lnTo>
                      <a:pt x="189" y="282"/>
                    </a:lnTo>
                    <a:lnTo>
                      <a:pt x="196" y="282"/>
                    </a:lnTo>
                    <a:lnTo>
                      <a:pt x="203" y="275"/>
                    </a:lnTo>
                    <a:lnTo>
                      <a:pt x="208" y="275"/>
                    </a:lnTo>
                    <a:lnTo>
                      <a:pt x="210" y="277"/>
                    </a:lnTo>
                    <a:lnTo>
                      <a:pt x="215" y="279"/>
                    </a:lnTo>
                    <a:lnTo>
                      <a:pt x="220" y="279"/>
                    </a:lnTo>
                    <a:lnTo>
                      <a:pt x="220" y="277"/>
                    </a:lnTo>
                    <a:lnTo>
                      <a:pt x="222" y="275"/>
                    </a:lnTo>
                    <a:lnTo>
                      <a:pt x="224" y="275"/>
                    </a:lnTo>
                    <a:lnTo>
                      <a:pt x="236" y="286"/>
                    </a:lnTo>
                    <a:lnTo>
                      <a:pt x="243" y="277"/>
                    </a:lnTo>
                    <a:lnTo>
                      <a:pt x="253" y="277"/>
                    </a:lnTo>
                    <a:lnTo>
                      <a:pt x="257" y="272"/>
                    </a:lnTo>
                    <a:lnTo>
                      <a:pt x="262" y="272"/>
                    </a:lnTo>
                    <a:lnTo>
                      <a:pt x="262" y="275"/>
                    </a:lnTo>
                    <a:lnTo>
                      <a:pt x="265" y="277"/>
                    </a:lnTo>
                    <a:lnTo>
                      <a:pt x="274" y="277"/>
                    </a:lnTo>
                    <a:lnTo>
                      <a:pt x="281" y="270"/>
                    </a:lnTo>
                    <a:lnTo>
                      <a:pt x="281" y="267"/>
                    </a:lnTo>
                    <a:lnTo>
                      <a:pt x="283" y="265"/>
                    </a:lnTo>
                    <a:lnTo>
                      <a:pt x="283" y="263"/>
                    </a:lnTo>
                    <a:lnTo>
                      <a:pt x="288" y="263"/>
                    </a:lnTo>
                    <a:lnTo>
                      <a:pt x="295" y="251"/>
                    </a:lnTo>
                    <a:lnTo>
                      <a:pt x="333" y="251"/>
                    </a:lnTo>
                    <a:lnTo>
                      <a:pt x="342" y="246"/>
                    </a:lnTo>
                    <a:lnTo>
                      <a:pt x="340" y="239"/>
                    </a:lnTo>
                    <a:lnTo>
                      <a:pt x="340" y="232"/>
                    </a:lnTo>
                    <a:lnTo>
                      <a:pt x="338" y="227"/>
                    </a:lnTo>
                    <a:lnTo>
                      <a:pt x="335" y="225"/>
                    </a:lnTo>
                    <a:lnTo>
                      <a:pt x="328" y="225"/>
                    </a:lnTo>
                    <a:lnTo>
                      <a:pt x="324" y="223"/>
                    </a:lnTo>
                    <a:lnTo>
                      <a:pt x="316" y="208"/>
                    </a:lnTo>
                    <a:lnTo>
                      <a:pt x="316" y="201"/>
                    </a:lnTo>
                    <a:lnTo>
                      <a:pt x="312" y="199"/>
                    </a:lnTo>
                    <a:lnTo>
                      <a:pt x="312" y="185"/>
                    </a:lnTo>
                    <a:lnTo>
                      <a:pt x="305" y="185"/>
                    </a:lnTo>
                    <a:lnTo>
                      <a:pt x="302" y="175"/>
                    </a:lnTo>
                    <a:lnTo>
                      <a:pt x="293" y="175"/>
                    </a:lnTo>
                    <a:lnTo>
                      <a:pt x="291" y="168"/>
                    </a:lnTo>
                    <a:lnTo>
                      <a:pt x="291" y="161"/>
                    </a:lnTo>
                    <a:lnTo>
                      <a:pt x="286" y="159"/>
                    </a:lnTo>
                    <a:lnTo>
                      <a:pt x="283" y="154"/>
                    </a:lnTo>
                    <a:lnTo>
                      <a:pt x="279" y="152"/>
                    </a:lnTo>
                    <a:lnTo>
                      <a:pt x="276" y="149"/>
                    </a:lnTo>
                    <a:lnTo>
                      <a:pt x="267" y="149"/>
                    </a:lnTo>
                    <a:lnTo>
                      <a:pt x="262" y="147"/>
                    </a:lnTo>
                    <a:lnTo>
                      <a:pt x="260" y="147"/>
                    </a:lnTo>
                    <a:lnTo>
                      <a:pt x="260" y="142"/>
                    </a:lnTo>
                    <a:lnTo>
                      <a:pt x="262" y="138"/>
                    </a:lnTo>
                    <a:lnTo>
                      <a:pt x="265" y="135"/>
                    </a:lnTo>
                    <a:lnTo>
                      <a:pt x="262" y="126"/>
                    </a:lnTo>
                    <a:lnTo>
                      <a:pt x="276" y="126"/>
                    </a:lnTo>
                    <a:lnTo>
                      <a:pt x="279" y="128"/>
                    </a:lnTo>
                    <a:lnTo>
                      <a:pt x="281" y="126"/>
                    </a:lnTo>
                    <a:lnTo>
                      <a:pt x="286" y="126"/>
                    </a:lnTo>
                    <a:lnTo>
                      <a:pt x="288" y="123"/>
                    </a:lnTo>
                    <a:lnTo>
                      <a:pt x="288" y="119"/>
                    </a:lnTo>
                    <a:lnTo>
                      <a:pt x="291" y="114"/>
                    </a:lnTo>
                    <a:lnTo>
                      <a:pt x="291" y="100"/>
                    </a:lnTo>
                    <a:lnTo>
                      <a:pt x="288" y="97"/>
                    </a:lnTo>
                    <a:lnTo>
                      <a:pt x="288" y="93"/>
                    </a:lnTo>
                    <a:lnTo>
                      <a:pt x="286" y="88"/>
                    </a:lnTo>
                    <a:lnTo>
                      <a:pt x="286" y="83"/>
                    </a:lnTo>
                    <a:lnTo>
                      <a:pt x="288" y="78"/>
                    </a:lnTo>
                    <a:lnTo>
                      <a:pt x="291" y="76"/>
                    </a:lnTo>
                    <a:lnTo>
                      <a:pt x="288" y="71"/>
                    </a:lnTo>
                    <a:lnTo>
                      <a:pt x="286" y="67"/>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4" name="Sri Lanka" descr="© INSCALE GmbH, 05.05.2010&#10;http://www.presentationload.com/">
                <a:extLst>
                  <a:ext uri="{FF2B5EF4-FFF2-40B4-BE49-F238E27FC236}">
                    <a16:creationId xmlns:a16="http://schemas.microsoft.com/office/drawing/2014/main" id="{FB827727-E3D0-9884-9502-998602693922}"/>
                  </a:ext>
                </a:extLst>
              </p:cNvPr>
              <p:cNvSpPr>
                <a:spLocks/>
              </p:cNvSpPr>
              <p:nvPr/>
            </p:nvSpPr>
            <p:spPr bwMode="gray">
              <a:xfrm>
                <a:off x="6378902" y="2924967"/>
                <a:ext cx="65224" cy="115625"/>
              </a:xfrm>
              <a:custGeom>
                <a:avLst/>
                <a:gdLst>
                  <a:gd name="T0" fmla="*/ 2147483647 w 174"/>
                  <a:gd name="T1" fmla="*/ 2147483647 h 306"/>
                  <a:gd name="T2" fmla="*/ 2147483647 w 174"/>
                  <a:gd name="T3" fmla="*/ 0 h 306"/>
                  <a:gd name="T4" fmla="*/ 2147483647 w 174"/>
                  <a:gd name="T5" fmla="*/ 0 h 306"/>
                  <a:gd name="T6" fmla="*/ 2147483647 w 174"/>
                  <a:gd name="T7" fmla="*/ 2147483647 h 306"/>
                  <a:gd name="T8" fmla="*/ 2147483647 w 174"/>
                  <a:gd name="T9" fmla="*/ 2147483647 h 306"/>
                  <a:gd name="T10" fmla="*/ 2147483647 w 174"/>
                  <a:gd name="T11" fmla="*/ 2147483647 h 306"/>
                  <a:gd name="T12" fmla="*/ 2147483647 w 174"/>
                  <a:gd name="T13" fmla="*/ 2147483647 h 306"/>
                  <a:gd name="T14" fmla="*/ 2147483647 w 174"/>
                  <a:gd name="T15" fmla="*/ 2147483647 h 306"/>
                  <a:gd name="T16" fmla="*/ 2147483647 w 174"/>
                  <a:gd name="T17" fmla="*/ 2147483647 h 306"/>
                  <a:gd name="T18" fmla="*/ 2147483647 w 174"/>
                  <a:gd name="T19" fmla="*/ 2147483647 h 306"/>
                  <a:gd name="T20" fmla="*/ 2147483647 w 174"/>
                  <a:gd name="T21" fmla="*/ 2147483647 h 306"/>
                  <a:gd name="T22" fmla="*/ 2147483647 w 174"/>
                  <a:gd name="T23" fmla="*/ 2147483647 h 306"/>
                  <a:gd name="T24" fmla="*/ 2147483647 w 174"/>
                  <a:gd name="T25" fmla="*/ 2147483647 h 306"/>
                  <a:gd name="T26" fmla="*/ 2147483647 w 174"/>
                  <a:gd name="T27" fmla="*/ 2147483647 h 306"/>
                  <a:gd name="T28" fmla="*/ 2147483647 w 174"/>
                  <a:gd name="T29" fmla="*/ 2147483647 h 306"/>
                  <a:gd name="T30" fmla="*/ 2147483647 w 174"/>
                  <a:gd name="T31" fmla="*/ 2147483647 h 306"/>
                  <a:gd name="T32" fmla="*/ 2147483647 w 174"/>
                  <a:gd name="T33" fmla="*/ 2147483647 h 306"/>
                  <a:gd name="T34" fmla="*/ 2147483647 w 174"/>
                  <a:gd name="T35" fmla="*/ 2147483647 h 306"/>
                  <a:gd name="T36" fmla="*/ 2147483647 w 174"/>
                  <a:gd name="T37" fmla="*/ 2147483647 h 306"/>
                  <a:gd name="T38" fmla="*/ 2147483647 w 174"/>
                  <a:gd name="T39" fmla="*/ 2147483647 h 306"/>
                  <a:gd name="T40" fmla="*/ 0 w 174"/>
                  <a:gd name="T41" fmla="*/ 2147483647 h 306"/>
                  <a:gd name="T42" fmla="*/ 0 w 174"/>
                  <a:gd name="T43" fmla="*/ 2147483647 h 306"/>
                  <a:gd name="T44" fmla="*/ 2147483647 w 174"/>
                  <a:gd name="T45" fmla="*/ 2147483647 h 306"/>
                  <a:gd name="T46" fmla="*/ 2147483647 w 174"/>
                  <a:gd name="T47" fmla="*/ 2147483647 h 306"/>
                  <a:gd name="T48" fmla="*/ 2147483647 w 174"/>
                  <a:gd name="T49" fmla="*/ 2147483647 h 306"/>
                  <a:gd name="T50" fmla="*/ 2147483647 w 174"/>
                  <a:gd name="T51" fmla="*/ 2147483647 h 306"/>
                  <a:gd name="T52" fmla="*/ 2147483647 w 174"/>
                  <a:gd name="T53" fmla="*/ 2147483647 h 306"/>
                  <a:gd name="T54" fmla="*/ 0 w 174"/>
                  <a:gd name="T55" fmla="*/ 2147483647 h 306"/>
                  <a:gd name="T56" fmla="*/ 2147483647 w 174"/>
                  <a:gd name="T57" fmla="*/ 2147483647 h 306"/>
                  <a:gd name="T58" fmla="*/ 2147483647 w 174"/>
                  <a:gd name="T59" fmla="*/ 2147483647 h 30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74"/>
                  <a:gd name="T91" fmla="*/ 0 h 306"/>
                  <a:gd name="T92" fmla="*/ 174 w 174"/>
                  <a:gd name="T93" fmla="*/ 306 h 30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74" h="306">
                    <a:moveTo>
                      <a:pt x="24" y="6"/>
                    </a:moveTo>
                    <a:lnTo>
                      <a:pt x="36" y="0"/>
                    </a:lnTo>
                    <a:lnTo>
                      <a:pt x="48" y="0"/>
                    </a:lnTo>
                    <a:lnTo>
                      <a:pt x="66" y="6"/>
                    </a:lnTo>
                    <a:lnTo>
                      <a:pt x="78" y="12"/>
                    </a:lnTo>
                    <a:lnTo>
                      <a:pt x="114" y="66"/>
                    </a:lnTo>
                    <a:lnTo>
                      <a:pt x="132" y="84"/>
                    </a:lnTo>
                    <a:lnTo>
                      <a:pt x="126" y="120"/>
                    </a:lnTo>
                    <a:lnTo>
                      <a:pt x="150" y="114"/>
                    </a:lnTo>
                    <a:lnTo>
                      <a:pt x="156" y="168"/>
                    </a:lnTo>
                    <a:lnTo>
                      <a:pt x="162" y="174"/>
                    </a:lnTo>
                    <a:lnTo>
                      <a:pt x="168" y="198"/>
                    </a:lnTo>
                    <a:lnTo>
                      <a:pt x="174" y="228"/>
                    </a:lnTo>
                    <a:lnTo>
                      <a:pt x="174" y="258"/>
                    </a:lnTo>
                    <a:lnTo>
                      <a:pt x="156" y="276"/>
                    </a:lnTo>
                    <a:lnTo>
                      <a:pt x="120" y="294"/>
                    </a:lnTo>
                    <a:lnTo>
                      <a:pt x="84" y="306"/>
                    </a:lnTo>
                    <a:lnTo>
                      <a:pt x="48" y="306"/>
                    </a:lnTo>
                    <a:lnTo>
                      <a:pt x="24" y="282"/>
                    </a:lnTo>
                    <a:lnTo>
                      <a:pt x="12" y="240"/>
                    </a:lnTo>
                    <a:lnTo>
                      <a:pt x="0" y="192"/>
                    </a:lnTo>
                    <a:lnTo>
                      <a:pt x="0" y="156"/>
                    </a:lnTo>
                    <a:lnTo>
                      <a:pt x="12" y="138"/>
                    </a:lnTo>
                    <a:lnTo>
                      <a:pt x="18" y="132"/>
                    </a:lnTo>
                    <a:lnTo>
                      <a:pt x="24" y="120"/>
                    </a:lnTo>
                    <a:lnTo>
                      <a:pt x="30" y="102"/>
                    </a:lnTo>
                    <a:lnTo>
                      <a:pt x="30" y="78"/>
                    </a:lnTo>
                    <a:lnTo>
                      <a:pt x="0" y="36"/>
                    </a:lnTo>
                    <a:lnTo>
                      <a:pt x="24" y="36"/>
                    </a:lnTo>
                    <a:lnTo>
                      <a:pt x="24" y="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5" name="Spain" descr="© INSCALE GmbH, 05.05.2010&#10;http://www.presentationload.com/">
                <a:extLst>
                  <a:ext uri="{FF2B5EF4-FFF2-40B4-BE49-F238E27FC236}">
                    <a16:creationId xmlns:a16="http://schemas.microsoft.com/office/drawing/2014/main" id="{DECD5383-0E35-E34B-E094-1A5A32BC1046}"/>
                  </a:ext>
                </a:extLst>
              </p:cNvPr>
              <p:cNvSpPr>
                <a:spLocks noEditPoints="1"/>
              </p:cNvSpPr>
              <p:nvPr/>
            </p:nvSpPr>
            <p:spPr bwMode="gray">
              <a:xfrm>
                <a:off x="4030823" y="1882856"/>
                <a:ext cx="332051" cy="234216"/>
              </a:xfrm>
              <a:custGeom>
                <a:avLst/>
                <a:gdLst>
                  <a:gd name="T0" fmla="*/ 2147483647 w 876"/>
                  <a:gd name="T1" fmla="*/ 2147483647 h 618"/>
                  <a:gd name="T2" fmla="*/ 2147483647 w 876"/>
                  <a:gd name="T3" fmla="*/ 2147483647 h 618"/>
                  <a:gd name="T4" fmla="*/ 2147483647 w 876"/>
                  <a:gd name="T5" fmla="*/ 2147483647 h 618"/>
                  <a:gd name="T6" fmla="*/ 2147483647 w 876"/>
                  <a:gd name="T7" fmla="*/ 2147483647 h 618"/>
                  <a:gd name="T8" fmla="*/ 2147483647 w 876"/>
                  <a:gd name="T9" fmla="*/ 2147483647 h 618"/>
                  <a:gd name="T10" fmla="*/ 2147483647 w 876"/>
                  <a:gd name="T11" fmla="*/ 2147483647 h 618"/>
                  <a:gd name="T12" fmla="*/ 2147483647 w 876"/>
                  <a:gd name="T13" fmla="*/ 2147483647 h 618"/>
                  <a:gd name="T14" fmla="*/ 2147483647 w 876"/>
                  <a:gd name="T15" fmla="*/ 2147483647 h 618"/>
                  <a:gd name="T16" fmla="*/ 2147483647 w 876"/>
                  <a:gd name="T17" fmla="*/ 2147483647 h 618"/>
                  <a:gd name="T18" fmla="*/ 2147483647 w 876"/>
                  <a:gd name="T19" fmla="*/ 2147483647 h 618"/>
                  <a:gd name="T20" fmla="*/ 2147483647 w 876"/>
                  <a:gd name="T21" fmla="*/ 2147483647 h 618"/>
                  <a:gd name="T22" fmla="*/ 2147483647 w 876"/>
                  <a:gd name="T23" fmla="*/ 2147483647 h 618"/>
                  <a:gd name="T24" fmla="*/ 2147483647 w 876"/>
                  <a:gd name="T25" fmla="*/ 2147483647 h 618"/>
                  <a:gd name="T26" fmla="*/ 2147483647 w 876"/>
                  <a:gd name="T27" fmla="*/ 2147483647 h 618"/>
                  <a:gd name="T28" fmla="*/ 2147483647 w 876"/>
                  <a:gd name="T29" fmla="*/ 2147483647 h 618"/>
                  <a:gd name="T30" fmla="*/ 2147483647 w 876"/>
                  <a:gd name="T31" fmla="*/ 2147483647 h 618"/>
                  <a:gd name="T32" fmla="*/ 2147483647 w 876"/>
                  <a:gd name="T33" fmla="*/ 2147483647 h 618"/>
                  <a:gd name="T34" fmla="*/ 2147483647 w 876"/>
                  <a:gd name="T35" fmla="*/ 2147483647 h 618"/>
                  <a:gd name="T36" fmla="*/ 2147483647 w 876"/>
                  <a:gd name="T37" fmla="*/ 2147483647 h 618"/>
                  <a:gd name="T38" fmla="*/ 2147483647 w 876"/>
                  <a:gd name="T39" fmla="*/ 2147483647 h 618"/>
                  <a:gd name="T40" fmla="*/ 2147483647 w 876"/>
                  <a:gd name="T41" fmla="*/ 0 h 618"/>
                  <a:gd name="T42" fmla="*/ 2147483647 w 876"/>
                  <a:gd name="T43" fmla="*/ 2147483647 h 618"/>
                  <a:gd name="T44" fmla="*/ 0 w 876"/>
                  <a:gd name="T45" fmla="*/ 2147483647 h 618"/>
                  <a:gd name="T46" fmla="*/ 2147483647 w 876"/>
                  <a:gd name="T47" fmla="*/ 2147483647 h 618"/>
                  <a:gd name="T48" fmla="*/ 2147483647 w 876"/>
                  <a:gd name="T49" fmla="*/ 2147483647 h 618"/>
                  <a:gd name="T50" fmla="*/ 2147483647 w 876"/>
                  <a:gd name="T51" fmla="*/ 2147483647 h 618"/>
                  <a:gd name="T52" fmla="*/ 2147483647 w 876"/>
                  <a:gd name="T53" fmla="*/ 2147483647 h 618"/>
                  <a:gd name="T54" fmla="*/ 2147483647 w 876"/>
                  <a:gd name="T55" fmla="*/ 2147483647 h 618"/>
                  <a:gd name="T56" fmla="*/ 2147483647 w 876"/>
                  <a:gd name="T57" fmla="*/ 2147483647 h 618"/>
                  <a:gd name="T58" fmla="*/ 2147483647 w 876"/>
                  <a:gd name="T59" fmla="*/ 2147483647 h 618"/>
                  <a:gd name="T60" fmla="*/ 2147483647 w 876"/>
                  <a:gd name="T61" fmla="*/ 2147483647 h 618"/>
                  <a:gd name="T62" fmla="*/ 2147483647 w 876"/>
                  <a:gd name="T63" fmla="*/ 2147483647 h 618"/>
                  <a:gd name="T64" fmla="*/ 2147483647 w 876"/>
                  <a:gd name="T65" fmla="*/ 2147483647 h 618"/>
                  <a:gd name="T66" fmla="*/ 2147483647 w 876"/>
                  <a:gd name="T67" fmla="*/ 2147483647 h 618"/>
                  <a:gd name="T68" fmla="*/ 2147483647 w 876"/>
                  <a:gd name="T69" fmla="*/ 2147483647 h 618"/>
                  <a:gd name="T70" fmla="*/ 2147483647 w 876"/>
                  <a:gd name="T71" fmla="*/ 2147483647 h 618"/>
                  <a:gd name="T72" fmla="*/ 2147483647 w 876"/>
                  <a:gd name="T73" fmla="*/ 2147483647 h 618"/>
                  <a:gd name="T74" fmla="*/ 2147483647 w 876"/>
                  <a:gd name="T75" fmla="*/ 2147483647 h 618"/>
                  <a:gd name="T76" fmla="*/ 2147483647 w 876"/>
                  <a:gd name="T77" fmla="*/ 2147483647 h 618"/>
                  <a:gd name="T78" fmla="*/ 2147483647 w 876"/>
                  <a:gd name="T79" fmla="*/ 2147483647 h 618"/>
                  <a:gd name="T80" fmla="*/ 2147483647 w 876"/>
                  <a:gd name="T81" fmla="*/ 2147483647 h 618"/>
                  <a:gd name="T82" fmla="*/ 2147483647 w 876"/>
                  <a:gd name="T83" fmla="*/ 2147483647 h 618"/>
                  <a:gd name="T84" fmla="*/ 2147483647 w 876"/>
                  <a:gd name="T85" fmla="*/ 2147483647 h 618"/>
                  <a:gd name="T86" fmla="*/ 2147483647 w 876"/>
                  <a:gd name="T87" fmla="*/ 2147483647 h 618"/>
                  <a:gd name="T88" fmla="*/ 2147483647 w 876"/>
                  <a:gd name="T89" fmla="*/ 2147483647 h 618"/>
                  <a:gd name="T90" fmla="*/ 2147483647 w 876"/>
                  <a:gd name="T91" fmla="*/ 2147483647 h 618"/>
                  <a:gd name="T92" fmla="*/ 2147483647 w 876"/>
                  <a:gd name="T93" fmla="*/ 2147483647 h 618"/>
                  <a:gd name="T94" fmla="*/ 2147483647 w 876"/>
                  <a:gd name="T95" fmla="*/ 2147483647 h 618"/>
                  <a:gd name="T96" fmla="*/ 2147483647 w 876"/>
                  <a:gd name="T97" fmla="*/ 2147483647 h 618"/>
                  <a:gd name="T98" fmla="*/ 2147483647 w 876"/>
                  <a:gd name="T99" fmla="*/ 2147483647 h 618"/>
                  <a:gd name="T100" fmla="*/ 2147483647 w 876"/>
                  <a:gd name="T101" fmla="*/ 2147483647 h 618"/>
                  <a:gd name="T102" fmla="*/ 2147483647 w 876"/>
                  <a:gd name="T103" fmla="*/ 2147483647 h 618"/>
                  <a:gd name="T104" fmla="*/ 2147483647 w 876"/>
                  <a:gd name="T105" fmla="*/ 2147483647 h 618"/>
                  <a:gd name="T106" fmla="*/ 2147483647 w 876"/>
                  <a:gd name="T107" fmla="*/ 2147483647 h 618"/>
                  <a:gd name="T108" fmla="*/ 2147483647 w 876"/>
                  <a:gd name="T109" fmla="*/ 2147483647 h 61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876"/>
                  <a:gd name="T166" fmla="*/ 0 h 618"/>
                  <a:gd name="T167" fmla="*/ 876 w 876"/>
                  <a:gd name="T168" fmla="*/ 618 h 61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876" h="618">
                    <a:moveTo>
                      <a:pt x="804" y="318"/>
                    </a:moveTo>
                    <a:lnTo>
                      <a:pt x="798" y="312"/>
                    </a:lnTo>
                    <a:lnTo>
                      <a:pt x="798" y="306"/>
                    </a:lnTo>
                    <a:lnTo>
                      <a:pt x="786" y="306"/>
                    </a:lnTo>
                    <a:lnTo>
                      <a:pt x="762" y="318"/>
                    </a:lnTo>
                    <a:lnTo>
                      <a:pt x="750" y="330"/>
                    </a:lnTo>
                    <a:lnTo>
                      <a:pt x="750" y="336"/>
                    </a:lnTo>
                    <a:lnTo>
                      <a:pt x="756" y="342"/>
                    </a:lnTo>
                    <a:lnTo>
                      <a:pt x="768" y="342"/>
                    </a:lnTo>
                    <a:lnTo>
                      <a:pt x="774" y="348"/>
                    </a:lnTo>
                    <a:lnTo>
                      <a:pt x="774" y="354"/>
                    </a:lnTo>
                    <a:lnTo>
                      <a:pt x="804" y="354"/>
                    </a:lnTo>
                    <a:lnTo>
                      <a:pt x="816" y="342"/>
                    </a:lnTo>
                    <a:lnTo>
                      <a:pt x="816" y="324"/>
                    </a:lnTo>
                    <a:lnTo>
                      <a:pt x="810" y="318"/>
                    </a:lnTo>
                    <a:lnTo>
                      <a:pt x="804" y="318"/>
                    </a:lnTo>
                    <a:close/>
                    <a:moveTo>
                      <a:pt x="672" y="390"/>
                    </a:moveTo>
                    <a:lnTo>
                      <a:pt x="678" y="396"/>
                    </a:lnTo>
                    <a:lnTo>
                      <a:pt x="684" y="396"/>
                    </a:lnTo>
                    <a:lnTo>
                      <a:pt x="690" y="390"/>
                    </a:lnTo>
                    <a:lnTo>
                      <a:pt x="690" y="372"/>
                    </a:lnTo>
                    <a:lnTo>
                      <a:pt x="684" y="372"/>
                    </a:lnTo>
                    <a:lnTo>
                      <a:pt x="672" y="384"/>
                    </a:lnTo>
                    <a:lnTo>
                      <a:pt x="672" y="390"/>
                    </a:lnTo>
                    <a:close/>
                    <a:moveTo>
                      <a:pt x="840" y="300"/>
                    </a:moveTo>
                    <a:lnTo>
                      <a:pt x="840" y="306"/>
                    </a:lnTo>
                    <a:lnTo>
                      <a:pt x="852" y="318"/>
                    </a:lnTo>
                    <a:lnTo>
                      <a:pt x="870" y="318"/>
                    </a:lnTo>
                    <a:lnTo>
                      <a:pt x="876" y="312"/>
                    </a:lnTo>
                    <a:lnTo>
                      <a:pt x="864" y="300"/>
                    </a:lnTo>
                    <a:lnTo>
                      <a:pt x="852" y="300"/>
                    </a:lnTo>
                    <a:lnTo>
                      <a:pt x="846" y="294"/>
                    </a:lnTo>
                    <a:lnTo>
                      <a:pt x="840" y="300"/>
                    </a:lnTo>
                    <a:close/>
                    <a:moveTo>
                      <a:pt x="804" y="150"/>
                    </a:moveTo>
                    <a:lnTo>
                      <a:pt x="798" y="138"/>
                    </a:lnTo>
                    <a:lnTo>
                      <a:pt x="798" y="132"/>
                    </a:lnTo>
                    <a:lnTo>
                      <a:pt x="810" y="120"/>
                    </a:lnTo>
                    <a:lnTo>
                      <a:pt x="798" y="114"/>
                    </a:lnTo>
                    <a:lnTo>
                      <a:pt x="792" y="108"/>
                    </a:lnTo>
                    <a:lnTo>
                      <a:pt x="792" y="102"/>
                    </a:lnTo>
                    <a:lnTo>
                      <a:pt x="780" y="102"/>
                    </a:lnTo>
                    <a:lnTo>
                      <a:pt x="780" y="108"/>
                    </a:lnTo>
                    <a:lnTo>
                      <a:pt x="774" y="114"/>
                    </a:lnTo>
                    <a:lnTo>
                      <a:pt x="756" y="114"/>
                    </a:lnTo>
                    <a:lnTo>
                      <a:pt x="750" y="108"/>
                    </a:lnTo>
                    <a:lnTo>
                      <a:pt x="726" y="108"/>
                    </a:lnTo>
                    <a:lnTo>
                      <a:pt x="726" y="102"/>
                    </a:lnTo>
                    <a:lnTo>
                      <a:pt x="708" y="102"/>
                    </a:lnTo>
                    <a:lnTo>
                      <a:pt x="696" y="108"/>
                    </a:lnTo>
                    <a:lnTo>
                      <a:pt x="690" y="84"/>
                    </a:lnTo>
                    <a:lnTo>
                      <a:pt x="672" y="84"/>
                    </a:lnTo>
                    <a:lnTo>
                      <a:pt x="672" y="78"/>
                    </a:lnTo>
                    <a:lnTo>
                      <a:pt x="666" y="72"/>
                    </a:lnTo>
                    <a:lnTo>
                      <a:pt x="648" y="72"/>
                    </a:lnTo>
                    <a:lnTo>
                      <a:pt x="642" y="78"/>
                    </a:lnTo>
                    <a:lnTo>
                      <a:pt x="642" y="90"/>
                    </a:lnTo>
                    <a:lnTo>
                      <a:pt x="624" y="96"/>
                    </a:lnTo>
                    <a:lnTo>
                      <a:pt x="624" y="84"/>
                    </a:lnTo>
                    <a:lnTo>
                      <a:pt x="594" y="84"/>
                    </a:lnTo>
                    <a:lnTo>
                      <a:pt x="582" y="72"/>
                    </a:lnTo>
                    <a:lnTo>
                      <a:pt x="570" y="72"/>
                    </a:lnTo>
                    <a:lnTo>
                      <a:pt x="564" y="78"/>
                    </a:lnTo>
                    <a:lnTo>
                      <a:pt x="546" y="60"/>
                    </a:lnTo>
                    <a:lnTo>
                      <a:pt x="510" y="60"/>
                    </a:lnTo>
                    <a:lnTo>
                      <a:pt x="516" y="54"/>
                    </a:lnTo>
                    <a:lnTo>
                      <a:pt x="516" y="48"/>
                    </a:lnTo>
                    <a:lnTo>
                      <a:pt x="504" y="36"/>
                    </a:lnTo>
                    <a:lnTo>
                      <a:pt x="498" y="36"/>
                    </a:lnTo>
                    <a:lnTo>
                      <a:pt x="492" y="42"/>
                    </a:lnTo>
                    <a:lnTo>
                      <a:pt x="486" y="36"/>
                    </a:lnTo>
                    <a:lnTo>
                      <a:pt x="450" y="36"/>
                    </a:lnTo>
                    <a:lnTo>
                      <a:pt x="390" y="24"/>
                    </a:lnTo>
                    <a:lnTo>
                      <a:pt x="378" y="24"/>
                    </a:lnTo>
                    <a:lnTo>
                      <a:pt x="348" y="36"/>
                    </a:lnTo>
                    <a:lnTo>
                      <a:pt x="294" y="30"/>
                    </a:lnTo>
                    <a:lnTo>
                      <a:pt x="258" y="12"/>
                    </a:lnTo>
                    <a:lnTo>
                      <a:pt x="234" y="12"/>
                    </a:lnTo>
                    <a:lnTo>
                      <a:pt x="216" y="18"/>
                    </a:lnTo>
                    <a:lnTo>
                      <a:pt x="162" y="18"/>
                    </a:lnTo>
                    <a:lnTo>
                      <a:pt x="150" y="12"/>
                    </a:lnTo>
                    <a:lnTo>
                      <a:pt x="138" y="12"/>
                    </a:lnTo>
                    <a:lnTo>
                      <a:pt x="126" y="6"/>
                    </a:lnTo>
                    <a:lnTo>
                      <a:pt x="120" y="0"/>
                    </a:lnTo>
                    <a:lnTo>
                      <a:pt x="108" y="0"/>
                    </a:lnTo>
                    <a:lnTo>
                      <a:pt x="96" y="6"/>
                    </a:lnTo>
                    <a:lnTo>
                      <a:pt x="72" y="30"/>
                    </a:lnTo>
                    <a:lnTo>
                      <a:pt x="60" y="30"/>
                    </a:lnTo>
                    <a:lnTo>
                      <a:pt x="48" y="36"/>
                    </a:lnTo>
                    <a:lnTo>
                      <a:pt x="30" y="36"/>
                    </a:lnTo>
                    <a:lnTo>
                      <a:pt x="6" y="48"/>
                    </a:lnTo>
                    <a:lnTo>
                      <a:pt x="0" y="60"/>
                    </a:lnTo>
                    <a:lnTo>
                      <a:pt x="0" y="72"/>
                    </a:lnTo>
                    <a:lnTo>
                      <a:pt x="6" y="78"/>
                    </a:lnTo>
                    <a:lnTo>
                      <a:pt x="12" y="90"/>
                    </a:lnTo>
                    <a:lnTo>
                      <a:pt x="24" y="96"/>
                    </a:lnTo>
                    <a:lnTo>
                      <a:pt x="30" y="102"/>
                    </a:lnTo>
                    <a:lnTo>
                      <a:pt x="18" y="138"/>
                    </a:lnTo>
                    <a:lnTo>
                      <a:pt x="24" y="144"/>
                    </a:lnTo>
                    <a:lnTo>
                      <a:pt x="24" y="150"/>
                    </a:lnTo>
                    <a:lnTo>
                      <a:pt x="30" y="144"/>
                    </a:lnTo>
                    <a:lnTo>
                      <a:pt x="54" y="132"/>
                    </a:lnTo>
                    <a:lnTo>
                      <a:pt x="78" y="132"/>
                    </a:lnTo>
                    <a:lnTo>
                      <a:pt x="78" y="138"/>
                    </a:lnTo>
                    <a:lnTo>
                      <a:pt x="66" y="150"/>
                    </a:lnTo>
                    <a:lnTo>
                      <a:pt x="60" y="150"/>
                    </a:lnTo>
                    <a:lnTo>
                      <a:pt x="60" y="156"/>
                    </a:lnTo>
                    <a:lnTo>
                      <a:pt x="72" y="156"/>
                    </a:lnTo>
                    <a:lnTo>
                      <a:pt x="78" y="150"/>
                    </a:lnTo>
                    <a:lnTo>
                      <a:pt x="96" y="150"/>
                    </a:lnTo>
                    <a:lnTo>
                      <a:pt x="102" y="156"/>
                    </a:lnTo>
                    <a:lnTo>
                      <a:pt x="114" y="156"/>
                    </a:lnTo>
                    <a:lnTo>
                      <a:pt x="120" y="150"/>
                    </a:lnTo>
                    <a:lnTo>
                      <a:pt x="120" y="144"/>
                    </a:lnTo>
                    <a:lnTo>
                      <a:pt x="174" y="144"/>
                    </a:lnTo>
                    <a:lnTo>
                      <a:pt x="174" y="162"/>
                    </a:lnTo>
                    <a:lnTo>
                      <a:pt x="180" y="162"/>
                    </a:lnTo>
                    <a:lnTo>
                      <a:pt x="192" y="168"/>
                    </a:lnTo>
                    <a:lnTo>
                      <a:pt x="192" y="174"/>
                    </a:lnTo>
                    <a:lnTo>
                      <a:pt x="168" y="198"/>
                    </a:lnTo>
                    <a:lnTo>
                      <a:pt x="144" y="210"/>
                    </a:lnTo>
                    <a:lnTo>
                      <a:pt x="138" y="216"/>
                    </a:lnTo>
                    <a:lnTo>
                      <a:pt x="138" y="222"/>
                    </a:lnTo>
                    <a:lnTo>
                      <a:pt x="144" y="222"/>
                    </a:lnTo>
                    <a:lnTo>
                      <a:pt x="150" y="228"/>
                    </a:lnTo>
                    <a:lnTo>
                      <a:pt x="150" y="240"/>
                    </a:lnTo>
                    <a:lnTo>
                      <a:pt x="144" y="258"/>
                    </a:lnTo>
                    <a:lnTo>
                      <a:pt x="144" y="276"/>
                    </a:lnTo>
                    <a:lnTo>
                      <a:pt x="138" y="276"/>
                    </a:lnTo>
                    <a:lnTo>
                      <a:pt x="132" y="282"/>
                    </a:lnTo>
                    <a:lnTo>
                      <a:pt x="132" y="294"/>
                    </a:lnTo>
                    <a:lnTo>
                      <a:pt x="138" y="300"/>
                    </a:lnTo>
                    <a:lnTo>
                      <a:pt x="138" y="312"/>
                    </a:lnTo>
                    <a:lnTo>
                      <a:pt x="126" y="324"/>
                    </a:lnTo>
                    <a:lnTo>
                      <a:pt x="90" y="324"/>
                    </a:lnTo>
                    <a:lnTo>
                      <a:pt x="114" y="348"/>
                    </a:lnTo>
                    <a:lnTo>
                      <a:pt x="114" y="360"/>
                    </a:lnTo>
                    <a:lnTo>
                      <a:pt x="120" y="366"/>
                    </a:lnTo>
                    <a:lnTo>
                      <a:pt x="132" y="372"/>
                    </a:lnTo>
                    <a:lnTo>
                      <a:pt x="132" y="378"/>
                    </a:lnTo>
                    <a:lnTo>
                      <a:pt x="120" y="390"/>
                    </a:lnTo>
                    <a:lnTo>
                      <a:pt x="108" y="396"/>
                    </a:lnTo>
                    <a:lnTo>
                      <a:pt x="96" y="408"/>
                    </a:lnTo>
                    <a:lnTo>
                      <a:pt x="96" y="414"/>
                    </a:lnTo>
                    <a:lnTo>
                      <a:pt x="102" y="420"/>
                    </a:lnTo>
                    <a:lnTo>
                      <a:pt x="102" y="426"/>
                    </a:lnTo>
                    <a:lnTo>
                      <a:pt x="108" y="438"/>
                    </a:lnTo>
                    <a:lnTo>
                      <a:pt x="114" y="444"/>
                    </a:lnTo>
                    <a:lnTo>
                      <a:pt x="126" y="444"/>
                    </a:lnTo>
                    <a:lnTo>
                      <a:pt x="126" y="450"/>
                    </a:lnTo>
                    <a:lnTo>
                      <a:pt x="114" y="462"/>
                    </a:lnTo>
                    <a:lnTo>
                      <a:pt x="102" y="462"/>
                    </a:lnTo>
                    <a:lnTo>
                      <a:pt x="96" y="474"/>
                    </a:lnTo>
                    <a:lnTo>
                      <a:pt x="90" y="480"/>
                    </a:lnTo>
                    <a:lnTo>
                      <a:pt x="90" y="528"/>
                    </a:lnTo>
                    <a:lnTo>
                      <a:pt x="120" y="528"/>
                    </a:lnTo>
                    <a:lnTo>
                      <a:pt x="144" y="546"/>
                    </a:lnTo>
                    <a:lnTo>
                      <a:pt x="162" y="546"/>
                    </a:lnTo>
                    <a:lnTo>
                      <a:pt x="156" y="576"/>
                    </a:lnTo>
                    <a:lnTo>
                      <a:pt x="162" y="576"/>
                    </a:lnTo>
                    <a:lnTo>
                      <a:pt x="162" y="594"/>
                    </a:lnTo>
                    <a:lnTo>
                      <a:pt x="168" y="606"/>
                    </a:lnTo>
                    <a:lnTo>
                      <a:pt x="174" y="612"/>
                    </a:lnTo>
                    <a:lnTo>
                      <a:pt x="192" y="612"/>
                    </a:lnTo>
                    <a:lnTo>
                      <a:pt x="198" y="618"/>
                    </a:lnTo>
                    <a:lnTo>
                      <a:pt x="204" y="618"/>
                    </a:lnTo>
                    <a:lnTo>
                      <a:pt x="210" y="612"/>
                    </a:lnTo>
                    <a:lnTo>
                      <a:pt x="222" y="606"/>
                    </a:lnTo>
                    <a:lnTo>
                      <a:pt x="240" y="588"/>
                    </a:lnTo>
                    <a:lnTo>
                      <a:pt x="252" y="582"/>
                    </a:lnTo>
                    <a:lnTo>
                      <a:pt x="264" y="582"/>
                    </a:lnTo>
                    <a:lnTo>
                      <a:pt x="294" y="564"/>
                    </a:lnTo>
                    <a:lnTo>
                      <a:pt x="360" y="564"/>
                    </a:lnTo>
                    <a:lnTo>
                      <a:pt x="366" y="558"/>
                    </a:lnTo>
                    <a:lnTo>
                      <a:pt x="378" y="558"/>
                    </a:lnTo>
                    <a:lnTo>
                      <a:pt x="390" y="570"/>
                    </a:lnTo>
                    <a:lnTo>
                      <a:pt x="396" y="570"/>
                    </a:lnTo>
                    <a:lnTo>
                      <a:pt x="408" y="564"/>
                    </a:lnTo>
                    <a:lnTo>
                      <a:pt x="420" y="564"/>
                    </a:lnTo>
                    <a:lnTo>
                      <a:pt x="426" y="558"/>
                    </a:lnTo>
                    <a:lnTo>
                      <a:pt x="432" y="558"/>
                    </a:lnTo>
                    <a:lnTo>
                      <a:pt x="432" y="570"/>
                    </a:lnTo>
                    <a:lnTo>
                      <a:pt x="438" y="570"/>
                    </a:lnTo>
                    <a:lnTo>
                      <a:pt x="450" y="558"/>
                    </a:lnTo>
                    <a:lnTo>
                      <a:pt x="462" y="534"/>
                    </a:lnTo>
                    <a:lnTo>
                      <a:pt x="462" y="522"/>
                    </a:lnTo>
                    <a:lnTo>
                      <a:pt x="498" y="492"/>
                    </a:lnTo>
                    <a:lnTo>
                      <a:pt x="528" y="492"/>
                    </a:lnTo>
                    <a:lnTo>
                      <a:pt x="534" y="474"/>
                    </a:lnTo>
                    <a:lnTo>
                      <a:pt x="534" y="468"/>
                    </a:lnTo>
                    <a:lnTo>
                      <a:pt x="540" y="462"/>
                    </a:lnTo>
                    <a:lnTo>
                      <a:pt x="540" y="450"/>
                    </a:lnTo>
                    <a:lnTo>
                      <a:pt x="546" y="444"/>
                    </a:lnTo>
                    <a:lnTo>
                      <a:pt x="552" y="432"/>
                    </a:lnTo>
                    <a:lnTo>
                      <a:pt x="552" y="426"/>
                    </a:lnTo>
                    <a:lnTo>
                      <a:pt x="570" y="426"/>
                    </a:lnTo>
                    <a:lnTo>
                      <a:pt x="594" y="414"/>
                    </a:lnTo>
                    <a:lnTo>
                      <a:pt x="600" y="408"/>
                    </a:lnTo>
                    <a:lnTo>
                      <a:pt x="594" y="396"/>
                    </a:lnTo>
                    <a:lnTo>
                      <a:pt x="588" y="390"/>
                    </a:lnTo>
                    <a:lnTo>
                      <a:pt x="582" y="378"/>
                    </a:lnTo>
                    <a:lnTo>
                      <a:pt x="576" y="372"/>
                    </a:lnTo>
                    <a:lnTo>
                      <a:pt x="570" y="372"/>
                    </a:lnTo>
                    <a:lnTo>
                      <a:pt x="570" y="336"/>
                    </a:lnTo>
                    <a:lnTo>
                      <a:pt x="582" y="312"/>
                    </a:lnTo>
                    <a:lnTo>
                      <a:pt x="594" y="306"/>
                    </a:lnTo>
                    <a:lnTo>
                      <a:pt x="600" y="294"/>
                    </a:lnTo>
                    <a:lnTo>
                      <a:pt x="612" y="282"/>
                    </a:lnTo>
                    <a:lnTo>
                      <a:pt x="618" y="270"/>
                    </a:lnTo>
                    <a:lnTo>
                      <a:pt x="630" y="258"/>
                    </a:lnTo>
                    <a:lnTo>
                      <a:pt x="642" y="258"/>
                    </a:lnTo>
                    <a:lnTo>
                      <a:pt x="654" y="246"/>
                    </a:lnTo>
                    <a:lnTo>
                      <a:pt x="654" y="240"/>
                    </a:lnTo>
                    <a:lnTo>
                      <a:pt x="648" y="240"/>
                    </a:lnTo>
                    <a:lnTo>
                      <a:pt x="648" y="228"/>
                    </a:lnTo>
                    <a:lnTo>
                      <a:pt x="654" y="222"/>
                    </a:lnTo>
                    <a:lnTo>
                      <a:pt x="726" y="198"/>
                    </a:lnTo>
                    <a:lnTo>
                      <a:pt x="750" y="186"/>
                    </a:lnTo>
                    <a:lnTo>
                      <a:pt x="756" y="174"/>
                    </a:lnTo>
                    <a:lnTo>
                      <a:pt x="768" y="168"/>
                    </a:lnTo>
                    <a:lnTo>
                      <a:pt x="774" y="168"/>
                    </a:lnTo>
                    <a:lnTo>
                      <a:pt x="786" y="156"/>
                    </a:lnTo>
                    <a:lnTo>
                      <a:pt x="798" y="156"/>
                    </a:lnTo>
                    <a:lnTo>
                      <a:pt x="804" y="15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6" name="South Africa" descr="© INSCALE GmbH, 05.05.2010&#10;http://www.presentationload.com/">
                <a:extLst>
                  <a:ext uri="{FF2B5EF4-FFF2-40B4-BE49-F238E27FC236}">
                    <a16:creationId xmlns:a16="http://schemas.microsoft.com/office/drawing/2014/main" id="{CE19CA99-B4AC-3ADC-C6A2-D6DF9AA24701}"/>
                  </a:ext>
                </a:extLst>
              </p:cNvPr>
              <p:cNvSpPr>
                <a:spLocks noEditPoints="1"/>
              </p:cNvSpPr>
              <p:nvPr/>
            </p:nvSpPr>
            <p:spPr bwMode="gray">
              <a:xfrm>
                <a:off x="4672692" y="3895926"/>
                <a:ext cx="429889" cy="386901"/>
              </a:xfrm>
              <a:custGeom>
                <a:avLst/>
                <a:gdLst>
                  <a:gd name="T0" fmla="*/ 2147483647 w 1134"/>
                  <a:gd name="T1" fmla="*/ 2147483647 h 1020"/>
                  <a:gd name="T2" fmla="*/ 2147483647 w 1134"/>
                  <a:gd name="T3" fmla="*/ 2147483647 h 1020"/>
                  <a:gd name="T4" fmla="*/ 2147483647 w 1134"/>
                  <a:gd name="T5" fmla="*/ 2147483647 h 1020"/>
                  <a:gd name="T6" fmla="*/ 2147483647 w 1134"/>
                  <a:gd name="T7" fmla="*/ 2147483647 h 1020"/>
                  <a:gd name="T8" fmla="*/ 2147483647 w 1134"/>
                  <a:gd name="T9" fmla="*/ 2147483647 h 1020"/>
                  <a:gd name="T10" fmla="*/ 2147483647 w 1134"/>
                  <a:gd name="T11" fmla="*/ 2147483647 h 1020"/>
                  <a:gd name="T12" fmla="*/ 2147483647 w 1134"/>
                  <a:gd name="T13" fmla="*/ 2147483647 h 1020"/>
                  <a:gd name="T14" fmla="*/ 2147483647 w 1134"/>
                  <a:gd name="T15" fmla="*/ 2147483647 h 1020"/>
                  <a:gd name="T16" fmla="*/ 2147483647 w 1134"/>
                  <a:gd name="T17" fmla="*/ 2147483647 h 1020"/>
                  <a:gd name="T18" fmla="*/ 2147483647 w 1134"/>
                  <a:gd name="T19" fmla="*/ 2147483647 h 1020"/>
                  <a:gd name="T20" fmla="*/ 2147483647 w 1134"/>
                  <a:gd name="T21" fmla="*/ 2147483647 h 1020"/>
                  <a:gd name="T22" fmla="*/ 2147483647 w 1134"/>
                  <a:gd name="T23" fmla="*/ 2147483647 h 1020"/>
                  <a:gd name="T24" fmla="*/ 2147483647 w 1134"/>
                  <a:gd name="T25" fmla="*/ 2147483647 h 1020"/>
                  <a:gd name="T26" fmla="*/ 2147483647 w 1134"/>
                  <a:gd name="T27" fmla="*/ 2147483647 h 1020"/>
                  <a:gd name="T28" fmla="*/ 2147483647 w 1134"/>
                  <a:gd name="T29" fmla="*/ 2147483647 h 1020"/>
                  <a:gd name="T30" fmla="*/ 2147483647 w 1134"/>
                  <a:gd name="T31" fmla="*/ 2147483647 h 1020"/>
                  <a:gd name="T32" fmla="*/ 2147483647 w 1134"/>
                  <a:gd name="T33" fmla="*/ 2147483647 h 1020"/>
                  <a:gd name="T34" fmla="*/ 2147483647 w 1134"/>
                  <a:gd name="T35" fmla="*/ 2147483647 h 1020"/>
                  <a:gd name="T36" fmla="*/ 2147483647 w 1134"/>
                  <a:gd name="T37" fmla="*/ 2147483647 h 1020"/>
                  <a:gd name="T38" fmla="*/ 2147483647 w 1134"/>
                  <a:gd name="T39" fmla="*/ 2147483647 h 1020"/>
                  <a:gd name="T40" fmla="*/ 2147483647 w 1134"/>
                  <a:gd name="T41" fmla="*/ 2147483647 h 1020"/>
                  <a:gd name="T42" fmla="*/ 2147483647 w 1134"/>
                  <a:gd name="T43" fmla="*/ 2147483647 h 1020"/>
                  <a:gd name="T44" fmla="*/ 2147483647 w 1134"/>
                  <a:gd name="T45" fmla="*/ 2147483647 h 1020"/>
                  <a:gd name="T46" fmla="*/ 2147483647 w 1134"/>
                  <a:gd name="T47" fmla="*/ 2147483647 h 1020"/>
                  <a:gd name="T48" fmla="*/ 2147483647 w 1134"/>
                  <a:gd name="T49" fmla="*/ 2147483647 h 1020"/>
                  <a:gd name="T50" fmla="*/ 2147483647 w 1134"/>
                  <a:gd name="T51" fmla="*/ 2147483647 h 1020"/>
                  <a:gd name="T52" fmla="*/ 2147483647 w 1134"/>
                  <a:gd name="T53" fmla="*/ 2147483647 h 1020"/>
                  <a:gd name="T54" fmla="*/ 2147483647 w 1134"/>
                  <a:gd name="T55" fmla="*/ 2147483647 h 1020"/>
                  <a:gd name="T56" fmla="*/ 2147483647 w 1134"/>
                  <a:gd name="T57" fmla="*/ 2147483647 h 1020"/>
                  <a:gd name="T58" fmla="*/ 2147483647 w 1134"/>
                  <a:gd name="T59" fmla="*/ 2147483647 h 1020"/>
                  <a:gd name="T60" fmla="*/ 2147483647 w 1134"/>
                  <a:gd name="T61" fmla="*/ 2147483647 h 1020"/>
                  <a:gd name="T62" fmla="*/ 0 w 1134"/>
                  <a:gd name="T63" fmla="*/ 2147483647 h 1020"/>
                  <a:gd name="T64" fmla="*/ 2147483647 w 1134"/>
                  <a:gd name="T65" fmla="*/ 2147483647 h 1020"/>
                  <a:gd name="T66" fmla="*/ 2147483647 w 1134"/>
                  <a:gd name="T67" fmla="*/ 2147483647 h 1020"/>
                  <a:gd name="T68" fmla="*/ 2147483647 w 1134"/>
                  <a:gd name="T69" fmla="*/ 2147483647 h 1020"/>
                  <a:gd name="T70" fmla="*/ 2147483647 w 1134"/>
                  <a:gd name="T71" fmla="*/ 2147483647 h 1020"/>
                  <a:gd name="T72" fmla="*/ 2147483647 w 1134"/>
                  <a:gd name="T73" fmla="*/ 2147483647 h 1020"/>
                  <a:gd name="T74" fmla="*/ 2147483647 w 1134"/>
                  <a:gd name="T75" fmla="*/ 2147483647 h 1020"/>
                  <a:gd name="T76" fmla="*/ 2147483647 w 1134"/>
                  <a:gd name="T77" fmla="*/ 2147483647 h 1020"/>
                  <a:gd name="T78" fmla="*/ 2147483647 w 1134"/>
                  <a:gd name="T79" fmla="*/ 2147483647 h 1020"/>
                  <a:gd name="T80" fmla="*/ 2147483647 w 1134"/>
                  <a:gd name="T81" fmla="*/ 2147483647 h 1020"/>
                  <a:gd name="T82" fmla="*/ 2147483647 w 1134"/>
                  <a:gd name="T83" fmla="*/ 2147483647 h 1020"/>
                  <a:gd name="T84" fmla="*/ 2147483647 w 1134"/>
                  <a:gd name="T85" fmla="*/ 2147483647 h 1020"/>
                  <a:gd name="T86" fmla="*/ 2147483647 w 1134"/>
                  <a:gd name="T87" fmla="*/ 2147483647 h 1020"/>
                  <a:gd name="T88" fmla="*/ 2147483647 w 1134"/>
                  <a:gd name="T89" fmla="*/ 2147483647 h 1020"/>
                  <a:gd name="T90" fmla="*/ 2147483647 w 1134"/>
                  <a:gd name="T91" fmla="*/ 2147483647 h 1020"/>
                  <a:gd name="T92" fmla="*/ 2147483647 w 1134"/>
                  <a:gd name="T93" fmla="*/ 2147483647 h 1020"/>
                  <a:gd name="T94" fmla="*/ 2147483647 w 1134"/>
                  <a:gd name="T95" fmla="*/ 2147483647 h 1020"/>
                  <a:gd name="T96" fmla="*/ 2147483647 w 1134"/>
                  <a:gd name="T97" fmla="*/ 2147483647 h 1020"/>
                  <a:gd name="T98" fmla="*/ 2147483647 w 1134"/>
                  <a:gd name="T99" fmla="*/ 2147483647 h 1020"/>
                  <a:gd name="T100" fmla="*/ 2147483647 w 1134"/>
                  <a:gd name="T101" fmla="*/ 2147483647 h 1020"/>
                  <a:gd name="T102" fmla="*/ 2147483647 w 1134"/>
                  <a:gd name="T103" fmla="*/ 2147483647 h 1020"/>
                  <a:gd name="T104" fmla="*/ 2147483647 w 1134"/>
                  <a:gd name="T105" fmla="*/ 2147483647 h 1020"/>
                  <a:gd name="T106" fmla="*/ 2147483647 w 1134"/>
                  <a:gd name="T107" fmla="*/ 2147483647 h 1020"/>
                  <a:gd name="T108" fmla="*/ 2147483647 w 1134"/>
                  <a:gd name="T109" fmla="*/ 2147483647 h 1020"/>
                  <a:gd name="T110" fmla="*/ 2147483647 w 1134"/>
                  <a:gd name="T111" fmla="*/ 2147483647 h 1020"/>
                  <a:gd name="T112" fmla="*/ 2147483647 w 1134"/>
                  <a:gd name="T113" fmla="*/ 2147483647 h 1020"/>
                  <a:gd name="T114" fmla="*/ 2147483647 w 1134"/>
                  <a:gd name="T115" fmla="*/ 2147483647 h 1020"/>
                  <a:gd name="T116" fmla="*/ 2147483647 w 1134"/>
                  <a:gd name="T117" fmla="*/ 2147483647 h 1020"/>
                  <a:gd name="T118" fmla="*/ 2147483647 w 1134"/>
                  <a:gd name="T119" fmla="*/ 2147483647 h 1020"/>
                  <a:gd name="T120" fmla="*/ 2147483647 w 1134"/>
                  <a:gd name="T121" fmla="*/ 2147483647 h 1020"/>
                  <a:gd name="T122" fmla="*/ 2147483647 w 1134"/>
                  <a:gd name="T123" fmla="*/ 2147483647 h 1020"/>
                  <a:gd name="T124" fmla="*/ 2147483647 w 1134"/>
                  <a:gd name="T125" fmla="*/ 2147483647 h 102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4"/>
                  <a:gd name="T190" fmla="*/ 0 h 1020"/>
                  <a:gd name="T191" fmla="*/ 1134 w 1134"/>
                  <a:gd name="T192" fmla="*/ 1020 h 102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4" h="1020">
                    <a:moveTo>
                      <a:pt x="1116" y="372"/>
                    </a:moveTo>
                    <a:lnTo>
                      <a:pt x="1098" y="372"/>
                    </a:lnTo>
                    <a:lnTo>
                      <a:pt x="1092" y="378"/>
                    </a:lnTo>
                    <a:lnTo>
                      <a:pt x="1086" y="378"/>
                    </a:lnTo>
                    <a:lnTo>
                      <a:pt x="1074" y="420"/>
                    </a:lnTo>
                    <a:lnTo>
                      <a:pt x="1062" y="420"/>
                    </a:lnTo>
                    <a:lnTo>
                      <a:pt x="1050" y="414"/>
                    </a:lnTo>
                    <a:lnTo>
                      <a:pt x="1032" y="414"/>
                    </a:lnTo>
                    <a:lnTo>
                      <a:pt x="1020" y="402"/>
                    </a:lnTo>
                    <a:lnTo>
                      <a:pt x="1008" y="396"/>
                    </a:lnTo>
                    <a:lnTo>
                      <a:pt x="996" y="372"/>
                    </a:lnTo>
                    <a:lnTo>
                      <a:pt x="996" y="348"/>
                    </a:lnTo>
                    <a:lnTo>
                      <a:pt x="1002" y="336"/>
                    </a:lnTo>
                    <a:lnTo>
                      <a:pt x="1014" y="324"/>
                    </a:lnTo>
                    <a:lnTo>
                      <a:pt x="1014" y="312"/>
                    </a:lnTo>
                    <a:lnTo>
                      <a:pt x="1020" y="300"/>
                    </a:lnTo>
                    <a:lnTo>
                      <a:pt x="1032" y="288"/>
                    </a:lnTo>
                    <a:lnTo>
                      <a:pt x="1038" y="288"/>
                    </a:lnTo>
                    <a:lnTo>
                      <a:pt x="1050" y="294"/>
                    </a:lnTo>
                    <a:lnTo>
                      <a:pt x="1062" y="306"/>
                    </a:lnTo>
                    <a:lnTo>
                      <a:pt x="1086" y="270"/>
                    </a:lnTo>
                    <a:lnTo>
                      <a:pt x="1086" y="180"/>
                    </a:lnTo>
                    <a:lnTo>
                      <a:pt x="1056" y="120"/>
                    </a:lnTo>
                    <a:lnTo>
                      <a:pt x="1056" y="102"/>
                    </a:lnTo>
                    <a:lnTo>
                      <a:pt x="1050" y="90"/>
                    </a:lnTo>
                    <a:lnTo>
                      <a:pt x="1050" y="72"/>
                    </a:lnTo>
                    <a:lnTo>
                      <a:pt x="1044" y="54"/>
                    </a:lnTo>
                    <a:lnTo>
                      <a:pt x="1044" y="24"/>
                    </a:lnTo>
                    <a:lnTo>
                      <a:pt x="1026" y="12"/>
                    </a:lnTo>
                    <a:lnTo>
                      <a:pt x="966" y="12"/>
                    </a:lnTo>
                    <a:lnTo>
                      <a:pt x="954" y="6"/>
                    </a:lnTo>
                    <a:lnTo>
                      <a:pt x="948" y="6"/>
                    </a:lnTo>
                    <a:lnTo>
                      <a:pt x="936" y="0"/>
                    </a:lnTo>
                    <a:lnTo>
                      <a:pt x="876" y="0"/>
                    </a:lnTo>
                    <a:lnTo>
                      <a:pt x="864" y="24"/>
                    </a:lnTo>
                    <a:lnTo>
                      <a:pt x="852" y="24"/>
                    </a:lnTo>
                    <a:lnTo>
                      <a:pt x="840" y="30"/>
                    </a:lnTo>
                    <a:lnTo>
                      <a:pt x="828" y="30"/>
                    </a:lnTo>
                    <a:lnTo>
                      <a:pt x="822" y="36"/>
                    </a:lnTo>
                    <a:lnTo>
                      <a:pt x="810" y="60"/>
                    </a:lnTo>
                    <a:lnTo>
                      <a:pt x="768" y="102"/>
                    </a:lnTo>
                    <a:lnTo>
                      <a:pt x="756" y="108"/>
                    </a:lnTo>
                    <a:lnTo>
                      <a:pt x="750" y="108"/>
                    </a:lnTo>
                    <a:lnTo>
                      <a:pt x="738" y="114"/>
                    </a:lnTo>
                    <a:lnTo>
                      <a:pt x="726" y="138"/>
                    </a:lnTo>
                    <a:lnTo>
                      <a:pt x="726" y="174"/>
                    </a:lnTo>
                    <a:lnTo>
                      <a:pt x="714" y="180"/>
                    </a:lnTo>
                    <a:lnTo>
                      <a:pt x="708" y="192"/>
                    </a:lnTo>
                    <a:lnTo>
                      <a:pt x="702" y="198"/>
                    </a:lnTo>
                    <a:lnTo>
                      <a:pt x="690" y="204"/>
                    </a:lnTo>
                    <a:lnTo>
                      <a:pt x="672" y="210"/>
                    </a:lnTo>
                    <a:lnTo>
                      <a:pt x="654" y="228"/>
                    </a:lnTo>
                    <a:lnTo>
                      <a:pt x="654" y="240"/>
                    </a:lnTo>
                    <a:lnTo>
                      <a:pt x="648" y="252"/>
                    </a:lnTo>
                    <a:lnTo>
                      <a:pt x="642" y="270"/>
                    </a:lnTo>
                    <a:lnTo>
                      <a:pt x="636" y="282"/>
                    </a:lnTo>
                    <a:lnTo>
                      <a:pt x="630" y="288"/>
                    </a:lnTo>
                    <a:lnTo>
                      <a:pt x="618" y="294"/>
                    </a:lnTo>
                    <a:lnTo>
                      <a:pt x="606" y="294"/>
                    </a:lnTo>
                    <a:lnTo>
                      <a:pt x="600" y="288"/>
                    </a:lnTo>
                    <a:lnTo>
                      <a:pt x="594" y="294"/>
                    </a:lnTo>
                    <a:lnTo>
                      <a:pt x="582" y="300"/>
                    </a:lnTo>
                    <a:lnTo>
                      <a:pt x="570" y="300"/>
                    </a:lnTo>
                    <a:lnTo>
                      <a:pt x="564" y="294"/>
                    </a:lnTo>
                    <a:lnTo>
                      <a:pt x="552" y="288"/>
                    </a:lnTo>
                    <a:lnTo>
                      <a:pt x="546" y="282"/>
                    </a:lnTo>
                    <a:lnTo>
                      <a:pt x="516" y="282"/>
                    </a:lnTo>
                    <a:lnTo>
                      <a:pt x="504" y="270"/>
                    </a:lnTo>
                    <a:lnTo>
                      <a:pt x="492" y="264"/>
                    </a:lnTo>
                    <a:lnTo>
                      <a:pt x="486" y="258"/>
                    </a:lnTo>
                    <a:lnTo>
                      <a:pt x="474" y="252"/>
                    </a:lnTo>
                    <a:lnTo>
                      <a:pt x="462" y="252"/>
                    </a:lnTo>
                    <a:lnTo>
                      <a:pt x="450" y="258"/>
                    </a:lnTo>
                    <a:lnTo>
                      <a:pt x="444" y="264"/>
                    </a:lnTo>
                    <a:lnTo>
                      <a:pt x="438" y="276"/>
                    </a:lnTo>
                    <a:lnTo>
                      <a:pt x="438" y="288"/>
                    </a:lnTo>
                    <a:lnTo>
                      <a:pt x="432" y="300"/>
                    </a:lnTo>
                    <a:lnTo>
                      <a:pt x="432" y="324"/>
                    </a:lnTo>
                    <a:lnTo>
                      <a:pt x="420" y="324"/>
                    </a:lnTo>
                    <a:lnTo>
                      <a:pt x="414" y="330"/>
                    </a:lnTo>
                    <a:lnTo>
                      <a:pt x="408" y="330"/>
                    </a:lnTo>
                    <a:lnTo>
                      <a:pt x="402" y="336"/>
                    </a:lnTo>
                    <a:lnTo>
                      <a:pt x="396" y="348"/>
                    </a:lnTo>
                    <a:lnTo>
                      <a:pt x="390" y="354"/>
                    </a:lnTo>
                    <a:lnTo>
                      <a:pt x="390" y="360"/>
                    </a:lnTo>
                    <a:lnTo>
                      <a:pt x="366" y="360"/>
                    </a:lnTo>
                    <a:lnTo>
                      <a:pt x="366" y="378"/>
                    </a:lnTo>
                    <a:lnTo>
                      <a:pt x="288" y="378"/>
                    </a:lnTo>
                    <a:lnTo>
                      <a:pt x="288" y="348"/>
                    </a:lnTo>
                    <a:lnTo>
                      <a:pt x="294" y="336"/>
                    </a:lnTo>
                    <a:lnTo>
                      <a:pt x="294" y="330"/>
                    </a:lnTo>
                    <a:lnTo>
                      <a:pt x="300" y="318"/>
                    </a:lnTo>
                    <a:lnTo>
                      <a:pt x="300" y="294"/>
                    </a:lnTo>
                    <a:lnTo>
                      <a:pt x="294" y="288"/>
                    </a:lnTo>
                    <a:lnTo>
                      <a:pt x="294" y="270"/>
                    </a:lnTo>
                    <a:lnTo>
                      <a:pt x="288" y="258"/>
                    </a:lnTo>
                    <a:lnTo>
                      <a:pt x="282" y="240"/>
                    </a:lnTo>
                    <a:lnTo>
                      <a:pt x="276" y="234"/>
                    </a:lnTo>
                    <a:lnTo>
                      <a:pt x="264" y="228"/>
                    </a:lnTo>
                    <a:lnTo>
                      <a:pt x="258" y="222"/>
                    </a:lnTo>
                    <a:lnTo>
                      <a:pt x="246" y="216"/>
                    </a:lnTo>
                    <a:lnTo>
                      <a:pt x="240" y="510"/>
                    </a:lnTo>
                    <a:lnTo>
                      <a:pt x="222" y="510"/>
                    </a:lnTo>
                    <a:lnTo>
                      <a:pt x="210" y="516"/>
                    </a:lnTo>
                    <a:lnTo>
                      <a:pt x="204" y="522"/>
                    </a:lnTo>
                    <a:lnTo>
                      <a:pt x="204" y="528"/>
                    </a:lnTo>
                    <a:lnTo>
                      <a:pt x="192" y="528"/>
                    </a:lnTo>
                    <a:lnTo>
                      <a:pt x="192" y="552"/>
                    </a:lnTo>
                    <a:lnTo>
                      <a:pt x="168" y="552"/>
                    </a:lnTo>
                    <a:lnTo>
                      <a:pt x="156" y="540"/>
                    </a:lnTo>
                    <a:lnTo>
                      <a:pt x="144" y="540"/>
                    </a:lnTo>
                    <a:lnTo>
                      <a:pt x="132" y="552"/>
                    </a:lnTo>
                    <a:lnTo>
                      <a:pt x="108" y="552"/>
                    </a:lnTo>
                    <a:lnTo>
                      <a:pt x="102" y="546"/>
                    </a:lnTo>
                    <a:lnTo>
                      <a:pt x="102" y="540"/>
                    </a:lnTo>
                    <a:lnTo>
                      <a:pt x="96" y="534"/>
                    </a:lnTo>
                    <a:lnTo>
                      <a:pt x="72" y="534"/>
                    </a:lnTo>
                    <a:lnTo>
                      <a:pt x="66" y="528"/>
                    </a:lnTo>
                    <a:lnTo>
                      <a:pt x="60" y="516"/>
                    </a:lnTo>
                    <a:lnTo>
                      <a:pt x="60" y="492"/>
                    </a:lnTo>
                    <a:lnTo>
                      <a:pt x="42" y="474"/>
                    </a:lnTo>
                    <a:lnTo>
                      <a:pt x="36" y="474"/>
                    </a:lnTo>
                    <a:lnTo>
                      <a:pt x="30" y="480"/>
                    </a:lnTo>
                    <a:lnTo>
                      <a:pt x="30" y="486"/>
                    </a:lnTo>
                    <a:lnTo>
                      <a:pt x="24" y="498"/>
                    </a:lnTo>
                    <a:lnTo>
                      <a:pt x="18" y="504"/>
                    </a:lnTo>
                    <a:lnTo>
                      <a:pt x="18" y="510"/>
                    </a:lnTo>
                    <a:lnTo>
                      <a:pt x="0" y="522"/>
                    </a:lnTo>
                    <a:lnTo>
                      <a:pt x="0" y="516"/>
                    </a:lnTo>
                    <a:lnTo>
                      <a:pt x="0" y="528"/>
                    </a:lnTo>
                    <a:lnTo>
                      <a:pt x="6" y="540"/>
                    </a:lnTo>
                    <a:lnTo>
                      <a:pt x="6" y="552"/>
                    </a:lnTo>
                    <a:lnTo>
                      <a:pt x="36" y="582"/>
                    </a:lnTo>
                    <a:lnTo>
                      <a:pt x="42" y="600"/>
                    </a:lnTo>
                    <a:lnTo>
                      <a:pt x="42" y="648"/>
                    </a:lnTo>
                    <a:lnTo>
                      <a:pt x="48" y="672"/>
                    </a:lnTo>
                    <a:lnTo>
                      <a:pt x="54" y="690"/>
                    </a:lnTo>
                    <a:lnTo>
                      <a:pt x="72" y="714"/>
                    </a:lnTo>
                    <a:lnTo>
                      <a:pt x="96" y="738"/>
                    </a:lnTo>
                    <a:lnTo>
                      <a:pt x="114" y="762"/>
                    </a:lnTo>
                    <a:lnTo>
                      <a:pt x="120" y="786"/>
                    </a:lnTo>
                    <a:lnTo>
                      <a:pt x="120" y="834"/>
                    </a:lnTo>
                    <a:lnTo>
                      <a:pt x="114" y="846"/>
                    </a:lnTo>
                    <a:lnTo>
                      <a:pt x="114" y="852"/>
                    </a:lnTo>
                    <a:lnTo>
                      <a:pt x="90" y="852"/>
                    </a:lnTo>
                    <a:lnTo>
                      <a:pt x="90" y="876"/>
                    </a:lnTo>
                    <a:lnTo>
                      <a:pt x="96" y="888"/>
                    </a:lnTo>
                    <a:lnTo>
                      <a:pt x="108" y="906"/>
                    </a:lnTo>
                    <a:lnTo>
                      <a:pt x="114" y="918"/>
                    </a:lnTo>
                    <a:lnTo>
                      <a:pt x="114" y="960"/>
                    </a:lnTo>
                    <a:lnTo>
                      <a:pt x="120" y="972"/>
                    </a:lnTo>
                    <a:lnTo>
                      <a:pt x="120" y="978"/>
                    </a:lnTo>
                    <a:lnTo>
                      <a:pt x="126" y="978"/>
                    </a:lnTo>
                    <a:lnTo>
                      <a:pt x="126" y="972"/>
                    </a:lnTo>
                    <a:lnTo>
                      <a:pt x="132" y="966"/>
                    </a:lnTo>
                    <a:lnTo>
                      <a:pt x="144" y="966"/>
                    </a:lnTo>
                    <a:lnTo>
                      <a:pt x="150" y="972"/>
                    </a:lnTo>
                    <a:lnTo>
                      <a:pt x="180" y="984"/>
                    </a:lnTo>
                    <a:lnTo>
                      <a:pt x="180" y="996"/>
                    </a:lnTo>
                    <a:lnTo>
                      <a:pt x="204" y="1020"/>
                    </a:lnTo>
                    <a:lnTo>
                      <a:pt x="216" y="1020"/>
                    </a:lnTo>
                    <a:lnTo>
                      <a:pt x="240" y="1008"/>
                    </a:lnTo>
                    <a:lnTo>
                      <a:pt x="246" y="996"/>
                    </a:lnTo>
                    <a:lnTo>
                      <a:pt x="252" y="990"/>
                    </a:lnTo>
                    <a:lnTo>
                      <a:pt x="264" y="984"/>
                    </a:lnTo>
                    <a:lnTo>
                      <a:pt x="294" y="984"/>
                    </a:lnTo>
                    <a:lnTo>
                      <a:pt x="306" y="990"/>
                    </a:lnTo>
                    <a:lnTo>
                      <a:pt x="354" y="990"/>
                    </a:lnTo>
                    <a:lnTo>
                      <a:pt x="354" y="984"/>
                    </a:lnTo>
                    <a:lnTo>
                      <a:pt x="360" y="978"/>
                    </a:lnTo>
                    <a:lnTo>
                      <a:pt x="360" y="966"/>
                    </a:lnTo>
                    <a:lnTo>
                      <a:pt x="366" y="960"/>
                    </a:lnTo>
                    <a:lnTo>
                      <a:pt x="378" y="954"/>
                    </a:lnTo>
                    <a:lnTo>
                      <a:pt x="408" y="954"/>
                    </a:lnTo>
                    <a:lnTo>
                      <a:pt x="420" y="960"/>
                    </a:lnTo>
                    <a:lnTo>
                      <a:pt x="432" y="960"/>
                    </a:lnTo>
                    <a:lnTo>
                      <a:pt x="438" y="966"/>
                    </a:lnTo>
                    <a:lnTo>
                      <a:pt x="444" y="960"/>
                    </a:lnTo>
                    <a:lnTo>
                      <a:pt x="456" y="960"/>
                    </a:lnTo>
                    <a:lnTo>
                      <a:pt x="468" y="954"/>
                    </a:lnTo>
                    <a:lnTo>
                      <a:pt x="504" y="954"/>
                    </a:lnTo>
                    <a:lnTo>
                      <a:pt x="522" y="960"/>
                    </a:lnTo>
                    <a:lnTo>
                      <a:pt x="534" y="966"/>
                    </a:lnTo>
                    <a:lnTo>
                      <a:pt x="552" y="966"/>
                    </a:lnTo>
                    <a:lnTo>
                      <a:pt x="558" y="960"/>
                    </a:lnTo>
                    <a:lnTo>
                      <a:pt x="570" y="954"/>
                    </a:lnTo>
                    <a:lnTo>
                      <a:pt x="606" y="954"/>
                    </a:lnTo>
                    <a:lnTo>
                      <a:pt x="618" y="948"/>
                    </a:lnTo>
                    <a:lnTo>
                      <a:pt x="624" y="942"/>
                    </a:lnTo>
                    <a:lnTo>
                      <a:pt x="636" y="936"/>
                    </a:lnTo>
                    <a:lnTo>
                      <a:pt x="684" y="936"/>
                    </a:lnTo>
                    <a:lnTo>
                      <a:pt x="708" y="924"/>
                    </a:lnTo>
                    <a:lnTo>
                      <a:pt x="720" y="912"/>
                    </a:lnTo>
                    <a:lnTo>
                      <a:pt x="738" y="900"/>
                    </a:lnTo>
                    <a:lnTo>
                      <a:pt x="774" y="864"/>
                    </a:lnTo>
                    <a:lnTo>
                      <a:pt x="786" y="858"/>
                    </a:lnTo>
                    <a:lnTo>
                      <a:pt x="804" y="846"/>
                    </a:lnTo>
                    <a:lnTo>
                      <a:pt x="900" y="750"/>
                    </a:lnTo>
                    <a:lnTo>
                      <a:pt x="918" y="750"/>
                    </a:lnTo>
                    <a:lnTo>
                      <a:pt x="924" y="744"/>
                    </a:lnTo>
                    <a:lnTo>
                      <a:pt x="960" y="696"/>
                    </a:lnTo>
                    <a:lnTo>
                      <a:pt x="972" y="672"/>
                    </a:lnTo>
                    <a:lnTo>
                      <a:pt x="984" y="654"/>
                    </a:lnTo>
                    <a:lnTo>
                      <a:pt x="990" y="642"/>
                    </a:lnTo>
                    <a:lnTo>
                      <a:pt x="1002" y="606"/>
                    </a:lnTo>
                    <a:lnTo>
                      <a:pt x="1014" y="588"/>
                    </a:lnTo>
                    <a:lnTo>
                      <a:pt x="1020" y="576"/>
                    </a:lnTo>
                    <a:lnTo>
                      <a:pt x="1026" y="570"/>
                    </a:lnTo>
                    <a:lnTo>
                      <a:pt x="1038" y="564"/>
                    </a:lnTo>
                    <a:lnTo>
                      <a:pt x="1050" y="552"/>
                    </a:lnTo>
                    <a:lnTo>
                      <a:pt x="1068" y="546"/>
                    </a:lnTo>
                    <a:lnTo>
                      <a:pt x="1086" y="534"/>
                    </a:lnTo>
                    <a:lnTo>
                      <a:pt x="1098" y="510"/>
                    </a:lnTo>
                    <a:lnTo>
                      <a:pt x="1098" y="498"/>
                    </a:lnTo>
                    <a:lnTo>
                      <a:pt x="1104" y="486"/>
                    </a:lnTo>
                    <a:lnTo>
                      <a:pt x="1110" y="468"/>
                    </a:lnTo>
                    <a:lnTo>
                      <a:pt x="1116" y="456"/>
                    </a:lnTo>
                    <a:lnTo>
                      <a:pt x="1122" y="450"/>
                    </a:lnTo>
                    <a:lnTo>
                      <a:pt x="1122" y="438"/>
                    </a:lnTo>
                    <a:lnTo>
                      <a:pt x="1128" y="432"/>
                    </a:lnTo>
                    <a:lnTo>
                      <a:pt x="1128" y="414"/>
                    </a:lnTo>
                    <a:lnTo>
                      <a:pt x="1134" y="396"/>
                    </a:lnTo>
                    <a:lnTo>
                      <a:pt x="1128" y="384"/>
                    </a:lnTo>
                    <a:lnTo>
                      <a:pt x="1116" y="372"/>
                    </a:lnTo>
                    <a:close/>
                    <a:moveTo>
                      <a:pt x="870" y="624"/>
                    </a:moveTo>
                    <a:lnTo>
                      <a:pt x="858" y="630"/>
                    </a:lnTo>
                    <a:lnTo>
                      <a:pt x="852" y="636"/>
                    </a:lnTo>
                    <a:lnTo>
                      <a:pt x="840" y="642"/>
                    </a:lnTo>
                    <a:lnTo>
                      <a:pt x="822" y="642"/>
                    </a:lnTo>
                    <a:lnTo>
                      <a:pt x="810" y="648"/>
                    </a:lnTo>
                    <a:lnTo>
                      <a:pt x="804" y="654"/>
                    </a:lnTo>
                    <a:lnTo>
                      <a:pt x="798" y="666"/>
                    </a:lnTo>
                    <a:lnTo>
                      <a:pt x="792" y="672"/>
                    </a:lnTo>
                    <a:lnTo>
                      <a:pt x="792" y="684"/>
                    </a:lnTo>
                    <a:lnTo>
                      <a:pt x="774" y="684"/>
                    </a:lnTo>
                    <a:lnTo>
                      <a:pt x="744" y="654"/>
                    </a:lnTo>
                    <a:lnTo>
                      <a:pt x="744" y="636"/>
                    </a:lnTo>
                    <a:lnTo>
                      <a:pt x="720" y="600"/>
                    </a:lnTo>
                    <a:lnTo>
                      <a:pt x="744" y="600"/>
                    </a:lnTo>
                    <a:lnTo>
                      <a:pt x="750" y="582"/>
                    </a:lnTo>
                    <a:lnTo>
                      <a:pt x="768" y="564"/>
                    </a:lnTo>
                    <a:lnTo>
                      <a:pt x="768" y="546"/>
                    </a:lnTo>
                    <a:lnTo>
                      <a:pt x="774" y="540"/>
                    </a:lnTo>
                    <a:lnTo>
                      <a:pt x="798" y="540"/>
                    </a:lnTo>
                    <a:lnTo>
                      <a:pt x="798" y="528"/>
                    </a:lnTo>
                    <a:lnTo>
                      <a:pt x="810" y="522"/>
                    </a:lnTo>
                    <a:lnTo>
                      <a:pt x="846" y="522"/>
                    </a:lnTo>
                    <a:lnTo>
                      <a:pt x="852" y="528"/>
                    </a:lnTo>
                    <a:lnTo>
                      <a:pt x="858" y="540"/>
                    </a:lnTo>
                    <a:lnTo>
                      <a:pt x="864" y="546"/>
                    </a:lnTo>
                    <a:lnTo>
                      <a:pt x="870" y="558"/>
                    </a:lnTo>
                    <a:lnTo>
                      <a:pt x="882" y="564"/>
                    </a:lnTo>
                    <a:lnTo>
                      <a:pt x="888" y="588"/>
                    </a:lnTo>
                    <a:lnTo>
                      <a:pt x="864" y="606"/>
                    </a:lnTo>
                    <a:lnTo>
                      <a:pt x="870" y="6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7" name="Somalia" descr="© INSCALE GmbH, 05.05.2010&#10;http://www.presentationload.com/">
                <a:extLst>
                  <a:ext uri="{FF2B5EF4-FFF2-40B4-BE49-F238E27FC236}">
                    <a16:creationId xmlns:a16="http://schemas.microsoft.com/office/drawing/2014/main" id="{2682792F-5C4E-1789-5839-D4B3A2B88338}"/>
                  </a:ext>
                </a:extLst>
              </p:cNvPr>
              <p:cNvSpPr>
                <a:spLocks/>
              </p:cNvSpPr>
              <p:nvPr/>
            </p:nvSpPr>
            <p:spPr bwMode="gray">
              <a:xfrm>
                <a:off x="5341240" y="2850849"/>
                <a:ext cx="271275" cy="419514"/>
              </a:xfrm>
              <a:custGeom>
                <a:avLst/>
                <a:gdLst>
                  <a:gd name="T0" fmla="*/ 2147483647 w 714"/>
                  <a:gd name="T1" fmla="*/ 2147483647 h 1104"/>
                  <a:gd name="T2" fmla="*/ 2147483647 w 714"/>
                  <a:gd name="T3" fmla="*/ 2147483647 h 1104"/>
                  <a:gd name="T4" fmla="*/ 2147483647 w 714"/>
                  <a:gd name="T5" fmla="*/ 2147483647 h 1104"/>
                  <a:gd name="T6" fmla="*/ 2147483647 w 714"/>
                  <a:gd name="T7" fmla="*/ 2147483647 h 1104"/>
                  <a:gd name="T8" fmla="*/ 2147483647 w 714"/>
                  <a:gd name="T9" fmla="*/ 2147483647 h 1104"/>
                  <a:gd name="T10" fmla="*/ 2147483647 w 714"/>
                  <a:gd name="T11" fmla="*/ 2147483647 h 1104"/>
                  <a:gd name="T12" fmla="*/ 2147483647 w 714"/>
                  <a:gd name="T13" fmla="*/ 2147483647 h 1104"/>
                  <a:gd name="T14" fmla="*/ 2147483647 w 714"/>
                  <a:gd name="T15" fmla="*/ 2147483647 h 1104"/>
                  <a:gd name="T16" fmla="*/ 2147483647 w 714"/>
                  <a:gd name="T17" fmla="*/ 2147483647 h 1104"/>
                  <a:gd name="T18" fmla="*/ 2147483647 w 714"/>
                  <a:gd name="T19" fmla="*/ 2147483647 h 1104"/>
                  <a:gd name="T20" fmla="*/ 2147483647 w 714"/>
                  <a:gd name="T21" fmla="*/ 2147483647 h 1104"/>
                  <a:gd name="T22" fmla="*/ 2147483647 w 714"/>
                  <a:gd name="T23" fmla="*/ 2147483647 h 1104"/>
                  <a:gd name="T24" fmla="*/ 0 w 714"/>
                  <a:gd name="T25" fmla="*/ 2147483647 h 1104"/>
                  <a:gd name="T26" fmla="*/ 2147483647 w 714"/>
                  <a:gd name="T27" fmla="*/ 2147483647 h 1104"/>
                  <a:gd name="T28" fmla="*/ 2147483647 w 714"/>
                  <a:gd name="T29" fmla="*/ 2147483647 h 1104"/>
                  <a:gd name="T30" fmla="*/ 2147483647 w 714"/>
                  <a:gd name="T31" fmla="*/ 2147483647 h 1104"/>
                  <a:gd name="T32" fmla="*/ 2147483647 w 714"/>
                  <a:gd name="T33" fmla="*/ 2147483647 h 1104"/>
                  <a:gd name="T34" fmla="*/ 2147483647 w 714"/>
                  <a:gd name="T35" fmla="*/ 2147483647 h 1104"/>
                  <a:gd name="T36" fmla="*/ 2147483647 w 714"/>
                  <a:gd name="T37" fmla="*/ 2147483647 h 1104"/>
                  <a:gd name="T38" fmla="*/ 2147483647 w 714"/>
                  <a:gd name="T39" fmla="*/ 2147483647 h 1104"/>
                  <a:gd name="T40" fmla="*/ 2147483647 w 714"/>
                  <a:gd name="T41" fmla="*/ 2147483647 h 1104"/>
                  <a:gd name="T42" fmla="*/ 2147483647 w 714"/>
                  <a:gd name="T43" fmla="*/ 2147483647 h 1104"/>
                  <a:gd name="T44" fmla="*/ 2147483647 w 714"/>
                  <a:gd name="T45" fmla="*/ 2147483647 h 1104"/>
                  <a:gd name="T46" fmla="*/ 2147483647 w 714"/>
                  <a:gd name="T47" fmla="*/ 2147483647 h 1104"/>
                  <a:gd name="T48" fmla="*/ 2147483647 w 714"/>
                  <a:gd name="T49" fmla="*/ 2147483647 h 1104"/>
                  <a:gd name="T50" fmla="*/ 2147483647 w 714"/>
                  <a:gd name="T51" fmla="*/ 2147483647 h 1104"/>
                  <a:gd name="T52" fmla="*/ 2147483647 w 714"/>
                  <a:gd name="T53" fmla="*/ 2147483647 h 1104"/>
                  <a:gd name="T54" fmla="*/ 2147483647 w 714"/>
                  <a:gd name="T55" fmla="*/ 2147483647 h 1104"/>
                  <a:gd name="T56" fmla="*/ 2147483647 w 714"/>
                  <a:gd name="T57" fmla="*/ 2147483647 h 1104"/>
                  <a:gd name="T58" fmla="*/ 2147483647 w 714"/>
                  <a:gd name="T59" fmla="*/ 2147483647 h 1104"/>
                  <a:gd name="T60" fmla="*/ 2147483647 w 714"/>
                  <a:gd name="T61" fmla="*/ 2147483647 h 1104"/>
                  <a:gd name="T62" fmla="*/ 2147483647 w 714"/>
                  <a:gd name="T63" fmla="*/ 2147483647 h 1104"/>
                  <a:gd name="T64" fmla="*/ 2147483647 w 714"/>
                  <a:gd name="T65" fmla="*/ 2147483647 h 1104"/>
                  <a:gd name="T66" fmla="*/ 2147483647 w 714"/>
                  <a:gd name="T67" fmla="*/ 2147483647 h 1104"/>
                  <a:gd name="T68" fmla="*/ 2147483647 w 714"/>
                  <a:gd name="T69" fmla="*/ 2147483647 h 1104"/>
                  <a:gd name="T70" fmla="*/ 2147483647 w 714"/>
                  <a:gd name="T71" fmla="*/ 2147483647 h 1104"/>
                  <a:gd name="T72" fmla="*/ 2147483647 w 714"/>
                  <a:gd name="T73" fmla="*/ 2147483647 h 1104"/>
                  <a:gd name="T74" fmla="*/ 2147483647 w 714"/>
                  <a:gd name="T75" fmla="*/ 2147483647 h 1104"/>
                  <a:gd name="T76" fmla="*/ 2147483647 w 714"/>
                  <a:gd name="T77" fmla="*/ 2147483647 h 1104"/>
                  <a:gd name="T78" fmla="*/ 2147483647 w 714"/>
                  <a:gd name="T79" fmla="*/ 2147483647 h 1104"/>
                  <a:gd name="T80" fmla="*/ 2147483647 w 714"/>
                  <a:gd name="T81" fmla="*/ 2147483647 h 1104"/>
                  <a:gd name="T82" fmla="*/ 2147483647 w 714"/>
                  <a:gd name="T83" fmla="*/ 2147483647 h 1104"/>
                  <a:gd name="T84" fmla="*/ 2147483647 w 714"/>
                  <a:gd name="T85" fmla="*/ 2147483647 h 1104"/>
                  <a:gd name="T86" fmla="*/ 2147483647 w 714"/>
                  <a:gd name="T87" fmla="*/ 2147483647 h 110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14"/>
                  <a:gd name="T133" fmla="*/ 0 h 1104"/>
                  <a:gd name="T134" fmla="*/ 714 w 714"/>
                  <a:gd name="T135" fmla="*/ 1104 h 1104"/>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14" h="1104">
                    <a:moveTo>
                      <a:pt x="108" y="114"/>
                    </a:moveTo>
                    <a:lnTo>
                      <a:pt x="120" y="126"/>
                    </a:lnTo>
                    <a:lnTo>
                      <a:pt x="120" y="138"/>
                    </a:lnTo>
                    <a:lnTo>
                      <a:pt x="126" y="150"/>
                    </a:lnTo>
                    <a:lnTo>
                      <a:pt x="132" y="156"/>
                    </a:lnTo>
                    <a:lnTo>
                      <a:pt x="138" y="168"/>
                    </a:lnTo>
                    <a:lnTo>
                      <a:pt x="144" y="174"/>
                    </a:lnTo>
                    <a:lnTo>
                      <a:pt x="156" y="198"/>
                    </a:lnTo>
                    <a:lnTo>
                      <a:pt x="162" y="204"/>
                    </a:lnTo>
                    <a:lnTo>
                      <a:pt x="162" y="210"/>
                    </a:lnTo>
                    <a:lnTo>
                      <a:pt x="186" y="210"/>
                    </a:lnTo>
                    <a:lnTo>
                      <a:pt x="192" y="222"/>
                    </a:lnTo>
                    <a:lnTo>
                      <a:pt x="198" y="228"/>
                    </a:lnTo>
                    <a:lnTo>
                      <a:pt x="204" y="240"/>
                    </a:lnTo>
                    <a:lnTo>
                      <a:pt x="240" y="258"/>
                    </a:lnTo>
                    <a:lnTo>
                      <a:pt x="312" y="282"/>
                    </a:lnTo>
                    <a:lnTo>
                      <a:pt x="336" y="288"/>
                    </a:lnTo>
                    <a:lnTo>
                      <a:pt x="348" y="294"/>
                    </a:lnTo>
                    <a:lnTo>
                      <a:pt x="366" y="300"/>
                    </a:lnTo>
                    <a:lnTo>
                      <a:pt x="378" y="312"/>
                    </a:lnTo>
                    <a:lnTo>
                      <a:pt x="414" y="330"/>
                    </a:lnTo>
                    <a:lnTo>
                      <a:pt x="486" y="324"/>
                    </a:lnTo>
                    <a:lnTo>
                      <a:pt x="276" y="570"/>
                    </a:lnTo>
                    <a:lnTo>
                      <a:pt x="192" y="570"/>
                    </a:lnTo>
                    <a:lnTo>
                      <a:pt x="186" y="576"/>
                    </a:lnTo>
                    <a:lnTo>
                      <a:pt x="174" y="576"/>
                    </a:lnTo>
                    <a:lnTo>
                      <a:pt x="162" y="582"/>
                    </a:lnTo>
                    <a:lnTo>
                      <a:pt x="156" y="588"/>
                    </a:lnTo>
                    <a:lnTo>
                      <a:pt x="144" y="594"/>
                    </a:lnTo>
                    <a:lnTo>
                      <a:pt x="144" y="606"/>
                    </a:lnTo>
                    <a:lnTo>
                      <a:pt x="126" y="624"/>
                    </a:lnTo>
                    <a:lnTo>
                      <a:pt x="102" y="624"/>
                    </a:lnTo>
                    <a:lnTo>
                      <a:pt x="90" y="630"/>
                    </a:lnTo>
                    <a:lnTo>
                      <a:pt x="78" y="630"/>
                    </a:lnTo>
                    <a:lnTo>
                      <a:pt x="66" y="642"/>
                    </a:lnTo>
                    <a:lnTo>
                      <a:pt x="66" y="654"/>
                    </a:lnTo>
                    <a:lnTo>
                      <a:pt x="60" y="660"/>
                    </a:lnTo>
                    <a:lnTo>
                      <a:pt x="42" y="696"/>
                    </a:lnTo>
                    <a:lnTo>
                      <a:pt x="0" y="738"/>
                    </a:lnTo>
                    <a:lnTo>
                      <a:pt x="0" y="1038"/>
                    </a:lnTo>
                    <a:lnTo>
                      <a:pt x="42" y="1104"/>
                    </a:lnTo>
                    <a:lnTo>
                      <a:pt x="48" y="1086"/>
                    </a:lnTo>
                    <a:lnTo>
                      <a:pt x="84" y="1032"/>
                    </a:lnTo>
                    <a:lnTo>
                      <a:pt x="96" y="1008"/>
                    </a:lnTo>
                    <a:lnTo>
                      <a:pt x="114" y="996"/>
                    </a:lnTo>
                    <a:lnTo>
                      <a:pt x="144" y="966"/>
                    </a:lnTo>
                    <a:lnTo>
                      <a:pt x="150" y="954"/>
                    </a:lnTo>
                    <a:lnTo>
                      <a:pt x="162" y="936"/>
                    </a:lnTo>
                    <a:lnTo>
                      <a:pt x="192" y="906"/>
                    </a:lnTo>
                    <a:lnTo>
                      <a:pt x="216" y="876"/>
                    </a:lnTo>
                    <a:lnTo>
                      <a:pt x="246" y="846"/>
                    </a:lnTo>
                    <a:lnTo>
                      <a:pt x="264" y="840"/>
                    </a:lnTo>
                    <a:lnTo>
                      <a:pt x="276" y="828"/>
                    </a:lnTo>
                    <a:lnTo>
                      <a:pt x="294" y="816"/>
                    </a:lnTo>
                    <a:lnTo>
                      <a:pt x="318" y="804"/>
                    </a:lnTo>
                    <a:lnTo>
                      <a:pt x="336" y="786"/>
                    </a:lnTo>
                    <a:lnTo>
                      <a:pt x="372" y="756"/>
                    </a:lnTo>
                    <a:lnTo>
                      <a:pt x="420" y="708"/>
                    </a:lnTo>
                    <a:lnTo>
                      <a:pt x="438" y="684"/>
                    </a:lnTo>
                    <a:lnTo>
                      <a:pt x="462" y="654"/>
                    </a:lnTo>
                    <a:lnTo>
                      <a:pt x="492" y="618"/>
                    </a:lnTo>
                    <a:lnTo>
                      <a:pt x="516" y="570"/>
                    </a:lnTo>
                    <a:lnTo>
                      <a:pt x="528" y="540"/>
                    </a:lnTo>
                    <a:lnTo>
                      <a:pt x="546" y="516"/>
                    </a:lnTo>
                    <a:lnTo>
                      <a:pt x="558" y="498"/>
                    </a:lnTo>
                    <a:lnTo>
                      <a:pt x="564" y="492"/>
                    </a:lnTo>
                    <a:lnTo>
                      <a:pt x="570" y="480"/>
                    </a:lnTo>
                    <a:lnTo>
                      <a:pt x="576" y="474"/>
                    </a:lnTo>
                    <a:lnTo>
                      <a:pt x="576" y="450"/>
                    </a:lnTo>
                    <a:lnTo>
                      <a:pt x="582" y="432"/>
                    </a:lnTo>
                    <a:lnTo>
                      <a:pt x="588" y="420"/>
                    </a:lnTo>
                    <a:lnTo>
                      <a:pt x="588" y="402"/>
                    </a:lnTo>
                    <a:lnTo>
                      <a:pt x="594" y="390"/>
                    </a:lnTo>
                    <a:lnTo>
                      <a:pt x="606" y="378"/>
                    </a:lnTo>
                    <a:lnTo>
                      <a:pt x="612" y="366"/>
                    </a:lnTo>
                    <a:lnTo>
                      <a:pt x="624" y="354"/>
                    </a:lnTo>
                    <a:lnTo>
                      <a:pt x="624" y="324"/>
                    </a:lnTo>
                    <a:lnTo>
                      <a:pt x="636" y="318"/>
                    </a:lnTo>
                    <a:lnTo>
                      <a:pt x="642" y="306"/>
                    </a:lnTo>
                    <a:lnTo>
                      <a:pt x="660" y="252"/>
                    </a:lnTo>
                    <a:lnTo>
                      <a:pt x="672" y="252"/>
                    </a:lnTo>
                    <a:lnTo>
                      <a:pt x="672" y="246"/>
                    </a:lnTo>
                    <a:lnTo>
                      <a:pt x="684" y="234"/>
                    </a:lnTo>
                    <a:lnTo>
                      <a:pt x="684" y="138"/>
                    </a:lnTo>
                    <a:lnTo>
                      <a:pt x="708" y="126"/>
                    </a:lnTo>
                    <a:lnTo>
                      <a:pt x="702" y="54"/>
                    </a:lnTo>
                    <a:lnTo>
                      <a:pt x="708" y="42"/>
                    </a:lnTo>
                    <a:lnTo>
                      <a:pt x="708" y="36"/>
                    </a:lnTo>
                    <a:lnTo>
                      <a:pt x="714" y="24"/>
                    </a:lnTo>
                    <a:lnTo>
                      <a:pt x="714" y="12"/>
                    </a:lnTo>
                    <a:lnTo>
                      <a:pt x="690" y="0"/>
                    </a:lnTo>
                    <a:lnTo>
                      <a:pt x="672" y="0"/>
                    </a:lnTo>
                    <a:lnTo>
                      <a:pt x="666" y="12"/>
                    </a:lnTo>
                    <a:lnTo>
                      <a:pt x="654" y="18"/>
                    </a:lnTo>
                    <a:lnTo>
                      <a:pt x="648" y="30"/>
                    </a:lnTo>
                    <a:lnTo>
                      <a:pt x="624" y="42"/>
                    </a:lnTo>
                    <a:lnTo>
                      <a:pt x="612" y="42"/>
                    </a:lnTo>
                    <a:lnTo>
                      <a:pt x="594" y="48"/>
                    </a:lnTo>
                    <a:lnTo>
                      <a:pt x="582" y="54"/>
                    </a:lnTo>
                    <a:lnTo>
                      <a:pt x="564" y="54"/>
                    </a:lnTo>
                    <a:lnTo>
                      <a:pt x="546" y="48"/>
                    </a:lnTo>
                    <a:lnTo>
                      <a:pt x="534" y="42"/>
                    </a:lnTo>
                    <a:lnTo>
                      <a:pt x="516" y="48"/>
                    </a:lnTo>
                    <a:lnTo>
                      <a:pt x="510" y="54"/>
                    </a:lnTo>
                    <a:lnTo>
                      <a:pt x="498" y="60"/>
                    </a:lnTo>
                    <a:lnTo>
                      <a:pt x="492" y="72"/>
                    </a:lnTo>
                    <a:lnTo>
                      <a:pt x="486" y="78"/>
                    </a:lnTo>
                    <a:lnTo>
                      <a:pt x="474" y="78"/>
                    </a:lnTo>
                    <a:lnTo>
                      <a:pt x="462" y="72"/>
                    </a:lnTo>
                    <a:lnTo>
                      <a:pt x="456" y="60"/>
                    </a:lnTo>
                    <a:lnTo>
                      <a:pt x="444" y="60"/>
                    </a:lnTo>
                    <a:lnTo>
                      <a:pt x="438" y="66"/>
                    </a:lnTo>
                    <a:lnTo>
                      <a:pt x="426" y="72"/>
                    </a:lnTo>
                    <a:lnTo>
                      <a:pt x="396" y="102"/>
                    </a:lnTo>
                    <a:lnTo>
                      <a:pt x="384" y="108"/>
                    </a:lnTo>
                    <a:lnTo>
                      <a:pt x="372" y="108"/>
                    </a:lnTo>
                    <a:lnTo>
                      <a:pt x="360" y="102"/>
                    </a:lnTo>
                    <a:lnTo>
                      <a:pt x="354" y="96"/>
                    </a:lnTo>
                    <a:lnTo>
                      <a:pt x="342" y="90"/>
                    </a:lnTo>
                    <a:lnTo>
                      <a:pt x="330" y="90"/>
                    </a:lnTo>
                    <a:lnTo>
                      <a:pt x="306" y="102"/>
                    </a:lnTo>
                    <a:lnTo>
                      <a:pt x="294" y="114"/>
                    </a:lnTo>
                    <a:lnTo>
                      <a:pt x="270" y="126"/>
                    </a:lnTo>
                    <a:lnTo>
                      <a:pt x="210" y="126"/>
                    </a:lnTo>
                    <a:lnTo>
                      <a:pt x="192" y="108"/>
                    </a:lnTo>
                    <a:lnTo>
                      <a:pt x="186" y="96"/>
                    </a:lnTo>
                    <a:lnTo>
                      <a:pt x="174" y="90"/>
                    </a:lnTo>
                    <a:lnTo>
                      <a:pt x="168" y="78"/>
                    </a:lnTo>
                    <a:lnTo>
                      <a:pt x="168" y="66"/>
                    </a:lnTo>
                    <a:lnTo>
                      <a:pt x="156" y="54"/>
                    </a:lnTo>
                    <a:lnTo>
                      <a:pt x="150" y="54"/>
                    </a:lnTo>
                    <a:lnTo>
                      <a:pt x="126" y="78"/>
                    </a:lnTo>
                    <a:lnTo>
                      <a:pt x="108" y="11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8" name="Solomon Islands" descr="© INSCALE GmbH, 05.05.2010&#10;http://www.presentationload.com/">
                <a:extLst>
                  <a:ext uri="{FF2B5EF4-FFF2-40B4-BE49-F238E27FC236}">
                    <a16:creationId xmlns:a16="http://schemas.microsoft.com/office/drawing/2014/main" id="{23BE497C-FA51-F597-C9A4-80B5796FE0DF}"/>
                  </a:ext>
                </a:extLst>
              </p:cNvPr>
              <p:cNvSpPr>
                <a:spLocks noEditPoints="1"/>
              </p:cNvSpPr>
              <p:nvPr/>
            </p:nvSpPr>
            <p:spPr bwMode="gray">
              <a:xfrm>
                <a:off x="8452741" y="3423046"/>
                <a:ext cx="140826" cy="131932"/>
              </a:xfrm>
              <a:custGeom>
                <a:avLst/>
                <a:gdLst>
                  <a:gd name="T0" fmla="*/ 2147483647 w 372"/>
                  <a:gd name="T1" fmla="*/ 0 h 348"/>
                  <a:gd name="T2" fmla="*/ 2147483647 w 372"/>
                  <a:gd name="T3" fmla="*/ 2147483647 h 348"/>
                  <a:gd name="T4" fmla="*/ 0 w 372"/>
                  <a:gd name="T5" fmla="*/ 2147483647 h 348"/>
                  <a:gd name="T6" fmla="*/ 2147483647 w 372"/>
                  <a:gd name="T7" fmla="*/ 2147483647 h 348"/>
                  <a:gd name="T8" fmla="*/ 0 w 372"/>
                  <a:gd name="T9" fmla="*/ 2147483647 h 348"/>
                  <a:gd name="T10" fmla="*/ 2147483647 w 372"/>
                  <a:gd name="T11" fmla="*/ 2147483647 h 348"/>
                  <a:gd name="T12" fmla="*/ 2147483647 w 372"/>
                  <a:gd name="T13" fmla="*/ 2147483647 h 348"/>
                  <a:gd name="T14" fmla="*/ 2147483647 w 372"/>
                  <a:gd name="T15" fmla="*/ 2147483647 h 348"/>
                  <a:gd name="T16" fmla="*/ 2147483647 w 372"/>
                  <a:gd name="T17" fmla="*/ 2147483647 h 348"/>
                  <a:gd name="T18" fmla="*/ 2147483647 w 372"/>
                  <a:gd name="T19" fmla="*/ 2147483647 h 348"/>
                  <a:gd name="T20" fmla="*/ 2147483647 w 372"/>
                  <a:gd name="T21" fmla="*/ 2147483647 h 348"/>
                  <a:gd name="T22" fmla="*/ 2147483647 w 372"/>
                  <a:gd name="T23" fmla="*/ 2147483647 h 348"/>
                  <a:gd name="T24" fmla="*/ 2147483647 w 372"/>
                  <a:gd name="T25" fmla="*/ 2147483647 h 348"/>
                  <a:gd name="T26" fmla="*/ 2147483647 w 372"/>
                  <a:gd name="T27" fmla="*/ 2147483647 h 348"/>
                  <a:gd name="T28" fmla="*/ 2147483647 w 372"/>
                  <a:gd name="T29" fmla="*/ 2147483647 h 348"/>
                  <a:gd name="T30" fmla="*/ 2147483647 w 372"/>
                  <a:gd name="T31" fmla="*/ 2147483647 h 348"/>
                  <a:gd name="T32" fmla="*/ 2147483647 w 372"/>
                  <a:gd name="T33" fmla="*/ 2147483647 h 348"/>
                  <a:gd name="T34" fmla="*/ 2147483647 w 372"/>
                  <a:gd name="T35" fmla="*/ 2147483647 h 348"/>
                  <a:gd name="T36" fmla="*/ 2147483647 w 372"/>
                  <a:gd name="T37" fmla="*/ 2147483647 h 348"/>
                  <a:gd name="T38" fmla="*/ 2147483647 w 372"/>
                  <a:gd name="T39" fmla="*/ 2147483647 h 348"/>
                  <a:gd name="T40" fmla="*/ 2147483647 w 372"/>
                  <a:gd name="T41" fmla="*/ 2147483647 h 348"/>
                  <a:gd name="T42" fmla="*/ 2147483647 w 372"/>
                  <a:gd name="T43" fmla="*/ 2147483647 h 348"/>
                  <a:gd name="T44" fmla="*/ 2147483647 w 372"/>
                  <a:gd name="T45" fmla="*/ 2147483647 h 348"/>
                  <a:gd name="T46" fmla="*/ 2147483647 w 372"/>
                  <a:gd name="T47" fmla="*/ 2147483647 h 348"/>
                  <a:gd name="T48" fmla="*/ 2147483647 w 372"/>
                  <a:gd name="T49" fmla="*/ 2147483647 h 348"/>
                  <a:gd name="T50" fmla="*/ 2147483647 w 372"/>
                  <a:gd name="T51" fmla="*/ 2147483647 h 348"/>
                  <a:gd name="T52" fmla="*/ 2147483647 w 372"/>
                  <a:gd name="T53" fmla="*/ 2147483647 h 348"/>
                  <a:gd name="T54" fmla="*/ 2147483647 w 372"/>
                  <a:gd name="T55" fmla="*/ 2147483647 h 348"/>
                  <a:gd name="T56" fmla="*/ 2147483647 w 372"/>
                  <a:gd name="T57" fmla="*/ 2147483647 h 348"/>
                  <a:gd name="T58" fmla="*/ 2147483647 w 372"/>
                  <a:gd name="T59" fmla="*/ 2147483647 h 348"/>
                  <a:gd name="T60" fmla="*/ 2147483647 w 372"/>
                  <a:gd name="T61" fmla="*/ 2147483647 h 348"/>
                  <a:gd name="T62" fmla="*/ 2147483647 w 372"/>
                  <a:gd name="T63" fmla="*/ 2147483647 h 34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372"/>
                  <a:gd name="T97" fmla="*/ 0 h 348"/>
                  <a:gd name="T98" fmla="*/ 372 w 372"/>
                  <a:gd name="T99" fmla="*/ 348 h 34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372" h="348">
                    <a:moveTo>
                      <a:pt x="30" y="18"/>
                    </a:moveTo>
                    <a:lnTo>
                      <a:pt x="12" y="0"/>
                    </a:lnTo>
                    <a:lnTo>
                      <a:pt x="6" y="24"/>
                    </a:lnTo>
                    <a:lnTo>
                      <a:pt x="24" y="48"/>
                    </a:lnTo>
                    <a:lnTo>
                      <a:pt x="30" y="18"/>
                    </a:lnTo>
                    <a:close/>
                    <a:moveTo>
                      <a:pt x="0" y="126"/>
                    </a:moveTo>
                    <a:lnTo>
                      <a:pt x="18" y="132"/>
                    </a:lnTo>
                    <a:lnTo>
                      <a:pt x="36" y="102"/>
                    </a:lnTo>
                    <a:lnTo>
                      <a:pt x="0" y="102"/>
                    </a:lnTo>
                    <a:lnTo>
                      <a:pt x="0" y="126"/>
                    </a:lnTo>
                    <a:close/>
                    <a:moveTo>
                      <a:pt x="78" y="120"/>
                    </a:moveTo>
                    <a:lnTo>
                      <a:pt x="36" y="120"/>
                    </a:lnTo>
                    <a:lnTo>
                      <a:pt x="42" y="144"/>
                    </a:lnTo>
                    <a:lnTo>
                      <a:pt x="78" y="132"/>
                    </a:lnTo>
                    <a:lnTo>
                      <a:pt x="78" y="120"/>
                    </a:lnTo>
                    <a:close/>
                    <a:moveTo>
                      <a:pt x="60" y="186"/>
                    </a:moveTo>
                    <a:lnTo>
                      <a:pt x="96" y="186"/>
                    </a:lnTo>
                    <a:lnTo>
                      <a:pt x="48" y="150"/>
                    </a:lnTo>
                    <a:lnTo>
                      <a:pt x="60" y="186"/>
                    </a:lnTo>
                    <a:close/>
                    <a:moveTo>
                      <a:pt x="246" y="222"/>
                    </a:moveTo>
                    <a:lnTo>
                      <a:pt x="222" y="210"/>
                    </a:lnTo>
                    <a:lnTo>
                      <a:pt x="192" y="210"/>
                    </a:lnTo>
                    <a:lnTo>
                      <a:pt x="192" y="228"/>
                    </a:lnTo>
                    <a:lnTo>
                      <a:pt x="198" y="234"/>
                    </a:lnTo>
                    <a:lnTo>
                      <a:pt x="204" y="246"/>
                    </a:lnTo>
                    <a:lnTo>
                      <a:pt x="216" y="252"/>
                    </a:lnTo>
                    <a:lnTo>
                      <a:pt x="252" y="264"/>
                    </a:lnTo>
                    <a:lnTo>
                      <a:pt x="264" y="264"/>
                    </a:lnTo>
                    <a:lnTo>
                      <a:pt x="276" y="258"/>
                    </a:lnTo>
                    <a:lnTo>
                      <a:pt x="276" y="252"/>
                    </a:lnTo>
                    <a:lnTo>
                      <a:pt x="270" y="246"/>
                    </a:lnTo>
                    <a:lnTo>
                      <a:pt x="264" y="234"/>
                    </a:lnTo>
                    <a:lnTo>
                      <a:pt x="246" y="222"/>
                    </a:lnTo>
                    <a:close/>
                    <a:moveTo>
                      <a:pt x="312" y="288"/>
                    </a:moveTo>
                    <a:lnTo>
                      <a:pt x="360" y="348"/>
                    </a:lnTo>
                    <a:lnTo>
                      <a:pt x="372" y="318"/>
                    </a:lnTo>
                    <a:lnTo>
                      <a:pt x="312" y="288"/>
                    </a:lnTo>
                    <a:close/>
                    <a:moveTo>
                      <a:pt x="288" y="126"/>
                    </a:moveTo>
                    <a:lnTo>
                      <a:pt x="288" y="132"/>
                    </a:lnTo>
                    <a:lnTo>
                      <a:pt x="282" y="138"/>
                    </a:lnTo>
                    <a:lnTo>
                      <a:pt x="282" y="150"/>
                    </a:lnTo>
                    <a:lnTo>
                      <a:pt x="276" y="162"/>
                    </a:lnTo>
                    <a:lnTo>
                      <a:pt x="276" y="192"/>
                    </a:lnTo>
                    <a:lnTo>
                      <a:pt x="312" y="228"/>
                    </a:lnTo>
                    <a:lnTo>
                      <a:pt x="324" y="234"/>
                    </a:lnTo>
                    <a:lnTo>
                      <a:pt x="330" y="240"/>
                    </a:lnTo>
                    <a:lnTo>
                      <a:pt x="288" y="126"/>
                    </a:lnTo>
                    <a:close/>
                    <a:moveTo>
                      <a:pt x="120" y="60"/>
                    </a:moveTo>
                    <a:lnTo>
                      <a:pt x="120" y="66"/>
                    </a:lnTo>
                    <a:lnTo>
                      <a:pt x="126" y="78"/>
                    </a:lnTo>
                    <a:lnTo>
                      <a:pt x="138" y="90"/>
                    </a:lnTo>
                    <a:lnTo>
                      <a:pt x="150" y="108"/>
                    </a:lnTo>
                    <a:lnTo>
                      <a:pt x="168" y="120"/>
                    </a:lnTo>
                    <a:lnTo>
                      <a:pt x="192" y="144"/>
                    </a:lnTo>
                    <a:lnTo>
                      <a:pt x="204" y="150"/>
                    </a:lnTo>
                    <a:lnTo>
                      <a:pt x="216" y="150"/>
                    </a:lnTo>
                    <a:lnTo>
                      <a:pt x="210" y="138"/>
                    </a:lnTo>
                    <a:lnTo>
                      <a:pt x="204" y="132"/>
                    </a:lnTo>
                    <a:lnTo>
                      <a:pt x="198" y="120"/>
                    </a:lnTo>
                    <a:lnTo>
                      <a:pt x="186" y="108"/>
                    </a:lnTo>
                    <a:lnTo>
                      <a:pt x="174" y="90"/>
                    </a:lnTo>
                    <a:lnTo>
                      <a:pt x="156" y="78"/>
                    </a:lnTo>
                    <a:lnTo>
                      <a:pt x="144" y="66"/>
                    </a:lnTo>
                    <a:lnTo>
                      <a:pt x="132" y="60"/>
                    </a:lnTo>
                    <a:lnTo>
                      <a:pt x="120" y="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39" name="Slovenia" descr="© INSCALE GmbH, 05.05.2010&#10;http://www.presentationload.com/">
                <a:extLst>
                  <a:ext uri="{FF2B5EF4-FFF2-40B4-BE49-F238E27FC236}">
                    <a16:creationId xmlns:a16="http://schemas.microsoft.com/office/drawing/2014/main" id="{93684FDB-E3E3-17DB-E00C-B0E6D8E2F658}"/>
                  </a:ext>
                </a:extLst>
              </p:cNvPr>
              <p:cNvSpPr>
                <a:spLocks/>
              </p:cNvSpPr>
              <p:nvPr/>
            </p:nvSpPr>
            <p:spPr bwMode="gray">
              <a:xfrm>
                <a:off x="4583748" y="1786501"/>
                <a:ext cx="80048" cy="45954"/>
              </a:xfrm>
              <a:custGeom>
                <a:avLst/>
                <a:gdLst>
                  <a:gd name="T0" fmla="*/ 2147483647 w 210"/>
                  <a:gd name="T1" fmla="*/ 2147483647 h 120"/>
                  <a:gd name="T2" fmla="*/ 2147483647 w 210"/>
                  <a:gd name="T3" fmla="*/ 2147483647 h 120"/>
                  <a:gd name="T4" fmla="*/ 2147483647 w 210"/>
                  <a:gd name="T5" fmla="*/ 2147483647 h 120"/>
                  <a:gd name="T6" fmla="*/ 2147483647 w 210"/>
                  <a:gd name="T7" fmla="*/ 2147483647 h 120"/>
                  <a:gd name="T8" fmla="*/ 2147483647 w 210"/>
                  <a:gd name="T9" fmla="*/ 2147483647 h 120"/>
                  <a:gd name="T10" fmla="*/ 2147483647 w 210"/>
                  <a:gd name="T11" fmla="*/ 2147483647 h 120"/>
                  <a:gd name="T12" fmla="*/ 2147483647 w 210"/>
                  <a:gd name="T13" fmla="*/ 2147483647 h 120"/>
                  <a:gd name="T14" fmla="*/ 2147483647 w 210"/>
                  <a:gd name="T15" fmla="*/ 2147483647 h 120"/>
                  <a:gd name="T16" fmla="*/ 2147483647 w 210"/>
                  <a:gd name="T17" fmla="*/ 2147483647 h 120"/>
                  <a:gd name="T18" fmla="*/ 2147483647 w 210"/>
                  <a:gd name="T19" fmla="*/ 2147483647 h 120"/>
                  <a:gd name="T20" fmla="*/ 2147483647 w 210"/>
                  <a:gd name="T21" fmla="*/ 2147483647 h 120"/>
                  <a:gd name="T22" fmla="*/ 2147483647 w 210"/>
                  <a:gd name="T23" fmla="*/ 2147483647 h 120"/>
                  <a:gd name="T24" fmla="*/ 2147483647 w 210"/>
                  <a:gd name="T25" fmla="*/ 2147483647 h 120"/>
                  <a:gd name="T26" fmla="*/ 2147483647 w 210"/>
                  <a:gd name="T27" fmla="*/ 2147483647 h 120"/>
                  <a:gd name="T28" fmla="*/ 2147483647 w 210"/>
                  <a:gd name="T29" fmla="*/ 2147483647 h 120"/>
                  <a:gd name="T30" fmla="*/ 2147483647 w 210"/>
                  <a:gd name="T31" fmla="*/ 2147483647 h 120"/>
                  <a:gd name="T32" fmla="*/ 2147483647 w 210"/>
                  <a:gd name="T33" fmla="*/ 2147483647 h 120"/>
                  <a:gd name="T34" fmla="*/ 2147483647 w 210"/>
                  <a:gd name="T35" fmla="*/ 2147483647 h 120"/>
                  <a:gd name="T36" fmla="*/ 2147483647 w 210"/>
                  <a:gd name="T37" fmla="*/ 2147483647 h 120"/>
                  <a:gd name="T38" fmla="*/ 2147483647 w 210"/>
                  <a:gd name="T39" fmla="*/ 2147483647 h 120"/>
                  <a:gd name="T40" fmla="*/ 2147483647 w 210"/>
                  <a:gd name="T41" fmla="*/ 2147483647 h 120"/>
                  <a:gd name="T42" fmla="*/ 2147483647 w 210"/>
                  <a:gd name="T43" fmla="*/ 0 h 120"/>
                  <a:gd name="T44" fmla="*/ 2147483647 w 210"/>
                  <a:gd name="T45" fmla="*/ 2147483647 h 120"/>
                  <a:gd name="T46" fmla="*/ 2147483647 w 210"/>
                  <a:gd name="T47" fmla="*/ 2147483647 h 120"/>
                  <a:gd name="T48" fmla="*/ 2147483647 w 210"/>
                  <a:gd name="T49" fmla="*/ 2147483647 h 120"/>
                  <a:gd name="T50" fmla="*/ 2147483647 w 210"/>
                  <a:gd name="T51" fmla="*/ 2147483647 h 120"/>
                  <a:gd name="T52" fmla="*/ 2147483647 w 210"/>
                  <a:gd name="T53" fmla="*/ 2147483647 h 120"/>
                  <a:gd name="T54" fmla="*/ 2147483647 w 210"/>
                  <a:gd name="T55" fmla="*/ 2147483647 h 120"/>
                  <a:gd name="T56" fmla="*/ 2147483647 w 210"/>
                  <a:gd name="T57" fmla="*/ 2147483647 h 120"/>
                  <a:gd name="T58" fmla="*/ 2147483647 w 210"/>
                  <a:gd name="T59" fmla="*/ 2147483647 h 120"/>
                  <a:gd name="T60" fmla="*/ 2147483647 w 210"/>
                  <a:gd name="T61" fmla="*/ 2147483647 h 120"/>
                  <a:gd name="T62" fmla="*/ 2147483647 w 210"/>
                  <a:gd name="T63" fmla="*/ 2147483647 h 120"/>
                  <a:gd name="T64" fmla="*/ 2147483647 w 210"/>
                  <a:gd name="T65" fmla="*/ 2147483647 h 120"/>
                  <a:gd name="T66" fmla="*/ 2147483647 w 210"/>
                  <a:gd name="T67" fmla="*/ 2147483647 h 120"/>
                  <a:gd name="T68" fmla="*/ 0 w 210"/>
                  <a:gd name="T69" fmla="*/ 2147483647 h 120"/>
                  <a:gd name="T70" fmla="*/ 2147483647 w 210"/>
                  <a:gd name="T71" fmla="*/ 2147483647 h 120"/>
                  <a:gd name="T72" fmla="*/ 2147483647 w 210"/>
                  <a:gd name="T73" fmla="*/ 2147483647 h 120"/>
                  <a:gd name="T74" fmla="*/ 2147483647 w 210"/>
                  <a:gd name="T75" fmla="*/ 2147483647 h 120"/>
                  <a:gd name="T76" fmla="*/ 2147483647 w 210"/>
                  <a:gd name="T77" fmla="*/ 2147483647 h 120"/>
                  <a:gd name="T78" fmla="*/ 2147483647 w 210"/>
                  <a:gd name="T79" fmla="*/ 2147483647 h 120"/>
                  <a:gd name="T80" fmla="*/ 2147483647 w 210"/>
                  <a:gd name="T81" fmla="*/ 2147483647 h 120"/>
                  <a:gd name="T82" fmla="*/ 2147483647 w 210"/>
                  <a:gd name="T83" fmla="*/ 2147483647 h 120"/>
                  <a:gd name="T84" fmla="*/ 2147483647 w 210"/>
                  <a:gd name="T85" fmla="*/ 2147483647 h 120"/>
                  <a:gd name="T86" fmla="*/ 2147483647 w 210"/>
                  <a:gd name="T87" fmla="*/ 2147483647 h 12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120"/>
                  <a:gd name="T134" fmla="*/ 210 w 210"/>
                  <a:gd name="T135" fmla="*/ 120 h 12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120">
                    <a:moveTo>
                      <a:pt x="24" y="120"/>
                    </a:moveTo>
                    <a:lnTo>
                      <a:pt x="42" y="120"/>
                    </a:lnTo>
                    <a:lnTo>
                      <a:pt x="42" y="108"/>
                    </a:lnTo>
                    <a:lnTo>
                      <a:pt x="54" y="114"/>
                    </a:lnTo>
                    <a:lnTo>
                      <a:pt x="72" y="114"/>
                    </a:lnTo>
                    <a:lnTo>
                      <a:pt x="78" y="102"/>
                    </a:lnTo>
                    <a:lnTo>
                      <a:pt x="78" y="108"/>
                    </a:lnTo>
                    <a:lnTo>
                      <a:pt x="84" y="114"/>
                    </a:lnTo>
                    <a:lnTo>
                      <a:pt x="126" y="114"/>
                    </a:lnTo>
                    <a:lnTo>
                      <a:pt x="126" y="96"/>
                    </a:lnTo>
                    <a:lnTo>
                      <a:pt x="138" y="90"/>
                    </a:lnTo>
                    <a:lnTo>
                      <a:pt x="150" y="78"/>
                    </a:lnTo>
                    <a:lnTo>
                      <a:pt x="150" y="72"/>
                    </a:lnTo>
                    <a:lnTo>
                      <a:pt x="144" y="66"/>
                    </a:lnTo>
                    <a:lnTo>
                      <a:pt x="144" y="54"/>
                    </a:lnTo>
                    <a:lnTo>
                      <a:pt x="174" y="54"/>
                    </a:lnTo>
                    <a:lnTo>
                      <a:pt x="186" y="48"/>
                    </a:lnTo>
                    <a:lnTo>
                      <a:pt x="186" y="36"/>
                    </a:lnTo>
                    <a:lnTo>
                      <a:pt x="210" y="36"/>
                    </a:lnTo>
                    <a:lnTo>
                      <a:pt x="192" y="24"/>
                    </a:lnTo>
                    <a:lnTo>
                      <a:pt x="186" y="6"/>
                    </a:lnTo>
                    <a:lnTo>
                      <a:pt x="180" y="0"/>
                    </a:lnTo>
                    <a:lnTo>
                      <a:pt x="174" y="12"/>
                    </a:lnTo>
                    <a:lnTo>
                      <a:pt x="168" y="30"/>
                    </a:lnTo>
                    <a:lnTo>
                      <a:pt x="144" y="24"/>
                    </a:lnTo>
                    <a:lnTo>
                      <a:pt x="132" y="30"/>
                    </a:lnTo>
                    <a:lnTo>
                      <a:pt x="84" y="30"/>
                    </a:lnTo>
                    <a:lnTo>
                      <a:pt x="84" y="42"/>
                    </a:lnTo>
                    <a:lnTo>
                      <a:pt x="54" y="42"/>
                    </a:lnTo>
                    <a:lnTo>
                      <a:pt x="48" y="36"/>
                    </a:lnTo>
                    <a:lnTo>
                      <a:pt x="30" y="36"/>
                    </a:lnTo>
                    <a:lnTo>
                      <a:pt x="24" y="42"/>
                    </a:lnTo>
                    <a:lnTo>
                      <a:pt x="6" y="42"/>
                    </a:lnTo>
                    <a:lnTo>
                      <a:pt x="6" y="48"/>
                    </a:lnTo>
                    <a:lnTo>
                      <a:pt x="0" y="54"/>
                    </a:lnTo>
                    <a:lnTo>
                      <a:pt x="12" y="60"/>
                    </a:lnTo>
                    <a:lnTo>
                      <a:pt x="6" y="96"/>
                    </a:lnTo>
                    <a:lnTo>
                      <a:pt x="18" y="96"/>
                    </a:lnTo>
                    <a:lnTo>
                      <a:pt x="30" y="102"/>
                    </a:lnTo>
                    <a:lnTo>
                      <a:pt x="36" y="102"/>
                    </a:lnTo>
                    <a:lnTo>
                      <a:pt x="36" y="108"/>
                    </a:lnTo>
                    <a:lnTo>
                      <a:pt x="30" y="108"/>
                    </a:lnTo>
                    <a:lnTo>
                      <a:pt x="30" y="114"/>
                    </a:lnTo>
                    <a:lnTo>
                      <a:pt x="24" y="1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0" name="Slovakia" descr="© INSCALE GmbH, 05.05.2010&#10;http://www.presentationload.com/">
                <a:extLst>
                  <a:ext uri="{FF2B5EF4-FFF2-40B4-BE49-F238E27FC236}">
                    <a16:creationId xmlns:a16="http://schemas.microsoft.com/office/drawing/2014/main" id="{43850C71-2AE9-EE64-513E-4D8399984A0C}"/>
                  </a:ext>
                </a:extLst>
              </p:cNvPr>
              <p:cNvSpPr>
                <a:spLocks/>
              </p:cNvSpPr>
              <p:nvPr/>
            </p:nvSpPr>
            <p:spPr bwMode="gray">
              <a:xfrm>
                <a:off x="4665278" y="1709417"/>
                <a:ext cx="134897" cy="54848"/>
              </a:xfrm>
              <a:custGeom>
                <a:avLst/>
                <a:gdLst>
                  <a:gd name="T0" fmla="*/ 2147483647 w 354"/>
                  <a:gd name="T1" fmla="*/ 2147483647 h 144"/>
                  <a:gd name="T2" fmla="*/ 2147483647 w 354"/>
                  <a:gd name="T3" fmla="*/ 2147483647 h 144"/>
                  <a:gd name="T4" fmla="*/ 2147483647 w 354"/>
                  <a:gd name="T5" fmla="*/ 2147483647 h 144"/>
                  <a:gd name="T6" fmla="*/ 2147483647 w 354"/>
                  <a:gd name="T7" fmla="*/ 2147483647 h 144"/>
                  <a:gd name="T8" fmla="*/ 2147483647 w 354"/>
                  <a:gd name="T9" fmla="*/ 2147483647 h 144"/>
                  <a:gd name="T10" fmla="*/ 2147483647 w 354"/>
                  <a:gd name="T11" fmla="*/ 2147483647 h 144"/>
                  <a:gd name="T12" fmla="*/ 2147483647 w 354"/>
                  <a:gd name="T13" fmla="*/ 2147483647 h 144"/>
                  <a:gd name="T14" fmla="*/ 2147483647 w 354"/>
                  <a:gd name="T15" fmla="*/ 0 h 144"/>
                  <a:gd name="T16" fmla="*/ 2147483647 w 354"/>
                  <a:gd name="T17" fmla="*/ 2147483647 h 144"/>
                  <a:gd name="T18" fmla="*/ 2147483647 w 354"/>
                  <a:gd name="T19" fmla="*/ 0 h 144"/>
                  <a:gd name="T20" fmla="*/ 2147483647 w 354"/>
                  <a:gd name="T21" fmla="*/ 2147483647 h 144"/>
                  <a:gd name="T22" fmla="*/ 2147483647 w 354"/>
                  <a:gd name="T23" fmla="*/ 2147483647 h 144"/>
                  <a:gd name="T24" fmla="*/ 2147483647 w 354"/>
                  <a:gd name="T25" fmla="*/ 2147483647 h 144"/>
                  <a:gd name="T26" fmla="*/ 2147483647 w 354"/>
                  <a:gd name="T27" fmla="*/ 2147483647 h 144"/>
                  <a:gd name="T28" fmla="*/ 2147483647 w 354"/>
                  <a:gd name="T29" fmla="*/ 2147483647 h 144"/>
                  <a:gd name="T30" fmla="*/ 0 w 354"/>
                  <a:gd name="T31" fmla="*/ 2147483647 h 144"/>
                  <a:gd name="T32" fmla="*/ 2147483647 w 354"/>
                  <a:gd name="T33" fmla="*/ 2147483647 h 144"/>
                  <a:gd name="T34" fmla="*/ 2147483647 w 354"/>
                  <a:gd name="T35" fmla="*/ 2147483647 h 144"/>
                  <a:gd name="T36" fmla="*/ 2147483647 w 354"/>
                  <a:gd name="T37" fmla="*/ 2147483647 h 144"/>
                  <a:gd name="T38" fmla="*/ 2147483647 w 354"/>
                  <a:gd name="T39" fmla="*/ 2147483647 h 144"/>
                  <a:gd name="T40" fmla="*/ 2147483647 w 354"/>
                  <a:gd name="T41" fmla="*/ 2147483647 h 144"/>
                  <a:gd name="T42" fmla="*/ 2147483647 w 354"/>
                  <a:gd name="T43" fmla="*/ 2147483647 h 144"/>
                  <a:gd name="T44" fmla="*/ 2147483647 w 354"/>
                  <a:gd name="T45" fmla="*/ 2147483647 h 144"/>
                  <a:gd name="T46" fmla="*/ 2147483647 w 354"/>
                  <a:gd name="T47" fmla="*/ 2147483647 h 144"/>
                  <a:gd name="T48" fmla="*/ 2147483647 w 354"/>
                  <a:gd name="T49" fmla="*/ 2147483647 h 144"/>
                  <a:gd name="T50" fmla="*/ 2147483647 w 354"/>
                  <a:gd name="T51" fmla="*/ 2147483647 h 144"/>
                  <a:gd name="T52" fmla="*/ 2147483647 w 354"/>
                  <a:gd name="T53" fmla="*/ 2147483647 h 144"/>
                  <a:gd name="T54" fmla="*/ 2147483647 w 354"/>
                  <a:gd name="T55" fmla="*/ 2147483647 h 144"/>
                  <a:gd name="T56" fmla="*/ 2147483647 w 354"/>
                  <a:gd name="T57" fmla="*/ 2147483647 h 144"/>
                  <a:gd name="T58" fmla="*/ 2147483647 w 354"/>
                  <a:gd name="T59" fmla="*/ 2147483647 h 144"/>
                  <a:gd name="T60" fmla="*/ 2147483647 w 354"/>
                  <a:gd name="T61" fmla="*/ 2147483647 h 144"/>
                  <a:gd name="T62" fmla="*/ 2147483647 w 354"/>
                  <a:gd name="T63" fmla="*/ 2147483647 h 144"/>
                  <a:gd name="T64" fmla="*/ 2147483647 w 354"/>
                  <a:gd name="T65" fmla="*/ 2147483647 h 144"/>
                  <a:gd name="T66" fmla="*/ 2147483647 w 354"/>
                  <a:gd name="T67" fmla="*/ 2147483647 h 144"/>
                  <a:gd name="T68" fmla="*/ 2147483647 w 354"/>
                  <a:gd name="T69" fmla="*/ 2147483647 h 144"/>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54"/>
                  <a:gd name="T106" fmla="*/ 0 h 144"/>
                  <a:gd name="T107" fmla="*/ 354 w 354"/>
                  <a:gd name="T108" fmla="*/ 144 h 144"/>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54" h="144">
                    <a:moveTo>
                      <a:pt x="348" y="30"/>
                    </a:moveTo>
                    <a:lnTo>
                      <a:pt x="324" y="30"/>
                    </a:lnTo>
                    <a:lnTo>
                      <a:pt x="300" y="6"/>
                    </a:lnTo>
                    <a:lnTo>
                      <a:pt x="276" y="6"/>
                    </a:lnTo>
                    <a:lnTo>
                      <a:pt x="270" y="12"/>
                    </a:lnTo>
                    <a:lnTo>
                      <a:pt x="258" y="18"/>
                    </a:lnTo>
                    <a:lnTo>
                      <a:pt x="246" y="18"/>
                    </a:lnTo>
                    <a:lnTo>
                      <a:pt x="240" y="12"/>
                    </a:lnTo>
                    <a:lnTo>
                      <a:pt x="210" y="12"/>
                    </a:lnTo>
                    <a:lnTo>
                      <a:pt x="210" y="18"/>
                    </a:lnTo>
                    <a:lnTo>
                      <a:pt x="204" y="24"/>
                    </a:lnTo>
                    <a:lnTo>
                      <a:pt x="192" y="24"/>
                    </a:lnTo>
                    <a:lnTo>
                      <a:pt x="186" y="18"/>
                    </a:lnTo>
                    <a:lnTo>
                      <a:pt x="186" y="12"/>
                    </a:lnTo>
                    <a:lnTo>
                      <a:pt x="180" y="12"/>
                    </a:lnTo>
                    <a:lnTo>
                      <a:pt x="168" y="0"/>
                    </a:lnTo>
                    <a:lnTo>
                      <a:pt x="156" y="0"/>
                    </a:lnTo>
                    <a:lnTo>
                      <a:pt x="144" y="12"/>
                    </a:lnTo>
                    <a:lnTo>
                      <a:pt x="138" y="12"/>
                    </a:lnTo>
                    <a:lnTo>
                      <a:pt x="126" y="0"/>
                    </a:lnTo>
                    <a:lnTo>
                      <a:pt x="108" y="12"/>
                    </a:lnTo>
                    <a:lnTo>
                      <a:pt x="84" y="18"/>
                    </a:lnTo>
                    <a:lnTo>
                      <a:pt x="84" y="42"/>
                    </a:lnTo>
                    <a:lnTo>
                      <a:pt x="72" y="48"/>
                    </a:lnTo>
                    <a:lnTo>
                      <a:pt x="66" y="54"/>
                    </a:lnTo>
                    <a:lnTo>
                      <a:pt x="54" y="60"/>
                    </a:lnTo>
                    <a:lnTo>
                      <a:pt x="36" y="60"/>
                    </a:lnTo>
                    <a:lnTo>
                      <a:pt x="36" y="54"/>
                    </a:lnTo>
                    <a:lnTo>
                      <a:pt x="30" y="60"/>
                    </a:lnTo>
                    <a:lnTo>
                      <a:pt x="12" y="60"/>
                    </a:lnTo>
                    <a:lnTo>
                      <a:pt x="6" y="66"/>
                    </a:lnTo>
                    <a:lnTo>
                      <a:pt x="0" y="90"/>
                    </a:lnTo>
                    <a:lnTo>
                      <a:pt x="0" y="102"/>
                    </a:lnTo>
                    <a:lnTo>
                      <a:pt x="6" y="102"/>
                    </a:lnTo>
                    <a:lnTo>
                      <a:pt x="6" y="114"/>
                    </a:lnTo>
                    <a:lnTo>
                      <a:pt x="12" y="114"/>
                    </a:lnTo>
                    <a:lnTo>
                      <a:pt x="12" y="126"/>
                    </a:lnTo>
                    <a:lnTo>
                      <a:pt x="6" y="132"/>
                    </a:lnTo>
                    <a:lnTo>
                      <a:pt x="18" y="138"/>
                    </a:lnTo>
                    <a:lnTo>
                      <a:pt x="30" y="120"/>
                    </a:lnTo>
                    <a:lnTo>
                      <a:pt x="36" y="126"/>
                    </a:lnTo>
                    <a:lnTo>
                      <a:pt x="42" y="138"/>
                    </a:lnTo>
                    <a:lnTo>
                      <a:pt x="48" y="144"/>
                    </a:lnTo>
                    <a:lnTo>
                      <a:pt x="90" y="144"/>
                    </a:lnTo>
                    <a:lnTo>
                      <a:pt x="108" y="138"/>
                    </a:lnTo>
                    <a:lnTo>
                      <a:pt x="120" y="138"/>
                    </a:lnTo>
                    <a:lnTo>
                      <a:pt x="132" y="114"/>
                    </a:lnTo>
                    <a:lnTo>
                      <a:pt x="168" y="120"/>
                    </a:lnTo>
                    <a:lnTo>
                      <a:pt x="174" y="108"/>
                    </a:lnTo>
                    <a:lnTo>
                      <a:pt x="198" y="108"/>
                    </a:lnTo>
                    <a:lnTo>
                      <a:pt x="210" y="102"/>
                    </a:lnTo>
                    <a:lnTo>
                      <a:pt x="216" y="102"/>
                    </a:lnTo>
                    <a:lnTo>
                      <a:pt x="228" y="90"/>
                    </a:lnTo>
                    <a:lnTo>
                      <a:pt x="234" y="78"/>
                    </a:lnTo>
                    <a:lnTo>
                      <a:pt x="258" y="78"/>
                    </a:lnTo>
                    <a:lnTo>
                      <a:pt x="258" y="90"/>
                    </a:lnTo>
                    <a:lnTo>
                      <a:pt x="276" y="96"/>
                    </a:lnTo>
                    <a:lnTo>
                      <a:pt x="276" y="78"/>
                    </a:lnTo>
                    <a:lnTo>
                      <a:pt x="288" y="78"/>
                    </a:lnTo>
                    <a:lnTo>
                      <a:pt x="288" y="90"/>
                    </a:lnTo>
                    <a:lnTo>
                      <a:pt x="300" y="90"/>
                    </a:lnTo>
                    <a:lnTo>
                      <a:pt x="312" y="84"/>
                    </a:lnTo>
                    <a:lnTo>
                      <a:pt x="336" y="84"/>
                    </a:lnTo>
                    <a:lnTo>
                      <a:pt x="336" y="90"/>
                    </a:lnTo>
                    <a:lnTo>
                      <a:pt x="336" y="72"/>
                    </a:lnTo>
                    <a:lnTo>
                      <a:pt x="342" y="72"/>
                    </a:lnTo>
                    <a:lnTo>
                      <a:pt x="348" y="66"/>
                    </a:lnTo>
                    <a:lnTo>
                      <a:pt x="348" y="60"/>
                    </a:lnTo>
                    <a:lnTo>
                      <a:pt x="354" y="54"/>
                    </a:lnTo>
                    <a:lnTo>
                      <a:pt x="354" y="30"/>
                    </a:lnTo>
                    <a:lnTo>
                      <a:pt x="348" y="3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1" name="Sierra Leone" descr="© INSCALE GmbH, 05.05.2010&#10;http://www.presentationload.com/">
                <a:extLst>
                  <a:ext uri="{FF2B5EF4-FFF2-40B4-BE49-F238E27FC236}">
                    <a16:creationId xmlns:a16="http://schemas.microsoft.com/office/drawing/2014/main" id="{427532D1-9FBE-E91B-C50B-24773CC2482C}"/>
                  </a:ext>
                </a:extLst>
              </p:cNvPr>
              <p:cNvSpPr>
                <a:spLocks/>
              </p:cNvSpPr>
              <p:nvPr/>
            </p:nvSpPr>
            <p:spPr bwMode="gray">
              <a:xfrm>
                <a:off x="3879621" y="2910144"/>
                <a:ext cx="78566" cy="102284"/>
              </a:xfrm>
              <a:custGeom>
                <a:avLst/>
                <a:gdLst>
                  <a:gd name="T0" fmla="*/ 2147483647 w 210"/>
                  <a:gd name="T1" fmla="*/ 2147483647 h 270"/>
                  <a:gd name="T2" fmla="*/ 2147483647 w 210"/>
                  <a:gd name="T3" fmla="*/ 2147483647 h 270"/>
                  <a:gd name="T4" fmla="*/ 2147483647 w 210"/>
                  <a:gd name="T5" fmla="*/ 2147483647 h 270"/>
                  <a:gd name="T6" fmla="*/ 2147483647 w 210"/>
                  <a:gd name="T7" fmla="*/ 2147483647 h 270"/>
                  <a:gd name="T8" fmla="*/ 2147483647 w 210"/>
                  <a:gd name="T9" fmla="*/ 2147483647 h 270"/>
                  <a:gd name="T10" fmla="*/ 2147483647 w 210"/>
                  <a:gd name="T11" fmla="*/ 2147483647 h 270"/>
                  <a:gd name="T12" fmla="*/ 2147483647 w 210"/>
                  <a:gd name="T13" fmla="*/ 2147483647 h 270"/>
                  <a:gd name="T14" fmla="*/ 2147483647 w 210"/>
                  <a:gd name="T15" fmla="*/ 2147483647 h 270"/>
                  <a:gd name="T16" fmla="*/ 2147483647 w 210"/>
                  <a:gd name="T17" fmla="*/ 2147483647 h 270"/>
                  <a:gd name="T18" fmla="*/ 2147483647 w 210"/>
                  <a:gd name="T19" fmla="*/ 2147483647 h 270"/>
                  <a:gd name="T20" fmla="*/ 2147483647 w 210"/>
                  <a:gd name="T21" fmla="*/ 2147483647 h 270"/>
                  <a:gd name="T22" fmla="*/ 2147483647 w 210"/>
                  <a:gd name="T23" fmla="*/ 0 h 270"/>
                  <a:gd name="T24" fmla="*/ 2147483647 w 210"/>
                  <a:gd name="T25" fmla="*/ 0 h 270"/>
                  <a:gd name="T26" fmla="*/ 2147483647 w 210"/>
                  <a:gd name="T27" fmla="*/ 2147483647 h 270"/>
                  <a:gd name="T28" fmla="*/ 2147483647 w 210"/>
                  <a:gd name="T29" fmla="*/ 2147483647 h 270"/>
                  <a:gd name="T30" fmla="*/ 2147483647 w 210"/>
                  <a:gd name="T31" fmla="*/ 2147483647 h 270"/>
                  <a:gd name="T32" fmla="*/ 2147483647 w 210"/>
                  <a:gd name="T33" fmla="*/ 2147483647 h 270"/>
                  <a:gd name="T34" fmla="*/ 2147483647 w 210"/>
                  <a:gd name="T35" fmla="*/ 2147483647 h 270"/>
                  <a:gd name="T36" fmla="*/ 2147483647 w 210"/>
                  <a:gd name="T37" fmla="*/ 2147483647 h 270"/>
                  <a:gd name="T38" fmla="*/ 2147483647 w 210"/>
                  <a:gd name="T39" fmla="*/ 2147483647 h 270"/>
                  <a:gd name="T40" fmla="*/ 2147483647 w 210"/>
                  <a:gd name="T41" fmla="*/ 2147483647 h 270"/>
                  <a:gd name="T42" fmla="*/ 2147483647 w 210"/>
                  <a:gd name="T43" fmla="*/ 2147483647 h 270"/>
                  <a:gd name="T44" fmla="*/ 0 w 210"/>
                  <a:gd name="T45" fmla="*/ 2147483647 h 270"/>
                  <a:gd name="T46" fmla="*/ 2147483647 w 210"/>
                  <a:gd name="T47" fmla="*/ 2147483647 h 270"/>
                  <a:gd name="T48" fmla="*/ 2147483647 w 210"/>
                  <a:gd name="T49" fmla="*/ 2147483647 h 270"/>
                  <a:gd name="T50" fmla="*/ 0 w 210"/>
                  <a:gd name="T51" fmla="*/ 2147483647 h 270"/>
                  <a:gd name="T52" fmla="*/ 0 w 210"/>
                  <a:gd name="T53" fmla="*/ 2147483647 h 270"/>
                  <a:gd name="T54" fmla="*/ 2147483647 w 210"/>
                  <a:gd name="T55" fmla="*/ 2147483647 h 270"/>
                  <a:gd name="T56" fmla="*/ 2147483647 w 210"/>
                  <a:gd name="T57" fmla="*/ 2147483647 h 270"/>
                  <a:gd name="T58" fmla="*/ 2147483647 w 210"/>
                  <a:gd name="T59" fmla="*/ 2147483647 h 270"/>
                  <a:gd name="T60" fmla="*/ 2147483647 w 210"/>
                  <a:gd name="T61" fmla="*/ 2147483647 h 270"/>
                  <a:gd name="T62" fmla="*/ 2147483647 w 210"/>
                  <a:gd name="T63" fmla="*/ 2147483647 h 270"/>
                  <a:gd name="T64" fmla="*/ 2147483647 w 210"/>
                  <a:gd name="T65" fmla="*/ 2147483647 h 270"/>
                  <a:gd name="T66" fmla="*/ 2147483647 w 210"/>
                  <a:gd name="T67" fmla="*/ 2147483647 h 270"/>
                  <a:gd name="T68" fmla="*/ 2147483647 w 210"/>
                  <a:gd name="T69" fmla="*/ 2147483647 h 270"/>
                  <a:gd name="T70" fmla="*/ 2147483647 w 210"/>
                  <a:gd name="T71" fmla="*/ 2147483647 h 270"/>
                  <a:gd name="T72" fmla="*/ 2147483647 w 210"/>
                  <a:gd name="T73" fmla="*/ 2147483647 h 270"/>
                  <a:gd name="T74" fmla="*/ 2147483647 w 210"/>
                  <a:gd name="T75" fmla="*/ 2147483647 h 270"/>
                  <a:gd name="T76" fmla="*/ 2147483647 w 210"/>
                  <a:gd name="T77" fmla="*/ 2147483647 h 270"/>
                  <a:gd name="T78" fmla="*/ 2147483647 w 210"/>
                  <a:gd name="T79" fmla="*/ 2147483647 h 270"/>
                  <a:gd name="T80" fmla="*/ 2147483647 w 210"/>
                  <a:gd name="T81" fmla="*/ 2147483647 h 270"/>
                  <a:gd name="T82" fmla="*/ 2147483647 w 210"/>
                  <a:gd name="T83" fmla="*/ 2147483647 h 270"/>
                  <a:gd name="T84" fmla="*/ 2147483647 w 210"/>
                  <a:gd name="T85" fmla="*/ 2147483647 h 270"/>
                  <a:gd name="T86" fmla="*/ 2147483647 w 210"/>
                  <a:gd name="T87" fmla="*/ 2147483647 h 27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270"/>
                  <a:gd name="T134" fmla="*/ 210 w 210"/>
                  <a:gd name="T135" fmla="*/ 270 h 27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270">
                    <a:moveTo>
                      <a:pt x="186" y="180"/>
                    </a:moveTo>
                    <a:lnTo>
                      <a:pt x="186" y="162"/>
                    </a:lnTo>
                    <a:lnTo>
                      <a:pt x="210" y="156"/>
                    </a:lnTo>
                    <a:lnTo>
                      <a:pt x="204" y="132"/>
                    </a:lnTo>
                    <a:lnTo>
                      <a:pt x="174" y="144"/>
                    </a:lnTo>
                    <a:lnTo>
                      <a:pt x="180" y="126"/>
                    </a:lnTo>
                    <a:lnTo>
                      <a:pt x="186" y="120"/>
                    </a:lnTo>
                    <a:lnTo>
                      <a:pt x="192" y="108"/>
                    </a:lnTo>
                    <a:lnTo>
                      <a:pt x="192" y="90"/>
                    </a:lnTo>
                    <a:lnTo>
                      <a:pt x="180" y="78"/>
                    </a:lnTo>
                    <a:lnTo>
                      <a:pt x="180" y="60"/>
                    </a:lnTo>
                    <a:lnTo>
                      <a:pt x="138" y="0"/>
                    </a:lnTo>
                    <a:lnTo>
                      <a:pt x="102" y="0"/>
                    </a:lnTo>
                    <a:lnTo>
                      <a:pt x="96" y="18"/>
                    </a:lnTo>
                    <a:lnTo>
                      <a:pt x="60" y="18"/>
                    </a:lnTo>
                    <a:lnTo>
                      <a:pt x="60" y="24"/>
                    </a:lnTo>
                    <a:lnTo>
                      <a:pt x="54" y="30"/>
                    </a:lnTo>
                    <a:lnTo>
                      <a:pt x="48" y="42"/>
                    </a:lnTo>
                    <a:lnTo>
                      <a:pt x="36" y="54"/>
                    </a:lnTo>
                    <a:lnTo>
                      <a:pt x="30" y="66"/>
                    </a:lnTo>
                    <a:lnTo>
                      <a:pt x="18" y="72"/>
                    </a:lnTo>
                    <a:lnTo>
                      <a:pt x="12" y="78"/>
                    </a:lnTo>
                    <a:lnTo>
                      <a:pt x="0" y="84"/>
                    </a:lnTo>
                    <a:lnTo>
                      <a:pt x="12" y="96"/>
                    </a:lnTo>
                    <a:lnTo>
                      <a:pt x="6" y="102"/>
                    </a:lnTo>
                    <a:lnTo>
                      <a:pt x="0" y="114"/>
                    </a:lnTo>
                    <a:lnTo>
                      <a:pt x="0" y="132"/>
                    </a:lnTo>
                    <a:lnTo>
                      <a:pt x="6" y="138"/>
                    </a:lnTo>
                    <a:lnTo>
                      <a:pt x="18" y="144"/>
                    </a:lnTo>
                    <a:lnTo>
                      <a:pt x="24" y="150"/>
                    </a:lnTo>
                    <a:lnTo>
                      <a:pt x="18" y="180"/>
                    </a:lnTo>
                    <a:lnTo>
                      <a:pt x="42" y="198"/>
                    </a:lnTo>
                    <a:lnTo>
                      <a:pt x="42" y="204"/>
                    </a:lnTo>
                    <a:lnTo>
                      <a:pt x="48" y="210"/>
                    </a:lnTo>
                    <a:lnTo>
                      <a:pt x="54" y="222"/>
                    </a:lnTo>
                    <a:lnTo>
                      <a:pt x="78" y="234"/>
                    </a:lnTo>
                    <a:lnTo>
                      <a:pt x="96" y="234"/>
                    </a:lnTo>
                    <a:lnTo>
                      <a:pt x="126" y="270"/>
                    </a:lnTo>
                    <a:lnTo>
                      <a:pt x="126" y="234"/>
                    </a:lnTo>
                    <a:lnTo>
                      <a:pt x="144" y="216"/>
                    </a:lnTo>
                    <a:lnTo>
                      <a:pt x="156" y="210"/>
                    </a:lnTo>
                    <a:lnTo>
                      <a:pt x="168" y="198"/>
                    </a:lnTo>
                    <a:lnTo>
                      <a:pt x="180" y="192"/>
                    </a:lnTo>
                    <a:lnTo>
                      <a:pt x="186" y="18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2" name="Serbia" descr="© INSCALE GmbH, 05.05.2010&#10;http://www.presentationload.com/">
                <a:extLst>
                  <a:ext uri="{FF2B5EF4-FFF2-40B4-BE49-F238E27FC236}">
                    <a16:creationId xmlns:a16="http://schemas.microsoft.com/office/drawing/2014/main" id="{AB8FB120-1930-ADEF-019C-00207077B81A}"/>
                  </a:ext>
                </a:extLst>
              </p:cNvPr>
              <p:cNvSpPr>
                <a:spLocks/>
              </p:cNvSpPr>
              <p:nvPr/>
            </p:nvSpPr>
            <p:spPr bwMode="gray">
              <a:xfrm>
                <a:off x="4717162" y="1810219"/>
                <a:ext cx="103766" cy="113769"/>
              </a:xfrm>
              <a:custGeom>
                <a:avLst/>
                <a:gdLst/>
                <a:ahLst/>
                <a:cxnLst>
                  <a:cxn ang="0">
                    <a:pos x="464" y="374"/>
                  </a:cxn>
                  <a:cxn ang="0">
                    <a:pos x="453" y="310"/>
                  </a:cxn>
                  <a:cxn ang="0">
                    <a:pos x="453" y="235"/>
                  </a:cxn>
                  <a:cxn ang="0">
                    <a:pos x="378" y="224"/>
                  </a:cxn>
                  <a:cxn ang="0">
                    <a:pos x="302" y="171"/>
                  </a:cxn>
                  <a:cxn ang="0">
                    <a:pos x="291" y="118"/>
                  </a:cxn>
                  <a:cxn ang="0">
                    <a:pos x="259" y="128"/>
                  </a:cxn>
                  <a:cxn ang="0">
                    <a:pos x="216" y="53"/>
                  </a:cxn>
                  <a:cxn ang="0">
                    <a:pos x="87" y="0"/>
                  </a:cxn>
                  <a:cxn ang="0">
                    <a:pos x="0" y="43"/>
                  </a:cxn>
                  <a:cxn ang="0">
                    <a:pos x="32" y="96"/>
                  </a:cxn>
                  <a:cxn ang="0">
                    <a:pos x="65" y="139"/>
                  </a:cxn>
                  <a:cxn ang="0">
                    <a:pos x="54" y="150"/>
                  </a:cxn>
                  <a:cxn ang="0">
                    <a:pos x="32" y="181"/>
                  </a:cxn>
                  <a:cxn ang="0">
                    <a:pos x="32" y="192"/>
                  </a:cxn>
                  <a:cxn ang="0">
                    <a:pos x="76" y="203"/>
                  </a:cxn>
                  <a:cxn ang="0">
                    <a:pos x="87" y="267"/>
                  </a:cxn>
                  <a:cxn ang="0">
                    <a:pos x="65" y="310"/>
                  </a:cxn>
                  <a:cxn ang="0">
                    <a:pos x="98" y="363"/>
                  </a:cxn>
                  <a:cxn ang="0">
                    <a:pos x="119" y="395"/>
                  </a:cxn>
                  <a:cxn ang="0">
                    <a:pos x="157" y="442"/>
                  </a:cxn>
                  <a:cxn ang="0">
                    <a:pos x="173" y="438"/>
                  </a:cxn>
                  <a:cxn ang="0">
                    <a:pos x="180" y="444"/>
                  </a:cxn>
                  <a:cxn ang="0">
                    <a:pos x="230" y="446"/>
                  </a:cxn>
                  <a:cxn ang="0">
                    <a:pos x="237" y="431"/>
                  </a:cxn>
                  <a:cxn ang="0">
                    <a:pos x="258" y="416"/>
                  </a:cxn>
                  <a:cxn ang="0">
                    <a:pos x="266" y="418"/>
                  </a:cxn>
                  <a:cxn ang="0">
                    <a:pos x="268" y="407"/>
                  </a:cxn>
                  <a:cxn ang="0">
                    <a:pos x="267" y="399"/>
                  </a:cxn>
                  <a:cxn ang="0">
                    <a:pos x="254" y="388"/>
                  </a:cxn>
                  <a:cxn ang="0">
                    <a:pos x="262" y="387"/>
                  </a:cxn>
                  <a:cxn ang="0">
                    <a:pos x="279" y="380"/>
                  </a:cxn>
                  <a:cxn ang="0">
                    <a:pos x="288" y="372"/>
                  </a:cxn>
                  <a:cxn ang="0">
                    <a:pos x="298" y="389"/>
                  </a:cxn>
                  <a:cxn ang="0">
                    <a:pos x="292" y="399"/>
                  </a:cxn>
                  <a:cxn ang="0">
                    <a:pos x="309" y="402"/>
                  </a:cxn>
                  <a:cxn ang="0">
                    <a:pos x="321" y="404"/>
                  </a:cxn>
                  <a:cxn ang="0">
                    <a:pos x="326" y="408"/>
                  </a:cxn>
                  <a:cxn ang="0">
                    <a:pos x="328" y="433"/>
                  </a:cxn>
                  <a:cxn ang="0">
                    <a:pos x="334" y="429"/>
                  </a:cxn>
                  <a:cxn ang="0">
                    <a:pos x="335" y="448"/>
                  </a:cxn>
                  <a:cxn ang="0">
                    <a:pos x="348" y="452"/>
                  </a:cxn>
                  <a:cxn ang="0">
                    <a:pos x="356" y="467"/>
                  </a:cxn>
                  <a:cxn ang="0">
                    <a:pos x="354" y="478"/>
                  </a:cxn>
                  <a:cxn ang="0">
                    <a:pos x="356" y="482"/>
                  </a:cxn>
                  <a:cxn ang="0">
                    <a:pos x="369" y="485"/>
                  </a:cxn>
                  <a:cxn ang="0">
                    <a:pos x="381" y="492"/>
                  </a:cxn>
                  <a:cxn ang="0">
                    <a:pos x="390" y="496"/>
                  </a:cxn>
                  <a:cxn ang="0">
                    <a:pos x="399" y="501"/>
                  </a:cxn>
                  <a:cxn ang="0">
                    <a:pos x="392" y="513"/>
                  </a:cxn>
                  <a:cxn ang="0">
                    <a:pos x="384" y="528"/>
                  </a:cxn>
                  <a:cxn ang="0">
                    <a:pos x="376" y="542"/>
                  </a:cxn>
                  <a:cxn ang="0">
                    <a:pos x="453" y="492"/>
                  </a:cxn>
                  <a:cxn ang="0">
                    <a:pos x="486" y="470"/>
                  </a:cxn>
                  <a:cxn ang="0">
                    <a:pos x="486" y="406"/>
                  </a:cxn>
                </a:cxnLst>
                <a:rect l="0" t="0" r="r" b="b"/>
                <a:pathLst>
                  <a:path w="496" h="542">
                    <a:moveTo>
                      <a:pt x="486" y="406"/>
                    </a:moveTo>
                    <a:cubicBezTo>
                      <a:pt x="453" y="395"/>
                      <a:pt x="453" y="395"/>
                      <a:pt x="453" y="395"/>
                    </a:cubicBezTo>
                    <a:cubicBezTo>
                      <a:pt x="464" y="374"/>
                      <a:pt x="464" y="374"/>
                      <a:pt x="464" y="374"/>
                    </a:cubicBezTo>
                    <a:cubicBezTo>
                      <a:pt x="432" y="363"/>
                      <a:pt x="432" y="363"/>
                      <a:pt x="432" y="363"/>
                    </a:cubicBezTo>
                    <a:cubicBezTo>
                      <a:pt x="432" y="331"/>
                      <a:pt x="432" y="331"/>
                      <a:pt x="432" y="331"/>
                    </a:cubicBezTo>
                    <a:cubicBezTo>
                      <a:pt x="453" y="310"/>
                      <a:pt x="453" y="310"/>
                      <a:pt x="453" y="310"/>
                    </a:cubicBezTo>
                    <a:cubicBezTo>
                      <a:pt x="453" y="267"/>
                      <a:pt x="453" y="267"/>
                      <a:pt x="453" y="267"/>
                    </a:cubicBezTo>
                    <a:cubicBezTo>
                      <a:pt x="442" y="256"/>
                      <a:pt x="442" y="256"/>
                      <a:pt x="442" y="256"/>
                    </a:cubicBezTo>
                    <a:cubicBezTo>
                      <a:pt x="453" y="235"/>
                      <a:pt x="453" y="235"/>
                      <a:pt x="453" y="235"/>
                    </a:cubicBezTo>
                    <a:cubicBezTo>
                      <a:pt x="464" y="224"/>
                      <a:pt x="464" y="224"/>
                      <a:pt x="464" y="224"/>
                    </a:cubicBezTo>
                    <a:cubicBezTo>
                      <a:pt x="421" y="213"/>
                      <a:pt x="421" y="213"/>
                      <a:pt x="421" y="213"/>
                    </a:cubicBezTo>
                    <a:cubicBezTo>
                      <a:pt x="378" y="224"/>
                      <a:pt x="378" y="224"/>
                      <a:pt x="378" y="224"/>
                    </a:cubicBezTo>
                    <a:cubicBezTo>
                      <a:pt x="367" y="213"/>
                      <a:pt x="367" y="213"/>
                      <a:pt x="367" y="213"/>
                    </a:cubicBezTo>
                    <a:cubicBezTo>
                      <a:pt x="324" y="203"/>
                      <a:pt x="324" y="203"/>
                      <a:pt x="324" y="203"/>
                    </a:cubicBezTo>
                    <a:cubicBezTo>
                      <a:pt x="302" y="171"/>
                      <a:pt x="302" y="171"/>
                      <a:pt x="302" y="171"/>
                    </a:cubicBezTo>
                    <a:cubicBezTo>
                      <a:pt x="313" y="160"/>
                      <a:pt x="313" y="160"/>
                      <a:pt x="313" y="160"/>
                    </a:cubicBezTo>
                    <a:cubicBezTo>
                      <a:pt x="313" y="128"/>
                      <a:pt x="313" y="128"/>
                      <a:pt x="313" y="128"/>
                    </a:cubicBezTo>
                    <a:cubicBezTo>
                      <a:pt x="291" y="118"/>
                      <a:pt x="291" y="118"/>
                      <a:pt x="291" y="118"/>
                    </a:cubicBezTo>
                    <a:cubicBezTo>
                      <a:pt x="280" y="118"/>
                      <a:pt x="280" y="118"/>
                      <a:pt x="280" y="118"/>
                    </a:cubicBezTo>
                    <a:cubicBezTo>
                      <a:pt x="270" y="128"/>
                      <a:pt x="270" y="128"/>
                      <a:pt x="270" y="128"/>
                    </a:cubicBezTo>
                    <a:cubicBezTo>
                      <a:pt x="259" y="128"/>
                      <a:pt x="259" y="128"/>
                      <a:pt x="259" y="128"/>
                    </a:cubicBezTo>
                    <a:cubicBezTo>
                      <a:pt x="249" y="118"/>
                      <a:pt x="249" y="118"/>
                      <a:pt x="249" y="118"/>
                    </a:cubicBezTo>
                    <a:cubicBezTo>
                      <a:pt x="227" y="53"/>
                      <a:pt x="227" y="53"/>
                      <a:pt x="227" y="53"/>
                    </a:cubicBezTo>
                    <a:cubicBezTo>
                      <a:pt x="216" y="53"/>
                      <a:pt x="216" y="53"/>
                      <a:pt x="216" y="53"/>
                    </a:cubicBezTo>
                    <a:cubicBezTo>
                      <a:pt x="173" y="21"/>
                      <a:pt x="173" y="21"/>
                      <a:pt x="173" y="21"/>
                    </a:cubicBezTo>
                    <a:cubicBezTo>
                      <a:pt x="129" y="0"/>
                      <a:pt x="129" y="0"/>
                      <a:pt x="129" y="0"/>
                    </a:cubicBezTo>
                    <a:cubicBezTo>
                      <a:pt x="87" y="0"/>
                      <a:pt x="87" y="0"/>
                      <a:pt x="87" y="0"/>
                    </a:cubicBezTo>
                    <a:cubicBezTo>
                      <a:pt x="54" y="32"/>
                      <a:pt x="54" y="32"/>
                      <a:pt x="54" y="32"/>
                    </a:cubicBezTo>
                    <a:cubicBezTo>
                      <a:pt x="11" y="32"/>
                      <a:pt x="11" y="32"/>
                      <a:pt x="11" y="32"/>
                    </a:cubicBezTo>
                    <a:cubicBezTo>
                      <a:pt x="0" y="43"/>
                      <a:pt x="0" y="43"/>
                      <a:pt x="0" y="43"/>
                    </a:cubicBezTo>
                    <a:cubicBezTo>
                      <a:pt x="11" y="43"/>
                      <a:pt x="11" y="43"/>
                      <a:pt x="11" y="43"/>
                    </a:cubicBezTo>
                    <a:cubicBezTo>
                      <a:pt x="22" y="96"/>
                      <a:pt x="22" y="96"/>
                      <a:pt x="22" y="96"/>
                    </a:cubicBezTo>
                    <a:cubicBezTo>
                      <a:pt x="32" y="96"/>
                      <a:pt x="32" y="96"/>
                      <a:pt x="32" y="96"/>
                    </a:cubicBezTo>
                    <a:cubicBezTo>
                      <a:pt x="22" y="128"/>
                      <a:pt x="22" y="128"/>
                      <a:pt x="22" y="128"/>
                    </a:cubicBezTo>
                    <a:cubicBezTo>
                      <a:pt x="43" y="128"/>
                      <a:pt x="43" y="128"/>
                      <a:pt x="43" y="128"/>
                    </a:cubicBezTo>
                    <a:cubicBezTo>
                      <a:pt x="65" y="139"/>
                      <a:pt x="65" y="139"/>
                      <a:pt x="65" y="139"/>
                    </a:cubicBezTo>
                    <a:cubicBezTo>
                      <a:pt x="76" y="139"/>
                      <a:pt x="76" y="139"/>
                      <a:pt x="76" y="139"/>
                    </a:cubicBezTo>
                    <a:cubicBezTo>
                      <a:pt x="65" y="150"/>
                      <a:pt x="65" y="150"/>
                      <a:pt x="65" y="150"/>
                    </a:cubicBezTo>
                    <a:cubicBezTo>
                      <a:pt x="54" y="150"/>
                      <a:pt x="54" y="150"/>
                      <a:pt x="54" y="150"/>
                    </a:cubicBezTo>
                    <a:cubicBezTo>
                      <a:pt x="43" y="160"/>
                      <a:pt x="43" y="160"/>
                      <a:pt x="43" y="160"/>
                    </a:cubicBezTo>
                    <a:cubicBezTo>
                      <a:pt x="32" y="160"/>
                      <a:pt x="32" y="160"/>
                      <a:pt x="32" y="160"/>
                    </a:cubicBezTo>
                    <a:cubicBezTo>
                      <a:pt x="32" y="181"/>
                      <a:pt x="32" y="181"/>
                      <a:pt x="32" y="181"/>
                    </a:cubicBezTo>
                    <a:cubicBezTo>
                      <a:pt x="22" y="181"/>
                      <a:pt x="22" y="181"/>
                      <a:pt x="22" y="181"/>
                    </a:cubicBezTo>
                    <a:cubicBezTo>
                      <a:pt x="22" y="192"/>
                      <a:pt x="22" y="192"/>
                      <a:pt x="22" y="192"/>
                    </a:cubicBezTo>
                    <a:cubicBezTo>
                      <a:pt x="32" y="192"/>
                      <a:pt x="32" y="192"/>
                      <a:pt x="32" y="192"/>
                    </a:cubicBezTo>
                    <a:cubicBezTo>
                      <a:pt x="54" y="181"/>
                      <a:pt x="54" y="181"/>
                      <a:pt x="54" y="181"/>
                    </a:cubicBezTo>
                    <a:cubicBezTo>
                      <a:pt x="76" y="181"/>
                      <a:pt x="76" y="181"/>
                      <a:pt x="76" y="181"/>
                    </a:cubicBezTo>
                    <a:cubicBezTo>
                      <a:pt x="76" y="203"/>
                      <a:pt x="76" y="203"/>
                      <a:pt x="76" y="203"/>
                    </a:cubicBezTo>
                    <a:cubicBezTo>
                      <a:pt x="43" y="235"/>
                      <a:pt x="43" y="235"/>
                      <a:pt x="43" y="235"/>
                    </a:cubicBezTo>
                    <a:cubicBezTo>
                      <a:pt x="43" y="267"/>
                      <a:pt x="43" y="267"/>
                      <a:pt x="43" y="267"/>
                    </a:cubicBezTo>
                    <a:cubicBezTo>
                      <a:pt x="87" y="267"/>
                      <a:pt x="87" y="267"/>
                      <a:pt x="87" y="267"/>
                    </a:cubicBezTo>
                    <a:cubicBezTo>
                      <a:pt x="98" y="278"/>
                      <a:pt x="98" y="278"/>
                      <a:pt x="98" y="278"/>
                    </a:cubicBezTo>
                    <a:cubicBezTo>
                      <a:pt x="108" y="299"/>
                      <a:pt x="108" y="299"/>
                      <a:pt x="108" y="299"/>
                    </a:cubicBezTo>
                    <a:cubicBezTo>
                      <a:pt x="65" y="310"/>
                      <a:pt x="65" y="310"/>
                      <a:pt x="65" y="310"/>
                    </a:cubicBezTo>
                    <a:cubicBezTo>
                      <a:pt x="87" y="331"/>
                      <a:pt x="87" y="331"/>
                      <a:pt x="87" y="331"/>
                    </a:cubicBezTo>
                    <a:cubicBezTo>
                      <a:pt x="98" y="353"/>
                      <a:pt x="98" y="353"/>
                      <a:pt x="98" y="353"/>
                    </a:cubicBezTo>
                    <a:cubicBezTo>
                      <a:pt x="98" y="363"/>
                      <a:pt x="98" y="363"/>
                      <a:pt x="98" y="363"/>
                    </a:cubicBezTo>
                    <a:cubicBezTo>
                      <a:pt x="87" y="363"/>
                      <a:pt x="87" y="363"/>
                      <a:pt x="87" y="363"/>
                    </a:cubicBezTo>
                    <a:cubicBezTo>
                      <a:pt x="87" y="374"/>
                      <a:pt x="87" y="374"/>
                      <a:pt x="87" y="374"/>
                    </a:cubicBezTo>
                    <a:cubicBezTo>
                      <a:pt x="119" y="395"/>
                      <a:pt x="119" y="395"/>
                      <a:pt x="119" y="395"/>
                    </a:cubicBezTo>
                    <a:cubicBezTo>
                      <a:pt x="140" y="417"/>
                      <a:pt x="140" y="417"/>
                      <a:pt x="140" y="417"/>
                    </a:cubicBezTo>
                    <a:cubicBezTo>
                      <a:pt x="157" y="442"/>
                      <a:pt x="157" y="442"/>
                      <a:pt x="157" y="442"/>
                    </a:cubicBezTo>
                    <a:cubicBezTo>
                      <a:pt x="157" y="442"/>
                      <a:pt x="157" y="442"/>
                      <a:pt x="157" y="442"/>
                    </a:cubicBezTo>
                    <a:cubicBezTo>
                      <a:pt x="159" y="442"/>
                      <a:pt x="161" y="443"/>
                      <a:pt x="166" y="444"/>
                    </a:cubicBezTo>
                    <a:cubicBezTo>
                      <a:pt x="166" y="444"/>
                      <a:pt x="166" y="444"/>
                      <a:pt x="167" y="444"/>
                    </a:cubicBezTo>
                    <a:cubicBezTo>
                      <a:pt x="173" y="438"/>
                      <a:pt x="173" y="438"/>
                      <a:pt x="173" y="438"/>
                    </a:cubicBezTo>
                    <a:cubicBezTo>
                      <a:pt x="173" y="447"/>
                      <a:pt x="173" y="447"/>
                      <a:pt x="173" y="447"/>
                    </a:cubicBezTo>
                    <a:cubicBezTo>
                      <a:pt x="174" y="448"/>
                      <a:pt x="175" y="448"/>
                      <a:pt x="176" y="449"/>
                    </a:cubicBezTo>
                    <a:cubicBezTo>
                      <a:pt x="176" y="449"/>
                      <a:pt x="176" y="449"/>
                      <a:pt x="180" y="444"/>
                    </a:cubicBezTo>
                    <a:cubicBezTo>
                      <a:pt x="180" y="444"/>
                      <a:pt x="180" y="444"/>
                      <a:pt x="199" y="447"/>
                    </a:cubicBezTo>
                    <a:cubicBezTo>
                      <a:pt x="199" y="447"/>
                      <a:pt x="199" y="447"/>
                      <a:pt x="212" y="446"/>
                    </a:cubicBezTo>
                    <a:cubicBezTo>
                      <a:pt x="212" y="446"/>
                      <a:pt x="212" y="446"/>
                      <a:pt x="230" y="446"/>
                    </a:cubicBezTo>
                    <a:cubicBezTo>
                      <a:pt x="230" y="446"/>
                      <a:pt x="230" y="446"/>
                      <a:pt x="240" y="443"/>
                    </a:cubicBezTo>
                    <a:cubicBezTo>
                      <a:pt x="240" y="443"/>
                      <a:pt x="240" y="443"/>
                      <a:pt x="239" y="437"/>
                    </a:cubicBezTo>
                    <a:cubicBezTo>
                      <a:pt x="239" y="437"/>
                      <a:pt x="239" y="437"/>
                      <a:pt x="237" y="431"/>
                    </a:cubicBezTo>
                    <a:cubicBezTo>
                      <a:pt x="237" y="431"/>
                      <a:pt x="237" y="431"/>
                      <a:pt x="245" y="425"/>
                    </a:cubicBezTo>
                    <a:cubicBezTo>
                      <a:pt x="245" y="425"/>
                      <a:pt x="245" y="425"/>
                      <a:pt x="255" y="417"/>
                    </a:cubicBezTo>
                    <a:cubicBezTo>
                      <a:pt x="255" y="417"/>
                      <a:pt x="255" y="417"/>
                      <a:pt x="258" y="416"/>
                    </a:cubicBezTo>
                    <a:cubicBezTo>
                      <a:pt x="258" y="416"/>
                      <a:pt x="258" y="416"/>
                      <a:pt x="258" y="421"/>
                    </a:cubicBezTo>
                    <a:cubicBezTo>
                      <a:pt x="258" y="421"/>
                      <a:pt x="258" y="421"/>
                      <a:pt x="262" y="419"/>
                    </a:cubicBezTo>
                    <a:cubicBezTo>
                      <a:pt x="262" y="419"/>
                      <a:pt x="262" y="419"/>
                      <a:pt x="266" y="418"/>
                    </a:cubicBezTo>
                    <a:cubicBezTo>
                      <a:pt x="266" y="418"/>
                      <a:pt x="266" y="418"/>
                      <a:pt x="263" y="414"/>
                    </a:cubicBezTo>
                    <a:cubicBezTo>
                      <a:pt x="263" y="414"/>
                      <a:pt x="263" y="414"/>
                      <a:pt x="267" y="412"/>
                    </a:cubicBezTo>
                    <a:cubicBezTo>
                      <a:pt x="267" y="412"/>
                      <a:pt x="267" y="412"/>
                      <a:pt x="268" y="407"/>
                    </a:cubicBezTo>
                    <a:cubicBezTo>
                      <a:pt x="268" y="407"/>
                      <a:pt x="268" y="407"/>
                      <a:pt x="264" y="405"/>
                    </a:cubicBezTo>
                    <a:cubicBezTo>
                      <a:pt x="264" y="405"/>
                      <a:pt x="264" y="405"/>
                      <a:pt x="264" y="402"/>
                    </a:cubicBezTo>
                    <a:cubicBezTo>
                      <a:pt x="264" y="402"/>
                      <a:pt x="264" y="402"/>
                      <a:pt x="267" y="399"/>
                    </a:cubicBezTo>
                    <a:cubicBezTo>
                      <a:pt x="267" y="399"/>
                      <a:pt x="267" y="399"/>
                      <a:pt x="266" y="396"/>
                    </a:cubicBezTo>
                    <a:cubicBezTo>
                      <a:pt x="266" y="396"/>
                      <a:pt x="266" y="396"/>
                      <a:pt x="258" y="394"/>
                    </a:cubicBezTo>
                    <a:cubicBezTo>
                      <a:pt x="258" y="394"/>
                      <a:pt x="258" y="394"/>
                      <a:pt x="254" y="388"/>
                    </a:cubicBezTo>
                    <a:cubicBezTo>
                      <a:pt x="254" y="388"/>
                      <a:pt x="254" y="388"/>
                      <a:pt x="256" y="385"/>
                    </a:cubicBezTo>
                    <a:cubicBezTo>
                      <a:pt x="256" y="385"/>
                      <a:pt x="256" y="385"/>
                      <a:pt x="259" y="389"/>
                    </a:cubicBezTo>
                    <a:cubicBezTo>
                      <a:pt x="259" y="389"/>
                      <a:pt x="259" y="389"/>
                      <a:pt x="262" y="387"/>
                    </a:cubicBezTo>
                    <a:cubicBezTo>
                      <a:pt x="262" y="387"/>
                      <a:pt x="262" y="387"/>
                      <a:pt x="267" y="388"/>
                    </a:cubicBezTo>
                    <a:cubicBezTo>
                      <a:pt x="267" y="388"/>
                      <a:pt x="267" y="388"/>
                      <a:pt x="271" y="385"/>
                    </a:cubicBezTo>
                    <a:cubicBezTo>
                      <a:pt x="271" y="385"/>
                      <a:pt x="271" y="385"/>
                      <a:pt x="279" y="380"/>
                    </a:cubicBezTo>
                    <a:cubicBezTo>
                      <a:pt x="279" y="380"/>
                      <a:pt x="279" y="380"/>
                      <a:pt x="282" y="378"/>
                    </a:cubicBezTo>
                    <a:cubicBezTo>
                      <a:pt x="282" y="378"/>
                      <a:pt x="282" y="378"/>
                      <a:pt x="283" y="374"/>
                    </a:cubicBezTo>
                    <a:cubicBezTo>
                      <a:pt x="283" y="374"/>
                      <a:pt x="283" y="374"/>
                      <a:pt x="288" y="372"/>
                    </a:cubicBezTo>
                    <a:cubicBezTo>
                      <a:pt x="288" y="372"/>
                      <a:pt x="288" y="372"/>
                      <a:pt x="293" y="377"/>
                    </a:cubicBezTo>
                    <a:cubicBezTo>
                      <a:pt x="293" y="377"/>
                      <a:pt x="293" y="377"/>
                      <a:pt x="297" y="384"/>
                    </a:cubicBezTo>
                    <a:cubicBezTo>
                      <a:pt x="297" y="384"/>
                      <a:pt x="297" y="384"/>
                      <a:pt x="298" y="389"/>
                    </a:cubicBezTo>
                    <a:cubicBezTo>
                      <a:pt x="298" y="389"/>
                      <a:pt x="298" y="389"/>
                      <a:pt x="298" y="392"/>
                    </a:cubicBezTo>
                    <a:cubicBezTo>
                      <a:pt x="298" y="392"/>
                      <a:pt x="298" y="392"/>
                      <a:pt x="291" y="396"/>
                    </a:cubicBezTo>
                    <a:cubicBezTo>
                      <a:pt x="291" y="396"/>
                      <a:pt x="291" y="396"/>
                      <a:pt x="292" y="399"/>
                    </a:cubicBezTo>
                    <a:cubicBezTo>
                      <a:pt x="292" y="399"/>
                      <a:pt x="292" y="399"/>
                      <a:pt x="299" y="400"/>
                    </a:cubicBezTo>
                    <a:cubicBezTo>
                      <a:pt x="299" y="400"/>
                      <a:pt x="299" y="400"/>
                      <a:pt x="303" y="404"/>
                    </a:cubicBezTo>
                    <a:cubicBezTo>
                      <a:pt x="303" y="404"/>
                      <a:pt x="303" y="404"/>
                      <a:pt x="309" y="402"/>
                    </a:cubicBezTo>
                    <a:cubicBezTo>
                      <a:pt x="309" y="402"/>
                      <a:pt x="309" y="402"/>
                      <a:pt x="314" y="404"/>
                    </a:cubicBezTo>
                    <a:cubicBezTo>
                      <a:pt x="314" y="404"/>
                      <a:pt x="314" y="404"/>
                      <a:pt x="319" y="401"/>
                    </a:cubicBezTo>
                    <a:cubicBezTo>
                      <a:pt x="319" y="401"/>
                      <a:pt x="319" y="401"/>
                      <a:pt x="321" y="404"/>
                    </a:cubicBezTo>
                    <a:cubicBezTo>
                      <a:pt x="321" y="404"/>
                      <a:pt x="321" y="404"/>
                      <a:pt x="318" y="408"/>
                    </a:cubicBezTo>
                    <a:cubicBezTo>
                      <a:pt x="318" y="408"/>
                      <a:pt x="318" y="408"/>
                      <a:pt x="324" y="407"/>
                    </a:cubicBezTo>
                    <a:cubicBezTo>
                      <a:pt x="324" y="407"/>
                      <a:pt x="324" y="407"/>
                      <a:pt x="326" y="408"/>
                    </a:cubicBezTo>
                    <a:cubicBezTo>
                      <a:pt x="326" y="408"/>
                      <a:pt x="326" y="408"/>
                      <a:pt x="324" y="425"/>
                    </a:cubicBezTo>
                    <a:cubicBezTo>
                      <a:pt x="324" y="425"/>
                      <a:pt x="324" y="425"/>
                      <a:pt x="324" y="432"/>
                    </a:cubicBezTo>
                    <a:cubicBezTo>
                      <a:pt x="324" y="432"/>
                      <a:pt x="324" y="432"/>
                      <a:pt x="328" y="433"/>
                    </a:cubicBezTo>
                    <a:cubicBezTo>
                      <a:pt x="328" y="433"/>
                      <a:pt x="328" y="433"/>
                      <a:pt x="330" y="431"/>
                    </a:cubicBezTo>
                    <a:cubicBezTo>
                      <a:pt x="330" y="431"/>
                      <a:pt x="330" y="431"/>
                      <a:pt x="331" y="428"/>
                    </a:cubicBezTo>
                    <a:cubicBezTo>
                      <a:pt x="331" y="428"/>
                      <a:pt x="331" y="428"/>
                      <a:pt x="334" y="429"/>
                    </a:cubicBezTo>
                    <a:cubicBezTo>
                      <a:pt x="334" y="429"/>
                      <a:pt x="334" y="429"/>
                      <a:pt x="336" y="433"/>
                    </a:cubicBezTo>
                    <a:cubicBezTo>
                      <a:pt x="336" y="433"/>
                      <a:pt x="336" y="433"/>
                      <a:pt x="336" y="443"/>
                    </a:cubicBezTo>
                    <a:cubicBezTo>
                      <a:pt x="336" y="443"/>
                      <a:pt x="336" y="443"/>
                      <a:pt x="335" y="448"/>
                    </a:cubicBezTo>
                    <a:cubicBezTo>
                      <a:pt x="335" y="448"/>
                      <a:pt x="335" y="448"/>
                      <a:pt x="339" y="450"/>
                    </a:cubicBezTo>
                    <a:cubicBezTo>
                      <a:pt x="339" y="450"/>
                      <a:pt x="339" y="450"/>
                      <a:pt x="344" y="450"/>
                    </a:cubicBezTo>
                    <a:cubicBezTo>
                      <a:pt x="344" y="450"/>
                      <a:pt x="344" y="450"/>
                      <a:pt x="348" y="452"/>
                    </a:cubicBezTo>
                    <a:cubicBezTo>
                      <a:pt x="348" y="452"/>
                      <a:pt x="348" y="452"/>
                      <a:pt x="353" y="456"/>
                    </a:cubicBezTo>
                    <a:cubicBezTo>
                      <a:pt x="353" y="456"/>
                      <a:pt x="353" y="456"/>
                      <a:pt x="357" y="457"/>
                    </a:cubicBezTo>
                    <a:cubicBezTo>
                      <a:pt x="357" y="457"/>
                      <a:pt x="357" y="457"/>
                      <a:pt x="356" y="467"/>
                    </a:cubicBezTo>
                    <a:cubicBezTo>
                      <a:pt x="356" y="467"/>
                      <a:pt x="356" y="467"/>
                      <a:pt x="356" y="472"/>
                    </a:cubicBezTo>
                    <a:cubicBezTo>
                      <a:pt x="356" y="472"/>
                      <a:pt x="356" y="472"/>
                      <a:pt x="352" y="473"/>
                    </a:cubicBezTo>
                    <a:cubicBezTo>
                      <a:pt x="352" y="473"/>
                      <a:pt x="352" y="473"/>
                      <a:pt x="354" y="478"/>
                    </a:cubicBezTo>
                    <a:cubicBezTo>
                      <a:pt x="354" y="478"/>
                      <a:pt x="354" y="478"/>
                      <a:pt x="351" y="482"/>
                    </a:cubicBezTo>
                    <a:cubicBezTo>
                      <a:pt x="351" y="482"/>
                      <a:pt x="351" y="482"/>
                      <a:pt x="353" y="483"/>
                    </a:cubicBezTo>
                    <a:cubicBezTo>
                      <a:pt x="353" y="483"/>
                      <a:pt x="353" y="483"/>
                      <a:pt x="356" y="482"/>
                    </a:cubicBezTo>
                    <a:cubicBezTo>
                      <a:pt x="356" y="482"/>
                      <a:pt x="356" y="482"/>
                      <a:pt x="361" y="485"/>
                    </a:cubicBezTo>
                    <a:cubicBezTo>
                      <a:pt x="361" y="485"/>
                      <a:pt x="361" y="485"/>
                      <a:pt x="364" y="483"/>
                    </a:cubicBezTo>
                    <a:cubicBezTo>
                      <a:pt x="364" y="483"/>
                      <a:pt x="364" y="483"/>
                      <a:pt x="369" y="485"/>
                    </a:cubicBezTo>
                    <a:cubicBezTo>
                      <a:pt x="369" y="485"/>
                      <a:pt x="369" y="485"/>
                      <a:pt x="372" y="485"/>
                    </a:cubicBezTo>
                    <a:cubicBezTo>
                      <a:pt x="372" y="485"/>
                      <a:pt x="372" y="485"/>
                      <a:pt x="377" y="489"/>
                    </a:cubicBezTo>
                    <a:cubicBezTo>
                      <a:pt x="377" y="489"/>
                      <a:pt x="377" y="489"/>
                      <a:pt x="381" y="492"/>
                    </a:cubicBezTo>
                    <a:cubicBezTo>
                      <a:pt x="381" y="492"/>
                      <a:pt x="381" y="492"/>
                      <a:pt x="383" y="496"/>
                    </a:cubicBezTo>
                    <a:cubicBezTo>
                      <a:pt x="383" y="496"/>
                      <a:pt x="383" y="496"/>
                      <a:pt x="385" y="499"/>
                    </a:cubicBezTo>
                    <a:cubicBezTo>
                      <a:pt x="385" y="499"/>
                      <a:pt x="385" y="499"/>
                      <a:pt x="390" y="496"/>
                    </a:cubicBezTo>
                    <a:cubicBezTo>
                      <a:pt x="390" y="496"/>
                      <a:pt x="390" y="496"/>
                      <a:pt x="394" y="494"/>
                    </a:cubicBezTo>
                    <a:cubicBezTo>
                      <a:pt x="394" y="494"/>
                      <a:pt x="394" y="494"/>
                      <a:pt x="398" y="496"/>
                    </a:cubicBezTo>
                    <a:cubicBezTo>
                      <a:pt x="398" y="496"/>
                      <a:pt x="398" y="496"/>
                      <a:pt x="399" y="501"/>
                    </a:cubicBezTo>
                    <a:cubicBezTo>
                      <a:pt x="399" y="501"/>
                      <a:pt x="399" y="501"/>
                      <a:pt x="395" y="505"/>
                    </a:cubicBezTo>
                    <a:cubicBezTo>
                      <a:pt x="395" y="505"/>
                      <a:pt x="395" y="505"/>
                      <a:pt x="395" y="509"/>
                    </a:cubicBezTo>
                    <a:cubicBezTo>
                      <a:pt x="395" y="509"/>
                      <a:pt x="395" y="509"/>
                      <a:pt x="392" y="513"/>
                    </a:cubicBezTo>
                    <a:cubicBezTo>
                      <a:pt x="392" y="513"/>
                      <a:pt x="392" y="513"/>
                      <a:pt x="392" y="516"/>
                    </a:cubicBezTo>
                    <a:cubicBezTo>
                      <a:pt x="392" y="516"/>
                      <a:pt x="392" y="516"/>
                      <a:pt x="386" y="519"/>
                    </a:cubicBezTo>
                    <a:cubicBezTo>
                      <a:pt x="386" y="519"/>
                      <a:pt x="386" y="519"/>
                      <a:pt x="384" y="528"/>
                    </a:cubicBezTo>
                    <a:cubicBezTo>
                      <a:pt x="384" y="528"/>
                      <a:pt x="384" y="528"/>
                      <a:pt x="379" y="531"/>
                    </a:cubicBezTo>
                    <a:cubicBezTo>
                      <a:pt x="379" y="531"/>
                      <a:pt x="379" y="531"/>
                      <a:pt x="376" y="535"/>
                    </a:cubicBezTo>
                    <a:cubicBezTo>
                      <a:pt x="376" y="535"/>
                      <a:pt x="376" y="535"/>
                      <a:pt x="376" y="542"/>
                    </a:cubicBezTo>
                    <a:cubicBezTo>
                      <a:pt x="432" y="535"/>
                      <a:pt x="432" y="535"/>
                      <a:pt x="432" y="535"/>
                    </a:cubicBezTo>
                    <a:cubicBezTo>
                      <a:pt x="453" y="535"/>
                      <a:pt x="453" y="535"/>
                      <a:pt x="453" y="535"/>
                    </a:cubicBezTo>
                    <a:cubicBezTo>
                      <a:pt x="453" y="492"/>
                      <a:pt x="453" y="492"/>
                      <a:pt x="453" y="492"/>
                    </a:cubicBezTo>
                    <a:cubicBezTo>
                      <a:pt x="442" y="481"/>
                      <a:pt x="442" y="481"/>
                      <a:pt x="442" y="481"/>
                    </a:cubicBezTo>
                    <a:cubicBezTo>
                      <a:pt x="442" y="470"/>
                      <a:pt x="442" y="470"/>
                      <a:pt x="442" y="470"/>
                    </a:cubicBezTo>
                    <a:cubicBezTo>
                      <a:pt x="486" y="470"/>
                      <a:pt x="486" y="470"/>
                      <a:pt x="486" y="470"/>
                    </a:cubicBezTo>
                    <a:cubicBezTo>
                      <a:pt x="496" y="460"/>
                      <a:pt x="496" y="460"/>
                      <a:pt x="496" y="460"/>
                    </a:cubicBezTo>
                    <a:cubicBezTo>
                      <a:pt x="496" y="417"/>
                      <a:pt x="496" y="417"/>
                      <a:pt x="496" y="417"/>
                    </a:cubicBezTo>
                    <a:lnTo>
                      <a:pt x="486" y="40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3" name="Senegal" descr="© INSCALE GmbH, 05.05.2010&#10;http://www.presentationload.com/">
                <a:extLst>
                  <a:ext uri="{FF2B5EF4-FFF2-40B4-BE49-F238E27FC236}">
                    <a16:creationId xmlns:a16="http://schemas.microsoft.com/office/drawing/2014/main" id="{FF894703-D081-AEA8-0D3B-4684C60FCE4A}"/>
                  </a:ext>
                </a:extLst>
              </p:cNvPr>
              <p:cNvSpPr>
                <a:spLocks/>
              </p:cNvSpPr>
              <p:nvPr/>
            </p:nvSpPr>
            <p:spPr bwMode="gray">
              <a:xfrm>
                <a:off x="3801057" y="2704094"/>
                <a:ext cx="157132" cy="139343"/>
              </a:xfrm>
              <a:custGeom>
                <a:avLst/>
                <a:gdLst>
                  <a:gd name="T0" fmla="*/ 2147483647 w 414"/>
                  <a:gd name="T1" fmla="*/ 2147483647 h 366"/>
                  <a:gd name="T2" fmla="*/ 2147483647 w 414"/>
                  <a:gd name="T3" fmla="*/ 2147483647 h 366"/>
                  <a:gd name="T4" fmla="*/ 2147483647 w 414"/>
                  <a:gd name="T5" fmla="*/ 2147483647 h 366"/>
                  <a:gd name="T6" fmla="*/ 2147483647 w 414"/>
                  <a:gd name="T7" fmla="*/ 2147483647 h 366"/>
                  <a:gd name="T8" fmla="*/ 2147483647 w 414"/>
                  <a:gd name="T9" fmla="*/ 2147483647 h 366"/>
                  <a:gd name="T10" fmla="*/ 2147483647 w 414"/>
                  <a:gd name="T11" fmla="*/ 2147483647 h 366"/>
                  <a:gd name="T12" fmla="*/ 2147483647 w 414"/>
                  <a:gd name="T13" fmla="*/ 2147483647 h 366"/>
                  <a:gd name="T14" fmla="*/ 2147483647 w 414"/>
                  <a:gd name="T15" fmla="*/ 2147483647 h 366"/>
                  <a:gd name="T16" fmla="*/ 2147483647 w 414"/>
                  <a:gd name="T17" fmla="*/ 2147483647 h 366"/>
                  <a:gd name="T18" fmla="*/ 2147483647 w 414"/>
                  <a:gd name="T19" fmla="*/ 2147483647 h 366"/>
                  <a:gd name="T20" fmla="*/ 2147483647 w 414"/>
                  <a:gd name="T21" fmla="*/ 2147483647 h 366"/>
                  <a:gd name="T22" fmla="*/ 2147483647 w 414"/>
                  <a:gd name="T23" fmla="*/ 2147483647 h 366"/>
                  <a:gd name="T24" fmla="*/ 2147483647 w 414"/>
                  <a:gd name="T25" fmla="*/ 2147483647 h 366"/>
                  <a:gd name="T26" fmla="*/ 2147483647 w 414"/>
                  <a:gd name="T27" fmla="*/ 2147483647 h 366"/>
                  <a:gd name="T28" fmla="*/ 2147483647 w 414"/>
                  <a:gd name="T29" fmla="*/ 0 h 366"/>
                  <a:gd name="T30" fmla="*/ 2147483647 w 414"/>
                  <a:gd name="T31" fmla="*/ 2147483647 h 366"/>
                  <a:gd name="T32" fmla="*/ 2147483647 w 414"/>
                  <a:gd name="T33" fmla="*/ 2147483647 h 366"/>
                  <a:gd name="T34" fmla="*/ 2147483647 w 414"/>
                  <a:gd name="T35" fmla="*/ 2147483647 h 366"/>
                  <a:gd name="T36" fmla="*/ 2147483647 w 414"/>
                  <a:gd name="T37" fmla="*/ 2147483647 h 366"/>
                  <a:gd name="T38" fmla="*/ 2147483647 w 414"/>
                  <a:gd name="T39" fmla="*/ 2147483647 h 366"/>
                  <a:gd name="T40" fmla="*/ 2147483647 w 414"/>
                  <a:gd name="T41" fmla="*/ 2147483647 h 366"/>
                  <a:gd name="T42" fmla="*/ 0 w 414"/>
                  <a:gd name="T43" fmla="*/ 2147483647 h 366"/>
                  <a:gd name="T44" fmla="*/ 2147483647 w 414"/>
                  <a:gd name="T45" fmla="*/ 2147483647 h 366"/>
                  <a:gd name="T46" fmla="*/ 2147483647 w 414"/>
                  <a:gd name="T47" fmla="*/ 2147483647 h 366"/>
                  <a:gd name="T48" fmla="*/ 2147483647 w 414"/>
                  <a:gd name="T49" fmla="*/ 2147483647 h 366"/>
                  <a:gd name="T50" fmla="*/ 2147483647 w 414"/>
                  <a:gd name="T51" fmla="*/ 2147483647 h 366"/>
                  <a:gd name="T52" fmla="*/ 2147483647 w 414"/>
                  <a:gd name="T53" fmla="*/ 2147483647 h 366"/>
                  <a:gd name="T54" fmla="*/ 2147483647 w 414"/>
                  <a:gd name="T55" fmla="*/ 2147483647 h 366"/>
                  <a:gd name="T56" fmla="*/ 2147483647 w 414"/>
                  <a:gd name="T57" fmla="*/ 2147483647 h 366"/>
                  <a:gd name="T58" fmla="*/ 2147483647 w 414"/>
                  <a:gd name="T59" fmla="*/ 2147483647 h 366"/>
                  <a:gd name="T60" fmla="*/ 2147483647 w 414"/>
                  <a:gd name="T61" fmla="*/ 2147483647 h 366"/>
                  <a:gd name="T62" fmla="*/ 2147483647 w 414"/>
                  <a:gd name="T63" fmla="*/ 2147483647 h 366"/>
                  <a:gd name="T64" fmla="*/ 2147483647 w 414"/>
                  <a:gd name="T65" fmla="*/ 2147483647 h 366"/>
                  <a:gd name="T66" fmla="*/ 2147483647 w 414"/>
                  <a:gd name="T67" fmla="*/ 2147483647 h 366"/>
                  <a:gd name="T68" fmla="*/ 2147483647 w 414"/>
                  <a:gd name="T69" fmla="*/ 2147483647 h 366"/>
                  <a:gd name="T70" fmla="*/ 2147483647 w 414"/>
                  <a:gd name="T71" fmla="*/ 2147483647 h 366"/>
                  <a:gd name="T72" fmla="*/ 2147483647 w 414"/>
                  <a:gd name="T73" fmla="*/ 2147483647 h 366"/>
                  <a:gd name="T74" fmla="*/ 2147483647 w 414"/>
                  <a:gd name="T75" fmla="*/ 2147483647 h 366"/>
                  <a:gd name="T76" fmla="*/ 2147483647 w 414"/>
                  <a:gd name="T77" fmla="*/ 2147483647 h 366"/>
                  <a:gd name="T78" fmla="*/ 2147483647 w 414"/>
                  <a:gd name="T79" fmla="*/ 2147483647 h 366"/>
                  <a:gd name="T80" fmla="*/ 2147483647 w 414"/>
                  <a:gd name="T81" fmla="*/ 2147483647 h 366"/>
                  <a:gd name="T82" fmla="*/ 2147483647 w 414"/>
                  <a:gd name="T83" fmla="*/ 2147483647 h 366"/>
                  <a:gd name="T84" fmla="*/ 2147483647 w 414"/>
                  <a:gd name="T85" fmla="*/ 2147483647 h 366"/>
                  <a:gd name="T86" fmla="*/ 2147483647 w 414"/>
                  <a:gd name="T87" fmla="*/ 2147483647 h 366"/>
                  <a:gd name="T88" fmla="*/ 2147483647 w 414"/>
                  <a:gd name="T89" fmla="*/ 2147483647 h 366"/>
                  <a:gd name="T90" fmla="*/ 2147483647 w 414"/>
                  <a:gd name="T91" fmla="*/ 2147483647 h 366"/>
                  <a:gd name="T92" fmla="*/ 2147483647 w 414"/>
                  <a:gd name="T93" fmla="*/ 2147483647 h 366"/>
                  <a:gd name="T94" fmla="*/ 2147483647 w 414"/>
                  <a:gd name="T95" fmla="*/ 2147483647 h 366"/>
                  <a:gd name="T96" fmla="*/ 2147483647 w 414"/>
                  <a:gd name="T97" fmla="*/ 2147483647 h 366"/>
                  <a:gd name="T98" fmla="*/ 2147483647 w 414"/>
                  <a:gd name="T99" fmla="*/ 2147483647 h 366"/>
                  <a:gd name="T100" fmla="*/ 2147483647 w 414"/>
                  <a:gd name="T101" fmla="*/ 2147483647 h 366"/>
                  <a:gd name="T102" fmla="*/ 2147483647 w 414"/>
                  <a:gd name="T103" fmla="*/ 2147483647 h 366"/>
                  <a:gd name="T104" fmla="*/ 2147483647 w 414"/>
                  <a:gd name="T105" fmla="*/ 2147483647 h 36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14"/>
                  <a:gd name="T160" fmla="*/ 0 h 366"/>
                  <a:gd name="T161" fmla="*/ 414 w 414"/>
                  <a:gd name="T162" fmla="*/ 366 h 36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14" h="366">
                    <a:moveTo>
                      <a:pt x="402" y="270"/>
                    </a:moveTo>
                    <a:lnTo>
                      <a:pt x="396" y="270"/>
                    </a:lnTo>
                    <a:lnTo>
                      <a:pt x="396" y="276"/>
                    </a:lnTo>
                    <a:lnTo>
                      <a:pt x="384" y="276"/>
                    </a:lnTo>
                    <a:lnTo>
                      <a:pt x="378" y="270"/>
                    </a:lnTo>
                    <a:lnTo>
                      <a:pt x="378" y="246"/>
                    </a:lnTo>
                    <a:lnTo>
                      <a:pt x="384" y="240"/>
                    </a:lnTo>
                    <a:lnTo>
                      <a:pt x="384" y="222"/>
                    </a:lnTo>
                    <a:lnTo>
                      <a:pt x="372" y="210"/>
                    </a:lnTo>
                    <a:lnTo>
                      <a:pt x="372" y="204"/>
                    </a:lnTo>
                    <a:lnTo>
                      <a:pt x="360" y="186"/>
                    </a:lnTo>
                    <a:lnTo>
                      <a:pt x="360" y="162"/>
                    </a:lnTo>
                    <a:lnTo>
                      <a:pt x="348" y="138"/>
                    </a:lnTo>
                    <a:lnTo>
                      <a:pt x="318" y="132"/>
                    </a:lnTo>
                    <a:lnTo>
                      <a:pt x="318" y="108"/>
                    </a:lnTo>
                    <a:lnTo>
                      <a:pt x="312" y="102"/>
                    </a:lnTo>
                    <a:lnTo>
                      <a:pt x="294" y="102"/>
                    </a:lnTo>
                    <a:lnTo>
                      <a:pt x="294" y="72"/>
                    </a:lnTo>
                    <a:lnTo>
                      <a:pt x="288" y="60"/>
                    </a:lnTo>
                    <a:lnTo>
                      <a:pt x="288" y="54"/>
                    </a:lnTo>
                    <a:lnTo>
                      <a:pt x="282" y="48"/>
                    </a:lnTo>
                    <a:lnTo>
                      <a:pt x="264" y="48"/>
                    </a:lnTo>
                    <a:lnTo>
                      <a:pt x="252" y="54"/>
                    </a:lnTo>
                    <a:lnTo>
                      <a:pt x="246" y="42"/>
                    </a:lnTo>
                    <a:lnTo>
                      <a:pt x="234" y="30"/>
                    </a:lnTo>
                    <a:lnTo>
                      <a:pt x="228" y="18"/>
                    </a:lnTo>
                    <a:lnTo>
                      <a:pt x="222" y="18"/>
                    </a:lnTo>
                    <a:lnTo>
                      <a:pt x="210" y="12"/>
                    </a:lnTo>
                    <a:lnTo>
                      <a:pt x="186" y="12"/>
                    </a:lnTo>
                    <a:lnTo>
                      <a:pt x="162" y="0"/>
                    </a:lnTo>
                    <a:lnTo>
                      <a:pt x="162" y="18"/>
                    </a:lnTo>
                    <a:lnTo>
                      <a:pt x="132" y="12"/>
                    </a:lnTo>
                    <a:lnTo>
                      <a:pt x="120" y="18"/>
                    </a:lnTo>
                    <a:lnTo>
                      <a:pt x="114" y="18"/>
                    </a:lnTo>
                    <a:lnTo>
                      <a:pt x="108" y="12"/>
                    </a:lnTo>
                    <a:lnTo>
                      <a:pt x="102" y="12"/>
                    </a:lnTo>
                    <a:lnTo>
                      <a:pt x="90" y="18"/>
                    </a:lnTo>
                    <a:lnTo>
                      <a:pt x="84" y="24"/>
                    </a:lnTo>
                    <a:lnTo>
                      <a:pt x="66" y="60"/>
                    </a:lnTo>
                    <a:lnTo>
                      <a:pt x="60" y="66"/>
                    </a:lnTo>
                    <a:lnTo>
                      <a:pt x="60" y="90"/>
                    </a:lnTo>
                    <a:lnTo>
                      <a:pt x="48" y="96"/>
                    </a:lnTo>
                    <a:lnTo>
                      <a:pt x="30" y="132"/>
                    </a:lnTo>
                    <a:lnTo>
                      <a:pt x="0" y="162"/>
                    </a:lnTo>
                    <a:lnTo>
                      <a:pt x="6" y="168"/>
                    </a:lnTo>
                    <a:lnTo>
                      <a:pt x="12" y="168"/>
                    </a:lnTo>
                    <a:lnTo>
                      <a:pt x="18" y="174"/>
                    </a:lnTo>
                    <a:lnTo>
                      <a:pt x="24" y="186"/>
                    </a:lnTo>
                    <a:lnTo>
                      <a:pt x="24" y="204"/>
                    </a:lnTo>
                    <a:lnTo>
                      <a:pt x="42" y="222"/>
                    </a:lnTo>
                    <a:lnTo>
                      <a:pt x="42" y="246"/>
                    </a:lnTo>
                    <a:lnTo>
                      <a:pt x="48" y="252"/>
                    </a:lnTo>
                    <a:lnTo>
                      <a:pt x="126" y="252"/>
                    </a:lnTo>
                    <a:lnTo>
                      <a:pt x="126" y="240"/>
                    </a:lnTo>
                    <a:lnTo>
                      <a:pt x="180" y="240"/>
                    </a:lnTo>
                    <a:lnTo>
                      <a:pt x="180" y="252"/>
                    </a:lnTo>
                    <a:lnTo>
                      <a:pt x="192" y="246"/>
                    </a:lnTo>
                    <a:lnTo>
                      <a:pt x="198" y="252"/>
                    </a:lnTo>
                    <a:lnTo>
                      <a:pt x="204" y="264"/>
                    </a:lnTo>
                    <a:lnTo>
                      <a:pt x="216" y="264"/>
                    </a:lnTo>
                    <a:lnTo>
                      <a:pt x="222" y="258"/>
                    </a:lnTo>
                    <a:lnTo>
                      <a:pt x="246" y="258"/>
                    </a:lnTo>
                    <a:lnTo>
                      <a:pt x="252" y="264"/>
                    </a:lnTo>
                    <a:lnTo>
                      <a:pt x="252" y="270"/>
                    </a:lnTo>
                    <a:lnTo>
                      <a:pt x="246" y="276"/>
                    </a:lnTo>
                    <a:lnTo>
                      <a:pt x="234" y="282"/>
                    </a:lnTo>
                    <a:lnTo>
                      <a:pt x="228" y="288"/>
                    </a:lnTo>
                    <a:lnTo>
                      <a:pt x="204" y="288"/>
                    </a:lnTo>
                    <a:lnTo>
                      <a:pt x="186" y="282"/>
                    </a:lnTo>
                    <a:lnTo>
                      <a:pt x="180" y="270"/>
                    </a:lnTo>
                    <a:lnTo>
                      <a:pt x="168" y="264"/>
                    </a:lnTo>
                    <a:lnTo>
                      <a:pt x="162" y="258"/>
                    </a:lnTo>
                    <a:lnTo>
                      <a:pt x="156" y="264"/>
                    </a:lnTo>
                    <a:lnTo>
                      <a:pt x="150" y="276"/>
                    </a:lnTo>
                    <a:lnTo>
                      <a:pt x="126" y="276"/>
                    </a:lnTo>
                    <a:lnTo>
                      <a:pt x="120" y="282"/>
                    </a:lnTo>
                    <a:lnTo>
                      <a:pt x="108" y="282"/>
                    </a:lnTo>
                    <a:lnTo>
                      <a:pt x="108" y="294"/>
                    </a:lnTo>
                    <a:lnTo>
                      <a:pt x="36" y="294"/>
                    </a:lnTo>
                    <a:lnTo>
                      <a:pt x="36" y="318"/>
                    </a:lnTo>
                    <a:lnTo>
                      <a:pt x="30" y="324"/>
                    </a:lnTo>
                    <a:lnTo>
                      <a:pt x="30" y="336"/>
                    </a:lnTo>
                    <a:lnTo>
                      <a:pt x="36" y="342"/>
                    </a:lnTo>
                    <a:lnTo>
                      <a:pt x="42" y="354"/>
                    </a:lnTo>
                    <a:lnTo>
                      <a:pt x="48" y="360"/>
                    </a:lnTo>
                    <a:lnTo>
                      <a:pt x="60" y="366"/>
                    </a:lnTo>
                    <a:lnTo>
                      <a:pt x="66" y="366"/>
                    </a:lnTo>
                    <a:lnTo>
                      <a:pt x="72" y="360"/>
                    </a:lnTo>
                    <a:lnTo>
                      <a:pt x="78" y="360"/>
                    </a:lnTo>
                    <a:lnTo>
                      <a:pt x="90" y="348"/>
                    </a:lnTo>
                    <a:lnTo>
                      <a:pt x="126" y="348"/>
                    </a:lnTo>
                    <a:lnTo>
                      <a:pt x="156" y="324"/>
                    </a:lnTo>
                    <a:lnTo>
                      <a:pt x="294" y="330"/>
                    </a:lnTo>
                    <a:lnTo>
                      <a:pt x="294" y="336"/>
                    </a:lnTo>
                    <a:lnTo>
                      <a:pt x="300" y="348"/>
                    </a:lnTo>
                    <a:lnTo>
                      <a:pt x="318" y="348"/>
                    </a:lnTo>
                    <a:lnTo>
                      <a:pt x="324" y="342"/>
                    </a:lnTo>
                    <a:lnTo>
                      <a:pt x="330" y="348"/>
                    </a:lnTo>
                    <a:lnTo>
                      <a:pt x="336" y="360"/>
                    </a:lnTo>
                    <a:lnTo>
                      <a:pt x="342" y="366"/>
                    </a:lnTo>
                    <a:lnTo>
                      <a:pt x="354" y="366"/>
                    </a:lnTo>
                    <a:lnTo>
                      <a:pt x="366" y="360"/>
                    </a:lnTo>
                    <a:lnTo>
                      <a:pt x="372" y="354"/>
                    </a:lnTo>
                    <a:lnTo>
                      <a:pt x="414" y="354"/>
                    </a:lnTo>
                    <a:lnTo>
                      <a:pt x="414" y="288"/>
                    </a:lnTo>
                    <a:lnTo>
                      <a:pt x="408" y="276"/>
                    </a:lnTo>
                    <a:lnTo>
                      <a:pt x="402" y="27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4" name="Saudi Arabia" descr="© INSCALE GmbH, 05.05.2010&#10;http://www.presentationload.com/">
                <a:extLst>
                  <a:ext uri="{FF2B5EF4-FFF2-40B4-BE49-F238E27FC236}">
                    <a16:creationId xmlns:a16="http://schemas.microsoft.com/office/drawing/2014/main" id="{5B7D06D6-02FE-D0E1-F900-C550251D2E8C}"/>
                  </a:ext>
                </a:extLst>
              </p:cNvPr>
              <p:cNvSpPr>
                <a:spLocks/>
              </p:cNvSpPr>
              <p:nvPr/>
            </p:nvSpPr>
            <p:spPr bwMode="gray">
              <a:xfrm>
                <a:off x="5148533" y="2235663"/>
                <a:ext cx="563301" cy="483255"/>
              </a:xfrm>
              <a:custGeom>
                <a:avLst/>
                <a:gdLst>
                  <a:gd name="T0" fmla="*/ 2147483647 w 1488"/>
                  <a:gd name="T1" fmla="*/ 2147483647 h 1278"/>
                  <a:gd name="T2" fmla="*/ 2147483647 w 1488"/>
                  <a:gd name="T3" fmla="*/ 2147483647 h 1278"/>
                  <a:gd name="T4" fmla="*/ 2147483647 w 1488"/>
                  <a:gd name="T5" fmla="*/ 2147483647 h 1278"/>
                  <a:gd name="T6" fmla="*/ 2147483647 w 1488"/>
                  <a:gd name="T7" fmla="*/ 2147483647 h 1278"/>
                  <a:gd name="T8" fmla="*/ 2147483647 w 1488"/>
                  <a:gd name="T9" fmla="*/ 2147483647 h 1278"/>
                  <a:gd name="T10" fmla="*/ 2147483647 w 1488"/>
                  <a:gd name="T11" fmla="*/ 2147483647 h 1278"/>
                  <a:gd name="T12" fmla="*/ 2147483647 w 1488"/>
                  <a:gd name="T13" fmla="*/ 2147483647 h 1278"/>
                  <a:gd name="T14" fmla="*/ 2147483647 w 1488"/>
                  <a:gd name="T15" fmla="*/ 2147483647 h 1278"/>
                  <a:gd name="T16" fmla="*/ 2147483647 w 1488"/>
                  <a:gd name="T17" fmla="*/ 2147483647 h 1278"/>
                  <a:gd name="T18" fmla="*/ 2147483647 w 1488"/>
                  <a:gd name="T19" fmla="*/ 2147483647 h 1278"/>
                  <a:gd name="T20" fmla="*/ 2147483647 w 1488"/>
                  <a:gd name="T21" fmla="*/ 2147483647 h 1278"/>
                  <a:gd name="T22" fmla="*/ 2147483647 w 1488"/>
                  <a:gd name="T23" fmla="*/ 2147483647 h 1278"/>
                  <a:gd name="T24" fmla="*/ 2147483647 w 1488"/>
                  <a:gd name="T25" fmla="*/ 2147483647 h 1278"/>
                  <a:gd name="T26" fmla="*/ 2147483647 w 1488"/>
                  <a:gd name="T27" fmla="*/ 2147483647 h 1278"/>
                  <a:gd name="T28" fmla="*/ 2147483647 w 1488"/>
                  <a:gd name="T29" fmla="*/ 2147483647 h 1278"/>
                  <a:gd name="T30" fmla="*/ 2147483647 w 1488"/>
                  <a:gd name="T31" fmla="*/ 2147483647 h 1278"/>
                  <a:gd name="T32" fmla="*/ 2147483647 w 1488"/>
                  <a:gd name="T33" fmla="*/ 2147483647 h 1278"/>
                  <a:gd name="T34" fmla="*/ 2147483647 w 1488"/>
                  <a:gd name="T35" fmla="*/ 2147483647 h 1278"/>
                  <a:gd name="T36" fmla="*/ 2147483647 w 1488"/>
                  <a:gd name="T37" fmla="*/ 2147483647 h 1278"/>
                  <a:gd name="T38" fmla="*/ 2147483647 w 1488"/>
                  <a:gd name="T39" fmla="*/ 0 h 1278"/>
                  <a:gd name="T40" fmla="*/ 2147483647 w 1488"/>
                  <a:gd name="T41" fmla="*/ 2147483647 h 1278"/>
                  <a:gd name="T42" fmla="*/ 2147483647 w 1488"/>
                  <a:gd name="T43" fmla="*/ 2147483647 h 1278"/>
                  <a:gd name="T44" fmla="*/ 2147483647 w 1488"/>
                  <a:gd name="T45" fmla="*/ 2147483647 h 1278"/>
                  <a:gd name="T46" fmla="*/ 2147483647 w 1488"/>
                  <a:gd name="T47" fmla="*/ 2147483647 h 1278"/>
                  <a:gd name="T48" fmla="*/ 2147483647 w 1488"/>
                  <a:gd name="T49" fmla="*/ 2147483647 h 1278"/>
                  <a:gd name="T50" fmla="*/ 2147483647 w 1488"/>
                  <a:gd name="T51" fmla="*/ 2147483647 h 1278"/>
                  <a:gd name="T52" fmla="*/ 2147483647 w 1488"/>
                  <a:gd name="T53" fmla="*/ 2147483647 h 1278"/>
                  <a:gd name="T54" fmla="*/ 2147483647 w 1488"/>
                  <a:gd name="T55" fmla="*/ 2147483647 h 1278"/>
                  <a:gd name="T56" fmla="*/ 2147483647 w 1488"/>
                  <a:gd name="T57" fmla="*/ 2147483647 h 1278"/>
                  <a:gd name="T58" fmla="*/ 2147483647 w 1488"/>
                  <a:gd name="T59" fmla="*/ 2147483647 h 1278"/>
                  <a:gd name="T60" fmla="*/ 2147483647 w 1488"/>
                  <a:gd name="T61" fmla="*/ 2147483647 h 1278"/>
                  <a:gd name="T62" fmla="*/ 0 w 1488"/>
                  <a:gd name="T63" fmla="*/ 2147483647 h 1278"/>
                  <a:gd name="T64" fmla="*/ 2147483647 w 1488"/>
                  <a:gd name="T65" fmla="*/ 2147483647 h 1278"/>
                  <a:gd name="T66" fmla="*/ 2147483647 w 1488"/>
                  <a:gd name="T67" fmla="*/ 2147483647 h 1278"/>
                  <a:gd name="T68" fmla="*/ 2147483647 w 1488"/>
                  <a:gd name="T69" fmla="*/ 2147483647 h 1278"/>
                  <a:gd name="T70" fmla="*/ 2147483647 w 1488"/>
                  <a:gd name="T71" fmla="*/ 2147483647 h 1278"/>
                  <a:gd name="T72" fmla="*/ 2147483647 w 1488"/>
                  <a:gd name="T73" fmla="*/ 2147483647 h 1278"/>
                  <a:gd name="T74" fmla="*/ 2147483647 w 1488"/>
                  <a:gd name="T75" fmla="*/ 2147483647 h 1278"/>
                  <a:gd name="T76" fmla="*/ 2147483647 w 1488"/>
                  <a:gd name="T77" fmla="*/ 2147483647 h 1278"/>
                  <a:gd name="T78" fmla="*/ 2147483647 w 1488"/>
                  <a:gd name="T79" fmla="*/ 2147483647 h 1278"/>
                  <a:gd name="T80" fmla="*/ 2147483647 w 1488"/>
                  <a:gd name="T81" fmla="*/ 2147483647 h 1278"/>
                  <a:gd name="T82" fmla="*/ 2147483647 w 1488"/>
                  <a:gd name="T83" fmla="*/ 2147483647 h 1278"/>
                  <a:gd name="T84" fmla="*/ 2147483647 w 1488"/>
                  <a:gd name="T85" fmla="*/ 2147483647 h 1278"/>
                  <a:gd name="T86" fmla="*/ 2147483647 w 1488"/>
                  <a:gd name="T87" fmla="*/ 2147483647 h 1278"/>
                  <a:gd name="T88" fmla="*/ 2147483647 w 1488"/>
                  <a:gd name="T89" fmla="*/ 2147483647 h 1278"/>
                  <a:gd name="T90" fmla="*/ 2147483647 w 1488"/>
                  <a:gd name="T91" fmla="*/ 2147483647 h 1278"/>
                  <a:gd name="T92" fmla="*/ 2147483647 w 1488"/>
                  <a:gd name="T93" fmla="*/ 2147483647 h 1278"/>
                  <a:gd name="T94" fmla="*/ 2147483647 w 1488"/>
                  <a:gd name="T95" fmla="*/ 2147483647 h 1278"/>
                  <a:gd name="T96" fmla="*/ 2147483647 w 1488"/>
                  <a:gd name="T97" fmla="*/ 2147483647 h 1278"/>
                  <a:gd name="T98" fmla="*/ 2147483647 w 1488"/>
                  <a:gd name="T99" fmla="*/ 2147483647 h 1278"/>
                  <a:gd name="T100" fmla="*/ 2147483647 w 1488"/>
                  <a:gd name="T101" fmla="*/ 2147483647 h 1278"/>
                  <a:gd name="T102" fmla="*/ 2147483647 w 1488"/>
                  <a:gd name="T103" fmla="*/ 2147483647 h 1278"/>
                  <a:gd name="T104" fmla="*/ 2147483647 w 1488"/>
                  <a:gd name="T105" fmla="*/ 2147483647 h 1278"/>
                  <a:gd name="T106" fmla="*/ 2147483647 w 1488"/>
                  <a:gd name="T107" fmla="*/ 2147483647 h 1278"/>
                  <a:gd name="T108" fmla="*/ 2147483647 w 1488"/>
                  <a:gd name="T109" fmla="*/ 2147483647 h 1278"/>
                  <a:gd name="T110" fmla="*/ 2147483647 w 1488"/>
                  <a:gd name="T111" fmla="*/ 2147483647 h 1278"/>
                  <a:gd name="T112" fmla="*/ 2147483647 w 1488"/>
                  <a:gd name="T113" fmla="*/ 2147483647 h 1278"/>
                  <a:gd name="T114" fmla="*/ 2147483647 w 1488"/>
                  <a:gd name="T115" fmla="*/ 2147483647 h 1278"/>
                  <a:gd name="T116" fmla="*/ 2147483647 w 1488"/>
                  <a:gd name="T117" fmla="*/ 2147483647 h 127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488"/>
                  <a:gd name="T178" fmla="*/ 0 h 1278"/>
                  <a:gd name="T179" fmla="*/ 1488 w 1488"/>
                  <a:gd name="T180" fmla="*/ 1278 h 127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488" h="1278">
                    <a:moveTo>
                      <a:pt x="1464" y="792"/>
                    </a:moveTo>
                    <a:lnTo>
                      <a:pt x="1464" y="780"/>
                    </a:lnTo>
                    <a:lnTo>
                      <a:pt x="1458" y="774"/>
                    </a:lnTo>
                    <a:lnTo>
                      <a:pt x="1416" y="768"/>
                    </a:lnTo>
                    <a:lnTo>
                      <a:pt x="1320" y="756"/>
                    </a:lnTo>
                    <a:lnTo>
                      <a:pt x="1284" y="750"/>
                    </a:lnTo>
                    <a:lnTo>
                      <a:pt x="1266" y="750"/>
                    </a:lnTo>
                    <a:lnTo>
                      <a:pt x="1260" y="738"/>
                    </a:lnTo>
                    <a:lnTo>
                      <a:pt x="1248" y="732"/>
                    </a:lnTo>
                    <a:lnTo>
                      <a:pt x="1242" y="720"/>
                    </a:lnTo>
                    <a:lnTo>
                      <a:pt x="1218" y="696"/>
                    </a:lnTo>
                    <a:lnTo>
                      <a:pt x="1206" y="672"/>
                    </a:lnTo>
                    <a:lnTo>
                      <a:pt x="1188" y="654"/>
                    </a:lnTo>
                    <a:lnTo>
                      <a:pt x="1188" y="642"/>
                    </a:lnTo>
                    <a:lnTo>
                      <a:pt x="1182" y="636"/>
                    </a:lnTo>
                    <a:lnTo>
                      <a:pt x="1182" y="618"/>
                    </a:lnTo>
                    <a:lnTo>
                      <a:pt x="1176" y="624"/>
                    </a:lnTo>
                    <a:lnTo>
                      <a:pt x="1164" y="612"/>
                    </a:lnTo>
                    <a:lnTo>
                      <a:pt x="1146" y="612"/>
                    </a:lnTo>
                    <a:lnTo>
                      <a:pt x="1140" y="600"/>
                    </a:lnTo>
                    <a:lnTo>
                      <a:pt x="1134" y="594"/>
                    </a:lnTo>
                    <a:lnTo>
                      <a:pt x="1128" y="582"/>
                    </a:lnTo>
                    <a:lnTo>
                      <a:pt x="1122" y="564"/>
                    </a:lnTo>
                    <a:lnTo>
                      <a:pt x="1116" y="552"/>
                    </a:lnTo>
                    <a:lnTo>
                      <a:pt x="1116" y="540"/>
                    </a:lnTo>
                    <a:lnTo>
                      <a:pt x="1110" y="534"/>
                    </a:lnTo>
                    <a:lnTo>
                      <a:pt x="1098" y="528"/>
                    </a:lnTo>
                    <a:lnTo>
                      <a:pt x="1086" y="516"/>
                    </a:lnTo>
                    <a:lnTo>
                      <a:pt x="1074" y="510"/>
                    </a:lnTo>
                    <a:lnTo>
                      <a:pt x="1068" y="498"/>
                    </a:lnTo>
                    <a:lnTo>
                      <a:pt x="1068" y="462"/>
                    </a:lnTo>
                    <a:lnTo>
                      <a:pt x="1062" y="450"/>
                    </a:lnTo>
                    <a:lnTo>
                      <a:pt x="1062" y="438"/>
                    </a:lnTo>
                    <a:lnTo>
                      <a:pt x="1050" y="426"/>
                    </a:lnTo>
                    <a:lnTo>
                      <a:pt x="1002" y="402"/>
                    </a:lnTo>
                    <a:lnTo>
                      <a:pt x="996" y="396"/>
                    </a:lnTo>
                    <a:lnTo>
                      <a:pt x="990" y="384"/>
                    </a:lnTo>
                    <a:lnTo>
                      <a:pt x="990" y="360"/>
                    </a:lnTo>
                    <a:lnTo>
                      <a:pt x="972" y="342"/>
                    </a:lnTo>
                    <a:lnTo>
                      <a:pt x="966" y="330"/>
                    </a:lnTo>
                    <a:lnTo>
                      <a:pt x="960" y="324"/>
                    </a:lnTo>
                    <a:lnTo>
                      <a:pt x="960" y="300"/>
                    </a:lnTo>
                    <a:lnTo>
                      <a:pt x="954" y="300"/>
                    </a:lnTo>
                    <a:lnTo>
                      <a:pt x="948" y="294"/>
                    </a:lnTo>
                    <a:lnTo>
                      <a:pt x="882" y="294"/>
                    </a:lnTo>
                    <a:lnTo>
                      <a:pt x="876" y="288"/>
                    </a:lnTo>
                    <a:lnTo>
                      <a:pt x="876" y="252"/>
                    </a:lnTo>
                    <a:lnTo>
                      <a:pt x="852" y="246"/>
                    </a:lnTo>
                    <a:lnTo>
                      <a:pt x="804" y="246"/>
                    </a:lnTo>
                    <a:lnTo>
                      <a:pt x="750" y="240"/>
                    </a:lnTo>
                    <a:lnTo>
                      <a:pt x="684" y="240"/>
                    </a:lnTo>
                    <a:lnTo>
                      <a:pt x="492" y="96"/>
                    </a:lnTo>
                    <a:lnTo>
                      <a:pt x="480" y="90"/>
                    </a:lnTo>
                    <a:lnTo>
                      <a:pt x="474" y="84"/>
                    </a:lnTo>
                    <a:lnTo>
                      <a:pt x="426" y="60"/>
                    </a:lnTo>
                    <a:lnTo>
                      <a:pt x="414" y="48"/>
                    </a:lnTo>
                    <a:lnTo>
                      <a:pt x="402" y="42"/>
                    </a:lnTo>
                    <a:lnTo>
                      <a:pt x="372" y="12"/>
                    </a:lnTo>
                    <a:lnTo>
                      <a:pt x="306" y="12"/>
                    </a:lnTo>
                    <a:lnTo>
                      <a:pt x="294" y="0"/>
                    </a:lnTo>
                    <a:lnTo>
                      <a:pt x="288" y="6"/>
                    </a:lnTo>
                    <a:lnTo>
                      <a:pt x="276" y="12"/>
                    </a:lnTo>
                    <a:lnTo>
                      <a:pt x="270" y="12"/>
                    </a:lnTo>
                    <a:lnTo>
                      <a:pt x="264" y="18"/>
                    </a:lnTo>
                    <a:lnTo>
                      <a:pt x="252" y="24"/>
                    </a:lnTo>
                    <a:lnTo>
                      <a:pt x="210" y="24"/>
                    </a:lnTo>
                    <a:lnTo>
                      <a:pt x="198" y="48"/>
                    </a:lnTo>
                    <a:lnTo>
                      <a:pt x="132" y="48"/>
                    </a:lnTo>
                    <a:lnTo>
                      <a:pt x="120" y="54"/>
                    </a:lnTo>
                    <a:lnTo>
                      <a:pt x="108" y="54"/>
                    </a:lnTo>
                    <a:lnTo>
                      <a:pt x="108" y="60"/>
                    </a:lnTo>
                    <a:lnTo>
                      <a:pt x="132" y="60"/>
                    </a:lnTo>
                    <a:lnTo>
                      <a:pt x="144" y="66"/>
                    </a:lnTo>
                    <a:lnTo>
                      <a:pt x="156" y="66"/>
                    </a:lnTo>
                    <a:lnTo>
                      <a:pt x="180" y="90"/>
                    </a:lnTo>
                    <a:lnTo>
                      <a:pt x="192" y="114"/>
                    </a:lnTo>
                    <a:lnTo>
                      <a:pt x="198" y="120"/>
                    </a:lnTo>
                    <a:lnTo>
                      <a:pt x="198" y="132"/>
                    </a:lnTo>
                    <a:lnTo>
                      <a:pt x="192" y="138"/>
                    </a:lnTo>
                    <a:lnTo>
                      <a:pt x="192" y="150"/>
                    </a:lnTo>
                    <a:lnTo>
                      <a:pt x="186" y="156"/>
                    </a:lnTo>
                    <a:lnTo>
                      <a:pt x="180" y="168"/>
                    </a:lnTo>
                    <a:lnTo>
                      <a:pt x="174" y="174"/>
                    </a:lnTo>
                    <a:lnTo>
                      <a:pt x="162" y="180"/>
                    </a:lnTo>
                    <a:lnTo>
                      <a:pt x="150" y="180"/>
                    </a:lnTo>
                    <a:lnTo>
                      <a:pt x="138" y="186"/>
                    </a:lnTo>
                    <a:lnTo>
                      <a:pt x="132" y="186"/>
                    </a:lnTo>
                    <a:lnTo>
                      <a:pt x="120" y="198"/>
                    </a:lnTo>
                    <a:lnTo>
                      <a:pt x="120" y="210"/>
                    </a:lnTo>
                    <a:lnTo>
                      <a:pt x="108" y="234"/>
                    </a:lnTo>
                    <a:lnTo>
                      <a:pt x="96" y="246"/>
                    </a:lnTo>
                    <a:lnTo>
                      <a:pt x="60" y="246"/>
                    </a:lnTo>
                    <a:lnTo>
                      <a:pt x="36" y="234"/>
                    </a:lnTo>
                    <a:lnTo>
                      <a:pt x="6" y="234"/>
                    </a:lnTo>
                    <a:lnTo>
                      <a:pt x="6" y="264"/>
                    </a:lnTo>
                    <a:lnTo>
                      <a:pt x="0" y="306"/>
                    </a:lnTo>
                    <a:lnTo>
                      <a:pt x="0" y="348"/>
                    </a:lnTo>
                    <a:lnTo>
                      <a:pt x="6" y="372"/>
                    </a:lnTo>
                    <a:lnTo>
                      <a:pt x="24" y="378"/>
                    </a:lnTo>
                    <a:lnTo>
                      <a:pt x="36" y="390"/>
                    </a:lnTo>
                    <a:lnTo>
                      <a:pt x="54" y="390"/>
                    </a:lnTo>
                    <a:lnTo>
                      <a:pt x="72" y="408"/>
                    </a:lnTo>
                    <a:lnTo>
                      <a:pt x="90" y="438"/>
                    </a:lnTo>
                    <a:lnTo>
                      <a:pt x="102" y="474"/>
                    </a:lnTo>
                    <a:lnTo>
                      <a:pt x="120" y="504"/>
                    </a:lnTo>
                    <a:lnTo>
                      <a:pt x="132" y="516"/>
                    </a:lnTo>
                    <a:lnTo>
                      <a:pt x="150" y="528"/>
                    </a:lnTo>
                    <a:lnTo>
                      <a:pt x="162" y="540"/>
                    </a:lnTo>
                    <a:lnTo>
                      <a:pt x="174" y="558"/>
                    </a:lnTo>
                    <a:lnTo>
                      <a:pt x="180" y="570"/>
                    </a:lnTo>
                    <a:lnTo>
                      <a:pt x="186" y="594"/>
                    </a:lnTo>
                    <a:lnTo>
                      <a:pt x="192" y="612"/>
                    </a:lnTo>
                    <a:lnTo>
                      <a:pt x="198" y="636"/>
                    </a:lnTo>
                    <a:lnTo>
                      <a:pt x="210" y="648"/>
                    </a:lnTo>
                    <a:lnTo>
                      <a:pt x="234" y="660"/>
                    </a:lnTo>
                    <a:lnTo>
                      <a:pt x="264" y="660"/>
                    </a:lnTo>
                    <a:lnTo>
                      <a:pt x="282" y="666"/>
                    </a:lnTo>
                    <a:lnTo>
                      <a:pt x="294" y="678"/>
                    </a:lnTo>
                    <a:lnTo>
                      <a:pt x="312" y="708"/>
                    </a:lnTo>
                    <a:lnTo>
                      <a:pt x="330" y="756"/>
                    </a:lnTo>
                    <a:lnTo>
                      <a:pt x="336" y="804"/>
                    </a:lnTo>
                    <a:lnTo>
                      <a:pt x="342" y="840"/>
                    </a:lnTo>
                    <a:lnTo>
                      <a:pt x="348" y="870"/>
                    </a:lnTo>
                    <a:lnTo>
                      <a:pt x="366" y="906"/>
                    </a:lnTo>
                    <a:lnTo>
                      <a:pt x="384" y="924"/>
                    </a:lnTo>
                    <a:lnTo>
                      <a:pt x="390" y="936"/>
                    </a:lnTo>
                    <a:lnTo>
                      <a:pt x="414" y="936"/>
                    </a:lnTo>
                    <a:lnTo>
                      <a:pt x="438" y="948"/>
                    </a:lnTo>
                    <a:lnTo>
                      <a:pt x="456" y="972"/>
                    </a:lnTo>
                    <a:lnTo>
                      <a:pt x="480" y="1008"/>
                    </a:lnTo>
                    <a:lnTo>
                      <a:pt x="504" y="1056"/>
                    </a:lnTo>
                    <a:lnTo>
                      <a:pt x="552" y="1128"/>
                    </a:lnTo>
                    <a:lnTo>
                      <a:pt x="582" y="1170"/>
                    </a:lnTo>
                    <a:lnTo>
                      <a:pt x="606" y="1206"/>
                    </a:lnTo>
                    <a:lnTo>
                      <a:pt x="618" y="1236"/>
                    </a:lnTo>
                    <a:lnTo>
                      <a:pt x="618" y="1266"/>
                    </a:lnTo>
                    <a:lnTo>
                      <a:pt x="612" y="1278"/>
                    </a:lnTo>
                    <a:lnTo>
                      <a:pt x="624" y="1266"/>
                    </a:lnTo>
                    <a:lnTo>
                      <a:pt x="630" y="1254"/>
                    </a:lnTo>
                    <a:lnTo>
                      <a:pt x="636" y="1248"/>
                    </a:lnTo>
                    <a:lnTo>
                      <a:pt x="636" y="1200"/>
                    </a:lnTo>
                    <a:lnTo>
                      <a:pt x="642" y="1188"/>
                    </a:lnTo>
                    <a:lnTo>
                      <a:pt x="648" y="1182"/>
                    </a:lnTo>
                    <a:lnTo>
                      <a:pt x="654" y="1182"/>
                    </a:lnTo>
                    <a:lnTo>
                      <a:pt x="672" y="1200"/>
                    </a:lnTo>
                    <a:lnTo>
                      <a:pt x="696" y="1194"/>
                    </a:lnTo>
                    <a:lnTo>
                      <a:pt x="702" y="1188"/>
                    </a:lnTo>
                    <a:lnTo>
                      <a:pt x="792" y="1188"/>
                    </a:lnTo>
                    <a:lnTo>
                      <a:pt x="804" y="1194"/>
                    </a:lnTo>
                    <a:lnTo>
                      <a:pt x="810" y="1200"/>
                    </a:lnTo>
                    <a:lnTo>
                      <a:pt x="888" y="1200"/>
                    </a:lnTo>
                    <a:lnTo>
                      <a:pt x="894" y="1206"/>
                    </a:lnTo>
                    <a:lnTo>
                      <a:pt x="900" y="1218"/>
                    </a:lnTo>
                    <a:lnTo>
                      <a:pt x="912" y="1224"/>
                    </a:lnTo>
                    <a:lnTo>
                      <a:pt x="924" y="1224"/>
                    </a:lnTo>
                    <a:lnTo>
                      <a:pt x="930" y="1212"/>
                    </a:lnTo>
                    <a:lnTo>
                      <a:pt x="936" y="1206"/>
                    </a:lnTo>
                    <a:lnTo>
                      <a:pt x="936" y="1188"/>
                    </a:lnTo>
                    <a:lnTo>
                      <a:pt x="942" y="1176"/>
                    </a:lnTo>
                    <a:lnTo>
                      <a:pt x="948" y="1170"/>
                    </a:lnTo>
                    <a:lnTo>
                      <a:pt x="954" y="1158"/>
                    </a:lnTo>
                    <a:lnTo>
                      <a:pt x="966" y="1146"/>
                    </a:lnTo>
                    <a:lnTo>
                      <a:pt x="972" y="1134"/>
                    </a:lnTo>
                    <a:lnTo>
                      <a:pt x="990" y="1116"/>
                    </a:lnTo>
                    <a:lnTo>
                      <a:pt x="1020" y="1098"/>
                    </a:lnTo>
                    <a:lnTo>
                      <a:pt x="1050" y="1092"/>
                    </a:lnTo>
                    <a:lnTo>
                      <a:pt x="1068" y="1086"/>
                    </a:lnTo>
                    <a:lnTo>
                      <a:pt x="1092" y="1086"/>
                    </a:lnTo>
                    <a:lnTo>
                      <a:pt x="1140" y="1080"/>
                    </a:lnTo>
                    <a:lnTo>
                      <a:pt x="1188" y="1068"/>
                    </a:lnTo>
                    <a:lnTo>
                      <a:pt x="1230" y="1062"/>
                    </a:lnTo>
                    <a:lnTo>
                      <a:pt x="1248" y="1062"/>
                    </a:lnTo>
                    <a:lnTo>
                      <a:pt x="1452" y="990"/>
                    </a:lnTo>
                    <a:lnTo>
                      <a:pt x="1488" y="816"/>
                    </a:lnTo>
                    <a:lnTo>
                      <a:pt x="1482" y="810"/>
                    </a:lnTo>
                    <a:lnTo>
                      <a:pt x="1470" y="804"/>
                    </a:lnTo>
                    <a:lnTo>
                      <a:pt x="1464" y="798"/>
                    </a:lnTo>
                    <a:lnTo>
                      <a:pt x="1464" y="79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5" name="Rwanda" descr="© INSCALE GmbH, 05.05.2010&#10;http://www.presentationload.com/">
                <a:extLst>
                  <a:ext uri="{FF2B5EF4-FFF2-40B4-BE49-F238E27FC236}">
                    <a16:creationId xmlns:a16="http://schemas.microsoft.com/office/drawing/2014/main" id="{BEF191A3-3AA0-9E4B-C719-FD20C25EA41E}"/>
                  </a:ext>
                </a:extLst>
              </p:cNvPr>
              <p:cNvSpPr>
                <a:spLocks/>
              </p:cNvSpPr>
              <p:nvPr/>
            </p:nvSpPr>
            <p:spPr bwMode="gray">
              <a:xfrm>
                <a:off x="5012154" y="3249609"/>
                <a:ext cx="56330" cy="56330"/>
              </a:xfrm>
              <a:custGeom>
                <a:avLst/>
                <a:gdLst>
                  <a:gd name="T0" fmla="*/ 2147483647 w 150"/>
                  <a:gd name="T1" fmla="*/ 2147483647 h 150"/>
                  <a:gd name="T2" fmla="*/ 2147483647 w 150"/>
                  <a:gd name="T3" fmla="*/ 2147483647 h 150"/>
                  <a:gd name="T4" fmla="*/ 2147483647 w 150"/>
                  <a:gd name="T5" fmla="*/ 2147483647 h 150"/>
                  <a:gd name="T6" fmla="*/ 2147483647 w 150"/>
                  <a:gd name="T7" fmla="*/ 2147483647 h 150"/>
                  <a:gd name="T8" fmla="*/ 2147483647 w 150"/>
                  <a:gd name="T9" fmla="*/ 2147483647 h 150"/>
                  <a:gd name="T10" fmla="*/ 2147483647 w 150"/>
                  <a:gd name="T11" fmla="*/ 2147483647 h 150"/>
                  <a:gd name="T12" fmla="*/ 2147483647 w 150"/>
                  <a:gd name="T13" fmla="*/ 2147483647 h 150"/>
                  <a:gd name="T14" fmla="*/ 2147483647 w 150"/>
                  <a:gd name="T15" fmla="*/ 2147483647 h 150"/>
                  <a:gd name="T16" fmla="*/ 2147483647 w 150"/>
                  <a:gd name="T17" fmla="*/ 2147483647 h 150"/>
                  <a:gd name="T18" fmla="*/ 2147483647 w 150"/>
                  <a:gd name="T19" fmla="*/ 2147483647 h 150"/>
                  <a:gd name="T20" fmla="*/ 2147483647 w 150"/>
                  <a:gd name="T21" fmla="*/ 2147483647 h 150"/>
                  <a:gd name="T22" fmla="*/ 2147483647 w 150"/>
                  <a:gd name="T23" fmla="*/ 2147483647 h 150"/>
                  <a:gd name="T24" fmla="*/ 2147483647 w 150"/>
                  <a:gd name="T25" fmla="*/ 2147483647 h 150"/>
                  <a:gd name="T26" fmla="*/ 2147483647 w 150"/>
                  <a:gd name="T27" fmla="*/ 0 h 150"/>
                  <a:gd name="T28" fmla="*/ 2147483647 w 150"/>
                  <a:gd name="T29" fmla="*/ 2147483647 h 150"/>
                  <a:gd name="T30" fmla="*/ 2147483647 w 150"/>
                  <a:gd name="T31" fmla="*/ 2147483647 h 150"/>
                  <a:gd name="T32" fmla="*/ 2147483647 w 150"/>
                  <a:gd name="T33" fmla="*/ 2147483647 h 150"/>
                  <a:gd name="T34" fmla="*/ 2147483647 w 150"/>
                  <a:gd name="T35" fmla="*/ 2147483647 h 150"/>
                  <a:gd name="T36" fmla="*/ 2147483647 w 150"/>
                  <a:gd name="T37" fmla="*/ 2147483647 h 150"/>
                  <a:gd name="T38" fmla="*/ 2147483647 w 150"/>
                  <a:gd name="T39" fmla="*/ 2147483647 h 150"/>
                  <a:gd name="T40" fmla="*/ 2147483647 w 150"/>
                  <a:gd name="T41" fmla="*/ 2147483647 h 150"/>
                  <a:gd name="T42" fmla="*/ 2147483647 w 150"/>
                  <a:gd name="T43" fmla="*/ 2147483647 h 150"/>
                  <a:gd name="T44" fmla="*/ 2147483647 w 150"/>
                  <a:gd name="T45" fmla="*/ 2147483647 h 150"/>
                  <a:gd name="T46" fmla="*/ 2147483647 w 150"/>
                  <a:gd name="T47" fmla="*/ 2147483647 h 150"/>
                  <a:gd name="T48" fmla="*/ 2147483647 w 150"/>
                  <a:gd name="T49" fmla="*/ 2147483647 h 150"/>
                  <a:gd name="T50" fmla="*/ 2147483647 w 150"/>
                  <a:gd name="T51" fmla="*/ 2147483647 h 150"/>
                  <a:gd name="T52" fmla="*/ 2147483647 w 150"/>
                  <a:gd name="T53" fmla="*/ 2147483647 h 150"/>
                  <a:gd name="T54" fmla="*/ 2147483647 w 150"/>
                  <a:gd name="T55" fmla="*/ 2147483647 h 150"/>
                  <a:gd name="T56" fmla="*/ 2147483647 w 150"/>
                  <a:gd name="T57" fmla="*/ 2147483647 h 150"/>
                  <a:gd name="T58" fmla="*/ 2147483647 w 150"/>
                  <a:gd name="T59" fmla="*/ 2147483647 h 150"/>
                  <a:gd name="T60" fmla="*/ 0 w 150"/>
                  <a:gd name="T61" fmla="*/ 2147483647 h 150"/>
                  <a:gd name="T62" fmla="*/ 0 w 150"/>
                  <a:gd name="T63" fmla="*/ 2147483647 h 150"/>
                  <a:gd name="T64" fmla="*/ 2147483647 w 150"/>
                  <a:gd name="T65" fmla="*/ 2147483647 h 150"/>
                  <a:gd name="T66" fmla="*/ 2147483647 w 150"/>
                  <a:gd name="T67" fmla="*/ 2147483647 h 150"/>
                  <a:gd name="T68" fmla="*/ 2147483647 w 150"/>
                  <a:gd name="T69" fmla="*/ 2147483647 h 150"/>
                  <a:gd name="T70" fmla="*/ 2147483647 w 150"/>
                  <a:gd name="T71" fmla="*/ 2147483647 h 150"/>
                  <a:gd name="T72" fmla="*/ 2147483647 w 150"/>
                  <a:gd name="T73" fmla="*/ 2147483647 h 15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50"/>
                  <a:gd name="T112" fmla="*/ 0 h 150"/>
                  <a:gd name="T113" fmla="*/ 150 w 150"/>
                  <a:gd name="T114" fmla="*/ 150 h 15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50" h="150">
                    <a:moveTo>
                      <a:pt x="48" y="150"/>
                    </a:moveTo>
                    <a:lnTo>
                      <a:pt x="54" y="150"/>
                    </a:lnTo>
                    <a:lnTo>
                      <a:pt x="60" y="144"/>
                    </a:lnTo>
                    <a:lnTo>
                      <a:pt x="72" y="138"/>
                    </a:lnTo>
                    <a:lnTo>
                      <a:pt x="78" y="114"/>
                    </a:lnTo>
                    <a:lnTo>
                      <a:pt x="138" y="114"/>
                    </a:lnTo>
                    <a:lnTo>
                      <a:pt x="150" y="102"/>
                    </a:lnTo>
                    <a:lnTo>
                      <a:pt x="150" y="72"/>
                    </a:lnTo>
                    <a:lnTo>
                      <a:pt x="144" y="66"/>
                    </a:lnTo>
                    <a:lnTo>
                      <a:pt x="144" y="48"/>
                    </a:lnTo>
                    <a:lnTo>
                      <a:pt x="138" y="42"/>
                    </a:lnTo>
                    <a:lnTo>
                      <a:pt x="132" y="30"/>
                    </a:lnTo>
                    <a:lnTo>
                      <a:pt x="126" y="24"/>
                    </a:lnTo>
                    <a:lnTo>
                      <a:pt x="132" y="0"/>
                    </a:lnTo>
                    <a:lnTo>
                      <a:pt x="108" y="6"/>
                    </a:lnTo>
                    <a:lnTo>
                      <a:pt x="108" y="12"/>
                    </a:lnTo>
                    <a:lnTo>
                      <a:pt x="102" y="18"/>
                    </a:lnTo>
                    <a:lnTo>
                      <a:pt x="90" y="42"/>
                    </a:lnTo>
                    <a:lnTo>
                      <a:pt x="84" y="42"/>
                    </a:lnTo>
                    <a:lnTo>
                      <a:pt x="72" y="30"/>
                    </a:lnTo>
                    <a:lnTo>
                      <a:pt x="54" y="30"/>
                    </a:lnTo>
                    <a:lnTo>
                      <a:pt x="48" y="36"/>
                    </a:lnTo>
                    <a:lnTo>
                      <a:pt x="24" y="48"/>
                    </a:lnTo>
                    <a:lnTo>
                      <a:pt x="18" y="54"/>
                    </a:lnTo>
                    <a:lnTo>
                      <a:pt x="18" y="60"/>
                    </a:lnTo>
                    <a:lnTo>
                      <a:pt x="24" y="72"/>
                    </a:lnTo>
                    <a:lnTo>
                      <a:pt x="30" y="78"/>
                    </a:lnTo>
                    <a:lnTo>
                      <a:pt x="30" y="90"/>
                    </a:lnTo>
                    <a:lnTo>
                      <a:pt x="18" y="102"/>
                    </a:lnTo>
                    <a:lnTo>
                      <a:pt x="6" y="108"/>
                    </a:lnTo>
                    <a:lnTo>
                      <a:pt x="0" y="120"/>
                    </a:lnTo>
                    <a:lnTo>
                      <a:pt x="0" y="126"/>
                    </a:lnTo>
                    <a:lnTo>
                      <a:pt x="6" y="132"/>
                    </a:lnTo>
                    <a:lnTo>
                      <a:pt x="30" y="132"/>
                    </a:lnTo>
                    <a:lnTo>
                      <a:pt x="36" y="144"/>
                    </a:lnTo>
                    <a:lnTo>
                      <a:pt x="42" y="150"/>
                    </a:lnTo>
                    <a:lnTo>
                      <a:pt x="48" y="15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6" name="Russia (Urup,Simushir)" descr="© INSCALE GmbH, 05.05.2010&#10;http://www.presentationload.com/">
                <a:extLst>
                  <a:ext uri="{FF2B5EF4-FFF2-40B4-BE49-F238E27FC236}">
                    <a16:creationId xmlns:a16="http://schemas.microsoft.com/office/drawing/2014/main" id="{2227F323-BFB2-41B2-63C4-A4F978681046}"/>
                  </a:ext>
                </a:extLst>
              </p:cNvPr>
              <p:cNvSpPr>
                <a:spLocks noEditPoints="1"/>
              </p:cNvSpPr>
              <p:nvPr/>
            </p:nvSpPr>
            <p:spPr bwMode="gray">
              <a:xfrm>
                <a:off x="7804943" y="1429248"/>
                <a:ext cx="114143" cy="453608"/>
              </a:xfrm>
              <a:custGeom>
                <a:avLst/>
                <a:gdLst>
                  <a:gd name="T0" fmla="*/ 0 w 300"/>
                  <a:gd name="T1" fmla="*/ 2147483647 h 1194"/>
                  <a:gd name="T2" fmla="*/ 2147483647 w 300"/>
                  <a:gd name="T3" fmla="*/ 2147483647 h 1194"/>
                  <a:gd name="T4" fmla="*/ 2147483647 w 300"/>
                  <a:gd name="T5" fmla="*/ 2147483647 h 1194"/>
                  <a:gd name="T6" fmla="*/ 2147483647 w 300"/>
                  <a:gd name="T7" fmla="*/ 2147483647 h 1194"/>
                  <a:gd name="T8" fmla="*/ 0 w 300"/>
                  <a:gd name="T9" fmla="*/ 2147483647 h 1194"/>
                  <a:gd name="T10" fmla="*/ 2147483647 w 300"/>
                  <a:gd name="T11" fmla="*/ 2147483647 h 1194"/>
                  <a:gd name="T12" fmla="*/ 2147483647 w 300"/>
                  <a:gd name="T13" fmla="*/ 2147483647 h 1194"/>
                  <a:gd name="T14" fmla="*/ 2147483647 w 300"/>
                  <a:gd name="T15" fmla="*/ 2147483647 h 1194"/>
                  <a:gd name="T16" fmla="*/ 2147483647 w 300"/>
                  <a:gd name="T17" fmla="*/ 2147483647 h 1194"/>
                  <a:gd name="T18" fmla="*/ 2147483647 w 300"/>
                  <a:gd name="T19" fmla="*/ 2147483647 h 1194"/>
                  <a:gd name="T20" fmla="*/ 2147483647 w 300"/>
                  <a:gd name="T21" fmla="*/ 2147483647 h 1194"/>
                  <a:gd name="T22" fmla="*/ 2147483647 w 300"/>
                  <a:gd name="T23" fmla="*/ 2147483647 h 1194"/>
                  <a:gd name="T24" fmla="*/ 2147483647 w 300"/>
                  <a:gd name="T25" fmla="*/ 2147483647 h 1194"/>
                  <a:gd name="T26" fmla="*/ 2147483647 w 300"/>
                  <a:gd name="T27" fmla="*/ 2147483647 h 1194"/>
                  <a:gd name="T28" fmla="*/ 2147483647 w 300"/>
                  <a:gd name="T29" fmla="*/ 2147483647 h 1194"/>
                  <a:gd name="T30" fmla="*/ 2147483647 w 300"/>
                  <a:gd name="T31" fmla="*/ 2147483647 h 1194"/>
                  <a:gd name="T32" fmla="*/ 2147483647 w 300"/>
                  <a:gd name="T33" fmla="*/ 2147483647 h 1194"/>
                  <a:gd name="T34" fmla="*/ 2147483647 w 300"/>
                  <a:gd name="T35" fmla="*/ 2147483647 h 1194"/>
                  <a:gd name="T36" fmla="*/ 2147483647 w 300"/>
                  <a:gd name="T37" fmla="*/ 2147483647 h 1194"/>
                  <a:gd name="T38" fmla="*/ 2147483647 w 300"/>
                  <a:gd name="T39" fmla="*/ 2147483647 h 1194"/>
                  <a:gd name="T40" fmla="*/ 2147483647 w 300"/>
                  <a:gd name="T41" fmla="*/ 2147483647 h 1194"/>
                  <a:gd name="T42" fmla="*/ 2147483647 w 300"/>
                  <a:gd name="T43" fmla="*/ 2147483647 h 1194"/>
                  <a:gd name="T44" fmla="*/ 2147483647 w 300"/>
                  <a:gd name="T45" fmla="*/ 2147483647 h 1194"/>
                  <a:gd name="T46" fmla="*/ 2147483647 w 300"/>
                  <a:gd name="T47" fmla="*/ 2147483647 h 1194"/>
                  <a:gd name="T48" fmla="*/ 2147483647 w 300"/>
                  <a:gd name="T49" fmla="*/ 2147483647 h 1194"/>
                  <a:gd name="T50" fmla="*/ 2147483647 w 300"/>
                  <a:gd name="T51" fmla="*/ 2147483647 h 1194"/>
                  <a:gd name="T52" fmla="*/ 2147483647 w 300"/>
                  <a:gd name="T53" fmla="*/ 2147483647 h 1194"/>
                  <a:gd name="T54" fmla="*/ 2147483647 w 300"/>
                  <a:gd name="T55" fmla="*/ 2147483647 h 1194"/>
                  <a:gd name="T56" fmla="*/ 2147483647 w 300"/>
                  <a:gd name="T57" fmla="*/ 2147483647 h 1194"/>
                  <a:gd name="T58" fmla="*/ 2147483647 w 300"/>
                  <a:gd name="T59" fmla="*/ 2147483647 h 1194"/>
                  <a:gd name="T60" fmla="*/ 2147483647 w 300"/>
                  <a:gd name="T61" fmla="*/ 2147483647 h 1194"/>
                  <a:gd name="T62" fmla="*/ 2147483647 w 300"/>
                  <a:gd name="T63" fmla="*/ 2147483647 h 1194"/>
                  <a:gd name="T64" fmla="*/ 2147483647 w 300"/>
                  <a:gd name="T65" fmla="*/ 2147483647 h 1194"/>
                  <a:gd name="T66" fmla="*/ 2147483647 w 300"/>
                  <a:gd name="T67" fmla="*/ 2147483647 h 1194"/>
                  <a:gd name="T68" fmla="*/ 2147483647 w 300"/>
                  <a:gd name="T69" fmla="*/ 2147483647 h 1194"/>
                  <a:gd name="T70" fmla="*/ 2147483647 w 300"/>
                  <a:gd name="T71" fmla="*/ 2147483647 h 1194"/>
                  <a:gd name="T72" fmla="*/ 2147483647 w 300"/>
                  <a:gd name="T73" fmla="*/ 2147483647 h 1194"/>
                  <a:gd name="T74" fmla="*/ 2147483647 w 300"/>
                  <a:gd name="T75" fmla="*/ 2147483647 h 1194"/>
                  <a:gd name="T76" fmla="*/ 2147483647 w 300"/>
                  <a:gd name="T77" fmla="*/ 2147483647 h 1194"/>
                  <a:gd name="T78" fmla="*/ 2147483647 w 300"/>
                  <a:gd name="T79" fmla="*/ 2147483647 h 1194"/>
                  <a:gd name="T80" fmla="*/ 2147483647 w 300"/>
                  <a:gd name="T81" fmla="*/ 2147483647 h 1194"/>
                  <a:gd name="T82" fmla="*/ 2147483647 w 300"/>
                  <a:gd name="T83" fmla="*/ 2147483647 h 1194"/>
                  <a:gd name="T84" fmla="*/ 2147483647 w 300"/>
                  <a:gd name="T85" fmla="*/ 2147483647 h 1194"/>
                  <a:gd name="T86" fmla="*/ 2147483647 w 300"/>
                  <a:gd name="T87" fmla="*/ 2147483647 h 1194"/>
                  <a:gd name="T88" fmla="*/ 2147483647 w 300"/>
                  <a:gd name="T89" fmla="*/ 2147483647 h 1194"/>
                  <a:gd name="T90" fmla="*/ 2147483647 w 300"/>
                  <a:gd name="T91" fmla="*/ 2147483647 h 1194"/>
                  <a:gd name="T92" fmla="*/ 2147483647 w 300"/>
                  <a:gd name="T93" fmla="*/ 2147483647 h 1194"/>
                  <a:gd name="T94" fmla="*/ 2147483647 w 300"/>
                  <a:gd name="T95" fmla="*/ 2147483647 h 1194"/>
                  <a:gd name="T96" fmla="*/ 2147483647 w 300"/>
                  <a:gd name="T97" fmla="*/ 2147483647 h 1194"/>
                  <a:gd name="T98" fmla="*/ 2147483647 w 300"/>
                  <a:gd name="T99" fmla="*/ 0 h 1194"/>
                  <a:gd name="T100" fmla="*/ 2147483647 w 300"/>
                  <a:gd name="T101" fmla="*/ 2147483647 h 119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00"/>
                  <a:gd name="T154" fmla="*/ 0 h 1194"/>
                  <a:gd name="T155" fmla="*/ 300 w 300"/>
                  <a:gd name="T156" fmla="*/ 1194 h 119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00" h="1194">
                    <a:moveTo>
                      <a:pt x="0" y="1194"/>
                    </a:moveTo>
                    <a:lnTo>
                      <a:pt x="12" y="1188"/>
                    </a:lnTo>
                    <a:lnTo>
                      <a:pt x="36" y="1146"/>
                    </a:lnTo>
                    <a:lnTo>
                      <a:pt x="18" y="1134"/>
                    </a:lnTo>
                    <a:lnTo>
                      <a:pt x="0" y="1194"/>
                    </a:lnTo>
                    <a:close/>
                    <a:moveTo>
                      <a:pt x="114" y="1068"/>
                    </a:moveTo>
                    <a:lnTo>
                      <a:pt x="72" y="1062"/>
                    </a:lnTo>
                    <a:lnTo>
                      <a:pt x="54" y="1134"/>
                    </a:lnTo>
                    <a:lnTo>
                      <a:pt x="66" y="1134"/>
                    </a:lnTo>
                    <a:lnTo>
                      <a:pt x="84" y="1104"/>
                    </a:lnTo>
                    <a:lnTo>
                      <a:pt x="132" y="1074"/>
                    </a:lnTo>
                    <a:lnTo>
                      <a:pt x="120" y="1050"/>
                    </a:lnTo>
                    <a:lnTo>
                      <a:pt x="114" y="1068"/>
                    </a:lnTo>
                    <a:close/>
                    <a:moveTo>
                      <a:pt x="192" y="1008"/>
                    </a:moveTo>
                    <a:lnTo>
                      <a:pt x="186" y="1008"/>
                    </a:lnTo>
                    <a:lnTo>
                      <a:pt x="180" y="1020"/>
                    </a:lnTo>
                    <a:lnTo>
                      <a:pt x="174" y="1026"/>
                    </a:lnTo>
                    <a:lnTo>
                      <a:pt x="168" y="1038"/>
                    </a:lnTo>
                    <a:lnTo>
                      <a:pt x="168" y="1044"/>
                    </a:lnTo>
                    <a:lnTo>
                      <a:pt x="174" y="1050"/>
                    </a:lnTo>
                    <a:lnTo>
                      <a:pt x="180" y="1050"/>
                    </a:lnTo>
                    <a:lnTo>
                      <a:pt x="198" y="1032"/>
                    </a:lnTo>
                    <a:lnTo>
                      <a:pt x="198" y="1014"/>
                    </a:lnTo>
                    <a:lnTo>
                      <a:pt x="192" y="1008"/>
                    </a:lnTo>
                    <a:close/>
                    <a:moveTo>
                      <a:pt x="282" y="636"/>
                    </a:moveTo>
                    <a:lnTo>
                      <a:pt x="264" y="654"/>
                    </a:lnTo>
                    <a:lnTo>
                      <a:pt x="276" y="678"/>
                    </a:lnTo>
                    <a:lnTo>
                      <a:pt x="258" y="678"/>
                    </a:lnTo>
                    <a:lnTo>
                      <a:pt x="258" y="702"/>
                    </a:lnTo>
                    <a:lnTo>
                      <a:pt x="282" y="702"/>
                    </a:lnTo>
                    <a:lnTo>
                      <a:pt x="294" y="684"/>
                    </a:lnTo>
                    <a:lnTo>
                      <a:pt x="282" y="654"/>
                    </a:lnTo>
                    <a:lnTo>
                      <a:pt x="300" y="654"/>
                    </a:lnTo>
                    <a:lnTo>
                      <a:pt x="282" y="636"/>
                    </a:lnTo>
                    <a:close/>
                    <a:moveTo>
                      <a:pt x="276" y="768"/>
                    </a:moveTo>
                    <a:lnTo>
                      <a:pt x="294" y="750"/>
                    </a:lnTo>
                    <a:lnTo>
                      <a:pt x="270" y="732"/>
                    </a:lnTo>
                    <a:lnTo>
                      <a:pt x="276" y="768"/>
                    </a:lnTo>
                    <a:close/>
                    <a:moveTo>
                      <a:pt x="258" y="954"/>
                    </a:moveTo>
                    <a:lnTo>
                      <a:pt x="258" y="924"/>
                    </a:lnTo>
                    <a:lnTo>
                      <a:pt x="240" y="948"/>
                    </a:lnTo>
                    <a:lnTo>
                      <a:pt x="258" y="954"/>
                    </a:lnTo>
                    <a:close/>
                    <a:moveTo>
                      <a:pt x="252" y="858"/>
                    </a:moveTo>
                    <a:lnTo>
                      <a:pt x="270" y="858"/>
                    </a:lnTo>
                    <a:lnTo>
                      <a:pt x="252" y="840"/>
                    </a:lnTo>
                    <a:lnTo>
                      <a:pt x="252" y="858"/>
                    </a:lnTo>
                    <a:close/>
                    <a:moveTo>
                      <a:pt x="126" y="24"/>
                    </a:moveTo>
                    <a:lnTo>
                      <a:pt x="144" y="60"/>
                    </a:lnTo>
                    <a:lnTo>
                      <a:pt x="174" y="24"/>
                    </a:lnTo>
                    <a:lnTo>
                      <a:pt x="162" y="0"/>
                    </a:lnTo>
                    <a:lnTo>
                      <a:pt x="126" y="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7" name="Russia" descr="© INSCALE GmbH, 05.05.2010&#10;http://www.presentationload.com/">
                <a:extLst>
                  <a:ext uri="{FF2B5EF4-FFF2-40B4-BE49-F238E27FC236}">
                    <a16:creationId xmlns:a16="http://schemas.microsoft.com/office/drawing/2014/main" id="{7BD95FAD-0048-2467-CB21-5E7B260B2A80}"/>
                  </a:ext>
                </a:extLst>
              </p:cNvPr>
              <p:cNvSpPr>
                <a:spLocks noEditPoints="1"/>
              </p:cNvSpPr>
              <p:nvPr/>
            </p:nvSpPr>
            <p:spPr bwMode="gray">
              <a:xfrm>
                <a:off x="4727539" y="867426"/>
                <a:ext cx="3430210" cy="1092513"/>
              </a:xfrm>
              <a:custGeom>
                <a:avLst/>
                <a:gdLst>
                  <a:gd name="T0" fmla="*/ 2147483647 w 9048"/>
                  <a:gd name="T1" fmla="*/ 2147483647 h 2880"/>
                  <a:gd name="T2" fmla="*/ 2147483647 w 9048"/>
                  <a:gd name="T3" fmla="*/ 2147483647 h 2880"/>
                  <a:gd name="T4" fmla="*/ 2147483647 w 9048"/>
                  <a:gd name="T5" fmla="*/ 2147483647 h 2880"/>
                  <a:gd name="T6" fmla="*/ 2147483647 w 9048"/>
                  <a:gd name="T7" fmla="*/ 2147483647 h 2880"/>
                  <a:gd name="T8" fmla="*/ 2147483647 w 9048"/>
                  <a:gd name="T9" fmla="*/ 2147483647 h 2880"/>
                  <a:gd name="T10" fmla="*/ 2147483647 w 9048"/>
                  <a:gd name="T11" fmla="*/ 2147483647 h 2880"/>
                  <a:gd name="T12" fmla="*/ 2147483647 w 9048"/>
                  <a:gd name="T13" fmla="*/ 2147483647 h 2880"/>
                  <a:gd name="T14" fmla="*/ 2147483647 w 9048"/>
                  <a:gd name="T15" fmla="*/ 2147483647 h 2880"/>
                  <a:gd name="T16" fmla="*/ 2147483647 w 9048"/>
                  <a:gd name="T17" fmla="*/ 2147483647 h 2880"/>
                  <a:gd name="T18" fmla="*/ 2147483647 w 9048"/>
                  <a:gd name="T19" fmla="*/ 2147483647 h 2880"/>
                  <a:gd name="T20" fmla="*/ 2147483647 w 9048"/>
                  <a:gd name="T21" fmla="*/ 2147483647 h 2880"/>
                  <a:gd name="T22" fmla="*/ 2147483647 w 9048"/>
                  <a:gd name="T23" fmla="*/ 2147483647 h 2880"/>
                  <a:gd name="T24" fmla="*/ 2147483647 w 9048"/>
                  <a:gd name="T25" fmla="*/ 2147483647 h 2880"/>
                  <a:gd name="T26" fmla="*/ 2147483647 w 9048"/>
                  <a:gd name="T27" fmla="*/ 2147483647 h 2880"/>
                  <a:gd name="T28" fmla="*/ 2147483647 w 9048"/>
                  <a:gd name="T29" fmla="*/ 2147483647 h 2880"/>
                  <a:gd name="T30" fmla="*/ 2147483647 w 9048"/>
                  <a:gd name="T31" fmla="*/ 2147483647 h 2880"/>
                  <a:gd name="T32" fmla="*/ 2147483647 w 9048"/>
                  <a:gd name="T33" fmla="*/ 2147483647 h 2880"/>
                  <a:gd name="T34" fmla="*/ 2147483647 w 9048"/>
                  <a:gd name="T35" fmla="*/ 2147483647 h 2880"/>
                  <a:gd name="T36" fmla="*/ 2147483647 w 9048"/>
                  <a:gd name="T37" fmla="*/ 2147483647 h 2880"/>
                  <a:gd name="T38" fmla="*/ 2147483647 w 9048"/>
                  <a:gd name="T39" fmla="*/ 2147483647 h 2880"/>
                  <a:gd name="T40" fmla="*/ 2147483647 w 9048"/>
                  <a:gd name="T41" fmla="*/ 2147483647 h 2880"/>
                  <a:gd name="T42" fmla="*/ 2147483647 w 9048"/>
                  <a:gd name="T43" fmla="*/ 2147483647 h 2880"/>
                  <a:gd name="T44" fmla="*/ 2147483647 w 9048"/>
                  <a:gd name="T45" fmla="*/ 2147483647 h 2880"/>
                  <a:gd name="T46" fmla="*/ 2147483647 w 9048"/>
                  <a:gd name="T47" fmla="*/ 2147483647 h 2880"/>
                  <a:gd name="T48" fmla="*/ 2147483647 w 9048"/>
                  <a:gd name="T49" fmla="*/ 2147483647 h 2880"/>
                  <a:gd name="T50" fmla="*/ 2147483647 w 9048"/>
                  <a:gd name="T51" fmla="*/ 2147483647 h 2880"/>
                  <a:gd name="T52" fmla="*/ 2147483647 w 9048"/>
                  <a:gd name="T53" fmla="*/ 2147483647 h 2880"/>
                  <a:gd name="T54" fmla="*/ 2147483647 w 9048"/>
                  <a:gd name="T55" fmla="*/ 2147483647 h 2880"/>
                  <a:gd name="T56" fmla="*/ 2147483647 w 9048"/>
                  <a:gd name="T57" fmla="*/ 2147483647 h 2880"/>
                  <a:gd name="T58" fmla="*/ 2147483647 w 9048"/>
                  <a:gd name="T59" fmla="*/ 2147483647 h 2880"/>
                  <a:gd name="T60" fmla="*/ 2147483647 w 9048"/>
                  <a:gd name="T61" fmla="*/ 2147483647 h 2880"/>
                  <a:gd name="T62" fmla="*/ 2147483647 w 9048"/>
                  <a:gd name="T63" fmla="*/ 2147483647 h 2880"/>
                  <a:gd name="T64" fmla="*/ 2147483647 w 9048"/>
                  <a:gd name="T65" fmla="*/ 2147483647 h 2880"/>
                  <a:gd name="T66" fmla="*/ 2147483647 w 9048"/>
                  <a:gd name="T67" fmla="*/ 2147483647 h 2880"/>
                  <a:gd name="T68" fmla="*/ 2147483647 w 9048"/>
                  <a:gd name="T69" fmla="*/ 2147483647 h 2880"/>
                  <a:gd name="T70" fmla="*/ 2147483647 w 9048"/>
                  <a:gd name="T71" fmla="*/ 2147483647 h 2880"/>
                  <a:gd name="T72" fmla="*/ 2147483647 w 9048"/>
                  <a:gd name="T73" fmla="*/ 2147483647 h 2880"/>
                  <a:gd name="T74" fmla="*/ 2147483647 w 9048"/>
                  <a:gd name="T75" fmla="*/ 2147483647 h 2880"/>
                  <a:gd name="T76" fmla="*/ 2147483647 w 9048"/>
                  <a:gd name="T77" fmla="*/ 2147483647 h 2880"/>
                  <a:gd name="T78" fmla="*/ 2147483647 w 9048"/>
                  <a:gd name="T79" fmla="*/ 2147483647 h 2880"/>
                  <a:gd name="T80" fmla="*/ 2147483647 w 9048"/>
                  <a:gd name="T81" fmla="*/ 2147483647 h 2880"/>
                  <a:gd name="T82" fmla="*/ 2147483647 w 9048"/>
                  <a:gd name="T83" fmla="*/ 2147483647 h 2880"/>
                  <a:gd name="T84" fmla="*/ 2147483647 w 9048"/>
                  <a:gd name="T85" fmla="*/ 2147483647 h 2880"/>
                  <a:gd name="T86" fmla="*/ 2147483647 w 9048"/>
                  <a:gd name="T87" fmla="*/ 2147483647 h 2880"/>
                  <a:gd name="T88" fmla="*/ 2147483647 w 9048"/>
                  <a:gd name="T89" fmla="*/ 2147483647 h 2880"/>
                  <a:gd name="T90" fmla="*/ 2147483647 w 9048"/>
                  <a:gd name="T91" fmla="*/ 2147483647 h 2880"/>
                  <a:gd name="T92" fmla="*/ 2147483647 w 9048"/>
                  <a:gd name="T93" fmla="*/ 2147483647 h 2880"/>
                  <a:gd name="T94" fmla="*/ 2147483647 w 9048"/>
                  <a:gd name="T95" fmla="*/ 2147483647 h 2880"/>
                  <a:gd name="T96" fmla="*/ 2147483647 w 9048"/>
                  <a:gd name="T97" fmla="*/ 2147483647 h 2880"/>
                  <a:gd name="T98" fmla="*/ 2147483647 w 9048"/>
                  <a:gd name="T99" fmla="*/ 2147483647 h 2880"/>
                  <a:gd name="T100" fmla="*/ 2147483647 w 9048"/>
                  <a:gd name="T101" fmla="*/ 2147483647 h 2880"/>
                  <a:gd name="T102" fmla="*/ 2147483647 w 9048"/>
                  <a:gd name="T103" fmla="*/ 2147483647 h 2880"/>
                  <a:gd name="T104" fmla="*/ 2147483647 w 9048"/>
                  <a:gd name="T105" fmla="*/ 2147483647 h 2880"/>
                  <a:gd name="T106" fmla="*/ 2147483647 w 9048"/>
                  <a:gd name="T107" fmla="*/ 2147483647 h 2880"/>
                  <a:gd name="T108" fmla="*/ 2147483647 w 9048"/>
                  <a:gd name="T109" fmla="*/ 2147483647 h 2880"/>
                  <a:gd name="T110" fmla="*/ 2147483647 w 9048"/>
                  <a:gd name="T111" fmla="*/ 2147483647 h 2880"/>
                  <a:gd name="T112" fmla="*/ 2147483647 w 9048"/>
                  <a:gd name="T113" fmla="*/ 2147483647 h 2880"/>
                  <a:gd name="T114" fmla="*/ 2147483647 w 9048"/>
                  <a:gd name="T115" fmla="*/ 2147483647 h 2880"/>
                  <a:gd name="T116" fmla="*/ 2147483647 w 9048"/>
                  <a:gd name="T117" fmla="*/ 2147483647 h 2880"/>
                  <a:gd name="T118" fmla="*/ 2147483647 w 9048"/>
                  <a:gd name="T119" fmla="*/ 2147483647 h 2880"/>
                  <a:gd name="T120" fmla="*/ 2147483647 w 9048"/>
                  <a:gd name="T121" fmla="*/ 2147483647 h 2880"/>
                  <a:gd name="T122" fmla="*/ 2147483647 w 9048"/>
                  <a:gd name="T123" fmla="*/ 2147483647 h 2880"/>
                  <a:gd name="T124" fmla="*/ 2147483647 w 9048"/>
                  <a:gd name="T125" fmla="*/ 2147483647 h 288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9048"/>
                  <a:gd name="T190" fmla="*/ 0 h 2880"/>
                  <a:gd name="T191" fmla="*/ 9048 w 9048"/>
                  <a:gd name="T192" fmla="*/ 2880 h 288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9048" h="2880">
                    <a:moveTo>
                      <a:pt x="2790" y="546"/>
                    </a:moveTo>
                    <a:lnTo>
                      <a:pt x="2760" y="540"/>
                    </a:lnTo>
                    <a:lnTo>
                      <a:pt x="2736" y="558"/>
                    </a:lnTo>
                    <a:lnTo>
                      <a:pt x="2778" y="570"/>
                    </a:lnTo>
                    <a:lnTo>
                      <a:pt x="2790" y="546"/>
                    </a:lnTo>
                    <a:close/>
                    <a:moveTo>
                      <a:pt x="2832" y="522"/>
                    </a:moveTo>
                    <a:lnTo>
                      <a:pt x="2820" y="516"/>
                    </a:lnTo>
                    <a:lnTo>
                      <a:pt x="2814" y="510"/>
                    </a:lnTo>
                    <a:lnTo>
                      <a:pt x="2808" y="510"/>
                    </a:lnTo>
                    <a:lnTo>
                      <a:pt x="2808" y="528"/>
                    </a:lnTo>
                    <a:lnTo>
                      <a:pt x="2820" y="534"/>
                    </a:lnTo>
                    <a:lnTo>
                      <a:pt x="2832" y="534"/>
                    </a:lnTo>
                    <a:lnTo>
                      <a:pt x="2844" y="540"/>
                    </a:lnTo>
                    <a:lnTo>
                      <a:pt x="2850" y="540"/>
                    </a:lnTo>
                    <a:lnTo>
                      <a:pt x="2850" y="534"/>
                    </a:lnTo>
                    <a:lnTo>
                      <a:pt x="2844" y="528"/>
                    </a:lnTo>
                    <a:lnTo>
                      <a:pt x="2832" y="522"/>
                    </a:lnTo>
                    <a:close/>
                    <a:moveTo>
                      <a:pt x="1704" y="18"/>
                    </a:moveTo>
                    <a:lnTo>
                      <a:pt x="1710" y="18"/>
                    </a:lnTo>
                    <a:lnTo>
                      <a:pt x="1716" y="12"/>
                    </a:lnTo>
                    <a:lnTo>
                      <a:pt x="1728" y="6"/>
                    </a:lnTo>
                    <a:lnTo>
                      <a:pt x="1734" y="0"/>
                    </a:lnTo>
                    <a:lnTo>
                      <a:pt x="1644" y="0"/>
                    </a:lnTo>
                    <a:lnTo>
                      <a:pt x="1638" y="12"/>
                    </a:lnTo>
                    <a:lnTo>
                      <a:pt x="1680" y="12"/>
                    </a:lnTo>
                    <a:lnTo>
                      <a:pt x="1686" y="18"/>
                    </a:lnTo>
                    <a:lnTo>
                      <a:pt x="1704" y="18"/>
                    </a:lnTo>
                    <a:close/>
                    <a:moveTo>
                      <a:pt x="1740" y="60"/>
                    </a:moveTo>
                    <a:lnTo>
                      <a:pt x="1746" y="60"/>
                    </a:lnTo>
                    <a:lnTo>
                      <a:pt x="1758" y="48"/>
                    </a:lnTo>
                    <a:lnTo>
                      <a:pt x="1764" y="48"/>
                    </a:lnTo>
                    <a:lnTo>
                      <a:pt x="1770" y="54"/>
                    </a:lnTo>
                    <a:lnTo>
                      <a:pt x="1782" y="54"/>
                    </a:lnTo>
                    <a:lnTo>
                      <a:pt x="1788" y="60"/>
                    </a:lnTo>
                    <a:lnTo>
                      <a:pt x="1800" y="60"/>
                    </a:lnTo>
                    <a:lnTo>
                      <a:pt x="1812" y="48"/>
                    </a:lnTo>
                    <a:lnTo>
                      <a:pt x="1812" y="36"/>
                    </a:lnTo>
                    <a:lnTo>
                      <a:pt x="1806" y="30"/>
                    </a:lnTo>
                    <a:lnTo>
                      <a:pt x="1794" y="24"/>
                    </a:lnTo>
                    <a:lnTo>
                      <a:pt x="1758" y="24"/>
                    </a:lnTo>
                    <a:lnTo>
                      <a:pt x="1710" y="48"/>
                    </a:lnTo>
                    <a:lnTo>
                      <a:pt x="1716" y="54"/>
                    </a:lnTo>
                    <a:lnTo>
                      <a:pt x="1728" y="60"/>
                    </a:lnTo>
                    <a:lnTo>
                      <a:pt x="1740" y="60"/>
                    </a:lnTo>
                    <a:close/>
                    <a:moveTo>
                      <a:pt x="2382" y="510"/>
                    </a:moveTo>
                    <a:lnTo>
                      <a:pt x="2400" y="504"/>
                    </a:lnTo>
                    <a:lnTo>
                      <a:pt x="2412" y="498"/>
                    </a:lnTo>
                    <a:lnTo>
                      <a:pt x="2412" y="486"/>
                    </a:lnTo>
                    <a:lnTo>
                      <a:pt x="2406" y="486"/>
                    </a:lnTo>
                    <a:lnTo>
                      <a:pt x="2400" y="480"/>
                    </a:lnTo>
                    <a:lnTo>
                      <a:pt x="2346" y="480"/>
                    </a:lnTo>
                    <a:lnTo>
                      <a:pt x="2346" y="492"/>
                    </a:lnTo>
                    <a:lnTo>
                      <a:pt x="2358" y="504"/>
                    </a:lnTo>
                    <a:lnTo>
                      <a:pt x="2370" y="510"/>
                    </a:lnTo>
                    <a:lnTo>
                      <a:pt x="2382" y="510"/>
                    </a:lnTo>
                    <a:close/>
                    <a:moveTo>
                      <a:pt x="1590" y="30"/>
                    </a:moveTo>
                    <a:lnTo>
                      <a:pt x="1548" y="24"/>
                    </a:lnTo>
                    <a:lnTo>
                      <a:pt x="1554" y="36"/>
                    </a:lnTo>
                    <a:lnTo>
                      <a:pt x="1590" y="30"/>
                    </a:lnTo>
                    <a:close/>
                    <a:moveTo>
                      <a:pt x="1890" y="696"/>
                    </a:moveTo>
                    <a:lnTo>
                      <a:pt x="1896" y="708"/>
                    </a:lnTo>
                    <a:lnTo>
                      <a:pt x="1920" y="720"/>
                    </a:lnTo>
                    <a:lnTo>
                      <a:pt x="1950" y="738"/>
                    </a:lnTo>
                    <a:lnTo>
                      <a:pt x="1974" y="744"/>
                    </a:lnTo>
                    <a:lnTo>
                      <a:pt x="1992" y="738"/>
                    </a:lnTo>
                    <a:lnTo>
                      <a:pt x="1980" y="720"/>
                    </a:lnTo>
                    <a:lnTo>
                      <a:pt x="1950" y="702"/>
                    </a:lnTo>
                    <a:lnTo>
                      <a:pt x="1914" y="696"/>
                    </a:lnTo>
                    <a:lnTo>
                      <a:pt x="1890" y="696"/>
                    </a:lnTo>
                    <a:close/>
                    <a:moveTo>
                      <a:pt x="3108" y="126"/>
                    </a:moveTo>
                    <a:lnTo>
                      <a:pt x="3120" y="108"/>
                    </a:lnTo>
                    <a:lnTo>
                      <a:pt x="3030" y="108"/>
                    </a:lnTo>
                    <a:lnTo>
                      <a:pt x="3108" y="126"/>
                    </a:lnTo>
                    <a:close/>
                    <a:moveTo>
                      <a:pt x="1560" y="102"/>
                    </a:moveTo>
                    <a:lnTo>
                      <a:pt x="1632" y="102"/>
                    </a:lnTo>
                    <a:lnTo>
                      <a:pt x="1608" y="84"/>
                    </a:lnTo>
                    <a:lnTo>
                      <a:pt x="1560" y="102"/>
                    </a:lnTo>
                    <a:close/>
                    <a:moveTo>
                      <a:pt x="1572" y="60"/>
                    </a:moveTo>
                    <a:lnTo>
                      <a:pt x="1584" y="66"/>
                    </a:lnTo>
                    <a:lnTo>
                      <a:pt x="1596" y="78"/>
                    </a:lnTo>
                    <a:lnTo>
                      <a:pt x="1620" y="66"/>
                    </a:lnTo>
                    <a:lnTo>
                      <a:pt x="1620" y="72"/>
                    </a:lnTo>
                    <a:lnTo>
                      <a:pt x="1644" y="72"/>
                    </a:lnTo>
                    <a:lnTo>
                      <a:pt x="1668" y="60"/>
                    </a:lnTo>
                    <a:lnTo>
                      <a:pt x="1674" y="54"/>
                    </a:lnTo>
                    <a:lnTo>
                      <a:pt x="1680" y="54"/>
                    </a:lnTo>
                    <a:lnTo>
                      <a:pt x="1626" y="48"/>
                    </a:lnTo>
                    <a:lnTo>
                      <a:pt x="1614" y="54"/>
                    </a:lnTo>
                    <a:lnTo>
                      <a:pt x="1608" y="54"/>
                    </a:lnTo>
                    <a:lnTo>
                      <a:pt x="1602" y="48"/>
                    </a:lnTo>
                    <a:lnTo>
                      <a:pt x="1584" y="48"/>
                    </a:lnTo>
                    <a:lnTo>
                      <a:pt x="1572" y="60"/>
                    </a:lnTo>
                    <a:close/>
                    <a:moveTo>
                      <a:pt x="1662" y="36"/>
                    </a:moveTo>
                    <a:lnTo>
                      <a:pt x="1602" y="36"/>
                    </a:lnTo>
                    <a:lnTo>
                      <a:pt x="1650" y="48"/>
                    </a:lnTo>
                    <a:lnTo>
                      <a:pt x="1662" y="36"/>
                    </a:lnTo>
                    <a:close/>
                    <a:moveTo>
                      <a:pt x="1542" y="522"/>
                    </a:moveTo>
                    <a:lnTo>
                      <a:pt x="1500" y="528"/>
                    </a:lnTo>
                    <a:lnTo>
                      <a:pt x="1512" y="552"/>
                    </a:lnTo>
                    <a:lnTo>
                      <a:pt x="1542" y="534"/>
                    </a:lnTo>
                    <a:lnTo>
                      <a:pt x="1524" y="558"/>
                    </a:lnTo>
                    <a:lnTo>
                      <a:pt x="1518" y="558"/>
                    </a:lnTo>
                    <a:lnTo>
                      <a:pt x="1512" y="564"/>
                    </a:lnTo>
                    <a:lnTo>
                      <a:pt x="1506" y="564"/>
                    </a:lnTo>
                    <a:lnTo>
                      <a:pt x="1494" y="570"/>
                    </a:lnTo>
                    <a:lnTo>
                      <a:pt x="1488" y="576"/>
                    </a:lnTo>
                    <a:lnTo>
                      <a:pt x="1488" y="582"/>
                    </a:lnTo>
                    <a:lnTo>
                      <a:pt x="1500" y="594"/>
                    </a:lnTo>
                    <a:lnTo>
                      <a:pt x="1524" y="606"/>
                    </a:lnTo>
                    <a:lnTo>
                      <a:pt x="1566" y="606"/>
                    </a:lnTo>
                    <a:lnTo>
                      <a:pt x="1590" y="612"/>
                    </a:lnTo>
                    <a:lnTo>
                      <a:pt x="1608" y="618"/>
                    </a:lnTo>
                    <a:lnTo>
                      <a:pt x="1614" y="624"/>
                    </a:lnTo>
                    <a:lnTo>
                      <a:pt x="1620" y="636"/>
                    </a:lnTo>
                    <a:lnTo>
                      <a:pt x="1620" y="648"/>
                    </a:lnTo>
                    <a:lnTo>
                      <a:pt x="1626" y="654"/>
                    </a:lnTo>
                    <a:lnTo>
                      <a:pt x="1626" y="660"/>
                    </a:lnTo>
                    <a:lnTo>
                      <a:pt x="1644" y="660"/>
                    </a:lnTo>
                    <a:lnTo>
                      <a:pt x="1662" y="666"/>
                    </a:lnTo>
                    <a:lnTo>
                      <a:pt x="1674" y="666"/>
                    </a:lnTo>
                    <a:lnTo>
                      <a:pt x="1692" y="672"/>
                    </a:lnTo>
                    <a:lnTo>
                      <a:pt x="1704" y="672"/>
                    </a:lnTo>
                    <a:lnTo>
                      <a:pt x="1818" y="666"/>
                    </a:lnTo>
                    <a:lnTo>
                      <a:pt x="1806" y="666"/>
                    </a:lnTo>
                    <a:lnTo>
                      <a:pt x="1734" y="642"/>
                    </a:lnTo>
                    <a:lnTo>
                      <a:pt x="1704" y="618"/>
                    </a:lnTo>
                    <a:lnTo>
                      <a:pt x="1692" y="600"/>
                    </a:lnTo>
                    <a:lnTo>
                      <a:pt x="1686" y="588"/>
                    </a:lnTo>
                    <a:lnTo>
                      <a:pt x="1674" y="582"/>
                    </a:lnTo>
                    <a:lnTo>
                      <a:pt x="1674" y="570"/>
                    </a:lnTo>
                    <a:lnTo>
                      <a:pt x="1668" y="564"/>
                    </a:lnTo>
                    <a:lnTo>
                      <a:pt x="1692" y="516"/>
                    </a:lnTo>
                    <a:lnTo>
                      <a:pt x="1686" y="510"/>
                    </a:lnTo>
                    <a:lnTo>
                      <a:pt x="1686" y="504"/>
                    </a:lnTo>
                    <a:lnTo>
                      <a:pt x="1674" y="504"/>
                    </a:lnTo>
                    <a:lnTo>
                      <a:pt x="1710" y="498"/>
                    </a:lnTo>
                    <a:lnTo>
                      <a:pt x="1698" y="480"/>
                    </a:lnTo>
                    <a:lnTo>
                      <a:pt x="1734" y="480"/>
                    </a:lnTo>
                    <a:lnTo>
                      <a:pt x="1710" y="468"/>
                    </a:lnTo>
                    <a:lnTo>
                      <a:pt x="1734" y="474"/>
                    </a:lnTo>
                    <a:lnTo>
                      <a:pt x="1740" y="462"/>
                    </a:lnTo>
                    <a:lnTo>
                      <a:pt x="1722" y="450"/>
                    </a:lnTo>
                    <a:lnTo>
                      <a:pt x="1764" y="450"/>
                    </a:lnTo>
                    <a:lnTo>
                      <a:pt x="1770" y="444"/>
                    </a:lnTo>
                    <a:lnTo>
                      <a:pt x="1752" y="426"/>
                    </a:lnTo>
                    <a:lnTo>
                      <a:pt x="1782" y="432"/>
                    </a:lnTo>
                    <a:lnTo>
                      <a:pt x="1782" y="402"/>
                    </a:lnTo>
                    <a:lnTo>
                      <a:pt x="1788" y="408"/>
                    </a:lnTo>
                    <a:lnTo>
                      <a:pt x="1800" y="414"/>
                    </a:lnTo>
                    <a:lnTo>
                      <a:pt x="1812" y="414"/>
                    </a:lnTo>
                    <a:lnTo>
                      <a:pt x="1830" y="408"/>
                    </a:lnTo>
                    <a:lnTo>
                      <a:pt x="1842" y="402"/>
                    </a:lnTo>
                    <a:lnTo>
                      <a:pt x="1860" y="390"/>
                    </a:lnTo>
                    <a:lnTo>
                      <a:pt x="1878" y="372"/>
                    </a:lnTo>
                    <a:lnTo>
                      <a:pt x="1896" y="372"/>
                    </a:lnTo>
                    <a:lnTo>
                      <a:pt x="1938" y="366"/>
                    </a:lnTo>
                    <a:lnTo>
                      <a:pt x="1992" y="354"/>
                    </a:lnTo>
                    <a:lnTo>
                      <a:pt x="2046" y="348"/>
                    </a:lnTo>
                    <a:lnTo>
                      <a:pt x="2094" y="336"/>
                    </a:lnTo>
                    <a:lnTo>
                      <a:pt x="2124" y="330"/>
                    </a:lnTo>
                    <a:lnTo>
                      <a:pt x="2136" y="324"/>
                    </a:lnTo>
                    <a:lnTo>
                      <a:pt x="2154" y="318"/>
                    </a:lnTo>
                    <a:lnTo>
                      <a:pt x="2160" y="312"/>
                    </a:lnTo>
                    <a:lnTo>
                      <a:pt x="2166" y="300"/>
                    </a:lnTo>
                    <a:lnTo>
                      <a:pt x="2166" y="294"/>
                    </a:lnTo>
                    <a:lnTo>
                      <a:pt x="2154" y="282"/>
                    </a:lnTo>
                    <a:lnTo>
                      <a:pt x="2136" y="276"/>
                    </a:lnTo>
                    <a:lnTo>
                      <a:pt x="2088" y="270"/>
                    </a:lnTo>
                    <a:lnTo>
                      <a:pt x="2046" y="276"/>
                    </a:lnTo>
                    <a:lnTo>
                      <a:pt x="2016" y="288"/>
                    </a:lnTo>
                    <a:lnTo>
                      <a:pt x="1980" y="300"/>
                    </a:lnTo>
                    <a:lnTo>
                      <a:pt x="1938" y="318"/>
                    </a:lnTo>
                    <a:lnTo>
                      <a:pt x="1860" y="318"/>
                    </a:lnTo>
                    <a:lnTo>
                      <a:pt x="1842" y="312"/>
                    </a:lnTo>
                    <a:lnTo>
                      <a:pt x="1824" y="312"/>
                    </a:lnTo>
                    <a:lnTo>
                      <a:pt x="1806" y="336"/>
                    </a:lnTo>
                    <a:lnTo>
                      <a:pt x="1782" y="318"/>
                    </a:lnTo>
                    <a:lnTo>
                      <a:pt x="1728" y="342"/>
                    </a:lnTo>
                    <a:lnTo>
                      <a:pt x="1698" y="342"/>
                    </a:lnTo>
                    <a:lnTo>
                      <a:pt x="1668" y="366"/>
                    </a:lnTo>
                    <a:lnTo>
                      <a:pt x="1692" y="372"/>
                    </a:lnTo>
                    <a:lnTo>
                      <a:pt x="1644" y="372"/>
                    </a:lnTo>
                    <a:lnTo>
                      <a:pt x="1614" y="378"/>
                    </a:lnTo>
                    <a:lnTo>
                      <a:pt x="1614" y="396"/>
                    </a:lnTo>
                    <a:lnTo>
                      <a:pt x="1638" y="378"/>
                    </a:lnTo>
                    <a:lnTo>
                      <a:pt x="1644" y="396"/>
                    </a:lnTo>
                    <a:lnTo>
                      <a:pt x="1668" y="396"/>
                    </a:lnTo>
                    <a:lnTo>
                      <a:pt x="1662" y="408"/>
                    </a:lnTo>
                    <a:lnTo>
                      <a:pt x="1620" y="408"/>
                    </a:lnTo>
                    <a:lnTo>
                      <a:pt x="1614" y="420"/>
                    </a:lnTo>
                    <a:lnTo>
                      <a:pt x="1644" y="426"/>
                    </a:lnTo>
                    <a:lnTo>
                      <a:pt x="1596" y="432"/>
                    </a:lnTo>
                    <a:lnTo>
                      <a:pt x="1632" y="438"/>
                    </a:lnTo>
                    <a:lnTo>
                      <a:pt x="1584" y="444"/>
                    </a:lnTo>
                    <a:lnTo>
                      <a:pt x="1584" y="462"/>
                    </a:lnTo>
                    <a:lnTo>
                      <a:pt x="1554" y="474"/>
                    </a:lnTo>
                    <a:lnTo>
                      <a:pt x="1560" y="486"/>
                    </a:lnTo>
                    <a:lnTo>
                      <a:pt x="1602" y="468"/>
                    </a:lnTo>
                    <a:lnTo>
                      <a:pt x="1590" y="498"/>
                    </a:lnTo>
                    <a:lnTo>
                      <a:pt x="1554" y="498"/>
                    </a:lnTo>
                    <a:lnTo>
                      <a:pt x="1542" y="504"/>
                    </a:lnTo>
                    <a:lnTo>
                      <a:pt x="1542" y="522"/>
                    </a:lnTo>
                    <a:close/>
                    <a:moveTo>
                      <a:pt x="5778" y="498"/>
                    </a:moveTo>
                    <a:lnTo>
                      <a:pt x="5850" y="486"/>
                    </a:lnTo>
                    <a:lnTo>
                      <a:pt x="5958" y="504"/>
                    </a:lnTo>
                    <a:lnTo>
                      <a:pt x="5952" y="492"/>
                    </a:lnTo>
                    <a:lnTo>
                      <a:pt x="5940" y="486"/>
                    </a:lnTo>
                    <a:lnTo>
                      <a:pt x="5928" y="474"/>
                    </a:lnTo>
                    <a:lnTo>
                      <a:pt x="5904" y="462"/>
                    </a:lnTo>
                    <a:lnTo>
                      <a:pt x="5844" y="462"/>
                    </a:lnTo>
                    <a:lnTo>
                      <a:pt x="5808" y="468"/>
                    </a:lnTo>
                    <a:lnTo>
                      <a:pt x="5796" y="468"/>
                    </a:lnTo>
                    <a:lnTo>
                      <a:pt x="5778" y="498"/>
                    </a:lnTo>
                    <a:close/>
                    <a:moveTo>
                      <a:pt x="5784" y="378"/>
                    </a:moveTo>
                    <a:lnTo>
                      <a:pt x="5838" y="384"/>
                    </a:lnTo>
                    <a:lnTo>
                      <a:pt x="5844" y="378"/>
                    </a:lnTo>
                    <a:lnTo>
                      <a:pt x="5850" y="366"/>
                    </a:lnTo>
                    <a:lnTo>
                      <a:pt x="5838" y="354"/>
                    </a:lnTo>
                    <a:lnTo>
                      <a:pt x="5802" y="354"/>
                    </a:lnTo>
                    <a:lnTo>
                      <a:pt x="5742" y="342"/>
                    </a:lnTo>
                    <a:lnTo>
                      <a:pt x="5724" y="342"/>
                    </a:lnTo>
                    <a:lnTo>
                      <a:pt x="5718" y="348"/>
                    </a:lnTo>
                    <a:lnTo>
                      <a:pt x="5730" y="354"/>
                    </a:lnTo>
                    <a:lnTo>
                      <a:pt x="5742" y="366"/>
                    </a:lnTo>
                    <a:lnTo>
                      <a:pt x="5754" y="372"/>
                    </a:lnTo>
                    <a:lnTo>
                      <a:pt x="5772" y="372"/>
                    </a:lnTo>
                    <a:lnTo>
                      <a:pt x="5778" y="378"/>
                    </a:lnTo>
                    <a:lnTo>
                      <a:pt x="5784" y="378"/>
                    </a:lnTo>
                    <a:close/>
                    <a:moveTo>
                      <a:pt x="5724" y="432"/>
                    </a:moveTo>
                    <a:lnTo>
                      <a:pt x="5712" y="444"/>
                    </a:lnTo>
                    <a:lnTo>
                      <a:pt x="5712" y="456"/>
                    </a:lnTo>
                    <a:lnTo>
                      <a:pt x="5724" y="462"/>
                    </a:lnTo>
                    <a:lnTo>
                      <a:pt x="5772" y="462"/>
                    </a:lnTo>
                    <a:lnTo>
                      <a:pt x="5778" y="456"/>
                    </a:lnTo>
                    <a:lnTo>
                      <a:pt x="5778" y="450"/>
                    </a:lnTo>
                    <a:lnTo>
                      <a:pt x="5766" y="438"/>
                    </a:lnTo>
                    <a:lnTo>
                      <a:pt x="5742" y="426"/>
                    </a:lnTo>
                    <a:lnTo>
                      <a:pt x="5730" y="426"/>
                    </a:lnTo>
                    <a:lnTo>
                      <a:pt x="5724" y="432"/>
                    </a:lnTo>
                    <a:close/>
                    <a:moveTo>
                      <a:pt x="3072" y="96"/>
                    </a:moveTo>
                    <a:lnTo>
                      <a:pt x="3192" y="96"/>
                    </a:lnTo>
                    <a:lnTo>
                      <a:pt x="3204" y="90"/>
                    </a:lnTo>
                    <a:lnTo>
                      <a:pt x="3228" y="90"/>
                    </a:lnTo>
                    <a:lnTo>
                      <a:pt x="3240" y="84"/>
                    </a:lnTo>
                    <a:lnTo>
                      <a:pt x="3240" y="72"/>
                    </a:lnTo>
                    <a:lnTo>
                      <a:pt x="3222" y="60"/>
                    </a:lnTo>
                    <a:lnTo>
                      <a:pt x="3192" y="42"/>
                    </a:lnTo>
                    <a:lnTo>
                      <a:pt x="3156" y="30"/>
                    </a:lnTo>
                    <a:lnTo>
                      <a:pt x="3132" y="24"/>
                    </a:lnTo>
                    <a:lnTo>
                      <a:pt x="3120" y="18"/>
                    </a:lnTo>
                    <a:lnTo>
                      <a:pt x="3108" y="18"/>
                    </a:lnTo>
                    <a:lnTo>
                      <a:pt x="3096" y="12"/>
                    </a:lnTo>
                    <a:lnTo>
                      <a:pt x="3060" y="12"/>
                    </a:lnTo>
                    <a:lnTo>
                      <a:pt x="3048" y="18"/>
                    </a:lnTo>
                    <a:lnTo>
                      <a:pt x="3036" y="18"/>
                    </a:lnTo>
                    <a:lnTo>
                      <a:pt x="3030" y="30"/>
                    </a:lnTo>
                    <a:lnTo>
                      <a:pt x="3030" y="42"/>
                    </a:lnTo>
                    <a:lnTo>
                      <a:pt x="3036" y="54"/>
                    </a:lnTo>
                    <a:lnTo>
                      <a:pt x="3048" y="66"/>
                    </a:lnTo>
                    <a:lnTo>
                      <a:pt x="3054" y="78"/>
                    </a:lnTo>
                    <a:lnTo>
                      <a:pt x="3072" y="96"/>
                    </a:lnTo>
                    <a:close/>
                    <a:moveTo>
                      <a:pt x="6138" y="408"/>
                    </a:moveTo>
                    <a:lnTo>
                      <a:pt x="6144" y="402"/>
                    </a:lnTo>
                    <a:lnTo>
                      <a:pt x="6132" y="396"/>
                    </a:lnTo>
                    <a:lnTo>
                      <a:pt x="6102" y="390"/>
                    </a:lnTo>
                    <a:lnTo>
                      <a:pt x="6036" y="390"/>
                    </a:lnTo>
                    <a:lnTo>
                      <a:pt x="6012" y="366"/>
                    </a:lnTo>
                    <a:lnTo>
                      <a:pt x="6000" y="360"/>
                    </a:lnTo>
                    <a:lnTo>
                      <a:pt x="5970" y="360"/>
                    </a:lnTo>
                    <a:lnTo>
                      <a:pt x="5958" y="366"/>
                    </a:lnTo>
                    <a:lnTo>
                      <a:pt x="5910" y="366"/>
                    </a:lnTo>
                    <a:lnTo>
                      <a:pt x="5946" y="390"/>
                    </a:lnTo>
                    <a:lnTo>
                      <a:pt x="5964" y="396"/>
                    </a:lnTo>
                    <a:lnTo>
                      <a:pt x="6000" y="402"/>
                    </a:lnTo>
                    <a:lnTo>
                      <a:pt x="6054" y="414"/>
                    </a:lnTo>
                    <a:lnTo>
                      <a:pt x="6102" y="414"/>
                    </a:lnTo>
                    <a:lnTo>
                      <a:pt x="6138" y="408"/>
                    </a:lnTo>
                    <a:close/>
                    <a:moveTo>
                      <a:pt x="7602" y="744"/>
                    </a:moveTo>
                    <a:lnTo>
                      <a:pt x="7596" y="732"/>
                    </a:lnTo>
                    <a:lnTo>
                      <a:pt x="7572" y="726"/>
                    </a:lnTo>
                    <a:lnTo>
                      <a:pt x="7512" y="714"/>
                    </a:lnTo>
                    <a:lnTo>
                      <a:pt x="7500" y="714"/>
                    </a:lnTo>
                    <a:lnTo>
                      <a:pt x="7512" y="726"/>
                    </a:lnTo>
                    <a:lnTo>
                      <a:pt x="7548" y="738"/>
                    </a:lnTo>
                    <a:lnTo>
                      <a:pt x="7584" y="744"/>
                    </a:lnTo>
                    <a:lnTo>
                      <a:pt x="7602" y="744"/>
                    </a:lnTo>
                    <a:close/>
                    <a:moveTo>
                      <a:pt x="3162" y="120"/>
                    </a:moveTo>
                    <a:lnTo>
                      <a:pt x="3216" y="138"/>
                    </a:lnTo>
                    <a:lnTo>
                      <a:pt x="3246" y="144"/>
                    </a:lnTo>
                    <a:lnTo>
                      <a:pt x="3264" y="144"/>
                    </a:lnTo>
                    <a:lnTo>
                      <a:pt x="3312" y="138"/>
                    </a:lnTo>
                    <a:lnTo>
                      <a:pt x="3372" y="156"/>
                    </a:lnTo>
                    <a:lnTo>
                      <a:pt x="3432" y="156"/>
                    </a:lnTo>
                    <a:lnTo>
                      <a:pt x="3426" y="138"/>
                    </a:lnTo>
                    <a:lnTo>
                      <a:pt x="3402" y="102"/>
                    </a:lnTo>
                    <a:lnTo>
                      <a:pt x="3384" y="96"/>
                    </a:lnTo>
                    <a:lnTo>
                      <a:pt x="3372" y="90"/>
                    </a:lnTo>
                    <a:lnTo>
                      <a:pt x="3354" y="96"/>
                    </a:lnTo>
                    <a:lnTo>
                      <a:pt x="3318" y="114"/>
                    </a:lnTo>
                    <a:lnTo>
                      <a:pt x="3294" y="90"/>
                    </a:lnTo>
                    <a:lnTo>
                      <a:pt x="3282" y="90"/>
                    </a:lnTo>
                    <a:lnTo>
                      <a:pt x="3210" y="102"/>
                    </a:lnTo>
                    <a:lnTo>
                      <a:pt x="3174" y="114"/>
                    </a:lnTo>
                    <a:lnTo>
                      <a:pt x="3162" y="120"/>
                    </a:lnTo>
                    <a:close/>
                    <a:moveTo>
                      <a:pt x="3582" y="198"/>
                    </a:moveTo>
                    <a:lnTo>
                      <a:pt x="3744" y="192"/>
                    </a:lnTo>
                    <a:lnTo>
                      <a:pt x="3702" y="168"/>
                    </a:lnTo>
                    <a:lnTo>
                      <a:pt x="3696" y="168"/>
                    </a:lnTo>
                    <a:lnTo>
                      <a:pt x="3690" y="162"/>
                    </a:lnTo>
                    <a:lnTo>
                      <a:pt x="3666" y="150"/>
                    </a:lnTo>
                    <a:lnTo>
                      <a:pt x="3648" y="144"/>
                    </a:lnTo>
                    <a:lnTo>
                      <a:pt x="3636" y="138"/>
                    </a:lnTo>
                    <a:lnTo>
                      <a:pt x="3618" y="138"/>
                    </a:lnTo>
                    <a:lnTo>
                      <a:pt x="3606" y="144"/>
                    </a:lnTo>
                    <a:lnTo>
                      <a:pt x="3600" y="150"/>
                    </a:lnTo>
                    <a:lnTo>
                      <a:pt x="3588" y="156"/>
                    </a:lnTo>
                    <a:lnTo>
                      <a:pt x="3588" y="150"/>
                    </a:lnTo>
                    <a:lnTo>
                      <a:pt x="3582" y="144"/>
                    </a:lnTo>
                    <a:lnTo>
                      <a:pt x="3576" y="132"/>
                    </a:lnTo>
                    <a:lnTo>
                      <a:pt x="3570" y="126"/>
                    </a:lnTo>
                    <a:lnTo>
                      <a:pt x="3546" y="114"/>
                    </a:lnTo>
                    <a:lnTo>
                      <a:pt x="3522" y="126"/>
                    </a:lnTo>
                    <a:lnTo>
                      <a:pt x="3504" y="162"/>
                    </a:lnTo>
                    <a:lnTo>
                      <a:pt x="3498" y="192"/>
                    </a:lnTo>
                    <a:lnTo>
                      <a:pt x="3492" y="210"/>
                    </a:lnTo>
                    <a:lnTo>
                      <a:pt x="3516" y="222"/>
                    </a:lnTo>
                    <a:lnTo>
                      <a:pt x="3534" y="216"/>
                    </a:lnTo>
                    <a:lnTo>
                      <a:pt x="3546" y="216"/>
                    </a:lnTo>
                    <a:lnTo>
                      <a:pt x="3582" y="198"/>
                    </a:lnTo>
                    <a:close/>
                    <a:moveTo>
                      <a:pt x="5622" y="420"/>
                    </a:moveTo>
                    <a:lnTo>
                      <a:pt x="5640" y="390"/>
                    </a:lnTo>
                    <a:lnTo>
                      <a:pt x="5754" y="390"/>
                    </a:lnTo>
                    <a:lnTo>
                      <a:pt x="5688" y="360"/>
                    </a:lnTo>
                    <a:lnTo>
                      <a:pt x="5700" y="336"/>
                    </a:lnTo>
                    <a:lnTo>
                      <a:pt x="5610" y="318"/>
                    </a:lnTo>
                    <a:lnTo>
                      <a:pt x="5628" y="348"/>
                    </a:lnTo>
                    <a:lnTo>
                      <a:pt x="5616" y="342"/>
                    </a:lnTo>
                    <a:lnTo>
                      <a:pt x="5592" y="336"/>
                    </a:lnTo>
                    <a:lnTo>
                      <a:pt x="5556" y="330"/>
                    </a:lnTo>
                    <a:lnTo>
                      <a:pt x="5514" y="318"/>
                    </a:lnTo>
                    <a:lnTo>
                      <a:pt x="5454" y="318"/>
                    </a:lnTo>
                    <a:lnTo>
                      <a:pt x="5448" y="330"/>
                    </a:lnTo>
                    <a:lnTo>
                      <a:pt x="5460" y="354"/>
                    </a:lnTo>
                    <a:lnTo>
                      <a:pt x="5496" y="372"/>
                    </a:lnTo>
                    <a:lnTo>
                      <a:pt x="5538" y="390"/>
                    </a:lnTo>
                    <a:lnTo>
                      <a:pt x="5574" y="408"/>
                    </a:lnTo>
                    <a:lnTo>
                      <a:pt x="5610" y="414"/>
                    </a:lnTo>
                    <a:lnTo>
                      <a:pt x="5622" y="420"/>
                    </a:lnTo>
                    <a:close/>
                    <a:moveTo>
                      <a:pt x="4320" y="432"/>
                    </a:moveTo>
                    <a:lnTo>
                      <a:pt x="4368" y="444"/>
                    </a:lnTo>
                    <a:lnTo>
                      <a:pt x="4380" y="444"/>
                    </a:lnTo>
                    <a:lnTo>
                      <a:pt x="4392" y="438"/>
                    </a:lnTo>
                    <a:lnTo>
                      <a:pt x="4398" y="438"/>
                    </a:lnTo>
                    <a:lnTo>
                      <a:pt x="4404" y="432"/>
                    </a:lnTo>
                    <a:lnTo>
                      <a:pt x="4404" y="426"/>
                    </a:lnTo>
                    <a:lnTo>
                      <a:pt x="4398" y="426"/>
                    </a:lnTo>
                    <a:lnTo>
                      <a:pt x="4362" y="414"/>
                    </a:lnTo>
                    <a:lnTo>
                      <a:pt x="4344" y="420"/>
                    </a:lnTo>
                    <a:lnTo>
                      <a:pt x="4332" y="420"/>
                    </a:lnTo>
                    <a:lnTo>
                      <a:pt x="4320" y="432"/>
                    </a:lnTo>
                    <a:close/>
                    <a:moveTo>
                      <a:pt x="5424" y="354"/>
                    </a:moveTo>
                    <a:lnTo>
                      <a:pt x="5370" y="336"/>
                    </a:lnTo>
                    <a:lnTo>
                      <a:pt x="5394" y="366"/>
                    </a:lnTo>
                    <a:lnTo>
                      <a:pt x="5424" y="354"/>
                    </a:lnTo>
                    <a:close/>
                    <a:moveTo>
                      <a:pt x="7986" y="666"/>
                    </a:moveTo>
                    <a:lnTo>
                      <a:pt x="8034" y="654"/>
                    </a:lnTo>
                    <a:lnTo>
                      <a:pt x="8088" y="654"/>
                    </a:lnTo>
                    <a:lnTo>
                      <a:pt x="8100" y="648"/>
                    </a:lnTo>
                    <a:lnTo>
                      <a:pt x="8106" y="642"/>
                    </a:lnTo>
                    <a:lnTo>
                      <a:pt x="8106" y="636"/>
                    </a:lnTo>
                    <a:lnTo>
                      <a:pt x="8100" y="630"/>
                    </a:lnTo>
                    <a:lnTo>
                      <a:pt x="8088" y="630"/>
                    </a:lnTo>
                    <a:lnTo>
                      <a:pt x="8052" y="618"/>
                    </a:lnTo>
                    <a:lnTo>
                      <a:pt x="8028" y="612"/>
                    </a:lnTo>
                    <a:lnTo>
                      <a:pt x="8010" y="606"/>
                    </a:lnTo>
                    <a:lnTo>
                      <a:pt x="7968" y="606"/>
                    </a:lnTo>
                    <a:lnTo>
                      <a:pt x="7944" y="618"/>
                    </a:lnTo>
                    <a:lnTo>
                      <a:pt x="7938" y="630"/>
                    </a:lnTo>
                    <a:lnTo>
                      <a:pt x="7938" y="654"/>
                    </a:lnTo>
                    <a:lnTo>
                      <a:pt x="7944" y="666"/>
                    </a:lnTo>
                    <a:lnTo>
                      <a:pt x="7950" y="666"/>
                    </a:lnTo>
                    <a:lnTo>
                      <a:pt x="7962" y="672"/>
                    </a:lnTo>
                    <a:lnTo>
                      <a:pt x="7968" y="672"/>
                    </a:lnTo>
                    <a:lnTo>
                      <a:pt x="7980" y="666"/>
                    </a:lnTo>
                    <a:lnTo>
                      <a:pt x="7986" y="666"/>
                    </a:lnTo>
                    <a:close/>
                    <a:moveTo>
                      <a:pt x="162" y="1788"/>
                    </a:moveTo>
                    <a:lnTo>
                      <a:pt x="150" y="1788"/>
                    </a:lnTo>
                    <a:lnTo>
                      <a:pt x="138" y="1794"/>
                    </a:lnTo>
                    <a:lnTo>
                      <a:pt x="114" y="1794"/>
                    </a:lnTo>
                    <a:lnTo>
                      <a:pt x="108" y="1788"/>
                    </a:lnTo>
                    <a:lnTo>
                      <a:pt x="96" y="1788"/>
                    </a:lnTo>
                    <a:lnTo>
                      <a:pt x="96" y="1782"/>
                    </a:lnTo>
                    <a:lnTo>
                      <a:pt x="84" y="1782"/>
                    </a:lnTo>
                    <a:lnTo>
                      <a:pt x="84" y="1788"/>
                    </a:lnTo>
                    <a:lnTo>
                      <a:pt x="72" y="1800"/>
                    </a:lnTo>
                    <a:lnTo>
                      <a:pt x="12" y="1800"/>
                    </a:lnTo>
                    <a:lnTo>
                      <a:pt x="0" y="1812"/>
                    </a:lnTo>
                    <a:lnTo>
                      <a:pt x="0" y="1818"/>
                    </a:lnTo>
                    <a:lnTo>
                      <a:pt x="12" y="1830"/>
                    </a:lnTo>
                    <a:lnTo>
                      <a:pt x="6" y="1842"/>
                    </a:lnTo>
                    <a:lnTo>
                      <a:pt x="12" y="1848"/>
                    </a:lnTo>
                    <a:lnTo>
                      <a:pt x="18" y="1848"/>
                    </a:lnTo>
                    <a:lnTo>
                      <a:pt x="24" y="1842"/>
                    </a:lnTo>
                    <a:lnTo>
                      <a:pt x="48" y="1842"/>
                    </a:lnTo>
                    <a:lnTo>
                      <a:pt x="54" y="1848"/>
                    </a:lnTo>
                    <a:lnTo>
                      <a:pt x="66" y="1848"/>
                    </a:lnTo>
                    <a:lnTo>
                      <a:pt x="72" y="1854"/>
                    </a:lnTo>
                    <a:lnTo>
                      <a:pt x="162" y="1854"/>
                    </a:lnTo>
                    <a:lnTo>
                      <a:pt x="162" y="1848"/>
                    </a:lnTo>
                    <a:lnTo>
                      <a:pt x="168" y="1848"/>
                    </a:lnTo>
                    <a:lnTo>
                      <a:pt x="162" y="1830"/>
                    </a:lnTo>
                    <a:lnTo>
                      <a:pt x="174" y="1818"/>
                    </a:lnTo>
                    <a:lnTo>
                      <a:pt x="174" y="1800"/>
                    </a:lnTo>
                    <a:lnTo>
                      <a:pt x="168" y="1788"/>
                    </a:lnTo>
                    <a:lnTo>
                      <a:pt x="162" y="1788"/>
                    </a:lnTo>
                    <a:close/>
                    <a:moveTo>
                      <a:pt x="1038" y="90"/>
                    </a:moveTo>
                    <a:lnTo>
                      <a:pt x="1062" y="72"/>
                    </a:lnTo>
                    <a:lnTo>
                      <a:pt x="1032" y="72"/>
                    </a:lnTo>
                    <a:lnTo>
                      <a:pt x="1032" y="84"/>
                    </a:lnTo>
                    <a:lnTo>
                      <a:pt x="1038" y="90"/>
                    </a:lnTo>
                    <a:close/>
                    <a:moveTo>
                      <a:pt x="990" y="72"/>
                    </a:moveTo>
                    <a:lnTo>
                      <a:pt x="1074" y="54"/>
                    </a:lnTo>
                    <a:lnTo>
                      <a:pt x="1044" y="42"/>
                    </a:lnTo>
                    <a:lnTo>
                      <a:pt x="996" y="54"/>
                    </a:lnTo>
                    <a:lnTo>
                      <a:pt x="948" y="54"/>
                    </a:lnTo>
                    <a:lnTo>
                      <a:pt x="966" y="66"/>
                    </a:lnTo>
                    <a:lnTo>
                      <a:pt x="990" y="72"/>
                    </a:lnTo>
                    <a:close/>
                    <a:moveTo>
                      <a:pt x="1122" y="90"/>
                    </a:moveTo>
                    <a:lnTo>
                      <a:pt x="1128" y="78"/>
                    </a:lnTo>
                    <a:lnTo>
                      <a:pt x="1152" y="78"/>
                    </a:lnTo>
                    <a:lnTo>
                      <a:pt x="1164" y="66"/>
                    </a:lnTo>
                    <a:lnTo>
                      <a:pt x="1218" y="66"/>
                    </a:lnTo>
                    <a:lnTo>
                      <a:pt x="1218" y="60"/>
                    </a:lnTo>
                    <a:lnTo>
                      <a:pt x="1206" y="54"/>
                    </a:lnTo>
                    <a:lnTo>
                      <a:pt x="1182" y="54"/>
                    </a:lnTo>
                    <a:lnTo>
                      <a:pt x="1182" y="48"/>
                    </a:lnTo>
                    <a:lnTo>
                      <a:pt x="1176" y="48"/>
                    </a:lnTo>
                    <a:lnTo>
                      <a:pt x="1164" y="42"/>
                    </a:lnTo>
                    <a:lnTo>
                      <a:pt x="1140" y="42"/>
                    </a:lnTo>
                    <a:lnTo>
                      <a:pt x="1134" y="48"/>
                    </a:lnTo>
                    <a:lnTo>
                      <a:pt x="1128" y="60"/>
                    </a:lnTo>
                    <a:lnTo>
                      <a:pt x="1128" y="66"/>
                    </a:lnTo>
                    <a:lnTo>
                      <a:pt x="1122" y="66"/>
                    </a:lnTo>
                    <a:lnTo>
                      <a:pt x="1116" y="72"/>
                    </a:lnTo>
                    <a:lnTo>
                      <a:pt x="1104" y="72"/>
                    </a:lnTo>
                    <a:lnTo>
                      <a:pt x="1086" y="78"/>
                    </a:lnTo>
                    <a:lnTo>
                      <a:pt x="1080" y="78"/>
                    </a:lnTo>
                    <a:lnTo>
                      <a:pt x="1074" y="84"/>
                    </a:lnTo>
                    <a:lnTo>
                      <a:pt x="1080" y="84"/>
                    </a:lnTo>
                    <a:lnTo>
                      <a:pt x="1092" y="90"/>
                    </a:lnTo>
                    <a:lnTo>
                      <a:pt x="1122" y="90"/>
                    </a:lnTo>
                    <a:close/>
                    <a:moveTo>
                      <a:pt x="1176" y="78"/>
                    </a:moveTo>
                    <a:lnTo>
                      <a:pt x="1158" y="90"/>
                    </a:lnTo>
                    <a:lnTo>
                      <a:pt x="1176" y="102"/>
                    </a:lnTo>
                    <a:lnTo>
                      <a:pt x="1194" y="108"/>
                    </a:lnTo>
                    <a:lnTo>
                      <a:pt x="1248" y="102"/>
                    </a:lnTo>
                    <a:lnTo>
                      <a:pt x="1242" y="90"/>
                    </a:lnTo>
                    <a:lnTo>
                      <a:pt x="1212" y="90"/>
                    </a:lnTo>
                    <a:lnTo>
                      <a:pt x="1176" y="78"/>
                    </a:lnTo>
                    <a:close/>
                    <a:moveTo>
                      <a:pt x="7812" y="2436"/>
                    </a:moveTo>
                    <a:lnTo>
                      <a:pt x="7782" y="2400"/>
                    </a:lnTo>
                    <a:lnTo>
                      <a:pt x="7776" y="2400"/>
                    </a:lnTo>
                    <a:lnTo>
                      <a:pt x="7770" y="2394"/>
                    </a:lnTo>
                    <a:lnTo>
                      <a:pt x="7752" y="2388"/>
                    </a:lnTo>
                    <a:lnTo>
                      <a:pt x="7728" y="2364"/>
                    </a:lnTo>
                    <a:lnTo>
                      <a:pt x="7722" y="2352"/>
                    </a:lnTo>
                    <a:lnTo>
                      <a:pt x="7704" y="2298"/>
                    </a:lnTo>
                    <a:lnTo>
                      <a:pt x="7698" y="2286"/>
                    </a:lnTo>
                    <a:lnTo>
                      <a:pt x="7698" y="2274"/>
                    </a:lnTo>
                    <a:lnTo>
                      <a:pt x="7674" y="2250"/>
                    </a:lnTo>
                    <a:lnTo>
                      <a:pt x="7680" y="2244"/>
                    </a:lnTo>
                    <a:lnTo>
                      <a:pt x="7698" y="2244"/>
                    </a:lnTo>
                    <a:lnTo>
                      <a:pt x="7770" y="2268"/>
                    </a:lnTo>
                    <a:lnTo>
                      <a:pt x="7800" y="2280"/>
                    </a:lnTo>
                    <a:lnTo>
                      <a:pt x="7812" y="2286"/>
                    </a:lnTo>
                    <a:lnTo>
                      <a:pt x="7740" y="2232"/>
                    </a:lnTo>
                    <a:lnTo>
                      <a:pt x="7734" y="2226"/>
                    </a:lnTo>
                    <a:lnTo>
                      <a:pt x="7722" y="2202"/>
                    </a:lnTo>
                    <a:lnTo>
                      <a:pt x="7710" y="2196"/>
                    </a:lnTo>
                    <a:lnTo>
                      <a:pt x="7704" y="2184"/>
                    </a:lnTo>
                    <a:lnTo>
                      <a:pt x="7698" y="2178"/>
                    </a:lnTo>
                    <a:lnTo>
                      <a:pt x="7674" y="2166"/>
                    </a:lnTo>
                    <a:lnTo>
                      <a:pt x="7668" y="2160"/>
                    </a:lnTo>
                    <a:lnTo>
                      <a:pt x="7656" y="2154"/>
                    </a:lnTo>
                    <a:lnTo>
                      <a:pt x="7578" y="2070"/>
                    </a:lnTo>
                    <a:lnTo>
                      <a:pt x="7554" y="2070"/>
                    </a:lnTo>
                    <a:lnTo>
                      <a:pt x="7542" y="2040"/>
                    </a:lnTo>
                    <a:lnTo>
                      <a:pt x="7524" y="2040"/>
                    </a:lnTo>
                    <a:lnTo>
                      <a:pt x="7512" y="2028"/>
                    </a:lnTo>
                    <a:lnTo>
                      <a:pt x="7500" y="2004"/>
                    </a:lnTo>
                    <a:lnTo>
                      <a:pt x="7500" y="1980"/>
                    </a:lnTo>
                    <a:lnTo>
                      <a:pt x="7470" y="1944"/>
                    </a:lnTo>
                    <a:lnTo>
                      <a:pt x="7446" y="1950"/>
                    </a:lnTo>
                    <a:lnTo>
                      <a:pt x="7434" y="1920"/>
                    </a:lnTo>
                    <a:lnTo>
                      <a:pt x="7392" y="1890"/>
                    </a:lnTo>
                    <a:lnTo>
                      <a:pt x="7380" y="1866"/>
                    </a:lnTo>
                    <a:lnTo>
                      <a:pt x="7368" y="1860"/>
                    </a:lnTo>
                    <a:lnTo>
                      <a:pt x="7362" y="1854"/>
                    </a:lnTo>
                    <a:lnTo>
                      <a:pt x="7344" y="1854"/>
                    </a:lnTo>
                    <a:lnTo>
                      <a:pt x="7344" y="1860"/>
                    </a:lnTo>
                    <a:lnTo>
                      <a:pt x="7392" y="1908"/>
                    </a:lnTo>
                    <a:lnTo>
                      <a:pt x="7392" y="1914"/>
                    </a:lnTo>
                    <a:lnTo>
                      <a:pt x="7386" y="1914"/>
                    </a:lnTo>
                    <a:lnTo>
                      <a:pt x="7380" y="1908"/>
                    </a:lnTo>
                    <a:lnTo>
                      <a:pt x="7368" y="1908"/>
                    </a:lnTo>
                    <a:lnTo>
                      <a:pt x="7362" y="1914"/>
                    </a:lnTo>
                    <a:lnTo>
                      <a:pt x="7362" y="1926"/>
                    </a:lnTo>
                    <a:lnTo>
                      <a:pt x="7374" y="1950"/>
                    </a:lnTo>
                    <a:lnTo>
                      <a:pt x="7386" y="1962"/>
                    </a:lnTo>
                    <a:lnTo>
                      <a:pt x="7392" y="1974"/>
                    </a:lnTo>
                    <a:lnTo>
                      <a:pt x="7404" y="1980"/>
                    </a:lnTo>
                    <a:lnTo>
                      <a:pt x="7404" y="1992"/>
                    </a:lnTo>
                    <a:lnTo>
                      <a:pt x="7416" y="2016"/>
                    </a:lnTo>
                    <a:lnTo>
                      <a:pt x="7422" y="2022"/>
                    </a:lnTo>
                    <a:lnTo>
                      <a:pt x="7440" y="2034"/>
                    </a:lnTo>
                    <a:lnTo>
                      <a:pt x="7470" y="2052"/>
                    </a:lnTo>
                    <a:lnTo>
                      <a:pt x="7500" y="2076"/>
                    </a:lnTo>
                    <a:lnTo>
                      <a:pt x="7518" y="2100"/>
                    </a:lnTo>
                    <a:lnTo>
                      <a:pt x="7524" y="2112"/>
                    </a:lnTo>
                    <a:lnTo>
                      <a:pt x="7536" y="2130"/>
                    </a:lnTo>
                    <a:lnTo>
                      <a:pt x="7536" y="2142"/>
                    </a:lnTo>
                    <a:lnTo>
                      <a:pt x="7548" y="2154"/>
                    </a:lnTo>
                    <a:lnTo>
                      <a:pt x="7554" y="2166"/>
                    </a:lnTo>
                    <a:lnTo>
                      <a:pt x="7572" y="2184"/>
                    </a:lnTo>
                    <a:lnTo>
                      <a:pt x="7590" y="2208"/>
                    </a:lnTo>
                    <a:lnTo>
                      <a:pt x="7608" y="2238"/>
                    </a:lnTo>
                    <a:lnTo>
                      <a:pt x="7620" y="2262"/>
                    </a:lnTo>
                    <a:lnTo>
                      <a:pt x="7626" y="2268"/>
                    </a:lnTo>
                    <a:lnTo>
                      <a:pt x="7626" y="2280"/>
                    </a:lnTo>
                    <a:lnTo>
                      <a:pt x="7632" y="2292"/>
                    </a:lnTo>
                    <a:lnTo>
                      <a:pt x="7644" y="2304"/>
                    </a:lnTo>
                    <a:lnTo>
                      <a:pt x="7656" y="2304"/>
                    </a:lnTo>
                    <a:lnTo>
                      <a:pt x="7668" y="2310"/>
                    </a:lnTo>
                    <a:lnTo>
                      <a:pt x="7674" y="2322"/>
                    </a:lnTo>
                    <a:lnTo>
                      <a:pt x="7686" y="2334"/>
                    </a:lnTo>
                    <a:lnTo>
                      <a:pt x="7698" y="2358"/>
                    </a:lnTo>
                    <a:lnTo>
                      <a:pt x="7698" y="2376"/>
                    </a:lnTo>
                    <a:lnTo>
                      <a:pt x="7740" y="2412"/>
                    </a:lnTo>
                    <a:lnTo>
                      <a:pt x="7752" y="2466"/>
                    </a:lnTo>
                    <a:lnTo>
                      <a:pt x="7794" y="2508"/>
                    </a:lnTo>
                    <a:lnTo>
                      <a:pt x="7794" y="2502"/>
                    </a:lnTo>
                    <a:lnTo>
                      <a:pt x="7788" y="2496"/>
                    </a:lnTo>
                    <a:lnTo>
                      <a:pt x="7788" y="2484"/>
                    </a:lnTo>
                    <a:lnTo>
                      <a:pt x="7782" y="2472"/>
                    </a:lnTo>
                    <a:lnTo>
                      <a:pt x="7782" y="2460"/>
                    </a:lnTo>
                    <a:lnTo>
                      <a:pt x="7776" y="2448"/>
                    </a:lnTo>
                    <a:lnTo>
                      <a:pt x="7782" y="2442"/>
                    </a:lnTo>
                    <a:lnTo>
                      <a:pt x="7788" y="2442"/>
                    </a:lnTo>
                    <a:lnTo>
                      <a:pt x="7800" y="2454"/>
                    </a:lnTo>
                    <a:lnTo>
                      <a:pt x="7830" y="2454"/>
                    </a:lnTo>
                    <a:lnTo>
                      <a:pt x="7866" y="2496"/>
                    </a:lnTo>
                    <a:lnTo>
                      <a:pt x="7866" y="2472"/>
                    </a:lnTo>
                    <a:lnTo>
                      <a:pt x="7836" y="2430"/>
                    </a:lnTo>
                    <a:lnTo>
                      <a:pt x="7812" y="2436"/>
                    </a:lnTo>
                    <a:close/>
                    <a:moveTo>
                      <a:pt x="1344" y="84"/>
                    </a:moveTo>
                    <a:lnTo>
                      <a:pt x="1350" y="72"/>
                    </a:lnTo>
                    <a:lnTo>
                      <a:pt x="1308" y="66"/>
                    </a:lnTo>
                    <a:lnTo>
                      <a:pt x="1284" y="78"/>
                    </a:lnTo>
                    <a:lnTo>
                      <a:pt x="1290" y="90"/>
                    </a:lnTo>
                    <a:lnTo>
                      <a:pt x="1344" y="84"/>
                    </a:lnTo>
                    <a:close/>
                    <a:moveTo>
                      <a:pt x="9048" y="996"/>
                    </a:moveTo>
                    <a:lnTo>
                      <a:pt x="9036" y="984"/>
                    </a:lnTo>
                    <a:lnTo>
                      <a:pt x="9024" y="978"/>
                    </a:lnTo>
                    <a:lnTo>
                      <a:pt x="9006" y="972"/>
                    </a:lnTo>
                    <a:lnTo>
                      <a:pt x="8994" y="966"/>
                    </a:lnTo>
                    <a:lnTo>
                      <a:pt x="8982" y="966"/>
                    </a:lnTo>
                    <a:lnTo>
                      <a:pt x="8940" y="948"/>
                    </a:lnTo>
                    <a:lnTo>
                      <a:pt x="8898" y="948"/>
                    </a:lnTo>
                    <a:lnTo>
                      <a:pt x="8868" y="930"/>
                    </a:lnTo>
                    <a:lnTo>
                      <a:pt x="8778" y="924"/>
                    </a:lnTo>
                    <a:lnTo>
                      <a:pt x="8736" y="906"/>
                    </a:lnTo>
                    <a:lnTo>
                      <a:pt x="8700" y="906"/>
                    </a:lnTo>
                    <a:lnTo>
                      <a:pt x="8754" y="942"/>
                    </a:lnTo>
                    <a:lnTo>
                      <a:pt x="8808" y="966"/>
                    </a:lnTo>
                    <a:lnTo>
                      <a:pt x="8796" y="966"/>
                    </a:lnTo>
                    <a:lnTo>
                      <a:pt x="8784" y="972"/>
                    </a:lnTo>
                    <a:lnTo>
                      <a:pt x="8754" y="972"/>
                    </a:lnTo>
                    <a:lnTo>
                      <a:pt x="8730" y="960"/>
                    </a:lnTo>
                    <a:lnTo>
                      <a:pt x="8676" y="906"/>
                    </a:lnTo>
                    <a:lnTo>
                      <a:pt x="8580" y="870"/>
                    </a:lnTo>
                    <a:lnTo>
                      <a:pt x="8496" y="846"/>
                    </a:lnTo>
                    <a:lnTo>
                      <a:pt x="8442" y="834"/>
                    </a:lnTo>
                    <a:lnTo>
                      <a:pt x="8370" y="822"/>
                    </a:lnTo>
                    <a:lnTo>
                      <a:pt x="8280" y="804"/>
                    </a:lnTo>
                    <a:lnTo>
                      <a:pt x="8190" y="780"/>
                    </a:lnTo>
                    <a:lnTo>
                      <a:pt x="8112" y="762"/>
                    </a:lnTo>
                    <a:lnTo>
                      <a:pt x="8052" y="750"/>
                    </a:lnTo>
                    <a:lnTo>
                      <a:pt x="7998" y="738"/>
                    </a:lnTo>
                    <a:lnTo>
                      <a:pt x="7956" y="732"/>
                    </a:lnTo>
                    <a:lnTo>
                      <a:pt x="7758" y="732"/>
                    </a:lnTo>
                    <a:lnTo>
                      <a:pt x="7746" y="714"/>
                    </a:lnTo>
                    <a:lnTo>
                      <a:pt x="7698" y="720"/>
                    </a:lnTo>
                    <a:lnTo>
                      <a:pt x="7680" y="708"/>
                    </a:lnTo>
                    <a:lnTo>
                      <a:pt x="7626" y="708"/>
                    </a:lnTo>
                    <a:lnTo>
                      <a:pt x="7650" y="726"/>
                    </a:lnTo>
                    <a:lnTo>
                      <a:pt x="7644" y="744"/>
                    </a:lnTo>
                    <a:lnTo>
                      <a:pt x="7656" y="744"/>
                    </a:lnTo>
                    <a:lnTo>
                      <a:pt x="7680" y="756"/>
                    </a:lnTo>
                    <a:lnTo>
                      <a:pt x="7716" y="762"/>
                    </a:lnTo>
                    <a:lnTo>
                      <a:pt x="7740" y="774"/>
                    </a:lnTo>
                    <a:lnTo>
                      <a:pt x="7758" y="786"/>
                    </a:lnTo>
                    <a:lnTo>
                      <a:pt x="7752" y="798"/>
                    </a:lnTo>
                    <a:lnTo>
                      <a:pt x="7728" y="804"/>
                    </a:lnTo>
                    <a:lnTo>
                      <a:pt x="7698" y="804"/>
                    </a:lnTo>
                    <a:lnTo>
                      <a:pt x="7686" y="798"/>
                    </a:lnTo>
                    <a:lnTo>
                      <a:pt x="7680" y="792"/>
                    </a:lnTo>
                    <a:lnTo>
                      <a:pt x="7656" y="774"/>
                    </a:lnTo>
                    <a:lnTo>
                      <a:pt x="7584" y="774"/>
                    </a:lnTo>
                    <a:lnTo>
                      <a:pt x="7530" y="738"/>
                    </a:lnTo>
                    <a:lnTo>
                      <a:pt x="7524" y="738"/>
                    </a:lnTo>
                    <a:lnTo>
                      <a:pt x="7518" y="744"/>
                    </a:lnTo>
                    <a:lnTo>
                      <a:pt x="7506" y="744"/>
                    </a:lnTo>
                    <a:lnTo>
                      <a:pt x="7500" y="750"/>
                    </a:lnTo>
                    <a:lnTo>
                      <a:pt x="7446" y="750"/>
                    </a:lnTo>
                    <a:lnTo>
                      <a:pt x="7440" y="738"/>
                    </a:lnTo>
                    <a:lnTo>
                      <a:pt x="7344" y="744"/>
                    </a:lnTo>
                    <a:lnTo>
                      <a:pt x="7320" y="726"/>
                    </a:lnTo>
                    <a:lnTo>
                      <a:pt x="7314" y="732"/>
                    </a:lnTo>
                    <a:lnTo>
                      <a:pt x="7212" y="732"/>
                    </a:lnTo>
                    <a:lnTo>
                      <a:pt x="7206" y="738"/>
                    </a:lnTo>
                    <a:lnTo>
                      <a:pt x="7212" y="744"/>
                    </a:lnTo>
                    <a:lnTo>
                      <a:pt x="7218" y="756"/>
                    </a:lnTo>
                    <a:lnTo>
                      <a:pt x="7254" y="792"/>
                    </a:lnTo>
                    <a:lnTo>
                      <a:pt x="7248" y="792"/>
                    </a:lnTo>
                    <a:lnTo>
                      <a:pt x="7242" y="786"/>
                    </a:lnTo>
                    <a:lnTo>
                      <a:pt x="7230" y="780"/>
                    </a:lnTo>
                    <a:lnTo>
                      <a:pt x="7218" y="768"/>
                    </a:lnTo>
                    <a:lnTo>
                      <a:pt x="7206" y="762"/>
                    </a:lnTo>
                    <a:lnTo>
                      <a:pt x="7194" y="750"/>
                    </a:lnTo>
                    <a:lnTo>
                      <a:pt x="7176" y="744"/>
                    </a:lnTo>
                    <a:lnTo>
                      <a:pt x="7104" y="732"/>
                    </a:lnTo>
                    <a:lnTo>
                      <a:pt x="7086" y="732"/>
                    </a:lnTo>
                    <a:lnTo>
                      <a:pt x="7086" y="726"/>
                    </a:lnTo>
                    <a:lnTo>
                      <a:pt x="7056" y="696"/>
                    </a:lnTo>
                    <a:lnTo>
                      <a:pt x="7032" y="684"/>
                    </a:lnTo>
                    <a:lnTo>
                      <a:pt x="6990" y="666"/>
                    </a:lnTo>
                    <a:lnTo>
                      <a:pt x="6948" y="660"/>
                    </a:lnTo>
                    <a:lnTo>
                      <a:pt x="6912" y="654"/>
                    </a:lnTo>
                    <a:lnTo>
                      <a:pt x="6882" y="654"/>
                    </a:lnTo>
                    <a:lnTo>
                      <a:pt x="6864" y="648"/>
                    </a:lnTo>
                    <a:lnTo>
                      <a:pt x="6834" y="648"/>
                    </a:lnTo>
                    <a:lnTo>
                      <a:pt x="6786" y="636"/>
                    </a:lnTo>
                    <a:lnTo>
                      <a:pt x="6774" y="642"/>
                    </a:lnTo>
                    <a:lnTo>
                      <a:pt x="6714" y="642"/>
                    </a:lnTo>
                    <a:lnTo>
                      <a:pt x="6696" y="660"/>
                    </a:lnTo>
                    <a:lnTo>
                      <a:pt x="6684" y="666"/>
                    </a:lnTo>
                    <a:lnTo>
                      <a:pt x="6648" y="666"/>
                    </a:lnTo>
                    <a:lnTo>
                      <a:pt x="6630" y="660"/>
                    </a:lnTo>
                    <a:lnTo>
                      <a:pt x="6594" y="660"/>
                    </a:lnTo>
                    <a:lnTo>
                      <a:pt x="6582" y="654"/>
                    </a:lnTo>
                    <a:lnTo>
                      <a:pt x="6576" y="648"/>
                    </a:lnTo>
                    <a:lnTo>
                      <a:pt x="6552" y="636"/>
                    </a:lnTo>
                    <a:lnTo>
                      <a:pt x="6534" y="630"/>
                    </a:lnTo>
                    <a:lnTo>
                      <a:pt x="6522" y="624"/>
                    </a:lnTo>
                    <a:lnTo>
                      <a:pt x="6498" y="624"/>
                    </a:lnTo>
                    <a:lnTo>
                      <a:pt x="6486" y="630"/>
                    </a:lnTo>
                    <a:lnTo>
                      <a:pt x="6474" y="612"/>
                    </a:lnTo>
                    <a:lnTo>
                      <a:pt x="6438" y="612"/>
                    </a:lnTo>
                    <a:lnTo>
                      <a:pt x="6372" y="606"/>
                    </a:lnTo>
                    <a:lnTo>
                      <a:pt x="6408" y="594"/>
                    </a:lnTo>
                    <a:lnTo>
                      <a:pt x="6372" y="570"/>
                    </a:lnTo>
                    <a:lnTo>
                      <a:pt x="6360" y="570"/>
                    </a:lnTo>
                    <a:lnTo>
                      <a:pt x="6324" y="564"/>
                    </a:lnTo>
                    <a:lnTo>
                      <a:pt x="6282" y="558"/>
                    </a:lnTo>
                    <a:lnTo>
                      <a:pt x="6246" y="558"/>
                    </a:lnTo>
                    <a:lnTo>
                      <a:pt x="6228" y="564"/>
                    </a:lnTo>
                    <a:lnTo>
                      <a:pt x="6228" y="594"/>
                    </a:lnTo>
                    <a:lnTo>
                      <a:pt x="6222" y="600"/>
                    </a:lnTo>
                    <a:lnTo>
                      <a:pt x="6192" y="600"/>
                    </a:lnTo>
                    <a:lnTo>
                      <a:pt x="6180" y="594"/>
                    </a:lnTo>
                    <a:lnTo>
                      <a:pt x="6168" y="594"/>
                    </a:lnTo>
                    <a:lnTo>
                      <a:pt x="6186" y="582"/>
                    </a:lnTo>
                    <a:lnTo>
                      <a:pt x="6168" y="570"/>
                    </a:lnTo>
                    <a:lnTo>
                      <a:pt x="6096" y="570"/>
                    </a:lnTo>
                    <a:lnTo>
                      <a:pt x="6114" y="558"/>
                    </a:lnTo>
                    <a:lnTo>
                      <a:pt x="6156" y="558"/>
                    </a:lnTo>
                    <a:lnTo>
                      <a:pt x="6216" y="588"/>
                    </a:lnTo>
                    <a:lnTo>
                      <a:pt x="6216" y="564"/>
                    </a:lnTo>
                    <a:lnTo>
                      <a:pt x="6162" y="540"/>
                    </a:lnTo>
                    <a:lnTo>
                      <a:pt x="6048" y="546"/>
                    </a:lnTo>
                    <a:lnTo>
                      <a:pt x="6048" y="534"/>
                    </a:lnTo>
                    <a:lnTo>
                      <a:pt x="5928" y="540"/>
                    </a:lnTo>
                    <a:lnTo>
                      <a:pt x="5880" y="522"/>
                    </a:lnTo>
                    <a:lnTo>
                      <a:pt x="5862" y="522"/>
                    </a:lnTo>
                    <a:lnTo>
                      <a:pt x="5898" y="546"/>
                    </a:lnTo>
                    <a:lnTo>
                      <a:pt x="5850" y="546"/>
                    </a:lnTo>
                    <a:lnTo>
                      <a:pt x="5838" y="552"/>
                    </a:lnTo>
                    <a:lnTo>
                      <a:pt x="5832" y="552"/>
                    </a:lnTo>
                    <a:lnTo>
                      <a:pt x="5832" y="558"/>
                    </a:lnTo>
                    <a:lnTo>
                      <a:pt x="5844" y="564"/>
                    </a:lnTo>
                    <a:lnTo>
                      <a:pt x="5850" y="570"/>
                    </a:lnTo>
                    <a:lnTo>
                      <a:pt x="5862" y="576"/>
                    </a:lnTo>
                    <a:lnTo>
                      <a:pt x="5892" y="576"/>
                    </a:lnTo>
                    <a:lnTo>
                      <a:pt x="5892" y="582"/>
                    </a:lnTo>
                    <a:lnTo>
                      <a:pt x="5952" y="618"/>
                    </a:lnTo>
                    <a:lnTo>
                      <a:pt x="5904" y="618"/>
                    </a:lnTo>
                    <a:lnTo>
                      <a:pt x="5898" y="612"/>
                    </a:lnTo>
                    <a:lnTo>
                      <a:pt x="5886" y="606"/>
                    </a:lnTo>
                    <a:lnTo>
                      <a:pt x="5874" y="606"/>
                    </a:lnTo>
                    <a:lnTo>
                      <a:pt x="5862" y="600"/>
                    </a:lnTo>
                    <a:lnTo>
                      <a:pt x="5844" y="618"/>
                    </a:lnTo>
                    <a:lnTo>
                      <a:pt x="5868" y="636"/>
                    </a:lnTo>
                    <a:lnTo>
                      <a:pt x="5814" y="630"/>
                    </a:lnTo>
                    <a:lnTo>
                      <a:pt x="5808" y="630"/>
                    </a:lnTo>
                    <a:lnTo>
                      <a:pt x="5802" y="624"/>
                    </a:lnTo>
                    <a:lnTo>
                      <a:pt x="5784" y="618"/>
                    </a:lnTo>
                    <a:lnTo>
                      <a:pt x="5766" y="618"/>
                    </a:lnTo>
                    <a:lnTo>
                      <a:pt x="5754" y="612"/>
                    </a:lnTo>
                    <a:lnTo>
                      <a:pt x="5736" y="606"/>
                    </a:lnTo>
                    <a:lnTo>
                      <a:pt x="5724" y="606"/>
                    </a:lnTo>
                    <a:lnTo>
                      <a:pt x="5712" y="612"/>
                    </a:lnTo>
                    <a:lnTo>
                      <a:pt x="5700" y="612"/>
                    </a:lnTo>
                    <a:lnTo>
                      <a:pt x="5688" y="618"/>
                    </a:lnTo>
                    <a:lnTo>
                      <a:pt x="5682" y="624"/>
                    </a:lnTo>
                    <a:lnTo>
                      <a:pt x="5676" y="624"/>
                    </a:lnTo>
                    <a:lnTo>
                      <a:pt x="5610" y="618"/>
                    </a:lnTo>
                    <a:lnTo>
                      <a:pt x="5604" y="618"/>
                    </a:lnTo>
                    <a:lnTo>
                      <a:pt x="5598" y="612"/>
                    </a:lnTo>
                    <a:lnTo>
                      <a:pt x="5562" y="594"/>
                    </a:lnTo>
                    <a:lnTo>
                      <a:pt x="5556" y="594"/>
                    </a:lnTo>
                    <a:lnTo>
                      <a:pt x="5550" y="588"/>
                    </a:lnTo>
                    <a:lnTo>
                      <a:pt x="5538" y="588"/>
                    </a:lnTo>
                    <a:lnTo>
                      <a:pt x="5538" y="606"/>
                    </a:lnTo>
                    <a:lnTo>
                      <a:pt x="5544" y="612"/>
                    </a:lnTo>
                    <a:lnTo>
                      <a:pt x="5550" y="624"/>
                    </a:lnTo>
                    <a:lnTo>
                      <a:pt x="5556" y="630"/>
                    </a:lnTo>
                    <a:lnTo>
                      <a:pt x="5562" y="642"/>
                    </a:lnTo>
                    <a:lnTo>
                      <a:pt x="5562" y="660"/>
                    </a:lnTo>
                    <a:lnTo>
                      <a:pt x="5556" y="666"/>
                    </a:lnTo>
                    <a:lnTo>
                      <a:pt x="5532" y="660"/>
                    </a:lnTo>
                    <a:lnTo>
                      <a:pt x="5424" y="624"/>
                    </a:lnTo>
                    <a:lnTo>
                      <a:pt x="5412" y="618"/>
                    </a:lnTo>
                    <a:lnTo>
                      <a:pt x="5406" y="618"/>
                    </a:lnTo>
                    <a:lnTo>
                      <a:pt x="5400" y="612"/>
                    </a:lnTo>
                    <a:lnTo>
                      <a:pt x="5394" y="600"/>
                    </a:lnTo>
                    <a:lnTo>
                      <a:pt x="5382" y="594"/>
                    </a:lnTo>
                    <a:lnTo>
                      <a:pt x="5376" y="588"/>
                    </a:lnTo>
                    <a:lnTo>
                      <a:pt x="5376" y="606"/>
                    </a:lnTo>
                    <a:lnTo>
                      <a:pt x="5322" y="588"/>
                    </a:lnTo>
                    <a:lnTo>
                      <a:pt x="5292" y="570"/>
                    </a:lnTo>
                    <a:lnTo>
                      <a:pt x="5298" y="570"/>
                    </a:lnTo>
                    <a:lnTo>
                      <a:pt x="5304" y="576"/>
                    </a:lnTo>
                    <a:lnTo>
                      <a:pt x="5328" y="576"/>
                    </a:lnTo>
                    <a:lnTo>
                      <a:pt x="5340" y="582"/>
                    </a:lnTo>
                    <a:lnTo>
                      <a:pt x="5352" y="582"/>
                    </a:lnTo>
                    <a:lnTo>
                      <a:pt x="5358" y="576"/>
                    </a:lnTo>
                    <a:lnTo>
                      <a:pt x="5358" y="570"/>
                    </a:lnTo>
                    <a:lnTo>
                      <a:pt x="5346" y="564"/>
                    </a:lnTo>
                    <a:lnTo>
                      <a:pt x="5334" y="552"/>
                    </a:lnTo>
                    <a:lnTo>
                      <a:pt x="5292" y="552"/>
                    </a:lnTo>
                    <a:lnTo>
                      <a:pt x="5304" y="540"/>
                    </a:lnTo>
                    <a:lnTo>
                      <a:pt x="5298" y="534"/>
                    </a:lnTo>
                    <a:lnTo>
                      <a:pt x="5286" y="528"/>
                    </a:lnTo>
                    <a:lnTo>
                      <a:pt x="5256" y="528"/>
                    </a:lnTo>
                    <a:lnTo>
                      <a:pt x="5268" y="510"/>
                    </a:lnTo>
                    <a:lnTo>
                      <a:pt x="5262" y="510"/>
                    </a:lnTo>
                    <a:lnTo>
                      <a:pt x="5256" y="504"/>
                    </a:lnTo>
                    <a:lnTo>
                      <a:pt x="5232" y="504"/>
                    </a:lnTo>
                    <a:lnTo>
                      <a:pt x="5220" y="498"/>
                    </a:lnTo>
                    <a:lnTo>
                      <a:pt x="5208" y="498"/>
                    </a:lnTo>
                    <a:lnTo>
                      <a:pt x="5202" y="492"/>
                    </a:lnTo>
                    <a:lnTo>
                      <a:pt x="5190" y="492"/>
                    </a:lnTo>
                    <a:lnTo>
                      <a:pt x="5184" y="486"/>
                    </a:lnTo>
                    <a:lnTo>
                      <a:pt x="5142" y="486"/>
                    </a:lnTo>
                    <a:lnTo>
                      <a:pt x="5130" y="492"/>
                    </a:lnTo>
                    <a:lnTo>
                      <a:pt x="5094" y="492"/>
                    </a:lnTo>
                    <a:lnTo>
                      <a:pt x="5076" y="486"/>
                    </a:lnTo>
                    <a:lnTo>
                      <a:pt x="5070" y="480"/>
                    </a:lnTo>
                    <a:lnTo>
                      <a:pt x="5064" y="480"/>
                    </a:lnTo>
                    <a:lnTo>
                      <a:pt x="5040" y="486"/>
                    </a:lnTo>
                    <a:lnTo>
                      <a:pt x="5040" y="474"/>
                    </a:lnTo>
                    <a:lnTo>
                      <a:pt x="4992" y="468"/>
                    </a:lnTo>
                    <a:lnTo>
                      <a:pt x="4980" y="456"/>
                    </a:lnTo>
                    <a:lnTo>
                      <a:pt x="4974" y="474"/>
                    </a:lnTo>
                    <a:lnTo>
                      <a:pt x="4956" y="480"/>
                    </a:lnTo>
                    <a:lnTo>
                      <a:pt x="4986" y="498"/>
                    </a:lnTo>
                    <a:lnTo>
                      <a:pt x="5010" y="528"/>
                    </a:lnTo>
                    <a:lnTo>
                      <a:pt x="4962" y="522"/>
                    </a:lnTo>
                    <a:lnTo>
                      <a:pt x="4956" y="516"/>
                    </a:lnTo>
                    <a:lnTo>
                      <a:pt x="4890" y="522"/>
                    </a:lnTo>
                    <a:lnTo>
                      <a:pt x="4872" y="528"/>
                    </a:lnTo>
                    <a:lnTo>
                      <a:pt x="4872" y="516"/>
                    </a:lnTo>
                    <a:lnTo>
                      <a:pt x="4824" y="522"/>
                    </a:lnTo>
                    <a:lnTo>
                      <a:pt x="4818" y="510"/>
                    </a:lnTo>
                    <a:lnTo>
                      <a:pt x="4764" y="510"/>
                    </a:lnTo>
                    <a:lnTo>
                      <a:pt x="4728" y="504"/>
                    </a:lnTo>
                    <a:lnTo>
                      <a:pt x="4746" y="480"/>
                    </a:lnTo>
                    <a:lnTo>
                      <a:pt x="4620" y="480"/>
                    </a:lnTo>
                    <a:lnTo>
                      <a:pt x="4608" y="468"/>
                    </a:lnTo>
                    <a:lnTo>
                      <a:pt x="4602" y="474"/>
                    </a:lnTo>
                    <a:lnTo>
                      <a:pt x="4590" y="468"/>
                    </a:lnTo>
                    <a:lnTo>
                      <a:pt x="4542" y="474"/>
                    </a:lnTo>
                    <a:lnTo>
                      <a:pt x="4548" y="486"/>
                    </a:lnTo>
                    <a:lnTo>
                      <a:pt x="4488" y="480"/>
                    </a:lnTo>
                    <a:lnTo>
                      <a:pt x="4476" y="486"/>
                    </a:lnTo>
                    <a:lnTo>
                      <a:pt x="4506" y="498"/>
                    </a:lnTo>
                    <a:lnTo>
                      <a:pt x="4464" y="492"/>
                    </a:lnTo>
                    <a:lnTo>
                      <a:pt x="4464" y="474"/>
                    </a:lnTo>
                    <a:lnTo>
                      <a:pt x="4434" y="456"/>
                    </a:lnTo>
                    <a:lnTo>
                      <a:pt x="4416" y="456"/>
                    </a:lnTo>
                    <a:lnTo>
                      <a:pt x="4428" y="474"/>
                    </a:lnTo>
                    <a:lnTo>
                      <a:pt x="4374" y="474"/>
                    </a:lnTo>
                    <a:lnTo>
                      <a:pt x="4368" y="468"/>
                    </a:lnTo>
                    <a:lnTo>
                      <a:pt x="4356" y="468"/>
                    </a:lnTo>
                    <a:lnTo>
                      <a:pt x="4350" y="456"/>
                    </a:lnTo>
                    <a:lnTo>
                      <a:pt x="4320" y="456"/>
                    </a:lnTo>
                    <a:lnTo>
                      <a:pt x="4296" y="444"/>
                    </a:lnTo>
                    <a:lnTo>
                      <a:pt x="4266" y="468"/>
                    </a:lnTo>
                    <a:lnTo>
                      <a:pt x="4320" y="474"/>
                    </a:lnTo>
                    <a:lnTo>
                      <a:pt x="4332" y="474"/>
                    </a:lnTo>
                    <a:lnTo>
                      <a:pt x="4326" y="480"/>
                    </a:lnTo>
                    <a:lnTo>
                      <a:pt x="4314" y="486"/>
                    </a:lnTo>
                    <a:lnTo>
                      <a:pt x="4308" y="492"/>
                    </a:lnTo>
                    <a:lnTo>
                      <a:pt x="4272" y="492"/>
                    </a:lnTo>
                    <a:lnTo>
                      <a:pt x="4266" y="498"/>
                    </a:lnTo>
                    <a:lnTo>
                      <a:pt x="4254" y="504"/>
                    </a:lnTo>
                    <a:lnTo>
                      <a:pt x="4182" y="504"/>
                    </a:lnTo>
                    <a:lnTo>
                      <a:pt x="4146" y="510"/>
                    </a:lnTo>
                    <a:lnTo>
                      <a:pt x="4134" y="534"/>
                    </a:lnTo>
                    <a:lnTo>
                      <a:pt x="4110" y="528"/>
                    </a:lnTo>
                    <a:lnTo>
                      <a:pt x="4110" y="516"/>
                    </a:lnTo>
                    <a:lnTo>
                      <a:pt x="4116" y="504"/>
                    </a:lnTo>
                    <a:lnTo>
                      <a:pt x="4122" y="498"/>
                    </a:lnTo>
                    <a:lnTo>
                      <a:pt x="4134" y="492"/>
                    </a:lnTo>
                    <a:lnTo>
                      <a:pt x="4152" y="492"/>
                    </a:lnTo>
                    <a:lnTo>
                      <a:pt x="4164" y="480"/>
                    </a:lnTo>
                    <a:lnTo>
                      <a:pt x="4206" y="474"/>
                    </a:lnTo>
                    <a:lnTo>
                      <a:pt x="4248" y="438"/>
                    </a:lnTo>
                    <a:lnTo>
                      <a:pt x="4248" y="426"/>
                    </a:lnTo>
                    <a:lnTo>
                      <a:pt x="4254" y="420"/>
                    </a:lnTo>
                    <a:lnTo>
                      <a:pt x="4266" y="414"/>
                    </a:lnTo>
                    <a:lnTo>
                      <a:pt x="4278" y="414"/>
                    </a:lnTo>
                    <a:lnTo>
                      <a:pt x="4290" y="408"/>
                    </a:lnTo>
                    <a:lnTo>
                      <a:pt x="4302" y="408"/>
                    </a:lnTo>
                    <a:lnTo>
                      <a:pt x="4320" y="402"/>
                    </a:lnTo>
                    <a:lnTo>
                      <a:pt x="4332" y="402"/>
                    </a:lnTo>
                    <a:lnTo>
                      <a:pt x="4344" y="396"/>
                    </a:lnTo>
                    <a:lnTo>
                      <a:pt x="4350" y="390"/>
                    </a:lnTo>
                    <a:lnTo>
                      <a:pt x="4356" y="378"/>
                    </a:lnTo>
                    <a:lnTo>
                      <a:pt x="4350" y="366"/>
                    </a:lnTo>
                    <a:lnTo>
                      <a:pt x="4344" y="360"/>
                    </a:lnTo>
                    <a:lnTo>
                      <a:pt x="4332" y="354"/>
                    </a:lnTo>
                    <a:lnTo>
                      <a:pt x="4326" y="348"/>
                    </a:lnTo>
                    <a:lnTo>
                      <a:pt x="4290" y="348"/>
                    </a:lnTo>
                    <a:lnTo>
                      <a:pt x="4320" y="336"/>
                    </a:lnTo>
                    <a:lnTo>
                      <a:pt x="4314" y="330"/>
                    </a:lnTo>
                    <a:lnTo>
                      <a:pt x="4302" y="324"/>
                    </a:lnTo>
                    <a:lnTo>
                      <a:pt x="4290" y="312"/>
                    </a:lnTo>
                    <a:lnTo>
                      <a:pt x="4284" y="312"/>
                    </a:lnTo>
                    <a:lnTo>
                      <a:pt x="4278" y="318"/>
                    </a:lnTo>
                    <a:lnTo>
                      <a:pt x="4254" y="318"/>
                    </a:lnTo>
                    <a:lnTo>
                      <a:pt x="4248" y="312"/>
                    </a:lnTo>
                    <a:lnTo>
                      <a:pt x="4242" y="300"/>
                    </a:lnTo>
                    <a:lnTo>
                      <a:pt x="4236" y="294"/>
                    </a:lnTo>
                    <a:lnTo>
                      <a:pt x="4194" y="294"/>
                    </a:lnTo>
                    <a:lnTo>
                      <a:pt x="4188" y="300"/>
                    </a:lnTo>
                    <a:lnTo>
                      <a:pt x="4182" y="300"/>
                    </a:lnTo>
                    <a:lnTo>
                      <a:pt x="4128" y="288"/>
                    </a:lnTo>
                    <a:lnTo>
                      <a:pt x="3990" y="282"/>
                    </a:lnTo>
                    <a:lnTo>
                      <a:pt x="3990" y="300"/>
                    </a:lnTo>
                    <a:lnTo>
                      <a:pt x="3924" y="300"/>
                    </a:lnTo>
                    <a:lnTo>
                      <a:pt x="3942" y="282"/>
                    </a:lnTo>
                    <a:lnTo>
                      <a:pt x="3942" y="276"/>
                    </a:lnTo>
                    <a:lnTo>
                      <a:pt x="3936" y="270"/>
                    </a:lnTo>
                    <a:lnTo>
                      <a:pt x="3912" y="264"/>
                    </a:lnTo>
                    <a:lnTo>
                      <a:pt x="3882" y="264"/>
                    </a:lnTo>
                    <a:lnTo>
                      <a:pt x="3852" y="270"/>
                    </a:lnTo>
                    <a:lnTo>
                      <a:pt x="3840" y="270"/>
                    </a:lnTo>
                    <a:lnTo>
                      <a:pt x="3780" y="264"/>
                    </a:lnTo>
                    <a:lnTo>
                      <a:pt x="3792" y="264"/>
                    </a:lnTo>
                    <a:lnTo>
                      <a:pt x="3810" y="258"/>
                    </a:lnTo>
                    <a:lnTo>
                      <a:pt x="3822" y="258"/>
                    </a:lnTo>
                    <a:lnTo>
                      <a:pt x="3834" y="252"/>
                    </a:lnTo>
                    <a:lnTo>
                      <a:pt x="3840" y="252"/>
                    </a:lnTo>
                    <a:lnTo>
                      <a:pt x="3840" y="246"/>
                    </a:lnTo>
                    <a:lnTo>
                      <a:pt x="3834" y="240"/>
                    </a:lnTo>
                    <a:lnTo>
                      <a:pt x="3822" y="240"/>
                    </a:lnTo>
                    <a:lnTo>
                      <a:pt x="3804" y="234"/>
                    </a:lnTo>
                    <a:lnTo>
                      <a:pt x="3762" y="234"/>
                    </a:lnTo>
                    <a:lnTo>
                      <a:pt x="3720" y="228"/>
                    </a:lnTo>
                    <a:lnTo>
                      <a:pt x="3714" y="240"/>
                    </a:lnTo>
                    <a:lnTo>
                      <a:pt x="3684" y="240"/>
                    </a:lnTo>
                    <a:lnTo>
                      <a:pt x="3672" y="246"/>
                    </a:lnTo>
                    <a:lnTo>
                      <a:pt x="3660" y="246"/>
                    </a:lnTo>
                    <a:lnTo>
                      <a:pt x="3648" y="252"/>
                    </a:lnTo>
                    <a:lnTo>
                      <a:pt x="3648" y="258"/>
                    </a:lnTo>
                    <a:lnTo>
                      <a:pt x="3654" y="270"/>
                    </a:lnTo>
                    <a:lnTo>
                      <a:pt x="3678" y="282"/>
                    </a:lnTo>
                    <a:lnTo>
                      <a:pt x="3696" y="294"/>
                    </a:lnTo>
                    <a:lnTo>
                      <a:pt x="3708" y="294"/>
                    </a:lnTo>
                    <a:lnTo>
                      <a:pt x="3714" y="300"/>
                    </a:lnTo>
                    <a:lnTo>
                      <a:pt x="3720" y="300"/>
                    </a:lnTo>
                    <a:lnTo>
                      <a:pt x="3576" y="294"/>
                    </a:lnTo>
                    <a:lnTo>
                      <a:pt x="3630" y="312"/>
                    </a:lnTo>
                    <a:lnTo>
                      <a:pt x="3576" y="324"/>
                    </a:lnTo>
                    <a:lnTo>
                      <a:pt x="3564" y="330"/>
                    </a:lnTo>
                    <a:lnTo>
                      <a:pt x="3534" y="336"/>
                    </a:lnTo>
                    <a:lnTo>
                      <a:pt x="3498" y="342"/>
                    </a:lnTo>
                    <a:lnTo>
                      <a:pt x="3474" y="342"/>
                    </a:lnTo>
                    <a:lnTo>
                      <a:pt x="3468" y="336"/>
                    </a:lnTo>
                    <a:lnTo>
                      <a:pt x="3474" y="324"/>
                    </a:lnTo>
                    <a:lnTo>
                      <a:pt x="3486" y="312"/>
                    </a:lnTo>
                    <a:lnTo>
                      <a:pt x="3420" y="312"/>
                    </a:lnTo>
                    <a:lnTo>
                      <a:pt x="3408" y="318"/>
                    </a:lnTo>
                    <a:lnTo>
                      <a:pt x="3390" y="318"/>
                    </a:lnTo>
                    <a:lnTo>
                      <a:pt x="3378" y="324"/>
                    </a:lnTo>
                    <a:lnTo>
                      <a:pt x="3366" y="336"/>
                    </a:lnTo>
                    <a:lnTo>
                      <a:pt x="3348" y="336"/>
                    </a:lnTo>
                    <a:lnTo>
                      <a:pt x="3318" y="342"/>
                    </a:lnTo>
                    <a:lnTo>
                      <a:pt x="3276" y="342"/>
                    </a:lnTo>
                    <a:lnTo>
                      <a:pt x="3246" y="348"/>
                    </a:lnTo>
                    <a:lnTo>
                      <a:pt x="3234" y="354"/>
                    </a:lnTo>
                    <a:lnTo>
                      <a:pt x="3216" y="354"/>
                    </a:lnTo>
                    <a:lnTo>
                      <a:pt x="3204" y="360"/>
                    </a:lnTo>
                    <a:lnTo>
                      <a:pt x="3186" y="360"/>
                    </a:lnTo>
                    <a:lnTo>
                      <a:pt x="3180" y="366"/>
                    </a:lnTo>
                    <a:lnTo>
                      <a:pt x="3174" y="366"/>
                    </a:lnTo>
                    <a:lnTo>
                      <a:pt x="3132" y="396"/>
                    </a:lnTo>
                    <a:lnTo>
                      <a:pt x="3114" y="396"/>
                    </a:lnTo>
                    <a:lnTo>
                      <a:pt x="3108" y="402"/>
                    </a:lnTo>
                    <a:lnTo>
                      <a:pt x="3102" y="402"/>
                    </a:lnTo>
                    <a:lnTo>
                      <a:pt x="3096" y="408"/>
                    </a:lnTo>
                    <a:lnTo>
                      <a:pt x="3102" y="414"/>
                    </a:lnTo>
                    <a:lnTo>
                      <a:pt x="3120" y="426"/>
                    </a:lnTo>
                    <a:lnTo>
                      <a:pt x="3132" y="438"/>
                    </a:lnTo>
                    <a:lnTo>
                      <a:pt x="3150" y="444"/>
                    </a:lnTo>
                    <a:lnTo>
                      <a:pt x="3156" y="450"/>
                    </a:lnTo>
                    <a:lnTo>
                      <a:pt x="3162" y="450"/>
                    </a:lnTo>
                    <a:lnTo>
                      <a:pt x="3120" y="462"/>
                    </a:lnTo>
                    <a:lnTo>
                      <a:pt x="3096" y="474"/>
                    </a:lnTo>
                    <a:lnTo>
                      <a:pt x="2994" y="474"/>
                    </a:lnTo>
                    <a:lnTo>
                      <a:pt x="2988" y="480"/>
                    </a:lnTo>
                    <a:lnTo>
                      <a:pt x="2952" y="468"/>
                    </a:lnTo>
                    <a:lnTo>
                      <a:pt x="2934" y="474"/>
                    </a:lnTo>
                    <a:lnTo>
                      <a:pt x="2880" y="474"/>
                    </a:lnTo>
                    <a:lnTo>
                      <a:pt x="2874" y="480"/>
                    </a:lnTo>
                    <a:lnTo>
                      <a:pt x="2874" y="498"/>
                    </a:lnTo>
                    <a:lnTo>
                      <a:pt x="2880" y="510"/>
                    </a:lnTo>
                    <a:lnTo>
                      <a:pt x="2892" y="522"/>
                    </a:lnTo>
                    <a:lnTo>
                      <a:pt x="2898" y="522"/>
                    </a:lnTo>
                    <a:lnTo>
                      <a:pt x="2904" y="528"/>
                    </a:lnTo>
                    <a:lnTo>
                      <a:pt x="2910" y="540"/>
                    </a:lnTo>
                    <a:lnTo>
                      <a:pt x="2916" y="546"/>
                    </a:lnTo>
                    <a:lnTo>
                      <a:pt x="2922" y="546"/>
                    </a:lnTo>
                    <a:lnTo>
                      <a:pt x="2928" y="552"/>
                    </a:lnTo>
                    <a:lnTo>
                      <a:pt x="2940" y="552"/>
                    </a:lnTo>
                    <a:lnTo>
                      <a:pt x="2952" y="558"/>
                    </a:lnTo>
                    <a:lnTo>
                      <a:pt x="2964" y="558"/>
                    </a:lnTo>
                    <a:lnTo>
                      <a:pt x="2976" y="564"/>
                    </a:lnTo>
                    <a:lnTo>
                      <a:pt x="2994" y="564"/>
                    </a:lnTo>
                    <a:lnTo>
                      <a:pt x="3012" y="570"/>
                    </a:lnTo>
                    <a:lnTo>
                      <a:pt x="3024" y="570"/>
                    </a:lnTo>
                    <a:lnTo>
                      <a:pt x="3036" y="576"/>
                    </a:lnTo>
                    <a:lnTo>
                      <a:pt x="3042" y="576"/>
                    </a:lnTo>
                    <a:lnTo>
                      <a:pt x="3054" y="588"/>
                    </a:lnTo>
                    <a:lnTo>
                      <a:pt x="3054" y="594"/>
                    </a:lnTo>
                    <a:lnTo>
                      <a:pt x="3060" y="600"/>
                    </a:lnTo>
                    <a:lnTo>
                      <a:pt x="3030" y="600"/>
                    </a:lnTo>
                    <a:lnTo>
                      <a:pt x="3012" y="606"/>
                    </a:lnTo>
                    <a:lnTo>
                      <a:pt x="3000" y="606"/>
                    </a:lnTo>
                    <a:lnTo>
                      <a:pt x="2964" y="588"/>
                    </a:lnTo>
                    <a:lnTo>
                      <a:pt x="2928" y="576"/>
                    </a:lnTo>
                    <a:lnTo>
                      <a:pt x="2904" y="570"/>
                    </a:lnTo>
                    <a:lnTo>
                      <a:pt x="2886" y="564"/>
                    </a:lnTo>
                    <a:lnTo>
                      <a:pt x="2862" y="564"/>
                    </a:lnTo>
                    <a:lnTo>
                      <a:pt x="2844" y="558"/>
                    </a:lnTo>
                    <a:lnTo>
                      <a:pt x="2802" y="558"/>
                    </a:lnTo>
                    <a:lnTo>
                      <a:pt x="2796" y="564"/>
                    </a:lnTo>
                    <a:lnTo>
                      <a:pt x="2796" y="576"/>
                    </a:lnTo>
                    <a:lnTo>
                      <a:pt x="2802" y="582"/>
                    </a:lnTo>
                    <a:lnTo>
                      <a:pt x="2808" y="582"/>
                    </a:lnTo>
                    <a:lnTo>
                      <a:pt x="2820" y="594"/>
                    </a:lnTo>
                    <a:lnTo>
                      <a:pt x="2784" y="594"/>
                    </a:lnTo>
                    <a:lnTo>
                      <a:pt x="2772" y="582"/>
                    </a:lnTo>
                    <a:lnTo>
                      <a:pt x="2754" y="582"/>
                    </a:lnTo>
                    <a:lnTo>
                      <a:pt x="2748" y="576"/>
                    </a:lnTo>
                    <a:lnTo>
                      <a:pt x="2724" y="576"/>
                    </a:lnTo>
                    <a:lnTo>
                      <a:pt x="2724" y="582"/>
                    </a:lnTo>
                    <a:lnTo>
                      <a:pt x="2730" y="600"/>
                    </a:lnTo>
                    <a:lnTo>
                      <a:pt x="2736" y="612"/>
                    </a:lnTo>
                    <a:lnTo>
                      <a:pt x="2748" y="618"/>
                    </a:lnTo>
                    <a:lnTo>
                      <a:pt x="2766" y="624"/>
                    </a:lnTo>
                    <a:lnTo>
                      <a:pt x="2802" y="624"/>
                    </a:lnTo>
                    <a:lnTo>
                      <a:pt x="2820" y="630"/>
                    </a:lnTo>
                    <a:lnTo>
                      <a:pt x="2844" y="630"/>
                    </a:lnTo>
                    <a:lnTo>
                      <a:pt x="2856" y="636"/>
                    </a:lnTo>
                    <a:lnTo>
                      <a:pt x="2862" y="648"/>
                    </a:lnTo>
                    <a:lnTo>
                      <a:pt x="2874" y="654"/>
                    </a:lnTo>
                    <a:lnTo>
                      <a:pt x="2844" y="654"/>
                    </a:lnTo>
                    <a:lnTo>
                      <a:pt x="2838" y="648"/>
                    </a:lnTo>
                    <a:lnTo>
                      <a:pt x="2826" y="642"/>
                    </a:lnTo>
                    <a:lnTo>
                      <a:pt x="2772" y="642"/>
                    </a:lnTo>
                    <a:lnTo>
                      <a:pt x="2760" y="636"/>
                    </a:lnTo>
                    <a:lnTo>
                      <a:pt x="2730" y="636"/>
                    </a:lnTo>
                    <a:lnTo>
                      <a:pt x="2724" y="624"/>
                    </a:lnTo>
                    <a:lnTo>
                      <a:pt x="2700" y="624"/>
                    </a:lnTo>
                    <a:lnTo>
                      <a:pt x="2694" y="606"/>
                    </a:lnTo>
                    <a:lnTo>
                      <a:pt x="2664" y="594"/>
                    </a:lnTo>
                    <a:lnTo>
                      <a:pt x="2670" y="588"/>
                    </a:lnTo>
                    <a:lnTo>
                      <a:pt x="2682" y="582"/>
                    </a:lnTo>
                    <a:lnTo>
                      <a:pt x="2688" y="576"/>
                    </a:lnTo>
                    <a:lnTo>
                      <a:pt x="2688" y="564"/>
                    </a:lnTo>
                    <a:lnTo>
                      <a:pt x="2658" y="534"/>
                    </a:lnTo>
                    <a:lnTo>
                      <a:pt x="2646" y="528"/>
                    </a:lnTo>
                    <a:lnTo>
                      <a:pt x="2616" y="528"/>
                    </a:lnTo>
                    <a:lnTo>
                      <a:pt x="2628" y="534"/>
                    </a:lnTo>
                    <a:lnTo>
                      <a:pt x="2652" y="558"/>
                    </a:lnTo>
                    <a:lnTo>
                      <a:pt x="2640" y="570"/>
                    </a:lnTo>
                    <a:lnTo>
                      <a:pt x="2616" y="582"/>
                    </a:lnTo>
                    <a:lnTo>
                      <a:pt x="2604" y="582"/>
                    </a:lnTo>
                    <a:lnTo>
                      <a:pt x="2586" y="624"/>
                    </a:lnTo>
                    <a:lnTo>
                      <a:pt x="2658" y="660"/>
                    </a:lnTo>
                    <a:lnTo>
                      <a:pt x="2676" y="660"/>
                    </a:lnTo>
                    <a:lnTo>
                      <a:pt x="2676" y="696"/>
                    </a:lnTo>
                    <a:lnTo>
                      <a:pt x="2670" y="708"/>
                    </a:lnTo>
                    <a:lnTo>
                      <a:pt x="2670" y="720"/>
                    </a:lnTo>
                    <a:lnTo>
                      <a:pt x="2676" y="738"/>
                    </a:lnTo>
                    <a:lnTo>
                      <a:pt x="2712" y="744"/>
                    </a:lnTo>
                    <a:lnTo>
                      <a:pt x="2712" y="768"/>
                    </a:lnTo>
                    <a:lnTo>
                      <a:pt x="2772" y="780"/>
                    </a:lnTo>
                    <a:lnTo>
                      <a:pt x="2778" y="780"/>
                    </a:lnTo>
                    <a:lnTo>
                      <a:pt x="2784" y="774"/>
                    </a:lnTo>
                    <a:lnTo>
                      <a:pt x="2796" y="774"/>
                    </a:lnTo>
                    <a:lnTo>
                      <a:pt x="2814" y="768"/>
                    </a:lnTo>
                    <a:lnTo>
                      <a:pt x="2850" y="768"/>
                    </a:lnTo>
                    <a:lnTo>
                      <a:pt x="2868" y="774"/>
                    </a:lnTo>
                    <a:lnTo>
                      <a:pt x="2874" y="780"/>
                    </a:lnTo>
                    <a:lnTo>
                      <a:pt x="2886" y="786"/>
                    </a:lnTo>
                    <a:lnTo>
                      <a:pt x="2904" y="786"/>
                    </a:lnTo>
                    <a:lnTo>
                      <a:pt x="2916" y="792"/>
                    </a:lnTo>
                    <a:lnTo>
                      <a:pt x="2952" y="804"/>
                    </a:lnTo>
                    <a:lnTo>
                      <a:pt x="2976" y="828"/>
                    </a:lnTo>
                    <a:lnTo>
                      <a:pt x="2976" y="834"/>
                    </a:lnTo>
                    <a:lnTo>
                      <a:pt x="2964" y="834"/>
                    </a:lnTo>
                    <a:lnTo>
                      <a:pt x="2958" y="840"/>
                    </a:lnTo>
                    <a:lnTo>
                      <a:pt x="2946" y="840"/>
                    </a:lnTo>
                    <a:lnTo>
                      <a:pt x="2940" y="846"/>
                    </a:lnTo>
                    <a:lnTo>
                      <a:pt x="2946" y="852"/>
                    </a:lnTo>
                    <a:lnTo>
                      <a:pt x="2958" y="858"/>
                    </a:lnTo>
                    <a:lnTo>
                      <a:pt x="2976" y="876"/>
                    </a:lnTo>
                    <a:lnTo>
                      <a:pt x="3024" y="876"/>
                    </a:lnTo>
                    <a:lnTo>
                      <a:pt x="3012" y="882"/>
                    </a:lnTo>
                    <a:lnTo>
                      <a:pt x="3006" y="882"/>
                    </a:lnTo>
                    <a:lnTo>
                      <a:pt x="2994" y="888"/>
                    </a:lnTo>
                    <a:lnTo>
                      <a:pt x="2970" y="888"/>
                    </a:lnTo>
                    <a:lnTo>
                      <a:pt x="2958" y="882"/>
                    </a:lnTo>
                    <a:lnTo>
                      <a:pt x="2952" y="876"/>
                    </a:lnTo>
                    <a:lnTo>
                      <a:pt x="2940" y="870"/>
                    </a:lnTo>
                    <a:lnTo>
                      <a:pt x="2940" y="858"/>
                    </a:lnTo>
                    <a:lnTo>
                      <a:pt x="2928" y="834"/>
                    </a:lnTo>
                    <a:lnTo>
                      <a:pt x="2916" y="822"/>
                    </a:lnTo>
                    <a:lnTo>
                      <a:pt x="2892" y="810"/>
                    </a:lnTo>
                    <a:lnTo>
                      <a:pt x="2886" y="804"/>
                    </a:lnTo>
                    <a:lnTo>
                      <a:pt x="2880" y="804"/>
                    </a:lnTo>
                    <a:lnTo>
                      <a:pt x="2874" y="798"/>
                    </a:lnTo>
                    <a:lnTo>
                      <a:pt x="2874" y="786"/>
                    </a:lnTo>
                    <a:lnTo>
                      <a:pt x="2868" y="780"/>
                    </a:lnTo>
                    <a:lnTo>
                      <a:pt x="2844" y="780"/>
                    </a:lnTo>
                    <a:lnTo>
                      <a:pt x="2832" y="786"/>
                    </a:lnTo>
                    <a:lnTo>
                      <a:pt x="2814" y="786"/>
                    </a:lnTo>
                    <a:lnTo>
                      <a:pt x="2802" y="792"/>
                    </a:lnTo>
                    <a:lnTo>
                      <a:pt x="2778" y="792"/>
                    </a:lnTo>
                    <a:lnTo>
                      <a:pt x="2760" y="810"/>
                    </a:lnTo>
                    <a:lnTo>
                      <a:pt x="2766" y="816"/>
                    </a:lnTo>
                    <a:lnTo>
                      <a:pt x="2772" y="828"/>
                    </a:lnTo>
                    <a:lnTo>
                      <a:pt x="2784" y="834"/>
                    </a:lnTo>
                    <a:lnTo>
                      <a:pt x="2802" y="852"/>
                    </a:lnTo>
                    <a:lnTo>
                      <a:pt x="2814" y="858"/>
                    </a:lnTo>
                    <a:lnTo>
                      <a:pt x="2814" y="864"/>
                    </a:lnTo>
                    <a:lnTo>
                      <a:pt x="2790" y="888"/>
                    </a:lnTo>
                    <a:lnTo>
                      <a:pt x="2784" y="888"/>
                    </a:lnTo>
                    <a:lnTo>
                      <a:pt x="2778" y="930"/>
                    </a:lnTo>
                    <a:lnTo>
                      <a:pt x="2736" y="948"/>
                    </a:lnTo>
                    <a:lnTo>
                      <a:pt x="2736" y="954"/>
                    </a:lnTo>
                    <a:lnTo>
                      <a:pt x="2730" y="966"/>
                    </a:lnTo>
                    <a:lnTo>
                      <a:pt x="2724" y="972"/>
                    </a:lnTo>
                    <a:lnTo>
                      <a:pt x="2694" y="972"/>
                    </a:lnTo>
                    <a:lnTo>
                      <a:pt x="2682" y="966"/>
                    </a:lnTo>
                    <a:lnTo>
                      <a:pt x="2652" y="966"/>
                    </a:lnTo>
                    <a:lnTo>
                      <a:pt x="2592" y="960"/>
                    </a:lnTo>
                    <a:lnTo>
                      <a:pt x="2586" y="960"/>
                    </a:lnTo>
                    <a:lnTo>
                      <a:pt x="2580" y="954"/>
                    </a:lnTo>
                    <a:lnTo>
                      <a:pt x="2568" y="948"/>
                    </a:lnTo>
                    <a:lnTo>
                      <a:pt x="2556" y="948"/>
                    </a:lnTo>
                    <a:lnTo>
                      <a:pt x="2544" y="936"/>
                    </a:lnTo>
                    <a:lnTo>
                      <a:pt x="2598" y="936"/>
                    </a:lnTo>
                    <a:lnTo>
                      <a:pt x="2616" y="942"/>
                    </a:lnTo>
                    <a:lnTo>
                      <a:pt x="2640" y="924"/>
                    </a:lnTo>
                    <a:lnTo>
                      <a:pt x="2652" y="924"/>
                    </a:lnTo>
                    <a:lnTo>
                      <a:pt x="2664" y="930"/>
                    </a:lnTo>
                    <a:lnTo>
                      <a:pt x="2682" y="930"/>
                    </a:lnTo>
                    <a:lnTo>
                      <a:pt x="2694" y="924"/>
                    </a:lnTo>
                    <a:lnTo>
                      <a:pt x="2694" y="906"/>
                    </a:lnTo>
                    <a:lnTo>
                      <a:pt x="2700" y="894"/>
                    </a:lnTo>
                    <a:lnTo>
                      <a:pt x="2700" y="882"/>
                    </a:lnTo>
                    <a:lnTo>
                      <a:pt x="2724" y="876"/>
                    </a:lnTo>
                    <a:lnTo>
                      <a:pt x="2724" y="852"/>
                    </a:lnTo>
                    <a:lnTo>
                      <a:pt x="2712" y="852"/>
                    </a:lnTo>
                    <a:lnTo>
                      <a:pt x="2718" y="846"/>
                    </a:lnTo>
                    <a:lnTo>
                      <a:pt x="2724" y="834"/>
                    </a:lnTo>
                    <a:lnTo>
                      <a:pt x="2724" y="822"/>
                    </a:lnTo>
                    <a:lnTo>
                      <a:pt x="2718" y="816"/>
                    </a:lnTo>
                    <a:lnTo>
                      <a:pt x="2712" y="816"/>
                    </a:lnTo>
                    <a:lnTo>
                      <a:pt x="2700" y="810"/>
                    </a:lnTo>
                    <a:lnTo>
                      <a:pt x="2682" y="810"/>
                    </a:lnTo>
                    <a:lnTo>
                      <a:pt x="2664" y="804"/>
                    </a:lnTo>
                    <a:lnTo>
                      <a:pt x="2652" y="804"/>
                    </a:lnTo>
                    <a:lnTo>
                      <a:pt x="2634" y="786"/>
                    </a:lnTo>
                    <a:lnTo>
                      <a:pt x="2634" y="744"/>
                    </a:lnTo>
                    <a:lnTo>
                      <a:pt x="2628" y="732"/>
                    </a:lnTo>
                    <a:lnTo>
                      <a:pt x="2616" y="720"/>
                    </a:lnTo>
                    <a:lnTo>
                      <a:pt x="2604" y="714"/>
                    </a:lnTo>
                    <a:lnTo>
                      <a:pt x="2598" y="702"/>
                    </a:lnTo>
                    <a:lnTo>
                      <a:pt x="2592" y="696"/>
                    </a:lnTo>
                    <a:lnTo>
                      <a:pt x="2586" y="660"/>
                    </a:lnTo>
                    <a:lnTo>
                      <a:pt x="2520" y="624"/>
                    </a:lnTo>
                    <a:lnTo>
                      <a:pt x="2532" y="612"/>
                    </a:lnTo>
                    <a:lnTo>
                      <a:pt x="2544" y="588"/>
                    </a:lnTo>
                    <a:lnTo>
                      <a:pt x="2544" y="576"/>
                    </a:lnTo>
                    <a:lnTo>
                      <a:pt x="2538" y="564"/>
                    </a:lnTo>
                    <a:lnTo>
                      <a:pt x="2514" y="540"/>
                    </a:lnTo>
                    <a:lnTo>
                      <a:pt x="2496" y="540"/>
                    </a:lnTo>
                    <a:lnTo>
                      <a:pt x="2484" y="534"/>
                    </a:lnTo>
                    <a:lnTo>
                      <a:pt x="2472" y="534"/>
                    </a:lnTo>
                    <a:lnTo>
                      <a:pt x="2340" y="522"/>
                    </a:lnTo>
                    <a:lnTo>
                      <a:pt x="2328" y="552"/>
                    </a:lnTo>
                    <a:lnTo>
                      <a:pt x="2346" y="570"/>
                    </a:lnTo>
                    <a:lnTo>
                      <a:pt x="2334" y="600"/>
                    </a:lnTo>
                    <a:lnTo>
                      <a:pt x="2280" y="624"/>
                    </a:lnTo>
                    <a:lnTo>
                      <a:pt x="2268" y="654"/>
                    </a:lnTo>
                    <a:lnTo>
                      <a:pt x="2304" y="660"/>
                    </a:lnTo>
                    <a:lnTo>
                      <a:pt x="2334" y="708"/>
                    </a:lnTo>
                    <a:lnTo>
                      <a:pt x="2322" y="726"/>
                    </a:lnTo>
                    <a:lnTo>
                      <a:pt x="2352" y="750"/>
                    </a:lnTo>
                    <a:lnTo>
                      <a:pt x="2388" y="744"/>
                    </a:lnTo>
                    <a:lnTo>
                      <a:pt x="2394" y="750"/>
                    </a:lnTo>
                    <a:lnTo>
                      <a:pt x="2400" y="762"/>
                    </a:lnTo>
                    <a:lnTo>
                      <a:pt x="2412" y="768"/>
                    </a:lnTo>
                    <a:lnTo>
                      <a:pt x="2418" y="774"/>
                    </a:lnTo>
                    <a:lnTo>
                      <a:pt x="2430" y="780"/>
                    </a:lnTo>
                    <a:lnTo>
                      <a:pt x="2472" y="780"/>
                    </a:lnTo>
                    <a:lnTo>
                      <a:pt x="2466" y="840"/>
                    </a:lnTo>
                    <a:lnTo>
                      <a:pt x="2448" y="816"/>
                    </a:lnTo>
                    <a:lnTo>
                      <a:pt x="2430" y="828"/>
                    </a:lnTo>
                    <a:lnTo>
                      <a:pt x="2418" y="822"/>
                    </a:lnTo>
                    <a:lnTo>
                      <a:pt x="2388" y="804"/>
                    </a:lnTo>
                    <a:lnTo>
                      <a:pt x="2352" y="792"/>
                    </a:lnTo>
                    <a:lnTo>
                      <a:pt x="2328" y="780"/>
                    </a:lnTo>
                    <a:lnTo>
                      <a:pt x="2268" y="780"/>
                    </a:lnTo>
                    <a:lnTo>
                      <a:pt x="2250" y="762"/>
                    </a:lnTo>
                    <a:lnTo>
                      <a:pt x="2244" y="780"/>
                    </a:lnTo>
                    <a:lnTo>
                      <a:pt x="2220" y="756"/>
                    </a:lnTo>
                    <a:lnTo>
                      <a:pt x="2214" y="756"/>
                    </a:lnTo>
                    <a:lnTo>
                      <a:pt x="2208" y="750"/>
                    </a:lnTo>
                    <a:lnTo>
                      <a:pt x="2196" y="744"/>
                    </a:lnTo>
                    <a:lnTo>
                      <a:pt x="2178" y="744"/>
                    </a:lnTo>
                    <a:lnTo>
                      <a:pt x="2154" y="732"/>
                    </a:lnTo>
                    <a:lnTo>
                      <a:pt x="2130" y="732"/>
                    </a:lnTo>
                    <a:lnTo>
                      <a:pt x="2118" y="738"/>
                    </a:lnTo>
                    <a:lnTo>
                      <a:pt x="2088" y="738"/>
                    </a:lnTo>
                    <a:lnTo>
                      <a:pt x="2076" y="732"/>
                    </a:lnTo>
                    <a:lnTo>
                      <a:pt x="2022" y="732"/>
                    </a:lnTo>
                    <a:lnTo>
                      <a:pt x="2016" y="738"/>
                    </a:lnTo>
                    <a:lnTo>
                      <a:pt x="2010" y="738"/>
                    </a:lnTo>
                    <a:lnTo>
                      <a:pt x="2004" y="744"/>
                    </a:lnTo>
                    <a:lnTo>
                      <a:pt x="2004" y="750"/>
                    </a:lnTo>
                    <a:lnTo>
                      <a:pt x="2016" y="762"/>
                    </a:lnTo>
                    <a:lnTo>
                      <a:pt x="2028" y="768"/>
                    </a:lnTo>
                    <a:lnTo>
                      <a:pt x="2040" y="780"/>
                    </a:lnTo>
                    <a:lnTo>
                      <a:pt x="2046" y="780"/>
                    </a:lnTo>
                    <a:lnTo>
                      <a:pt x="2022" y="810"/>
                    </a:lnTo>
                    <a:lnTo>
                      <a:pt x="2010" y="798"/>
                    </a:lnTo>
                    <a:lnTo>
                      <a:pt x="2010" y="828"/>
                    </a:lnTo>
                    <a:lnTo>
                      <a:pt x="1998" y="828"/>
                    </a:lnTo>
                    <a:lnTo>
                      <a:pt x="1986" y="822"/>
                    </a:lnTo>
                    <a:lnTo>
                      <a:pt x="1980" y="822"/>
                    </a:lnTo>
                    <a:lnTo>
                      <a:pt x="1974" y="816"/>
                    </a:lnTo>
                    <a:lnTo>
                      <a:pt x="1974" y="786"/>
                    </a:lnTo>
                    <a:lnTo>
                      <a:pt x="1968" y="780"/>
                    </a:lnTo>
                    <a:lnTo>
                      <a:pt x="1950" y="780"/>
                    </a:lnTo>
                    <a:lnTo>
                      <a:pt x="1938" y="786"/>
                    </a:lnTo>
                    <a:lnTo>
                      <a:pt x="1920" y="792"/>
                    </a:lnTo>
                    <a:lnTo>
                      <a:pt x="1908" y="804"/>
                    </a:lnTo>
                    <a:lnTo>
                      <a:pt x="1884" y="816"/>
                    </a:lnTo>
                    <a:lnTo>
                      <a:pt x="1866" y="816"/>
                    </a:lnTo>
                    <a:lnTo>
                      <a:pt x="1842" y="804"/>
                    </a:lnTo>
                    <a:lnTo>
                      <a:pt x="1824" y="804"/>
                    </a:lnTo>
                    <a:lnTo>
                      <a:pt x="1800" y="810"/>
                    </a:lnTo>
                    <a:lnTo>
                      <a:pt x="1782" y="816"/>
                    </a:lnTo>
                    <a:lnTo>
                      <a:pt x="1764" y="828"/>
                    </a:lnTo>
                    <a:lnTo>
                      <a:pt x="1752" y="834"/>
                    </a:lnTo>
                    <a:lnTo>
                      <a:pt x="1746" y="840"/>
                    </a:lnTo>
                    <a:lnTo>
                      <a:pt x="1680" y="840"/>
                    </a:lnTo>
                    <a:lnTo>
                      <a:pt x="1692" y="816"/>
                    </a:lnTo>
                    <a:lnTo>
                      <a:pt x="1692" y="780"/>
                    </a:lnTo>
                    <a:lnTo>
                      <a:pt x="1680" y="780"/>
                    </a:lnTo>
                    <a:lnTo>
                      <a:pt x="1668" y="786"/>
                    </a:lnTo>
                    <a:lnTo>
                      <a:pt x="1650" y="792"/>
                    </a:lnTo>
                    <a:lnTo>
                      <a:pt x="1638" y="792"/>
                    </a:lnTo>
                    <a:lnTo>
                      <a:pt x="1626" y="804"/>
                    </a:lnTo>
                    <a:lnTo>
                      <a:pt x="1626" y="816"/>
                    </a:lnTo>
                    <a:lnTo>
                      <a:pt x="1632" y="822"/>
                    </a:lnTo>
                    <a:lnTo>
                      <a:pt x="1632" y="828"/>
                    </a:lnTo>
                    <a:lnTo>
                      <a:pt x="1608" y="834"/>
                    </a:lnTo>
                    <a:lnTo>
                      <a:pt x="1608" y="810"/>
                    </a:lnTo>
                    <a:lnTo>
                      <a:pt x="1584" y="816"/>
                    </a:lnTo>
                    <a:lnTo>
                      <a:pt x="1530" y="822"/>
                    </a:lnTo>
                    <a:lnTo>
                      <a:pt x="1488" y="852"/>
                    </a:lnTo>
                    <a:lnTo>
                      <a:pt x="1440" y="858"/>
                    </a:lnTo>
                    <a:lnTo>
                      <a:pt x="1452" y="876"/>
                    </a:lnTo>
                    <a:lnTo>
                      <a:pt x="1440" y="876"/>
                    </a:lnTo>
                    <a:lnTo>
                      <a:pt x="1428" y="870"/>
                    </a:lnTo>
                    <a:lnTo>
                      <a:pt x="1422" y="870"/>
                    </a:lnTo>
                    <a:lnTo>
                      <a:pt x="1410" y="876"/>
                    </a:lnTo>
                    <a:lnTo>
                      <a:pt x="1404" y="882"/>
                    </a:lnTo>
                    <a:lnTo>
                      <a:pt x="1404" y="924"/>
                    </a:lnTo>
                    <a:lnTo>
                      <a:pt x="1332" y="930"/>
                    </a:lnTo>
                    <a:lnTo>
                      <a:pt x="1326" y="924"/>
                    </a:lnTo>
                    <a:lnTo>
                      <a:pt x="1314" y="918"/>
                    </a:lnTo>
                    <a:lnTo>
                      <a:pt x="1308" y="912"/>
                    </a:lnTo>
                    <a:lnTo>
                      <a:pt x="1266" y="912"/>
                    </a:lnTo>
                    <a:lnTo>
                      <a:pt x="1260" y="906"/>
                    </a:lnTo>
                    <a:lnTo>
                      <a:pt x="1260" y="876"/>
                    </a:lnTo>
                    <a:lnTo>
                      <a:pt x="1266" y="870"/>
                    </a:lnTo>
                    <a:lnTo>
                      <a:pt x="1266" y="864"/>
                    </a:lnTo>
                    <a:lnTo>
                      <a:pt x="1272" y="858"/>
                    </a:lnTo>
                    <a:lnTo>
                      <a:pt x="1284" y="864"/>
                    </a:lnTo>
                    <a:lnTo>
                      <a:pt x="1344" y="864"/>
                    </a:lnTo>
                    <a:lnTo>
                      <a:pt x="1332" y="858"/>
                    </a:lnTo>
                    <a:lnTo>
                      <a:pt x="1326" y="846"/>
                    </a:lnTo>
                    <a:lnTo>
                      <a:pt x="1314" y="840"/>
                    </a:lnTo>
                    <a:lnTo>
                      <a:pt x="1302" y="828"/>
                    </a:lnTo>
                    <a:lnTo>
                      <a:pt x="1290" y="822"/>
                    </a:lnTo>
                    <a:lnTo>
                      <a:pt x="1278" y="810"/>
                    </a:lnTo>
                    <a:lnTo>
                      <a:pt x="1152" y="810"/>
                    </a:lnTo>
                    <a:lnTo>
                      <a:pt x="1164" y="822"/>
                    </a:lnTo>
                    <a:lnTo>
                      <a:pt x="1188" y="822"/>
                    </a:lnTo>
                    <a:lnTo>
                      <a:pt x="1200" y="828"/>
                    </a:lnTo>
                    <a:lnTo>
                      <a:pt x="1200" y="846"/>
                    </a:lnTo>
                    <a:lnTo>
                      <a:pt x="1194" y="864"/>
                    </a:lnTo>
                    <a:lnTo>
                      <a:pt x="1194" y="876"/>
                    </a:lnTo>
                    <a:lnTo>
                      <a:pt x="1188" y="894"/>
                    </a:lnTo>
                    <a:lnTo>
                      <a:pt x="1188" y="918"/>
                    </a:lnTo>
                    <a:lnTo>
                      <a:pt x="1194" y="918"/>
                    </a:lnTo>
                    <a:lnTo>
                      <a:pt x="1206" y="924"/>
                    </a:lnTo>
                    <a:lnTo>
                      <a:pt x="1230" y="924"/>
                    </a:lnTo>
                    <a:lnTo>
                      <a:pt x="1236" y="930"/>
                    </a:lnTo>
                    <a:lnTo>
                      <a:pt x="1242" y="930"/>
                    </a:lnTo>
                    <a:lnTo>
                      <a:pt x="1236" y="966"/>
                    </a:lnTo>
                    <a:lnTo>
                      <a:pt x="1248" y="996"/>
                    </a:lnTo>
                    <a:lnTo>
                      <a:pt x="1212" y="972"/>
                    </a:lnTo>
                    <a:lnTo>
                      <a:pt x="1194" y="996"/>
                    </a:lnTo>
                    <a:lnTo>
                      <a:pt x="1188" y="966"/>
                    </a:lnTo>
                    <a:lnTo>
                      <a:pt x="1116" y="948"/>
                    </a:lnTo>
                    <a:lnTo>
                      <a:pt x="1086" y="984"/>
                    </a:lnTo>
                    <a:lnTo>
                      <a:pt x="1062" y="984"/>
                    </a:lnTo>
                    <a:lnTo>
                      <a:pt x="1056" y="996"/>
                    </a:lnTo>
                    <a:lnTo>
                      <a:pt x="1044" y="1002"/>
                    </a:lnTo>
                    <a:lnTo>
                      <a:pt x="1038" y="1008"/>
                    </a:lnTo>
                    <a:lnTo>
                      <a:pt x="1026" y="1014"/>
                    </a:lnTo>
                    <a:lnTo>
                      <a:pt x="1014" y="1014"/>
                    </a:lnTo>
                    <a:lnTo>
                      <a:pt x="1002" y="1020"/>
                    </a:lnTo>
                    <a:lnTo>
                      <a:pt x="1002" y="1032"/>
                    </a:lnTo>
                    <a:lnTo>
                      <a:pt x="1008" y="1038"/>
                    </a:lnTo>
                    <a:lnTo>
                      <a:pt x="1020" y="1044"/>
                    </a:lnTo>
                    <a:lnTo>
                      <a:pt x="1032" y="1056"/>
                    </a:lnTo>
                    <a:lnTo>
                      <a:pt x="1044" y="1062"/>
                    </a:lnTo>
                    <a:lnTo>
                      <a:pt x="1050" y="1068"/>
                    </a:lnTo>
                    <a:lnTo>
                      <a:pt x="1062" y="1074"/>
                    </a:lnTo>
                    <a:lnTo>
                      <a:pt x="1080" y="1104"/>
                    </a:lnTo>
                    <a:lnTo>
                      <a:pt x="1050" y="1086"/>
                    </a:lnTo>
                    <a:lnTo>
                      <a:pt x="1038" y="1092"/>
                    </a:lnTo>
                    <a:lnTo>
                      <a:pt x="1032" y="1098"/>
                    </a:lnTo>
                    <a:lnTo>
                      <a:pt x="1020" y="1098"/>
                    </a:lnTo>
                    <a:lnTo>
                      <a:pt x="1008" y="1092"/>
                    </a:lnTo>
                    <a:lnTo>
                      <a:pt x="996" y="1092"/>
                    </a:lnTo>
                    <a:lnTo>
                      <a:pt x="978" y="1086"/>
                    </a:lnTo>
                    <a:lnTo>
                      <a:pt x="966" y="1080"/>
                    </a:lnTo>
                    <a:lnTo>
                      <a:pt x="948" y="1080"/>
                    </a:lnTo>
                    <a:lnTo>
                      <a:pt x="936" y="1074"/>
                    </a:lnTo>
                    <a:lnTo>
                      <a:pt x="924" y="1074"/>
                    </a:lnTo>
                    <a:lnTo>
                      <a:pt x="918" y="1068"/>
                    </a:lnTo>
                    <a:lnTo>
                      <a:pt x="918" y="1056"/>
                    </a:lnTo>
                    <a:lnTo>
                      <a:pt x="906" y="1050"/>
                    </a:lnTo>
                    <a:lnTo>
                      <a:pt x="888" y="1050"/>
                    </a:lnTo>
                    <a:lnTo>
                      <a:pt x="864" y="1062"/>
                    </a:lnTo>
                    <a:lnTo>
                      <a:pt x="858" y="1068"/>
                    </a:lnTo>
                    <a:lnTo>
                      <a:pt x="840" y="1068"/>
                    </a:lnTo>
                    <a:lnTo>
                      <a:pt x="882" y="1104"/>
                    </a:lnTo>
                    <a:lnTo>
                      <a:pt x="900" y="1104"/>
                    </a:lnTo>
                    <a:lnTo>
                      <a:pt x="912" y="1110"/>
                    </a:lnTo>
                    <a:lnTo>
                      <a:pt x="924" y="1110"/>
                    </a:lnTo>
                    <a:lnTo>
                      <a:pt x="936" y="1116"/>
                    </a:lnTo>
                    <a:lnTo>
                      <a:pt x="942" y="1116"/>
                    </a:lnTo>
                    <a:lnTo>
                      <a:pt x="942" y="1122"/>
                    </a:lnTo>
                    <a:lnTo>
                      <a:pt x="936" y="1134"/>
                    </a:lnTo>
                    <a:lnTo>
                      <a:pt x="924" y="1140"/>
                    </a:lnTo>
                    <a:lnTo>
                      <a:pt x="918" y="1146"/>
                    </a:lnTo>
                    <a:lnTo>
                      <a:pt x="852" y="1128"/>
                    </a:lnTo>
                    <a:lnTo>
                      <a:pt x="840" y="1122"/>
                    </a:lnTo>
                    <a:lnTo>
                      <a:pt x="834" y="1116"/>
                    </a:lnTo>
                    <a:lnTo>
                      <a:pt x="822" y="1110"/>
                    </a:lnTo>
                    <a:lnTo>
                      <a:pt x="762" y="1110"/>
                    </a:lnTo>
                    <a:lnTo>
                      <a:pt x="756" y="1104"/>
                    </a:lnTo>
                    <a:lnTo>
                      <a:pt x="756" y="1056"/>
                    </a:lnTo>
                    <a:lnTo>
                      <a:pt x="738" y="1044"/>
                    </a:lnTo>
                    <a:lnTo>
                      <a:pt x="750" y="1032"/>
                    </a:lnTo>
                    <a:lnTo>
                      <a:pt x="756" y="1020"/>
                    </a:lnTo>
                    <a:lnTo>
                      <a:pt x="756" y="1002"/>
                    </a:lnTo>
                    <a:lnTo>
                      <a:pt x="738" y="990"/>
                    </a:lnTo>
                    <a:lnTo>
                      <a:pt x="702" y="978"/>
                    </a:lnTo>
                    <a:lnTo>
                      <a:pt x="672" y="972"/>
                    </a:lnTo>
                    <a:lnTo>
                      <a:pt x="660" y="966"/>
                    </a:lnTo>
                    <a:lnTo>
                      <a:pt x="630" y="948"/>
                    </a:lnTo>
                    <a:lnTo>
                      <a:pt x="606" y="930"/>
                    </a:lnTo>
                    <a:lnTo>
                      <a:pt x="594" y="912"/>
                    </a:lnTo>
                    <a:lnTo>
                      <a:pt x="630" y="912"/>
                    </a:lnTo>
                    <a:lnTo>
                      <a:pt x="630" y="924"/>
                    </a:lnTo>
                    <a:lnTo>
                      <a:pt x="642" y="924"/>
                    </a:lnTo>
                    <a:lnTo>
                      <a:pt x="654" y="930"/>
                    </a:lnTo>
                    <a:lnTo>
                      <a:pt x="672" y="930"/>
                    </a:lnTo>
                    <a:lnTo>
                      <a:pt x="690" y="936"/>
                    </a:lnTo>
                    <a:lnTo>
                      <a:pt x="720" y="936"/>
                    </a:lnTo>
                    <a:lnTo>
                      <a:pt x="732" y="942"/>
                    </a:lnTo>
                    <a:lnTo>
                      <a:pt x="738" y="954"/>
                    </a:lnTo>
                    <a:lnTo>
                      <a:pt x="762" y="966"/>
                    </a:lnTo>
                    <a:lnTo>
                      <a:pt x="816" y="966"/>
                    </a:lnTo>
                    <a:lnTo>
                      <a:pt x="846" y="972"/>
                    </a:lnTo>
                    <a:lnTo>
                      <a:pt x="858" y="972"/>
                    </a:lnTo>
                    <a:lnTo>
                      <a:pt x="870" y="978"/>
                    </a:lnTo>
                    <a:lnTo>
                      <a:pt x="894" y="984"/>
                    </a:lnTo>
                    <a:lnTo>
                      <a:pt x="930" y="990"/>
                    </a:lnTo>
                    <a:lnTo>
                      <a:pt x="978" y="984"/>
                    </a:lnTo>
                    <a:lnTo>
                      <a:pt x="1026" y="972"/>
                    </a:lnTo>
                    <a:lnTo>
                      <a:pt x="1062" y="954"/>
                    </a:lnTo>
                    <a:lnTo>
                      <a:pt x="1080" y="936"/>
                    </a:lnTo>
                    <a:lnTo>
                      <a:pt x="1074" y="912"/>
                    </a:lnTo>
                    <a:lnTo>
                      <a:pt x="1032" y="870"/>
                    </a:lnTo>
                    <a:lnTo>
                      <a:pt x="1014" y="858"/>
                    </a:lnTo>
                    <a:lnTo>
                      <a:pt x="996" y="852"/>
                    </a:lnTo>
                    <a:lnTo>
                      <a:pt x="948" y="840"/>
                    </a:lnTo>
                    <a:lnTo>
                      <a:pt x="900" y="822"/>
                    </a:lnTo>
                    <a:lnTo>
                      <a:pt x="828" y="798"/>
                    </a:lnTo>
                    <a:lnTo>
                      <a:pt x="792" y="780"/>
                    </a:lnTo>
                    <a:lnTo>
                      <a:pt x="756" y="774"/>
                    </a:lnTo>
                    <a:lnTo>
                      <a:pt x="624" y="774"/>
                    </a:lnTo>
                    <a:lnTo>
                      <a:pt x="612" y="756"/>
                    </a:lnTo>
                    <a:lnTo>
                      <a:pt x="588" y="762"/>
                    </a:lnTo>
                    <a:lnTo>
                      <a:pt x="552" y="744"/>
                    </a:lnTo>
                    <a:lnTo>
                      <a:pt x="588" y="738"/>
                    </a:lnTo>
                    <a:lnTo>
                      <a:pt x="606" y="726"/>
                    </a:lnTo>
                    <a:lnTo>
                      <a:pt x="600" y="726"/>
                    </a:lnTo>
                    <a:lnTo>
                      <a:pt x="594" y="720"/>
                    </a:lnTo>
                    <a:lnTo>
                      <a:pt x="582" y="720"/>
                    </a:lnTo>
                    <a:lnTo>
                      <a:pt x="564" y="714"/>
                    </a:lnTo>
                    <a:lnTo>
                      <a:pt x="546" y="714"/>
                    </a:lnTo>
                    <a:lnTo>
                      <a:pt x="534" y="708"/>
                    </a:lnTo>
                    <a:lnTo>
                      <a:pt x="522" y="720"/>
                    </a:lnTo>
                    <a:lnTo>
                      <a:pt x="522" y="726"/>
                    </a:lnTo>
                    <a:lnTo>
                      <a:pt x="516" y="732"/>
                    </a:lnTo>
                    <a:lnTo>
                      <a:pt x="498" y="732"/>
                    </a:lnTo>
                    <a:lnTo>
                      <a:pt x="486" y="744"/>
                    </a:lnTo>
                    <a:lnTo>
                      <a:pt x="450" y="744"/>
                    </a:lnTo>
                    <a:lnTo>
                      <a:pt x="444" y="756"/>
                    </a:lnTo>
                    <a:lnTo>
                      <a:pt x="420" y="762"/>
                    </a:lnTo>
                    <a:lnTo>
                      <a:pt x="420" y="768"/>
                    </a:lnTo>
                    <a:lnTo>
                      <a:pt x="414" y="780"/>
                    </a:lnTo>
                    <a:lnTo>
                      <a:pt x="390" y="780"/>
                    </a:lnTo>
                    <a:lnTo>
                      <a:pt x="384" y="792"/>
                    </a:lnTo>
                    <a:lnTo>
                      <a:pt x="396" y="804"/>
                    </a:lnTo>
                    <a:lnTo>
                      <a:pt x="396" y="810"/>
                    </a:lnTo>
                    <a:lnTo>
                      <a:pt x="378" y="810"/>
                    </a:lnTo>
                    <a:lnTo>
                      <a:pt x="378" y="822"/>
                    </a:lnTo>
                    <a:lnTo>
                      <a:pt x="384" y="834"/>
                    </a:lnTo>
                    <a:lnTo>
                      <a:pt x="384" y="840"/>
                    </a:lnTo>
                    <a:lnTo>
                      <a:pt x="390" y="846"/>
                    </a:lnTo>
                    <a:lnTo>
                      <a:pt x="396" y="846"/>
                    </a:lnTo>
                    <a:lnTo>
                      <a:pt x="402" y="840"/>
                    </a:lnTo>
                    <a:lnTo>
                      <a:pt x="420" y="840"/>
                    </a:lnTo>
                    <a:lnTo>
                      <a:pt x="468" y="888"/>
                    </a:lnTo>
                    <a:lnTo>
                      <a:pt x="468" y="900"/>
                    </a:lnTo>
                    <a:lnTo>
                      <a:pt x="462" y="900"/>
                    </a:lnTo>
                    <a:lnTo>
                      <a:pt x="450" y="906"/>
                    </a:lnTo>
                    <a:lnTo>
                      <a:pt x="444" y="906"/>
                    </a:lnTo>
                    <a:lnTo>
                      <a:pt x="444" y="918"/>
                    </a:lnTo>
                    <a:lnTo>
                      <a:pt x="438" y="918"/>
                    </a:lnTo>
                    <a:lnTo>
                      <a:pt x="426" y="924"/>
                    </a:lnTo>
                    <a:lnTo>
                      <a:pt x="420" y="930"/>
                    </a:lnTo>
                    <a:lnTo>
                      <a:pt x="438" y="948"/>
                    </a:lnTo>
                    <a:lnTo>
                      <a:pt x="450" y="954"/>
                    </a:lnTo>
                    <a:lnTo>
                      <a:pt x="456" y="966"/>
                    </a:lnTo>
                    <a:lnTo>
                      <a:pt x="468" y="972"/>
                    </a:lnTo>
                    <a:lnTo>
                      <a:pt x="492" y="996"/>
                    </a:lnTo>
                    <a:lnTo>
                      <a:pt x="504" y="1002"/>
                    </a:lnTo>
                    <a:lnTo>
                      <a:pt x="510" y="1008"/>
                    </a:lnTo>
                    <a:lnTo>
                      <a:pt x="510" y="1014"/>
                    </a:lnTo>
                    <a:lnTo>
                      <a:pt x="504" y="1020"/>
                    </a:lnTo>
                    <a:lnTo>
                      <a:pt x="492" y="1020"/>
                    </a:lnTo>
                    <a:lnTo>
                      <a:pt x="480" y="1014"/>
                    </a:lnTo>
                    <a:lnTo>
                      <a:pt x="474" y="1014"/>
                    </a:lnTo>
                    <a:lnTo>
                      <a:pt x="468" y="1044"/>
                    </a:lnTo>
                    <a:lnTo>
                      <a:pt x="480" y="1056"/>
                    </a:lnTo>
                    <a:lnTo>
                      <a:pt x="480" y="1068"/>
                    </a:lnTo>
                    <a:lnTo>
                      <a:pt x="492" y="1068"/>
                    </a:lnTo>
                    <a:lnTo>
                      <a:pt x="498" y="1074"/>
                    </a:lnTo>
                    <a:lnTo>
                      <a:pt x="504" y="1074"/>
                    </a:lnTo>
                    <a:lnTo>
                      <a:pt x="510" y="1080"/>
                    </a:lnTo>
                    <a:lnTo>
                      <a:pt x="510" y="1086"/>
                    </a:lnTo>
                    <a:lnTo>
                      <a:pt x="504" y="1092"/>
                    </a:lnTo>
                    <a:lnTo>
                      <a:pt x="498" y="1104"/>
                    </a:lnTo>
                    <a:lnTo>
                      <a:pt x="522" y="1110"/>
                    </a:lnTo>
                    <a:lnTo>
                      <a:pt x="534" y="1116"/>
                    </a:lnTo>
                    <a:lnTo>
                      <a:pt x="540" y="1122"/>
                    </a:lnTo>
                    <a:lnTo>
                      <a:pt x="540" y="1128"/>
                    </a:lnTo>
                    <a:lnTo>
                      <a:pt x="516" y="1152"/>
                    </a:lnTo>
                    <a:lnTo>
                      <a:pt x="510" y="1152"/>
                    </a:lnTo>
                    <a:lnTo>
                      <a:pt x="582" y="1188"/>
                    </a:lnTo>
                    <a:lnTo>
                      <a:pt x="588" y="1200"/>
                    </a:lnTo>
                    <a:lnTo>
                      <a:pt x="594" y="1206"/>
                    </a:lnTo>
                    <a:lnTo>
                      <a:pt x="600" y="1218"/>
                    </a:lnTo>
                    <a:lnTo>
                      <a:pt x="600" y="1230"/>
                    </a:lnTo>
                    <a:lnTo>
                      <a:pt x="594" y="1236"/>
                    </a:lnTo>
                    <a:lnTo>
                      <a:pt x="588" y="1248"/>
                    </a:lnTo>
                    <a:lnTo>
                      <a:pt x="552" y="1284"/>
                    </a:lnTo>
                    <a:lnTo>
                      <a:pt x="546" y="1284"/>
                    </a:lnTo>
                    <a:lnTo>
                      <a:pt x="486" y="1344"/>
                    </a:lnTo>
                    <a:lnTo>
                      <a:pt x="426" y="1374"/>
                    </a:lnTo>
                    <a:lnTo>
                      <a:pt x="432" y="1386"/>
                    </a:lnTo>
                    <a:lnTo>
                      <a:pt x="462" y="1368"/>
                    </a:lnTo>
                    <a:lnTo>
                      <a:pt x="468" y="1386"/>
                    </a:lnTo>
                    <a:lnTo>
                      <a:pt x="480" y="1398"/>
                    </a:lnTo>
                    <a:lnTo>
                      <a:pt x="492" y="1404"/>
                    </a:lnTo>
                    <a:lnTo>
                      <a:pt x="498" y="1410"/>
                    </a:lnTo>
                    <a:lnTo>
                      <a:pt x="546" y="1410"/>
                    </a:lnTo>
                    <a:lnTo>
                      <a:pt x="558" y="1428"/>
                    </a:lnTo>
                    <a:lnTo>
                      <a:pt x="546" y="1428"/>
                    </a:lnTo>
                    <a:lnTo>
                      <a:pt x="534" y="1422"/>
                    </a:lnTo>
                    <a:lnTo>
                      <a:pt x="504" y="1422"/>
                    </a:lnTo>
                    <a:lnTo>
                      <a:pt x="492" y="1434"/>
                    </a:lnTo>
                    <a:lnTo>
                      <a:pt x="492" y="1440"/>
                    </a:lnTo>
                    <a:lnTo>
                      <a:pt x="456" y="1440"/>
                    </a:lnTo>
                    <a:lnTo>
                      <a:pt x="450" y="1470"/>
                    </a:lnTo>
                    <a:lnTo>
                      <a:pt x="438" y="1470"/>
                    </a:lnTo>
                    <a:lnTo>
                      <a:pt x="432" y="1482"/>
                    </a:lnTo>
                    <a:lnTo>
                      <a:pt x="438" y="1494"/>
                    </a:lnTo>
                    <a:lnTo>
                      <a:pt x="432" y="1500"/>
                    </a:lnTo>
                    <a:lnTo>
                      <a:pt x="426" y="1500"/>
                    </a:lnTo>
                    <a:lnTo>
                      <a:pt x="414" y="1512"/>
                    </a:lnTo>
                    <a:lnTo>
                      <a:pt x="414" y="1530"/>
                    </a:lnTo>
                    <a:lnTo>
                      <a:pt x="432" y="1536"/>
                    </a:lnTo>
                    <a:lnTo>
                      <a:pt x="420" y="1560"/>
                    </a:lnTo>
                    <a:lnTo>
                      <a:pt x="432" y="1566"/>
                    </a:lnTo>
                    <a:lnTo>
                      <a:pt x="444" y="1584"/>
                    </a:lnTo>
                    <a:lnTo>
                      <a:pt x="426" y="1596"/>
                    </a:lnTo>
                    <a:lnTo>
                      <a:pt x="426" y="1608"/>
                    </a:lnTo>
                    <a:lnTo>
                      <a:pt x="432" y="1608"/>
                    </a:lnTo>
                    <a:lnTo>
                      <a:pt x="444" y="1620"/>
                    </a:lnTo>
                    <a:lnTo>
                      <a:pt x="456" y="1626"/>
                    </a:lnTo>
                    <a:lnTo>
                      <a:pt x="462" y="1632"/>
                    </a:lnTo>
                    <a:lnTo>
                      <a:pt x="462" y="1638"/>
                    </a:lnTo>
                    <a:lnTo>
                      <a:pt x="444" y="1638"/>
                    </a:lnTo>
                    <a:lnTo>
                      <a:pt x="438" y="1656"/>
                    </a:lnTo>
                    <a:lnTo>
                      <a:pt x="462" y="1662"/>
                    </a:lnTo>
                    <a:lnTo>
                      <a:pt x="468" y="1668"/>
                    </a:lnTo>
                    <a:lnTo>
                      <a:pt x="474" y="1680"/>
                    </a:lnTo>
                    <a:lnTo>
                      <a:pt x="486" y="1692"/>
                    </a:lnTo>
                    <a:lnTo>
                      <a:pt x="486" y="1716"/>
                    </a:lnTo>
                    <a:lnTo>
                      <a:pt x="510" y="1716"/>
                    </a:lnTo>
                    <a:lnTo>
                      <a:pt x="516" y="1722"/>
                    </a:lnTo>
                    <a:lnTo>
                      <a:pt x="516" y="1728"/>
                    </a:lnTo>
                    <a:lnTo>
                      <a:pt x="528" y="1722"/>
                    </a:lnTo>
                    <a:lnTo>
                      <a:pt x="564" y="1728"/>
                    </a:lnTo>
                    <a:lnTo>
                      <a:pt x="570" y="1746"/>
                    </a:lnTo>
                    <a:lnTo>
                      <a:pt x="600" y="1728"/>
                    </a:lnTo>
                    <a:lnTo>
                      <a:pt x="606" y="1728"/>
                    </a:lnTo>
                    <a:lnTo>
                      <a:pt x="612" y="1734"/>
                    </a:lnTo>
                    <a:lnTo>
                      <a:pt x="648" y="1752"/>
                    </a:lnTo>
                    <a:lnTo>
                      <a:pt x="654" y="1758"/>
                    </a:lnTo>
                    <a:lnTo>
                      <a:pt x="654" y="1770"/>
                    </a:lnTo>
                    <a:lnTo>
                      <a:pt x="648" y="1776"/>
                    </a:lnTo>
                    <a:lnTo>
                      <a:pt x="660" y="1794"/>
                    </a:lnTo>
                    <a:lnTo>
                      <a:pt x="654" y="1812"/>
                    </a:lnTo>
                    <a:lnTo>
                      <a:pt x="660" y="1818"/>
                    </a:lnTo>
                    <a:lnTo>
                      <a:pt x="672" y="1824"/>
                    </a:lnTo>
                    <a:lnTo>
                      <a:pt x="690" y="1842"/>
                    </a:lnTo>
                    <a:lnTo>
                      <a:pt x="690" y="1854"/>
                    </a:lnTo>
                    <a:lnTo>
                      <a:pt x="720" y="1866"/>
                    </a:lnTo>
                    <a:lnTo>
                      <a:pt x="720" y="1890"/>
                    </a:lnTo>
                    <a:lnTo>
                      <a:pt x="756" y="1890"/>
                    </a:lnTo>
                    <a:lnTo>
                      <a:pt x="762" y="1896"/>
                    </a:lnTo>
                    <a:lnTo>
                      <a:pt x="768" y="1896"/>
                    </a:lnTo>
                    <a:lnTo>
                      <a:pt x="768" y="1902"/>
                    </a:lnTo>
                    <a:lnTo>
                      <a:pt x="762" y="1908"/>
                    </a:lnTo>
                    <a:lnTo>
                      <a:pt x="786" y="1920"/>
                    </a:lnTo>
                    <a:lnTo>
                      <a:pt x="774" y="1926"/>
                    </a:lnTo>
                    <a:lnTo>
                      <a:pt x="768" y="1938"/>
                    </a:lnTo>
                    <a:lnTo>
                      <a:pt x="744" y="1950"/>
                    </a:lnTo>
                    <a:lnTo>
                      <a:pt x="738" y="1950"/>
                    </a:lnTo>
                    <a:lnTo>
                      <a:pt x="732" y="1944"/>
                    </a:lnTo>
                    <a:lnTo>
                      <a:pt x="726" y="1944"/>
                    </a:lnTo>
                    <a:lnTo>
                      <a:pt x="726" y="1938"/>
                    </a:lnTo>
                    <a:lnTo>
                      <a:pt x="702" y="1938"/>
                    </a:lnTo>
                    <a:lnTo>
                      <a:pt x="696" y="1944"/>
                    </a:lnTo>
                    <a:lnTo>
                      <a:pt x="696" y="1950"/>
                    </a:lnTo>
                    <a:lnTo>
                      <a:pt x="720" y="1974"/>
                    </a:lnTo>
                    <a:lnTo>
                      <a:pt x="720" y="1992"/>
                    </a:lnTo>
                    <a:lnTo>
                      <a:pt x="726" y="1998"/>
                    </a:lnTo>
                    <a:lnTo>
                      <a:pt x="732" y="2010"/>
                    </a:lnTo>
                    <a:lnTo>
                      <a:pt x="732" y="2028"/>
                    </a:lnTo>
                    <a:lnTo>
                      <a:pt x="720" y="2028"/>
                    </a:lnTo>
                    <a:lnTo>
                      <a:pt x="714" y="2022"/>
                    </a:lnTo>
                    <a:lnTo>
                      <a:pt x="708" y="2022"/>
                    </a:lnTo>
                    <a:lnTo>
                      <a:pt x="720" y="2028"/>
                    </a:lnTo>
                    <a:lnTo>
                      <a:pt x="768" y="2028"/>
                    </a:lnTo>
                    <a:lnTo>
                      <a:pt x="774" y="2022"/>
                    </a:lnTo>
                    <a:lnTo>
                      <a:pt x="774" y="2010"/>
                    </a:lnTo>
                    <a:lnTo>
                      <a:pt x="804" y="2010"/>
                    </a:lnTo>
                    <a:lnTo>
                      <a:pt x="816" y="2004"/>
                    </a:lnTo>
                    <a:lnTo>
                      <a:pt x="864" y="2004"/>
                    </a:lnTo>
                    <a:lnTo>
                      <a:pt x="870" y="2022"/>
                    </a:lnTo>
                    <a:lnTo>
                      <a:pt x="876" y="2022"/>
                    </a:lnTo>
                    <a:lnTo>
                      <a:pt x="882" y="2028"/>
                    </a:lnTo>
                    <a:lnTo>
                      <a:pt x="894" y="2034"/>
                    </a:lnTo>
                    <a:lnTo>
                      <a:pt x="900" y="2034"/>
                    </a:lnTo>
                    <a:lnTo>
                      <a:pt x="900" y="2046"/>
                    </a:lnTo>
                    <a:lnTo>
                      <a:pt x="894" y="2052"/>
                    </a:lnTo>
                    <a:lnTo>
                      <a:pt x="888" y="2052"/>
                    </a:lnTo>
                    <a:lnTo>
                      <a:pt x="894" y="2070"/>
                    </a:lnTo>
                    <a:lnTo>
                      <a:pt x="894" y="2088"/>
                    </a:lnTo>
                    <a:lnTo>
                      <a:pt x="930" y="2088"/>
                    </a:lnTo>
                    <a:lnTo>
                      <a:pt x="972" y="2106"/>
                    </a:lnTo>
                    <a:lnTo>
                      <a:pt x="984" y="2154"/>
                    </a:lnTo>
                    <a:lnTo>
                      <a:pt x="990" y="2154"/>
                    </a:lnTo>
                    <a:lnTo>
                      <a:pt x="1014" y="2148"/>
                    </a:lnTo>
                    <a:lnTo>
                      <a:pt x="1020" y="2154"/>
                    </a:lnTo>
                    <a:lnTo>
                      <a:pt x="1032" y="2154"/>
                    </a:lnTo>
                    <a:lnTo>
                      <a:pt x="1038" y="2160"/>
                    </a:lnTo>
                    <a:lnTo>
                      <a:pt x="1086" y="2160"/>
                    </a:lnTo>
                    <a:lnTo>
                      <a:pt x="1092" y="2166"/>
                    </a:lnTo>
                    <a:lnTo>
                      <a:pt x="1092" y="2160"/>
                    </a:lnTo>
                    <a:lnTo>
                      <a:pt x="1098" y="2154"/>
                    </a:lnTo>
                    <a:lnTo>
                      <a:pt x="1110" y="2154"/>
                    </a:lnTo>
                    <a:lnTo>
                      <a:pt x="1116" y="2166"/>
                    </a:lnTo>
                    <a:lnTo>
                      <a:pt x="1140" y="2190"/>
                    </a:lnTo>
                    <a:lnTo>
                      <a:pt x="1152" y="2184"/>
                    </a:lnTo>
                    <a:lnTo>
                      <a:pt x="1170" y="2184"/>
                    </a:lnTo>
                    <a:lnTo>
                      <a:pt x="1176" y="2190"/>
                    </a:lnTo>
                    <a:lnTo>
                      <a:pt x="1188" y="2196"/>
                    </a:lnTo>
                    <a:lnTo>
                      <a:pt x="1230" y="2196"/>
                    </a:lnTo>
                    <a:lnTo>
                      <a:pt x="1230" y="2202"/>
                    </a:lnTo>
                    <a:lnTo>
                      <a:pt x="1236" y="2208"/>
                    </a:lnTo>
                    <a:lnTo>
                      <a:pt x="1254" y="2220"/>
                    </a:lnTo>
                    <a:lnTo>
                      <a:pt x="1278" y="2220"/>
                    </a:lnTo>
                    <a:lnTo>
                      <a:pt x="1284" y="2226"/>
                    </a:lnTo>
                    <a:lnTo>
                      <a:pt x="1284" y="2250"/>
                    </a:lnTo>
                    <a:lnTo>
                      <a:pt x="1266" y="2262"/>
                    </a:lnTo>
                    <a:lnTo>
                      <a:pt x="1272" y="2262"/>
                    </a:lnTo>
                    <a:lnTo>
                      <a:pt x="1278" y="2268"/>
                    </a:lnTo>
                    <a:lnTo>
                      <a:pt x="1284" y="2268"/>
                    </a:lnTo>
                    <a:lnTo>
                      <a:pt x="1290" y="2274"/>
                    </a:lnTo>
                    <a:lnTo>
                      <a:pt x="1284" y="2280"/>
                    </a:lnTo>
                    <a:lnTo>
                      <a:pt x="1266" y="2280"/>
                    </a:lnTo>
                    <a:lnTo>
                      <a:pt x="1260" y="2286"/>
                    </a:lnTo>
                    <a:lnTo>
                      <a:pt x="1272" y="2298"/>
                    </a:lnTo>
                    <a:lnTo>
                      <a:pt x="1284" y="2304"/>
                    </a:lnTo>
                    <a:lnTo>
                      <a:pt x="1284" y="2316"/>
                    </a:lnTo>
                    <a:lnTo>
                      <a:pt x="1290" y="2328"/>
                    </a:lnTo>
                    <a:lnTo>
                      <a:pt x="1290" y="2334"/>
                    </a:lnTo>
                    <a:lnTo>
                      <a:pt x="1278" y="2346"/>
                    </a:lnTo>
                    <a:lnTo>
                      <a:pt x="1266" y="2346"/>
                    </a:lnTo>
                    <a:lnTo>
                      <a:pt x="1254" y="2352"/>
                    </a:lnTo>
                    <a:lnTo>
                      <a:pt x="1224" y="2352"/>
                    </a:lnTo>
                    <a:lnTo>
                      <a:pt x="1212" y="2364"/>
                    </a:lnTo>
                    <a:lnTo>
                      <a:pt x="1212" y="2370"/>
                    </a:lnTo>
                    <a:lnTo>
                      <a:pt x="1206" y="2376"/>
                    </a:lnTo>
                    <a:lnTo>
                      <a:pt x="1188" y="2376"/>
                    </a:lnTo>
                    <a:lnTo>
                      <a:pt x="1188" y="2412"/>
                    </a:lnTo>
                    <a:lnTo>
                      <a:pt x="1194" y="2412"/>
                    </a:lnTo>
                    <a:lnTo>
                      <a:pt x="1200" y="2406"/>
                    </a:lnTo>
                    <a:lnTo>
                      <a:pt x="1212" y="2406"/>
                    </a:lnTo>
                    <a:lnTo>
                      <a:pt x="1224" y="2400"/>
                    </a:lnTo>
                    <a:lnTo>
                      <a:pt x="1254" y="2400"/>
                    </a:lnTo>
                    <a:lnTo>
                      <a:pt x="1254" y="2412"/>
                    </a:lnTo>
                    <a:lnTo>
                      <a:pt x="1248" y="2418"/>
                    </a:lnTo>
                    <a:lnTo>
                      <a:pt x="1242" y="2430"/>
                    </a:lnTo>
                    <a:lnTo>
                      <a:pt x="1230" y="2436"/>
                    </a:lnTo>
                    <a:lnTo>
                      <a:pt x="1224" y="2442"/>
                    </a:lnTo>
                    <a:lnTo>
                      <a:pt x="1170" y="2454"/>
                    </a:lnTo>
                    <a:lnTo>
                      <a:pt x="1218" y="2490"/>
                    </a:lnTo>
                    <a:lnTo>
                      <a:pt x="1212" y="2490"/>
                    </a:lnTo>
                    <a:lnTo>
                      <a:pt x="1206" y="2496"/>
                    </a:lnTo>
                    <a:lnTo>
                      <a:pt x="1194" y="2496"/>
                    </a:lnTo>
                    <a:lnTo>
                      <a:pt x="1188" y="2502"/>
                    </a:lnTo>
                    <a:lnTo>
                      <a:pt x="1176" y="2526"/>
                    </a:lnTo>
                    <a:lnTo>
                      <a:pt x="1176" y="2544"/>
                    </a:lnTo>
                    <a:lnTo>
                      <a:pt x="1164" y="2550"/>
                    </a:lnTo>
                    <a:lnTo>
                      <a:pt x="1158" y="2556"/>
                    </a:lnTo>
                    <a:lnTo>
                      <a:pt x="1146" y="2556"/>
                    </a:lnTo>
                    <a:lnTo>
                      <a:pt x="1140" y="2550"/>
                    </a:lnTo>
                    <a:lnTo>
                      <a:pt x="1128" y="2544"/>
                    </a:lnTo>
                    <a:lnTo>
                      <a:pt x="1122" y="2538"/>
                    </a:lnTo>
                    <a:lnTo>
                      <a:pt x="1116" y="2556"/>
                    </a:lnTo>
                    <a:lnTo>
                      <a:pt x="1122" y="2562"/>
                    </a:lnTo>
                    <a:lnTo>
                      <a:pt x="1128" y="2574"/>
                    </a:lnTo>
                    <a:lnTo>
                      <a:pt x="1134" y="2580"/>
                    </a:lnTo>
                    <a:lnTo>
                      <a:pt x="1146" y="2580"/>
                    </a:lnTo>
                    <a:lnTo>
                      <a:pt x="1146" y="2586"/>
                    </a:lnTo>
                    <a:lnTo>
                      <a:pt x="1152" y="2598"/>
                    </a:lnTo>
                    <a:lnTo>
                      <a:pt x="1158" y="2604"/>
                    </a:lnTo>
                    <a:lnTo>
                      <a:pt x="1194" y="2604"/>
                    </a:lnTo>
                    <a:lnTo>
                      <a:pt x="1200" y="2610"/>
                    </a:lnTo>
                    <a:lnTo>
                      <a:pt x="1212" y="2616"/>
                    </a:lnTo>
                    <a:lnTo>
                      <a:pt x="1218" y="2628"/>
                    </a:lnTo>
                    <a:lnTo>
                      <a:pt x="1224" y="2634"/>
                    </a:lnTo>
                    <a:lnTo>
                      <a:pt x="1254" y="2634"/>
                    </a:lnTo>
                    <a:lnTo>
                      <a:pt x="1272" y="2652"/>
                    </a:lnTo>
                    <a:lnTo>
                      <a:pt x="1278" y="2664"/>
                    </a:lnTo>
                    <a:lnTo>
                      <a:pt x="1290" y="2670"/>
                    </a:lnTo>
                    <a:lnTo>
                      <a:pt x="1314" y="2694"/>
                    </a:lnTo>
                    <a:lnTo>
                      <a:pt x="1320" y="2694"/>
                    </a:lnTo>
                    <a:lnTo>
                      <a:pt x="1332" y="2700"/>
                    </a:lnTo>
                    <a:lnTo>
                      <a:pt x="1338" y="2700"/>
                    </a:lnTo>
                    <a:lnTo>
                      <a:pt x="1350" y="2706"/>
                    </a:lnTo>
                    <a:lnTo>
                      <a:pt x="1344" y="2706"/>
                    </a:lnTo>
                    <a:lnTo>
                      <a:pt x="1368" y="2688"/>
                    </a:lnTo>
                    <a:lnTo>
                      <a:pt x="1380" y="2688"/>
                    </a:lnTo>
                    <a:lnTo>
                      <a:pt x="1398" y="2694"/>
                    </a:lnTo>
                    <a:lnTo>
                      <a:pt x="1410" y="2700"/>
                    </a:lnTo>
                    <a:lnTo>
                      <a:pt x="1428" y="2706"/>
                    </a:lnTo>
                    <a:lnTo>
                      <a:pt x="1488" y="2718"/>
                    </a:lnTo>
                    <a:lnTo>
                      <a:pt x="1524" y="2718"/>
                    </a:lnTo>
                    <a:lnTo>
                      <a:pt x="1530" y="2724"/>
                    </a:lnTo>
                    <a:lnTo>
                      <a:pt x="1536" y="2724"/>
                    </a:lnTo>
                    <a:lnTo>
                      <a:pt x="1584" y="2754"/>
                    </a:lnTo>
                    <a:lnTo>
                      <a:pt x="1584" y="2760"/>
                    </a:lnTo>
                    <a:lnTo>
                      <a:pt x="1590" y="2760"/>
                    </a:lnTo>
                    <a:lnTo>
                      <a:pt x="1602" y="2766"/>
                    </a:lnTo>
                    <a:lnTo>
                      <a:pt x="1626" y="2766"/>
                    </a:lnTo>
                    <a:lnTo>
                      <a:pt x="1632" y="2760"/>
                    </a:lnTo>
                    <a:lnTo>
                      <a:pt x="1644" y="2760"/>
                    </a:lnTo>
                    <a:lnTo>
                      <a:pt x="1644" y="2754"/>
                    </a:lnTo>
                    <a:lnTo>
                      <a:pt x="1674" y="2754"/>
                    </a:lnTo>
                    <a:lnTo>
                      <a:pt x="1686" y="2760"/>
                    </a:lnTo>
                    <a:lnTo>
                      <a:pt x="1698" y="2772"/>
                    </a:lnTo>
                    <a:lnTo>
                      <a:pt x="1728" y="2778"/>
                    </a:lnTo>
                    <a:lnTo>
                      <a:pt x="1728" y="2790"/>
                    </a:lnTo>
                    <a:lnTo>
                      <a:pt x="1722" y="2796"/>
                    </a:lnTo>
                    <a:lnTo>
                      <a:pt x="1722" y="2802"/>
                    </a:lnTo>
                    <a:lnTo>
                      <a:pt x="1740" y="2802"/>
                    </a:lnTo>
                    <a:lnTo>
                      <a:pt x="1752" y="2814"/>
                    </a:lnTo>
                    <a:lnTo>
                      <a:pt x="1764" y="2820"/>
                    </a:lnTo>
                    <a:lnTo>
                      <a:pt x="1776" y="2832"/>
                    </a:lnTo>
                    <a:lnTo>
                      <a:pt x="1788" y="2826"/>
                    </a:lnTo>
                    <a:lnTo>
                      <a:pt x="1794" y="2826"/>
                    </a:lnTo>
                    <a:lnTo>
                      <a:pt x="1818" y="2838"/>
                    </a:lnTo>
                    <a:lnTo>
                      <a:pt x="1836" y="2856"/>
                    </a:lnTo>
                    <a:lnTo>
                      <a:pt x="1842" y="2868"/>
                    </a:lnTo>
                    <a:lnTo>
                      <a:pt x="1854" y="2874"/>
                    </a:lnTo>
                    <a:lnTo>
                      <a:pt x="1860" y="2880"/>
                    </a:lnTo>
                    <a:lnTo>
                      <a:pt x="1884" y="2880"/>
                    </a:lnTo>
                    <a:lnTo>
                      <a:pt x="1890" y="2874"/>
                    </a:lnTo>
                    <a:lnTo>
                      <a:pt x="1890" y="2862"/>
                    </a:lnTo>
                    <a:lnTo>
                      <a:pt x="1908" y="2862"/>
                    </a:lnTo>
                    <a:lnTo>
                      <a:pt x="1914" y="2856"/>
                    </a:lnTo>
                    <a:lnTo>
                      <a:pt x="1914" y="2826"/>
                    </a:lnTo>
                    <a:lnTo>
                      <a:pt x="1908" y="2820"/>
                    </a:lnTo>
                    <a:lnTo>
                      <a:pt x="1908" y="2814"/>
                    </a:lnTo>
                    <a:lnTo>
                      <a:pt x="1896" y="2802"/>
                    </a:lnTo>
                    <a:lnTo>
                      <a:pt x="1890" y="2790"/>
                    </a:lnTo>
                    <a:lnTo>
                      <a:pt x="1884" y="2784"/>
                    </a:lnTo>
                    <a:lnTo>
                      <a:pt x="1872" y="2778"/>
                    </a:lnTo>
                    <a:lnTo>
                      <a:pt x="1866" y="2772"/>
                    </a:lnTo>
                    <a:lnTo>
                      <a:pt x="1854" y="2772"/>
                    </a:lnTo>
                    <a:lnTo>
                      <a:pt x="1854" y="2748"/>
                    </a:lnTo>
                    <a:lnTo>
                      <a:pt x="1848" y="2742"/>
                    </a:lnTo>
                    <a:lnTo>
                      <a:pt x="1836" y="2736"/>
                    </a:lnTo>
                    <a:lnTo>
                      <a:pt x="1830" y="2724"/>
                    </a:lnTo>
                    <a:lnTo>
                      <a:pt x="1824" y="2718"/>
                    </a:lnTo>
                    <a:lnTo>
                      <a:pt x="1824" y="2706"/>
                    </a:lnTo>
                    <a:lnTo>
                      <a:pt x="1830" y="2694"/>
                    </a:lnTo>
                    <a:lnTo>
                      <a:pt x="1830" y="2682"/>
                    </a:lnTo>
                    <a:lnTo>
                      <a:pt x="1818" y="2658"/>
                    </a:lnTo>
                    <a:lnTo>
                      <a:pt x="1812" y="2652"/>
                    </a:lnTo>
                    <a:lnTo>
                      <a:pt x="1806" y="2640"/>
                    </a:lnTo>
                    <a:lnTo>
                      <a:pt x="1794" y="2634"/>
                    </a:lnTo>
                    <a:lnTo>
                      <a:pt x="1788" y="2628"/>
                    </a:lnTo>
                    <a:lnTo>
                      <a:pt x="1776" y="2628"/>
                    </a:lnTo>
                    <a:lnTo>
                      <a:pt x="1758" y="2622"/>
                    </a:lnTo>
                    <a:lnTo>
                      <a:pt x="1758" y="2604"/>
                    </a:lnTo>
                    <a:lnTo>
                      <a:pt x="1794" y="2568"/>
                    </a:lnTo>
                    <a:lnTo>
                      <a:pt x="1800" y="2556"/>
                    </a:lnTo>
                    <a:lnTo>
                      <a:pt x="1806" y="2550"/>
                    </a:lnTo>
                    <a:lnTo>
                      <a:pt x="1806" y="2544"/>
                    </a:lnTo>
                    <a:lnTo>
                      <a:pt x="1800" y="2532"/>
                    </a:lnTo>
                    <a:lnTo>
                      <a:pt x="1788" y="2520"/>
                    </a:lnTo>
                    <a:lnTo>
                      <a:pt x="1800" y="2520"/>
                    </a:lnTo>
                    <a:lnTo>
                      <a:pt x="1812" y="2526"/>
                    </a:lnTo>
                    <a:lnTo>
                      <a:pt x="1830" y="2526"/>
                    </a:lnTo>
                    <a:lnTo>
                      <a:pt x="1842" y="2514"/>
                    </a:lnTo>
                    <a:lnTo>
                      <a:pt x="1872" y="2514"/>
                    </a:lnTo>
                    <a:lnTo>
                      <a:pt x="1878" y="2508"/>
                    </a:lnTo>
                    <a:lnTo>
                      <a:pt x="1860" y="2490"/>
                    </a:lnTo>
                    <a:lnTo>
                      <a:pt x="1890" y="2490"/>
                    </a:lnTo>
                    <a:lnTo>
                      <a:pt x="1890" y="2472"/>
                    </a:lnTo>
                    <a:lnTo>
                      <a:pt x="1878" y="2472"/>
                    </a:lnTo>
                    <a:lnTo>
                      <a:pt x="1854" y="2460"/>
                    </a:lnTo>
                    <a:lnTo>
                      <a:pt x="1842" y="2448"/>
                    </a:lnTo>
                    <a:lnTo>
                      <a:pt x="1842" y="2442"/>
                    </a:lnTo>
                    <a:lnTo>
                      <a:pt x="1878" y="2442"/>
                    </a:lnTo>
                    <a:lnTo>
                      <a:pt x="1878" y="2430"/>
                    </a:lnTo>
                    <a:lnTo>
                      <a:pt x="1866" y="2418"/>
                    </a:lnTo>
                    <a:lnTo>
                      <a:pt x="1860" y="2406"/>
                    </a:lnTo>
                    <a:lnTo>
                      <a:pt x="1812" y="2358"/>
                    </a:lnTo>
                    <a:lnTo>
                      <a:pt x="1800" y="2358"/>
                    </a:lnTo>
                    <a:lnTo>
                      <a:pt x="1788" y="2364"/>
                    </a:lnTo>
                    <a:lnTo>
                      <a:pt x="1746" y="2364"/>
                    </a:lnTo>
                    <a:lnTo>
                      <a:pt x="1740" y="2358"/>
                    </a:lnTo>
                    <a:lnTo>
                      <a:pt x="1740" y="2328"/>
                    </a:lnTo>
                    <a:lnTo>
                      <a:pt x="1734" y="2322"/>
                    </a:lnTo>
                    <a:lnTo>
                      <a:pt x="1710" y="2322"/>
                    </a:lnTo>
                    <a:lnTo>
                      <a:pt x="1704" y="2316"/>
                    </a:lnTo>
                    <a:lnTo>
                      <a:pt x="1698" y="2316"/>
                    </a:lnTo>
                    <a:lnTo>
                      <a:pt x="1698" y="2286"/>
                    </a:lnTo>
                    <a:lnTo>
                      <a:pt x="1710" y="2262"/>
                    </a:lnTo>
                    <a:lnTo>
                      <a:pt x="1710" y="2238"/>
                    </a:lnTo>
                    <a:lnTo>
                      <a:pt x="1704" y="2232"/>
                    </a:lnTo>
                    <a:lnTo>
                      <a:pt x="1698" y="2196"/>
                    </a:lnTo>
                    <a:lnTo>
                      <a:pt x="1722" y="2196"/>
                    </a:lnTo>
                    <a:lnTo>
                      <a:pt x="1722" y="2172"/>
                    </a:lnTo>
                    <a:lnTo>
                      <a:pt x="1716" y="2166"/>
                    </a:lnTo>
                    <a:lnTo>
                      <a:pt x="1716" y="2154"/>
                    </a:lnTo>
                    <a:lnTo>
                      <a:pt x="1722" y="2148"/>
                    </a:lnTo>
                    <a:lnTo>
                      <a:pt x="1734" y="2148"/>
                    </a:lnTo>
                    <a:lnTo>
                      <a:pt x="1746" y="2154"/>
                    </a:lnTo>
                    <a:lnTo>
                      <a:pt x="1758" y="2166"/>
                    </a:lnTo>
                    <a:lnTo>
                      <a:pt x="1770" y="2172"/>
                    </a:lnTo>
                    <a:lnTo>
                      <a:pt x="1776" y="2184"/>
                    </a:lnTo>
                    <a:lnTo>
                      <a:pt x="1788" y="2190"/>
                    </a:lnTo>
                    <a:lnTo>
                      <a:pt x="1800" y="2190"/>
                    </a:lnTo>
                    <a:lnTo>
                      <a:pt x="1806" y="2184"/>
                    </a:lnTo>
                    <a:lnTo>
                      <a:pt x="1812" y="2172"/>
                    </a:lnTo>
                    <a:lnTo>
                      <a:pt x="1818" y="2166"/>
                    </a:lnTo>
                    <a:lnTo>
                      <a:pt x="1812" y="2154"/>
                    </a:lnTo>
                    <a:lnTo>
                      <a:pt x="1800" y="2142"/>
                    </a:lnTo>
                    <a:lnTo>
                      <a:pt x="1830" y="2130"/>
                    </a:lnTo>
                    <a:lnTo>
                      <a:pt x="1830" y="2106"/>
                    </a:lnTo>
                    <a:lnTo>
                      <a:pt x="1836" y="2106"/>
                    </a:lnTo>
                    <a:lnTo>
                      <a:pt x="1848" y="2100"/>
                    </a:lnTo>
                    <a:lnTo>
                      <a:pt x="1860" y="2100"/>
                    </a:lnTo>
                    <a:lnTo>
                      <a:pt x="1872" y="2094"/>
                    </a:lnTo>
                    <a:lnTo>
                      <a:pt x="1884" y="2082"/>
                    </a:lnTo>
                    <a:lnTo>
                      <a:pt x="1884" y="2064"/>
                    </a:lnTo>
                    <a:lnTo>
                      <a:pt x="1878" y="2058"/>
                    </a:lnTo>
                    <a:lnTo>
                      <a:pt x="1878" y="2052"/>
                    </a:lnTo>
                    <a:lnTo>
                      <a:pt x="1908" y="2052"/>
                    </a:lnTo>
                    <a:lnTo>
                      <a:pt x="1920" y="2058"/>
                    </a:lnTo>
                    <a:lnTo>
                      <a:pt x="1926" y="2058"/>
                    </a:lnTo>
                    <a:lnTo>
                      <a:pt x="1926" y="2064"/>
                    </a:lnTo>
                    <a:lnTo>
                      <a:pt x="1932" y="2070"/>
                    </a:lnTo>
                    <a:lnTo>
                      <a:pt x="1962" y="2070"/>
                    </a:lnTo>
                    <a:lnTo>
                      <a:pt x="1974" y="2058"/>
                    </a:lnTo>
                    <a:lnTo>
                      <a:pt x="1986" y="2052"/>
                    </a:lnTo>
                    <a:lnTo>
                      <a:pt x="2004" y="2052"/>
                    </a:lnTo>
                    <a:lnTo>
                      <a:pt x="2010" y="2058"/>
                    </a:lnTo>
                    <a:lnTo>
                      <a:pt x="2016" y="2070"/>
                    </a:lnTo>
                    <a:lnTo>
                      <a:pt x="2076" y="2070"/>
                    </a:lnTo>
                    <a:lnTo>
                      <a:pt x="2082" y="2076"/>
                    </a:lnTo>
                    <a:lnTo>
                      <a:pt x="2082" y="2082"/>
                    </a:lnTo>
                    <a:lnTo>
                      <a:pt x="2088" y="2094"/>
                    </a:lnTo>
                    <a:lnTo>
                      <a:pt x="2124" y="2094"/>
                    </a:lnTo>
                    <a:lnTo>
                      <a:pt x="2136" y="2124"/>
                    </a:lnTo>
                    <a:lnTo>
                      <a:pt x="2136" y="2130"/>
                    </a:lnTo>
                    <a:lnTo>
                      <a:pt x="2148" y="2142"/>
                    </a:lnTo>
                    <a:lnTo>
                      <a:pt x="2160" y="2142"/>
                    </a:lnTo>
                    <a:lnTo>
                      <a:pt x="2160" y="2124"/>
                    </a:lnTo>
                    <a:lnTo>
                      <a:pt x="2148" y="2112"/>
                    </a:lnTo>
                    <a:lnTo>
                      <a:pt x="2148" y="2106"/>
                    </a:lnTo>
                    <a:lnTo>
                      <a:pt x="2160" y="2106"/>
                    </a:lnTo>
                    <a:lnTo>
                      <a:pt x="2232" y="2142"/>
                    </a:lnTo>
                    <a:lnTo>
                      <a:pt x="2238" y="2136"/>
                    </a:lnTo>
                    <a:lnTo>
                      <a:pt x="2244" y="2124"/>
                    </a:lnTo>
                    <a:lnTo>
                      <a:pt x="2256" y="2118"/>
                    </a:lnTo>
                    <a:lnTo>
                      <a:pt x="2268" y="2106"/>
                    </a:lnTo>
                    <a:lnTo>
                      <a:pt x="2280" y="2100"/>
                    </a:lnTo>
                    <a:lnTo>
                      <a:pt x="2286" y="2100"/>
                    </a:lnTo>
                    <a:lnTo>
                      <a:pt x="2322" y="2118"/>
                    </a:lnTo>
                    <a:lnTo>
                      <a:pt x="2334" y="2118"/>
                    </a:lnTo>
                    <a:lnTo>
                      <a:pt x="2352" y="2112"/>
                    </a:lnTo>
                    <a:lnTo>
                      <a:pt x="2364" y="2106"/>
                    </a:lnTo>
                    <a:lnTo>
                      <a:pt x="2370" y="2100"/>
                    </a:lnTo>
                    <a:lnTo>
                      <a:pt x="2382" y="2100"/>
                    </a:lnTo>
                    <a:lnTo>
                      <a:pt x="2388" y="2106"/>
                    </a:lnTo>
                    <a:lnTo>
                      <a:pt x="2400" y="2112"/>
                    </a:lnTo>
                    <a:lnTo>
                      <a:pt x="2406" y="2124"/>
                    </a:lnTo>
                    <a:lnTo>
                      <a:pt x="2430" y="2136"/>
                    </a:lnTo>
                    <a:lnTo>
                      <a:pt x="2454" y="2136"/>
                    </a:lnTo>
                    <a:lnTo>
                      <a:pt x="2466" y="2142"/>
                    </a:lnTo>
                    <a:lnTo>
                      <a:pt x="2478" y="2142"/>
                    </a:lnTo>
                    <a:lnTo>
                      <a:pt x="2490" y="2118"/>
                    </a:lnTo>
                    <a:lnTo>
                      <a:pt x="2496" y="2124"/>
                    </a:lnTo>
                    <a:lnTo>
                      <a:pt x="2508" y="2124"/>
                    </a:lnTo>
                    <a:lnTo>
                      <a:pt x="2514" y="2130"/>
                    </a:lnTo>
                    <a:lnTo>
                      <a:pt x="2526" y="2136"/>
                    </a:lnTo>
                    <a:lnTo>
                      <a:pt x="2562" y="2136"/>
                    </a:lnTo>
                    <a:lnTo>
                      <a:pt x="2568" y="2130"/>
                    </a:lnTo>
                    <a:lnTo>
                      <a:pt x="2574" y="2118"/>
                    </a:lnTo>
                    <a:lnTo>
                      <a:pt x="2574" y="2106"/>
                    </a:lnTo>
                    <a:lnTo>
                      <a:pt x="2568" y="2088"/>
                    </a:lnTo>
                    <a:lnTo>
                      <a:pt x="2544" y="2064"/>
                    </a:lnTo>
                    <a:lnTo>
                      <a:pt x="2532" y="2058"/>
                    </a:lnTo>
                    <a:lnTo>
                      <a:pt x="2514" y="2052"/>
                    </a:lnTo>
                    <a:lnTo>
                      <a:pt x="2490" y="2052"/>
                    </a:lnTo>
                    <a:lnTo>
                      <a:pt x="2460" y="2022"/>
                    </a:lnTo>
                    <a:lnTo>
                      <a:pt x="2472" y="2022"/>
                    </a:lnTo>
                    <a:lnTo>
                      <a:pt x="2484" y="2016"/>
                    </a:lnTo>
                    <a:lnTo>
                      <a:pt x="2496" y="2016"/>
                    </a:lnTo>
                    <a:lnTo>
                      <a:pt x="2508" y="2004"/>
                    </a:lnTo>
                    <a:lnTo>
                      <a:pt x="2508" y="1992"/>
                    </a:lnTo>
                    <a:lnTo>
                      <a:pt x="2502" y="1986"/>
                    </a:lnTo>
                    <a:lnTo>
                      <a:pt x="2496" y="1974"/>
                    </a:lnTo>
                    <a:lnTo>
                      <a:pt x="2490" y="1968"/>
                    </a:lnTo>
                    <a:lnTo>
                      <a:pt x="2502" y="1956"/>
                    </a:lnTo>
                    <a:lnTo>
                      <a:pt x="2556" y="1956"/>
                    </a:lnTo>
                    <a:lnTo>
                      <a:pt x="2544" y="1944"/>
                    </a:lnTo>
                    <a:lnTo>
                      <a:pt x="2532" y="1944"/>
                    </a:lnTo>
                    <a:lnTo>
                      <a:pt x="2508" y="1932"/>
                    </a:lnTo>
                    <a:lnTo>
                      <a:pt x="2496" y="1932"/>
                    </a:lnTo>
                    <a:lnTo>
                      <a:pt x="2508" y="1914"/>
                    </a:lnTo>
                    <a:lnTo>
                      <a:pt x="2484" y="1914"/>
                    </a:lnTo>
                    <a:lnTo>
                      <a:pt x="2484" y="1908"/>
                    </a:lnTo>
                    <a:lnTo>
                      <a:pt x="2478" y="1902"/>
                    </a:lnTo>
                    <a:lnTo>
                      <a:pt x="2478" y="1896"/>
                    </a:lnTo>
                    <a:lnTo>
                      <a:pt x="2490" y="1884"/>
                    </a:lnTo>
                    <a:lnTo>
                      <a:pt x="2526" y="1872"/>
                    </a:lnTo>
                    <a:lnTo>
                      <a:pt x="2586" y="1866"/>
                    </a:lnTo>
                    <a:lnTo>
                      <a:pt x="2640" y="1866"/>
                    </a:lnTo>
                    <a:lnTo>
                      <a:pt x="2646" y="1848"/>
                    </a:lnTo>
                    <a:lnTo>
                      <a:pt x="2712" y="1848"/>
                    </a:lnTo>
                    <a:lnTo>
                      <a:pt x="2712" y="1830"/>
                    </a:lnTo>
                    <a:lnTo>
                      <a:pt x="2718" y="1824"/>
                    </a:lnTo>
                    <a:lnTo>
                      <a:pt x="2808" y="1824"/>
                    </a:lnTo>
                    <a:lnTo>
                      <a:pt x="2862" y="1806"/>
                    </a:lnTo>
                    <a:lnTo>
                      <a:pt x="2874" y="1806"/>
                    </a:lnTo>
                    <a:lnTo>
                      <a:pt x="2874" y="1794"/>
                    </a:lnTo>
                    <a:lnTo>
                      <a:pt x="2886" y="1782"/>
                    </a:lnTo>
                    <a:lnTo>
                      <a:pt x="2898" y="1776"/>
                    </a:lnTo>
                    <a:lnTo>
                      <a:pt x="2916" y="1770"/>
                    </a:lnTo>
                    <a:lnTo>
                      <a:pt x="2940" y="1770"/>
                    </a:lnTo>
                    <a:lnTo>
                      <a:pt x="2958" y="1776"/>
                    </a:lnTo>
                    <a:lnTo>
                      <a:pt x="2976" y="1776"/>
                    </a:lnTo>
                    <a:lnTo>
                      <a:pt x="2988" y="1788"/>
                    </a:lnTo>
                    <a:lnTo>
                      <a:pt x="3000" y="1788"/>
                    </a:lnTo>
                    <a:lnTo>
                      <a:pt x="3012" y="1776"/>
                    </a:lnTo>
                    <a:lnTo>
                      <a:pt x="3018" y="1776"/>
                    </a:lnTo>
                    <a:lnTo>
                      <a:pt x="3036" y="1794"/>
                    </a:lnTo>
                    <a:lnTo>
                      <a:pt x="3042" y="1806"/>
                    </a:lnTo>
                    <a:lnTo>
                      <a:pt x="3048" y="1812"/>
                    </a:lnTo>
                    <a:lnTo>
                      <a:pt x="3060" y="1812"/>
                    </a:lnTo>
                    <a:lnTo>
                      <a:pt x="3066" y="1818"/>
                    </a:lnTo>
                    <a:lnTo>
                      <a:pt x="3066" y="1860"/>
                    </a:lnTo>
                    <a:lnTo>
                      <a:pt x="3072" y="1866"/>
                    </a:lnTo>
                    <a:lnTo>
                      <a:pt x="3090" y="1866"/>
                    </a:lnTo>
                    <a:lnTo>
                      <a:pt x="3102" y="1860"/>
                    </a:lnTo>
                    <a:lnTo>
                      <a:pt x="3120" y="1860"/>
                    </a:lnTo>
                    <a:lnTo>
                      <a:pt x="3132" y="1842"/>
                    </a:lnTo>
                    <a:lnTo>
                      <a:pt x="3156" y="1878"/>
                    </a:lnTo>
                    <a:lnTo>
                      <a:pt x="3180" y="1866"/>
                    </a:lnTo>
                    <a:lnTo>
                      <a:pt x="3204" y="1878"/>
                    </a:lnTo>
                    <a:lnTo>
                      <a:pt x="3210" y="1872"/>
                    </a:lnTo>
                    <a:lnTo>
                      <a:pt x="3216" y="1872"/>
                    </a:lnTo>
                    <a:lnTo>
                      <a:pt x="3228" y="1878"/>
                    </a:lnTo>
                    <a:lnTo>
                      <a:pt x="3228" y="1902"/>
                    </a:lnTo>
                    <a:lnTo>
                      <a:pt x="3222" y="1908"/>
                    </a:lnTo>
                    <a:lnTo>
                      <a:pt x="3222" y="1914"/>
                    </a:lnTo>
                    <a:lnTo>
                      <a:pt x="3228" y="1914"/>
                    </a:lnTo>
                    <a:lnTo>
                      <a:pt x="3234" y="1908"/>
                    </a:lnTo>
                    <a:lnTo>
                      <a:pt x="3240" y="1908"/>
                    </a:lnTo>
                    <a:lnTo>
                      <a:pt x="3246" y="1902"/>
                    </a:lnTo>
                    <a:lnTo>
                      <a:pt x="3252" y="1902"/>
                    </a:lnTo>
                    <a:lnTo>
                      <a:pt x="3258" y="1908"/>
                    </a:lnTo>
                    <a:lnTo>
                      <a:pt x="3270" y="1914"/>
                    </a:lnTo>
                    <a:lnTo>
                      <a:pt x="3276" y="1920"/>
                    </a:lnTo>
                    <a:lnTo>
                      <a:pt x="3288" y="1926"/>
                    </a:lnTo>
                    <a:lnTo>
                      <a:pt x="3300" y="1914"/>
                    </a:lnTo>
                    <a:lnTo>
                      <a:pt x="3300" y="1896"/>
                    </a:lnTo>
                    <a:lnTo>
                      <a:pt x="3306" y="1890"/>
                    </a:lnTo>
                    <a:lnTo>
                      <a:pt x="3318" y="1884"/>
                    </a:lnTo>
                    <a:lnTo>
                      <a:pt x="3330" y="1884"/>
                    </a:lnTo>
                    <a:lnTo>
                      <a:pt x="3342" y="1866"/>
                    </a:lnTo>
                    <a:lnTo>
                      <a:pt x="3378" y="1854"/>
                    </a:lnTo>
                    <a:lnTo>
                      <a:pt x="3396" y="1836"/>
                    </a:lnTo>
                    <a:lnTo>
                      <a:pt x="3402" y="1836"/>
                    </a:lnTo>
                    <a:lnTo>
                      <a:pt x="3408" y="1842"/>
                    </a:lnTo>
                    <a:lnTo>
                      <a:pt x="3408" y="1860"/>
                    </a:lnTo>
                    <a:lnTo>
                      <a:pt x="3396" y="1872"/>
                    </a:lnTo>
                    <a:lnTo>
                      <a:pt x="3390" y="1872"/>
                    </a:lnTo>
                    <a:lnTo>
                      <a:pt x="3426" y="1890"/>
                    </a:lnTo>
                    <a:lnTo>
                      <a:pt x="3456" y="1902"/>
                    </a:lnTo>
                    <a:lnTo>
                      <a:pt x="3486" y="1920"/>
                    </a:lnTo>
                    <a:lnTo>
                      <a:pt x="3498" y="1926"/>
                    </a:lnTo>
                    <a:lnTo>
                      <a:pt x="3516" y="1938"/>
                    </a:lnTo>
                    <a:lnTo>
                      <a:pt x="3546" y="1968"/>
                    </a:lnTo>
                    <a:lnTo>
                      <a:pt x="3618" y="2028"/>
                    </a:lnTo>
                    <a:lnTo>
                      <a:pt x="3636" y="2052"/>
                    </a:lnTo>
                    <a:lnTo>
                      <a:pt x="3672" y="2088"/>
                    </a:lnTo>
                    <a:lnTo>
                      <a:pt x="3684" y="2106"/>
                    </a:lnTo>
                    <a:lnTo>
                      <a:pt x="3696" y="2118"/>
                    </a:lnTo>
                    <a:lnTo>
                      <a:pt x="3708" y="2124"/>
                    </a:lnTo>
                    <a:lnTo>
                      <a:pt x="3720" y="2124"/>
                    </a:lnTo>
                    <a:lnTo>
                      <a:pt x="3732" y="2118"/>
                    </a:lnTo>
                    <a:lnTo>
                      <a:pt x="3744" y="2106"/>
                    </a:lnTo>
                    <a:lnTo>
                      <a:pt x="3744" y="2094"/>
                    </a:lnTo>
                    <a:lnTo>
                      <a:pt x="3750" y="2088"/>
                    </a:lnTo>
                    <a:lnTo>
                      <a:pt x="3750" y="2082"/>
                    </a:lnTo>
                    <a:lnTo>
                      <a:pt x="3762" y="2082"/>
                    </a:lnTo>
                    <a:lnTo>
                      <a:pt x="3768" y="2088"/>
                    </a:lnTo>
                    <a:lnTo>
                      <a:pt x="3768" y="2100"/>
                    </a:lnTo>
                    <a:lnTo>
                      <a:pt x="3774" y="2106"/>
                    </a:lnTo>
                    <a:lnTo>
                      <a:pt x="3774" y="2112"/>
                    </a:lnTo>
                    <a:lnTo>
                      <a:pt x="3804" y="2112"/>
                    </a:lnTo>
                    <a:lnTo>
                      <a:pt x="3816" y="2118"/>
                    </a:lnTo>
                    <a:lnTo>
                      <a:pt x="3822" y="2130"/>
                    </a:lnTo>
                    <a:lnTo>
                      <a:pt x="3834" y="2136"/>
                    </a:lnTo>
                    <a:lnTo>
                      <a:pt x="3858" y="2136"/>
                    </a:lnTo>
                    <a:lnTo>
                      <a:pt x="3864" y="2124"/>
                    </a:lnTo>
                    <a:lnTo>
                      <a:pt x="3876" y="2118"/>
                    </a:lnTo>
                    <a:lnTo>
                      <a:pt x="3894" y="2112"/>
                    </a:lnTo>
                    <a:lnTo>
                      <a:pt x="3906" y="2106"/>
                    </a:lnTo>
                    <a:lnTo>
                      <a:pt x="3924" y="2106"/>
                    </a:lnTo>
                    <a:lnTo>
                      <a:pt x="3948" y="2118"/>
                    </a:lnTo>
                    <a:lnTo>
                      <a:pt x="3972" y="2142"/>
                    </a:lnTo>
                    <a:lnTo>
                      <a:pt x="3984" y="2148"/>
                    </a:lnTo>
                    <a:lnTo>
                      <a:pt x="3990" y="2160"/>
                    </a:lnTo>
                    <a:lnTo>
                      <a:pt x="4002" y="2160"/>
                    </a:lnTo>
                    <a:lnTo>
                      <a:pt x="4014" y="2166"/>
                    </a:lnTo>
                    <a:lnTo>
                      <a:pt x="4026" y="2166"/>
                    </a:lnTo>
                    <a:lnTo>
                      <a:pt x="4038" y="2172"/>
                    </a:lnTo>
                    <a:lnTo>
                      <a:pt x="4044" y="2172"/>
                    </a:lnTo>
                    <a:lnTo>
                      <a:pt x="4044" y="2178"/>
                    </a:lnTo>
                    <a:lnTo>
                      <a:pt x="4050" y="2190"/>
                    </a:lnTo>
                    <a:lnTo>
                      <a:pt x="4056" y="2196"/>
                    </a:lnTo>
                    <a:lnTo>
                      <a:pt x="4062" y="2208"/>
                    </a:lnTo>
                    <a:lnTo>
                      <a:pt x="4068" y="2214"/>
                    </a:lnTo>
                    <a:lnTo>
                      <a:pt x="4068" y="2220"/>
                    </a:lnTo>
                    <a:lnTo>
                      <a:pt x="4140" y="2226"/>
                    </a:lnTo>
                    <a:lnTo>
                      <a:pt x="4152" y="2190"/>
                    </a:lnTo>
                    <a:lnTo>
                      <a:pt x="4176" y="2214"/>
                    </a:lnTo>
                    <a:lnTo>
                      <a:pt x="4212" y="2256"/>
                    </a:lnTo>
                    <a:lnTo>
                      <a:pt x="4254" y="2256"/>
                    </a:lnTo>
                    <a:lnTo>
                      <a:pt x="4266" y="2244"/>
                    </a:lnTo>
                    <a:lnTo>
                      <a:pt x="4266" y="2226"/>
                    </a:lnTo>
                    <a:lnTo>
                      <a:pt x="4326" y="2226"/>
                    </a:lnTo>
                    <a:lnTo>
                      <a:pt x="4320" y="2214"/>
                    </a:lnTo>
                    <a:lnTo>
                      <a:pt x="4344" y="2214"/>
                    </a:lnTo>
                    <a:lnTo>
                      <a:pt x="4338" y="2208"/>
                    </a:lnTo>
                    <a:lnTo>
                      <a:pt x="4338" y="2202"/>
                    </a:lnTo>
                    <a:lnTo>
                      <a:pt x="4374" y="2166"/>
                    </a:lnTo>
                    <a:lnTo>
                      <a:pt x="4392" y="2166"/>
                    </a:lnTo>
                    <a:lnTo>
                      <a:pt x="4404" y="2148"/>
                    </a:lnTo>
                    <a:lnTo>
                      <a:pt x="4428" y="2148"/>
                    </a:lnTo>
                    <a:lnTo>
                      <a:pt x="4428" y="2142"/>
                    </a:lnTo>
                    <a:lnTo>
                      <a:pt x="4434" y="2136"/>
                    </a:lnTo>
                    <a:lnTo>
                      <a:pt x="4434" y="2130"/>
                    </a:lnTo>
                    <a:lnTo>
                      <a:pt x="4440" y="2124"/>
                    </a:lnTo>
                    <a:lnTo>
                      <a:pt x="4458" y="2124"/>
                    </a:lnTo>
                    <a:lnTo>
                      <a:pt x="4464" y="2130"/>
                    </a:lnTo>
                    <a:lnTo>
                      <a:pt x="4482" y="2124"/>
                    </a:lnTo>
                    <a:lnTo>
                      <a:pt x="4482" y="2130"/>
                    </a:lnTo>
                    <a:lnTo>
                      <a:pt x="4518" y="2130"/>
                    </a:lnTo>
                    <a:lnTo>
                      <a:pt x="4524" y="2148"/>
                    </a:lnTo>
                    <a:lnTo>
                      <a:pt x="4548" y="2148"/>
                    </a:lnTo>
                    <a:lnTo>
                      <a:pt x="4566" y="2142"/>
                    </a:lnTo>
                    <a:lnTo>
                      <a:pt x="4608" y="2142"/>
                    </a:lnTo>
                    <a:lnTo>
                      <a:pt x="4608" y="2148"/>
                    </a:lnTo>
                    <a:lnTo>
                      <a:pt x="4614" y="2154"/>
                    </a:lnTo>
                    <a:lnTo>
                      <a:pt x="4614" y="2166"/>
                    </a:lnTo>
                    <a:lnTo>
                      <a:pt x="4620" y="2172"/>
                    </a:lnTo>
                    <a:lnTo>
                      <a:pt x="4638" y="2178"/>
                    </a:lnTo>
                    <a:lnTo>
                      <a:pt x="4668" y="2178"/>
                    </a:lnTo>
                    <a:lnTo>
                      <a:pt x="4674" y="2190"/>
                    </a:lnTo>
                    <a:lnTo>
                      <a:pt x="4698" y="2184"/>
                    </a:lnTo>
                    <a:lnTo>
                      <a:pt x="4704" y="2196"/>
                    </a:lnTo>
                    <a:lnTo>
                      <a:pt x="4704" y="2190"/>
                    </a:lnTo>
                    <a:lnTo>
                      <a:pt x="4710" y="2184"/>
                    </a:lnTo>
                    <a:lnTo>
                      <a:pt x="4752" y="2184"/>
                    </a:lnTo>
                    <a:lnTo>
                      <a:pt x="4752" y="2196"/>
                    </a:lnTo>
                    <a:lnTo>
                      <a:pt x="4800" y="2190"/>
                    </a:lnTo>
                    <a:lnTo>
                      <a:pt x="4800" y="2202"/>
                    </a:lnTo>
                    <a:lnTo>
                      <a:pt x="4806" y="2208"/>
                    </a:lnTo>
                    <a:lnTo>
                      <a:pt x="4830" y="2196"/>
                    </a:lnTo>
                    <a:lnTo>
                      <a:pt x="4836" y="2190"/>
                    </a:lnTo>
                    <a:lnTo>
                      <a:pt x="4836" y="2184"/>
                    </a:lnTo>
                    <a:lnTo>
                      <a:pt x="4854" y="2184"/>
                    </a:lnTo>
                    <a:lnTo>
                      <a:pt x="4854" y="2160"/>
                    </a:lnTo>
                    <a:lnTo>
                      <a:pt x="4848" y="2148"/>
                    </a:lnTo>
                    <a:lnTo>
                      <a:pt x="4842" y="2142"/>
                    </a:lnTo>
                    <a:lnTo>
                      <a:pt x="4836" y="2142"/>
                    </a:lnTo>
                    <a:lnTo>
                      <a:pt x="4812" y="2106"/>
                    </a:lnTo>
                    <a:lnTo>
                      <a:pt x="4806" y="2088"/>
                    </a:lnTo>
                    <a:lnTo>
                      <a:pt x="4794" y="2076"/>
                    </a:lnTo>
                    <a:lnTo>
                      <a:pt x="4794" y="2064"/>
                    </a:lnTo>
                    <a:lnTo>
                      <a:pt x="4812" y="2064"/>
                    </a:lnTo>
                    <a:lnTo>
                      <a:pt x="4806" y="2052"/>
                    </a:lnTo>
                    <a:lnTo>
                      <a:pt x="4812" y="2052"/>
                    </a:lnTo>
                    <a:lnTo>
                      <a:pt x="4824" y="2046"/>
                    </a:lnTo>
                    <a:lnTo>
                      <a:pt x="4830" y="2034"/>
                    </a:lnTo>
                    <a:lnTo>
                      <a:pt x="4830" y="2016"/>
                    </a:lnTo>
                    <a:lnTo>
                      <a:pt x="4890" y="2046"/>
                    </a:lnTo>
                    <a:lnTo>
                      <a:pt x="4902" y="2046"/>
                    </a:lnTo>
                    <a:lnTo>
                      <a:pt x="4926" y="2052"/>
                    </a:lnTo>
                    <a:lnTo>
                      <a:pt x="4962" y="2052"/>
                    </a:lnTo>
                    <a:lnTo>
                      <a:pt x="4974" y="2058"/>
                    </a:lnTo>
                    <a:lnTo>
                      <a:pt x="4980" y="2064"/>
                    </a:lnTo>
                    <a:lnTo>
                      <a:pt x="5004" y="2076"/>
                    </a:lnTo>
                    <a:lnTo>
                      <a:pt x="5010" y="2076"/>
                    </a:lnTo>
                    <a:lnTo>
                      <a:pt x="5022" y="2070"/>
                    </a:lnTo>
                    <a:lnTo>
                      <a:pt x="5040" y="2070"/>
                    </a:lnTo>
                    <a:lnTo>
                      <a:pt x="5052" y="2076"/>
                    </a:lnTo>
                    <a:lnTo>
                      <a:pt x="5058" y="2082"/>
                    </a:lnTo>
                    <a:lnTo>
                      <a:pt x="5064" y="2094"/>
                    </a:lnTo>
                    <a:lnTo>
                      <a:pt x="5076" y="2106"/>
                    </a:lnTo>
                    <a:lnTo>
                      <a:pt x="5088" y="2130"/>
                    </a:lnTo>
                    <a:lnTo>
                      <a:pt x="5094" y="2136"/>
                    </a:lnTo>
                    <a:lnTo>
                      <a:pt x="5094" y="2142"/>
                    </a:lnTo>
                    <a:lnTo>
                      <a:pt x="5118" y="2136"/>
                    </a:lnTo>
                    <a:lnTo>
                      <a:pt x="5118" y="2142"/>
                    </a:lnTo>
                    <a:lnTo>
                      <a:pt x="5136" y="2160"/>
                    </a:lnTo>
                    <a:lnTo>
                      <a:pt x="5166" y="2160"/>
                    </a:lnTo>
                    <a:lnTo>
                      <a:pt x="5172" y="2166"/>
                    </a:lnTo>
                    <a:lnTo>
                      <a:pt x="5184" y="2166"/>
                    </a:lnTo>
                    <a:lnTo>
                      <a:pt x="5196" y="2172"/>
                    </a:lnTo>
                    <a:lnTo>
                      <a:pt x="5208" y="2172"/>
                    </a:lnTo>
                    <a:lnTo>
                      <a:pt x="5220" y="2166"/>
                    </a:lnTo>
                    <a:lnTo>
                      <a:pt x="5274" y="2148"/>
                    </a:lnTo>
                    <a:lnTo>
                      <a:pt x="5322" y="2148"/>
                    </a:lnTo>
                    <a:lnTo>
                      <a:pt x="5334" y="2154"/>
                    </a:lnTo>
                    <a:lnTo>
                      <a:pt x="5340" y="2154"/>
                    </a:lnTo>
                    <a:lnTo>
                      <a:pt x="5346" y="2160"/>
                    </a:lnTo>
                    <a:lnTo>
                      <a:pt x="5382" y="2160"/>
                    </a:lnTo>
                    <a:lnTo>
                      <a:pt x="5406" y="2184"/>
                    </a:lnTo>
                    <a:lnTo>
                      <a:pt x="5466" y="2184"/>
                    </a:lnTo>
                    <a:lnTo>
                      <a:pt x="5472" y="2190"/>
                    </a:lnTo>
                    <a:lnTo>
                      <a:pt x="5472" y="2196"/>
                    </a:lnTo>
                    <a:lnTo>
                      <a:pt x="5484" y="2208"/>
                    </a:lnTo>
                    <a:lnTo>
                      <a:pt x="5484" y="2214"/>
                    </a:lnTo>
                    <a:lnTo>
                      <a:pt x="5502" y="2214"/>
                    </a:lnTo>
                    <a:lnTo>
                      <a:pt x="5514" y="2220"/>
                    </a:lnTo>
                    <a:lnTo>
                      <a:pt x="5514" y="2232"/>
                    </a:lnTo>
                    <a:lnTo>
                      <a:pt x="5520" y="2238"/>
                    </a:lnTo>
                    <a:lnTo>
                      <a:pt x="5586" y="2238"/>
                    </a:lnTo>
                    <a:lnTo>
                      <a:pt x="5592" y="2244"/>
                    </a:lnTo>
                    <a:lnTo>
                      <a:pt x="5598" y="2244"/>
                    </a:lnTo>
                    <a:lnTo>
                      <a:pt x="5610" y="2250"/>
                    </a:lnTo>
                    <a:lnTo>
                      <a:pt x="5634" y="2250"/>
                    </a:lnTo>
                    <a:lnTo>
                      <a:pt x="5646" y="2244"/>
                    </a:lnTo>
                    <a:lnTo>
                      <a:pt x="5664" y="2244"/>
                    </a:lnTo>
                    <a:lnTo>
                      <a:pt x="5670" y="2250"/>
                    </a:lnTo>
                    <a:lnTo>
                      <a:pt x="5670" y="2256"/>
                    </a:lnTo>
                    <a:lnTo>
                      <a:pt x="5676" y="2256"/>
                    </a:lnTo>
                    <a:lnTo>
                      <a:pt x="5694" y="2238"/>
                    </a:lnTo>
                    <a:lnTo>
                      <a:pt x="5694" y="2232"/>
                    </a:lnTo>
                    <a:lnTo>
                      <a:pt x="5742" y="2232"/>
                    </a:lnTo>
                    <a:lnTo>
                      <a:pt x="5754" y="2220"/>
                    </a:lnTo>
                    <a:lnTo>
                      <a:pt x="5790" y="2220"/>
                    </a:lnTo>
                    <a:lnTo>
                      <a:pt x="5802" y="2208"/>
                    </a:lnTo>
                    <a:lnTo>
                      <a:pt x="5802" y="2196"/>
                    </a:lnTo>
                    <a:lnTo>
                      <a:pt x="5832" y="2166"/>
                    </a:lnTo>
                    <a:lnTo>
                      <a:pt x="5850" y="2166"/>
                    </a:lnTo>
                    <a:lnTo>
                      <a:pt x="5862" y="2172"/>
                    </a:lnTo>
                    <a:lnTo>
                      <a:pt x="5898" y="2172"/>
                    </a:lnTo>
                    <a:lnTo>
                      <a:pt x="5916" y="2190"/>
                    </a:lnTo>
                    <a:lnTo>
                      <a:pt x="5928" y="2196"/>
                    </a:lnTo>
                    <a:lnTo>
                      <a:pt x="5952" y="2196"/>
                    </a:lnTo>
                    <a:lnTo>
                      <a:pt x="5964" y="2190"/>
                    </a:lnTo>
                    <a:lnTo>
                      <a:pt x="5970" y="2184"/>
                    </a:lnTo>
                    <a:lnTo>
                      <a:pt x="5994" y="2190"/>
                    </a:lnTo>
                    <a:lnTo>
                      <a:pt x="6012" y="2190"/>
                    </a:lnTo>
                    <a:lnTo>
                      <a:pt x="6048" y="2214"/>
                    </a:lnTo>
                    <a:lnTo>
                      <a:pt x="6084" y="2214"/>
                    </a:lnTo>
                    <a:lnTo>
                      <a:pt x="6090" y="2220"/>
                    </a:lnTo>
                    <a:lnTo>
                      <a:pt x="6102" y="2220"/>
                    </a:lnTo>
                    <a:lnTo>
                      <a:pt x="6120" y="2202"/>
                    </a:lnTo>
                    <a:lnTo>
                      <a:pt x="6120" y="2190"/>
                    </a:lnTo>
                    <a:lnTo>
                      <a:pt x="6144" y="2190"/>
                    </a:lnTo>
                    <a:lnTo>
                      <a:pt x="6156" y="2184"/>
                    </a:lnTo>
                    <a:lnTo>
                      <a:pt x="6162" y="2178"/>
                    </a:lnTo>
                    <a:lnTo>
                      <a:pt x="6162" y="2166"/>
                    </a:lnTo>
                    <a:lnTo>
                      <a:pt x="6150" y="2166"/>
                    </a:lnTo>
                    <a:lnTo>
                      <a:pt x="6144" y="2160"/>
                    </a:lnTo>
                    <a:lnTo>
                      <a:pt x="6138" y="2118"/>
                    </a:lnTo>
                    <a:lnTo>
                      <a:pt x="6138" y="2046"/>
                    </a:lnTo>
                    <a:lnTo>
                      <a:pt x="6156" y="2028"/>
                    </a:lnTo>
                    <a:lnTo>
                      <a:pt x="6156" y="2016"/>
                    </a:lnTo>
                    <a:lnTo>
                      <a:pt x="6150" y="2010"/>
                    </a:lnTo>
                    <a:lnTo>
                      <a:pt x="6138" y="2004"/>
                    </a:lnTo>
                    <a:lnTo>
                      <a:pt x="6126" y="1992"/>
                    </a:lnTo>
                    <a:lnTo>
                      <a:pt x="6114" y="1992"/>
                    </a:lnTo>
                    <a:lnTo>
                      <a:pt x="6108" y="1986"/>
                    </a:lnTo>
                    <a:lnTo>
                      <a:pt x="6096" y="1986"/>
                    </a:lnTo>
                    <a:lnTo>
                      <a:pt x="6078" y="1980"/>
                    </a:lnTo>
                    <a:lnTo>
                      <a:pt x="6072" y="1980"/>
                    </a:lnTo>
                    <a:lnTo>
                      <a:pt x="6072" y="1968"/>
                    </a:lnTo>
                    <a:lnTo>
                      <a:pt x="6078" y="1968"/>
                    </a:lnTo>
                    <a:lnTo>
                      <a:pt x="6120" y="1926"/>
                    </a:lnTo>
                    <a:lnTo>
                      <a:pt x="6156" y="1920"/>
                    </a:lnTo>
                    <a:lnTo>
                      <a:pt x="6162" y="1908"/>
                    </a:lnTo>
                    <a:lnTo>
                      <a:pt x="6204" y="1914"/>
                    </a:lnTo>
                    <a:lnTo>
                      <a:pt x="6258" y="1902"/>
                    </a:lnTo>
                    <a:lnTo>
                      <a:pt x="6294" y="1920"/>
                    </a:lnTo>
                    <a:lnTo>
                      <a:pt x="6330" y="1944"/>
                    </a:lnTo>
                    <a:lnTo>
                      <a:pt x="6402" y="1944"/>
                    </a:lnTo>
                    <a:lnTo>
                      <a:pt x="6408" y="1950"/>
                    </a:lnTo>
                    <a:lnTo>
                      <a:pt x="6420" y="1956"/>
                    </a:lnTo>
                    <a:lnTo>
                      <a:pt x="6426" y="1962"/>
                    </a:lnTo>
                    <a:lnTo>
                      <a:pt x="6438" y="1968"/>
                    </a:lnTo>
                    <a:lnTo>
                      <a:pt x="6438" y="1980"/>
                    </a:lnTo>
                    <a:lnTo>
                      <a:pt x="6444" y="1980"/>
                    </a:lnTo>
                    <a:lnTo>
                      <a:pt x="6456" y="1992"/>
                    </a:lnTo>
                    <a:lnTo>
                      <a:pt x="6468" y="1998"/>
                    </a:lnTo>
                    <a:lnTo>
                      <a:pt x="6480" y="2010"/>
                    </a:lnTo>
                    <a:lnTo>
                      <a:pt x="6492" y="2010"/>
                    </a:lnTo>
                    <a:lnTo>
                      <a:pt x="6498" y="2016"/>
                    </a:lnTo>
                    <a:lnTo>
                      <a:pt x="6504" y="2016"/>
                    </a:lnTo>
                    <a:lnTo>
                      <a:pt x="6510" y="2046"/>
                    </a:lnTo>
                    <a:lnTo>
                      <a:pt x="6558" y="2070"/>
                    </a:lnTo>
                    <a:lnTo>
                      <a:pt x="6570" y="2100"/>
                    </a:lnTo>
                    <a:lnTo>
                      <a:pt x="6582" y="2100"/>
                    </a:lnTo>
                    <a:lnTo>
                      <a:pt x="6630" y="2124"/>
                    </a:lnTo>
                    <a:lnTo>
                      <a:pt x="6636" y="2136"/>
                    </a:lnTo>
                    <a:lnTo>
                      <a:pt x="6654" y="2154"/>
                    </a:lnTo>
                    <a:lnTo>
                      <a:pt x="6660" y="2166"/>
                    </a:lnTo>
                    <a:lnTo>
                      <a:pt x="6672" y="2166"/>
                    </a:lnTo>
                    <a:lnTo>
                      <a:pt x="6678" y="2190"/>
                    </a:lnTo>
                    <a:lnTo>
                      <a:pt x="6684" y="2190"/>
                    </a:lnTo>
                    <a:lnTo>
                      <a:pt x="6690" y="2196"/>
                    </a:lnTo>
                    <a:lnTo>
                      <a:pt x="6714" y="2208"/>
                    </a:lnTo>
                    <a:lnTo>
                      <a:pt x="6720" y="2214"/>
                    </a:lnTo>
                    <a:lnTo>
                      <a:pt x="6732" y="2220"/>
                    </a:lnTo>
                    <a:lnTo>
                      <a:pt x="6780" y="2220"/>
                    </a:lnTo>
                    <a:lnTo>
                      <a:pt x="6792" y="2226"/>
                    </a:lnTo>
                    <a:lnTo>
                      <a:pt x="6798" y="2232"/>
                    </a:lnTo>
                    <a:lnTo>
                      <a:pt x="6810" y="2238"/>
                    </a:lnTo>
                    <a:lnTo>
                      <a:pt x="6822" y="2226"/>
                    </a:lnTo>
                    <a:lnTo>
                      <a:pt x="6834" y="2226"/>
                    </a:lnTo>
                    <a:lnTo>
                      <a:pt x="6852" y="2244"/>
                    </a:lnTo>
                    <a:lnTo>
                      <a:pt x="6864" y="2250"/>
                    </a:lnTo>
                    <a:lnTo>
                      <a:pt x="6882" y="2268"/>
                    </a:lnTo>
                    <a:lnTo>
                      <a:pt x="6924" y="2268"/>
                    </a:lnTo>
                    <a:lnTo>
                      <a:pt x="6942" y="2298"/>
                    </a:lnTo>
                    <a:lnTo>
                      <a:pt x="6960" y="2298"/>
                    </a:lnTo>
                    <a:lnTo>
                      <a:pt x="6966" y="2304"/>
                    </a:lnTo>
                    <a:lnTo>
                      <a:pt x="6966" y="2310"/>
                    </a:lnTo>
                    <a:lnTo>
                      <a:pt x="6972" y="2322"/>
                    </a:lnTo>
                    <a:lnTo>
                      <a:pt x="6972" y="2334"/>
                    </a:lnTo>
                    <a:lnTo>
                      <a:pt x="7014" y="2364"/>
                    </a:lnTo>
                    <a:lnTo>
                      <a:pt x="7038" y="2358"/>
                    </a:lnTo>
                    <a:lnTo>
                      <a:pt x="7050" y="2370"/>
                    </a:lnTo>
                    <a:lnTo>
                      <a:pt x="7068" y="2370"/>
                    </a:lnTo>
                    <a:lnTo>
                      <a:pt x="7068" y="2358"/>
                    </a:lnTo>
                    <a:lnTo>
                      <a:pt x="7098" y="2364"/>
                    </a:lnTo>
                    <a:lnTo>
                      <a:pt x="7098" y="2346"/>
                    </a:lnTo>
                    <a:lnTo>
                      <a:pt x="7104" y="2340"/>
                    </a:lnTo>
                    <a:lnTo>
                      <a:pt x="7110" y="2340"/>
                    </a:lnTo>
                    <a:lnTo>
                      <a:pt x="7122" y="2334"/>
                    </a:lnTo>
                    <a:lnTo>
                      <a:pt x="7152" y="2334"/>
                    </a:lnTo>
                    <a:lnTo>
                      <a:pt x="7158" y="2310"/>
                    </a:lnTo>
                    <a:lnTo>
                      <a:pt x="7200" y="2310"/>
                    </a:lnTo>
                    <a:lnTo>
                      <a:pt x="7212" y="2316"/>
                    </a:lnTo>
                    <a:lnTo>
                      <a:pt x="7218" y="2328"/>
                    </a:lnTo>
                    <a:lnTo>
                      <a:pt x="7218" y="2346"/>
                    </a:lnTo>
                    <a:lnTo>
                      <a:pt x="7242" y="2358"/>
                    </a:lnTo>
                    <a:lnTo>
                      <a:pt x="7242" y="2388"/>
                    </a:lnTo>
                    <a:lnTo>
                      <a:pt x="7224" y="2394"/>
                    </a:lnTo>
                    <a:lnTo>
                      <a:pt x="7236" y="2412"/>
                    </a:lnTo>
                    <a:lnTo>
                      <a:pt x="7236" y="2430"/>
                    </a:lnTo>
                    <a:lnTo>
                      <a:pt x="7248" y="2442"/>
                    </a:lnTo>
                    <a:lnTo>
                      <a:pt x="7248" y="2466"/>
                    </a:lnTo>
                    <a:lnTo>
                      <a:pt x="7266" y="2472"/>
                    </a:lnTo>
                    <a:lnTo>
                      <a:pt x="7260" y="2502"/>
                    </a:lnTo>
                    <a:lnTo>
                      <a:pt x="7266" y="2526"/>
                    </a:lnTo>
                    <a:lnTo>
                      <a:pt x="7260" y="2532"/>
                    </a:lnTo>
                    <a:lnTo>
                      <a:pt x="7254" y="2532"/>
                    </a:lnTo>
                    <a:lnTo>
                      <a:pt x="7254" y="2550"/>
                    </a:lnTo>
                    <a:lnTo>
                      <a:pt x="7260" y="2562"/>
                    </a:lnTo>
                    <a:lnTo>
                      <a:pt x="7260" y="2574"/>
                    </a:lnTo>
                    <a:lnTo>
                      <a:pt x="7254" y="2580"/>
                    </a:lnTo>
                    <a:lnTo>
                      <a:pt x="7248" y="2580"/>
                    </a:lnTo>
                    <a:lnTo>
                      <a:pt x="7236" y="2574"/>
                    </a:lnTo>
                    <a:lnTo>
                      <a:pt x="7224" y="2574"/>
                    </a:lnTo>
                    <a:lnTo>
                      <a:pt x="7206" y="2568"/>
                    </a:lnTo>
                    <a:lnTo>
                      <a:pt x="7194" y="2562"/>
                    </a:lnTo>
                    <a:lnTo>
                      <a:pt x="7170" y="2562"/>
                    </a:lnTo>
                    <a:lnTo>
                      <a:pt x="7164" y="2568"/>
                    </a:lnTo>
                    <a:lnTo>
                      <a:pt x="7170" y="2574"/>
                    </a:lnTo>
                    <a:lnTo>
                      <a:pt x="7170" y="2586"/>
                    </a:lnTo>
                    <a:lnTo>
                      <a:pt x="7146" y="2586"/>
                    </a:lnTo>
                    <a:lnTo>
                      <a:pt x="7146" y="2598"/>
                    </a:lnTo>
                    <a:lnTo>
                      <a:pt x="7152" y="2610"/>
                    </a:lnTo>
                    <a:lnTo>
                      <a:pt x="7158" y="2610"/>
                    </a:lnTo>
                    <a:lnTo>
                      <a:pt x="7170" y="2622"/>
                    </a:lnTo>
                    <a:lnTo>
                      <a:pt x="7182" y="2628"/>
                    </a:lnTo>
                    <a:lnTo>
                      <a:pt x="7194" y="2646"/>
                    </a:lnTo>
                    <a:lnTo>
                      <a:pt x="7206" y="2658"/>
                    </a:lnTo>
                    <a:lnTo>
                      <a:pt x="7212" y="2676"/>
                    </a:lnTo>
                    <a:lnTo>
                      <a:pt x="7212" y="2688"/>
                    </a:lnTo>
                    <a:lnTo>
                      <a:pt x="7224" y="2700"/>
                    </a:lnTo>
                    <a:lnTo>
                      <a:pt x="7230" y="2712"/>
                    </a:lnTo>
                    <a:lnTo>
                      <a:pt x="7236" y="2748"/>
                    </a:lnTo>
                    <a:lnTo>
                      <a:pt x="7206" y="2742"/>
                    </a:lnTo>
                    <a:lnTo>
                      <a:pt x="7200" y="2766"/>
                    </a:lnTo>
                    <a:lnTo>
                      <a:pt x="7224" y="2778"/>
                    </a:lnTo>
                    <a:lnTo>
                      <a:pt x="7260" y="2778"/>
                    </a:lnTo>
                    <a:lnTo>
                      <a:pt x="7260" y="2718"/>
                    </a:lnTo>
                    <a:lnTo>
                      <a:pt x="7266" y="2712"/>
                    </a:lnTo>
                    <a:lnTo>
                      <a:pt x="7272" y="2712"/>
                    </a:lnTo>
                    <a:lnTo>
                      <a:pt x="7284" y="2718"/>
                    </a:lnTo>
                    <a:lnTo>
                      <a:pt x="7290" y="2724"/>
                    </a:lnTo>
                    <a:lnTo>
                      <a:pt x="7302" y="2712"/>
                    </a:lnTo>
                    <a:lnTo>
                      <a:pt x="7308" y="2724"/>
                    </a:lnTo>
                    <a:lnTo>
                      <a:pt x="7314" y="2730"/>
                    </a:lnTo>
                    <a:lnTo>
                      <a:pt x="7320" y="2742"/>
                    </a:lnTo>
                    <a:lnTo>
                      <a:pt x="7332" y="2754"/>
                    </a:lnTo>
                    <a:lnTo>
                      <a:pt x="7344" y="2754"/>
                    </a:lnTo>
                    <a:lnTo>
                      <a:pt x="7356" y="2748"/>
                    </a:lnTo>
                    <a:lnTo>
                      <a:pt x="7368" y="2748"/>
                    </a:lnTo>
                    <a:lnTo>
                      <a:pt x="7374" y="2742"/>
                    </a:lnTo>
                    <a:lnTo>
                      <a:pt x="7380" y="2742"/>
                    </a:lnTo>
                    <a:lnTo>
                      <a:pt x="7380" y="2760"/>
                    </a:lnTo>
                    <a:lnTo>
                      <a:pt x="7386" y="2760"/>
                    </a:lnTo>
                    <a:lnTo>
                      <a:pt x="7392" y="2754"/>
                    </a:lnTo>
                    <a:lnTo>
                      <a:pt x="7404" y="2748"/>
                    </a:lnTo>
                    <a:lnTo>
                      <a:pt x="7422" y="2742"/>
                    </a:lnTo>
                    <a:lnTo>
                      <a:pt x="7440" y="2730"/>
                    </a:lnTo>
                    <a:lnTo>
                      <a:pt x="7452" y="2724"/>
                    </a:lnTo>
                    <a:lnTo>
                      <a:pt x="7464" y="2700"/>
                    </a:lnTo>
                    <a:lnTo>
                      <a:pt x="7464" y="2682"/>
                    </a:lnTo>
                    <a:lnTo>
                      <a:pt x="7470" y="2664"/>
                    </a:lnTo>
                    <a:lnTo>
                      <a:pt x="7470" y="2628"/>
                    </a:lnTo>
                    <a:lnTo>
                      <a:pt x="7494" y="2622"/>
                    </a:lnTo>
                    <a:lnTo>
                      <a:pt x="7494" y="2562"/>
                    </a:lnTo>
                    <a:lnTo>
                      <a:pt x="7500" y="2550"/>
                    </a:lnTo>
                    <a:lnTo>
                      <a:pt x="7506" y="2544"/>
                    </a:lnTo>
                    <a:lnTo>
                      <a:pt x="7518" y="2520"/>
                    </a:lnTo>
                    <a:lnTo>
                      <a:pt x="7518" y="2490"/>
                    </a:lnTo>
                    <a:lnTo>
                      <a:pt x="7524" y="2472"/>
                    </a:lnTo>
                    <a:lnTo>
                      <a:pt x="7524" y="2454"/>
                    </a:lnTo>
                    <a:lnTo>
                      <a:pt x="7518" y="2442"/>
                    </a:lnTo>
                    <a:lnTo>
                      <a:pt x="7518" y="2424"/>
                    </a:lnTo>
                    <a:lnTo>
                      <a:pt x="7512" y="2418"/>
                    </a:lnTo>
                    <a:lnTo>
                      <a:pt x="7512" y="2412"/>
                    </a:lnTo>
                    <a:lnTo>
                      <a:pt x="7518" y="2400"/>
                    </a:lnTo>
                    <a:lnTo>
                      <a:pt x="7524" y="2394"/>
                    </a:lnTo>
                    <a:lnTo>
                      <a:pt x="7524" y="2382"/>
                    </a:lnTo>
                    <a:lnTo>
                      <a:pt x="7530" y="2376"/>
                    </a:lnTo>
                    <a:lnTo>
                      <a:pt x="7530" y="2364"/>
                    </a:lnTo>
                    <a:lnTo>
                      <a:pt x="7524" y="2358"/>
                    </a:lnTo>
                    <a:lnTo>
                      <a:pt x="7518" y="2346"/>
                    </a:lnTo>
                    <a:lnTo>
                      <a:pt x="7524" y="2334"/>
                    </a:lnTo>
                    <a:lnTo>
                      <a:pt x="7530" y="2328"/>
                    </a:lnTo>
                    <a:lnTo>
                      <a:pt x="7536" y="2316"/>
                    </a:lnTo>
                    <a:lnTo>
                      <a:pt x="7536" y="2298"/>
                    </a:lnTo>
                    <a:lnTo>
                      <a:pt x="7530" y="2292"/>
                    </a:lnTo>
                    <a:lnTo>
                      <a:pt x="7530" y="2280"/>
                    </a:lnTo>
                    <a:lnTo>
                      <a:pt x="7518" y="2256"/>
                    </a:lnTo>
                    <a:lnTo>
                      <a:pt x="7512" y="2250"/>
                    </a:lnTo>
                    <a:lnTo>
                      <a:pt x="7512" y="2238"/>
                    </a:lnTo>
                    <a:lnTo>
                      <a:pt x="7506" y="2232"/>
                    </a:lnTo>
                    <a:lnTo>
                      <a:pt x="7506" y="2220"/>
                    </a:lnTo>
                    <a:lnTo>
                      <a:pt x="7500" y="2214"/>
                    </a:lnTo>
                    <a:lnTo>
                      <a:pt x="7500" y="2202"/>
                    </a:lnTo>
                    <a:lnTo>
                      <a:pt x="7494" y="2196"/>
                    </a:lnTo>
                    <a:lnTo>
                      <a:pt x="7482" y="2190"/>
                    </a:lnTo>
                    <a:lnTo>
                      <a:pt x="7476" y="2184"/>
                    </a:lnTo>
                    <a:lnTo>
                      <a:pt x="7482" y="2178"/>
                    </a:lnTo>
                    <a:lnTo>
                      <a:pt x="7476" y="2178"/>
                    </a:lnTo>
                    <a:lnTo>
                      <a:pt x="7470" y="2172"/>
                    </a:lnTo>
                    <a:lnTo>
                      <a:pt x="7458" y="2166"/>
                    </a:lnTo>
                    <a:lnTo>
                      <a:pt x="7446" y="2154"/>
                    </a:lnTo>
                    <a:lnTo>
                      <a:pt x="7440" y="2142"/>
                    </a:lnTo>
                    <a:lnTo>
                      <a:pt x="7434" y="2124"/>
                    </a:lnTo>
                    <a:lnTo>
                      <a:pt x="7434" y="2112"/>
                    </a:lnTo>
                    <a:lnTo>
                      <a:pt x="7428" y="2106"/>
                    </a:lnTo>
                    <a:lnTo>
                      <a:pt x="7428" y="2100"/>
                    </a:lnTo>
                    <a:lnTo>
                      <a:pt x="7416" y="2094"/>
                    </a:lnTo>
                    <a:lnTo>
                      <a:pt x="7416" y="2082"/>
                    </a:lnTo>
                    <a:lnTo>
                      <a:pt x="7422" y="2070"/>
                    </a:lnTo>
                    <a:lnTo>
                      <a:pt x="7422" y="2040"/>
                    </a:lnTo>
                    <a:lnTo>
                      <a:pt x="7410" y="2028"/>
                    </a:lnTo>
                    <a:lnTo>
                      <a:pt x="7404" y="2016"/>
                    </a:lnTo>
                    <a:lnTo>
                      <a:pt x="7398" y="2010"/>
                    </a:lnTo>
                    <a:lnTo>
                      <a:pt x="7380" y="2004"/>
                    </a:lnTo>
                    <a:lnTo>
                      <a:pt x="7380" y="1998"/>
                    </a:lnTo>
                    <a:lnTo>
                      <a:pt x="7374" y="1992"/>
                    </a:lnTo>
                    <a:lnTo>
                      <a:pt x="7368" y="1980"/>
                    </a:lnTo>
                    <a:lnTo>
                      <a:pt x="7356" y="1968"/>
                    </a:lnTo>
                    <a:lnTo>
                      <a:pt x="7344" y="1968"/>
                    </a:lnTo>
                    <a:lnTo>
                      <a:pt x="7332" y="1956"/>
                    </a:lnTo>
                    <a:lnTo>
                      <a:pt x="7326" y="1956"/>
                    </a:lnTo>
                    <a:lnTo>
                      <a:pt x="7308" y="1950"/>
                    </a:lnTo>
                    <a:lnTo>
                      <a:pt x="7302" y="1938"/>
                    </a:lnTo>
                    <a:lnTo>
                      <a:pt x="7308" y="1938"/>
                    </a:lnTo>
                    <a:lnTo>
                      <a:pt x="7314" y="1944"/>
                    </a:lnTo>
                    <a:lnTo>
                      <a:pt x="7326" y="1944"/>
                    </a:lnTo>
                    <a:lnTo>
                      <a:pt x="7332" y="1950"/>
                    </a:lnTo>
                    <a:lnTo>
                      <a:pt x="7344" y="1950"/>
                    </a:lnTo>
                    <a:lnTo>
                      <a:pt x="7350" y="1944"/>
                    </a:lnTo>
                    <a:lnTo>
                      <a:pt x="7350" y="1938"/>
                    </a:lnTo>
                    <a:lnTo>
                      <a:pt x="7344" y="1938"/>
                    </a:lnTo>
                    <a:lnTo>
                      <a:pt x="7332" y="1932"/>
                    </a:lnTo>
                    <a:lnTo>
                      <a:pt x="7326" y="1926"/>
                    </a:lnTo>
                    <a:lnTo>
                      <a:pt x="7320" y="1926"/>
                    </a:lnTo>
                    <a:lnTo>
                      <a:pt x="7242" y="1890"/>
                    </a:lnTo>
                    <a:lnTo>
                      <a:pt x="7236" y="1890"/>
                    </a:lnTo>
                    <a:lnTo>
                      <a:pt x="7230" y="1884"/>
                    </a:lnTo>
                    <a:lnTo>
                      <a:pt x="7218" y="1878"/>
                    </a:lnTo>
                    <a:lnTo>
                      <a:pt x="7206" y="1866"/>
                    </a:lnTo>
                    <a:lnTo>
                      <a:pt x="7194" y="1860"/>
                    </a:lnTo>
                    <a:lnTo>
                      <a:pt x="7188" y="1854"/>
                    </a:lnTo>
                    <a:lnTo>
                      <a:pt x="7170" y="1854"/>
                    </a:lnTo>
                    <a:lnTo>
                      <a:pt x="7164" y="1860"/>
                    </a:lnTo>
                    <a:lnTo>
                      <a:pt x="7152" y="1866"/>
                    </a:lnTo>
                    <a:lnTo>
                      <a:pt x="7116" y="1854"/>
                    </a:lnTo>
                    <a:lnTo>
                      <a:pt x="7152" y="1896"/>
                    </a:lnTo>
                    <a:lnTo>
                      <a:pt x="7146" y="1920"/>
                    </a:lnTo>
                    <a:lnTo>
                      <a:pt x="7134" y="1920"/>
                    </a:lnTo>
                    <a:lnTo>
                      <a:pt x="7134" y="1890"/>
                    </a:lnTo>
                    <a:lnTo>
                      <a:pt x="7116" y="1878"/>
                    </a:lnTo>
                    <a:lnTo>
                      <a:pt x="7116" y="1908"/>
                    </a:lnTo>
                    <a:lnTo>
                      <a:pt x="7068" y="1908"/>
                    </a:lnTo>
                    <a:lnTo>
                      <a:pt x="7074" y="1902"/>
                    </a:lnTo>
                    <a:lnTo>
                      <a:pt x="7074" y="1884"/>
                    </a:lnTo>
                    <a:lnTo>
                      <a:pt x="7068" y="1878"/>
                    </a:lnTo>
                    <a:lnTo>
                      <a:pt x="7044" y="1878"/>
                    </a:lnTo>
                    <a:lnTo>
                      <a:pt x="7038" y="1890"/>
                    </a:lnTo>
                    <a:lnTo>
                      <a:pt x="7014" y="1890"/>
                    </a:lnTo>
                    <a:lnTo>
                      <a:pt x="7002" y="1854"/>
                    </a:lnTo>
                    <a:lnTo>
                      <a:pt x="6996" y="1854"/>
                    </a:lnTo>
                    <a:lnTo>
                      <a:pt x="6984" y="1830"/>
                    </a:lnTo>
                    <a:lnTo>
                      <a:pt x="6912" y="1836"/>
                    </a:lnTo>
                    <a:lnTo>
                      <a:pt x="6906" y="1824"/>
                    </a:lnTo>
                    <a:lnTo>
                      <a:pt x="6882" y="1824"/>
                    </a:lnTo>
                    <a:lnTo>
                      <a:pt x="6870" y="1818"/>
                    </a:lnTo>
                    <a:lnTo>
                      <a:pt x="6864" y="1812"/>
                    </a:lnTo>
                    <a:lnTo>
                      <a:pt x="6864" y="1794"/>
                    </a:lnTo>
                    <a:lnTo>
                      <a:pt x="6876" y="1788"/>
                    </a:lnTo>
                    <a:lnTo>
                      <a:pt x="6888" y="1776"/>
                    </a:lnTo>
                    <a:lnTo>
                      <a:pt x="6900" y="1776"/>
                    </a:lnTo>
                    <a:lnTo>
                      <a:pt x="6900" y="1752"/>
                    </a:lnTo>
                    <a:lnTo>
                      <a:pt x="6906" y="1752"/>
                    </a:lnTo>
                    <a:lnTo>
                      <a:pt x="6918" y="1746"/>
                    </a:lnTo>
                    <a:lnTo>
                      <a:pt x="6930" y="1734"/>
                    </a:lnTo>
                    <a:lnTo>
                      <a:pt x="6930" y="1728"/>
                    </a:lnTo>
                    <a:lnTo>
                      <a:pt x="6936" y="1716"/>
                    </a:lnTo>
                    <a:lnTo>
                      <a:pt x="6936" y="1710"/>
                    </a:lnTo>
                    <a:lnTo>
                      <a:pt x="6942" y="1698"/>
                    </a:lnTo>
                    <a:lnTo>
                      <a:pt x="6930" y="1686"/>
                    </a:lnTo>
                    <a:lnTo>
                      <a:pt x="6942" y="1662"/>
                    </a:lnTo>
                    <a:lnTo>
                      <a:pt x="6930" y="1650"/>
                    </a:lnTo>
                    <a:lnTo>
                      <a:pt x="6948" y="1632"/>
                    </a:lnTo>
                    <a:lnTo>
                      <a:pt x="6972" y="1626"/>
                    </a:lnTo>
                    <a:lnTo>
                      <a:pt x="6960" y="1596"/>
                    </a:lnTo>
                    <a:lnTo>
                      <a:pt x="6984" y="1590"/>
                    </a:lnTo>
                    <a:lnTo>
                      <a:pt x="6960" y="1554"/>
                    </a:lnTo>
                    <a:lnTo>
                      <a:pt x="6990" y="1542"/>
                    </a:lnTo>
                    <a:lnTo>
                      <a:pt x="6990" y="1500"/>
                    </a:lnTo>
                    <a:lnTo>
                      <a:pt x="6996" y="1488"/>
                    </a:lnTo>
                    <a:lnTo>
                      <a:pt x="7002" y="1482"/>
                    </a:lnTo>
                    <a:lnTo>
                      <a:pt x="7020" y="1470"/>
                    </a:lnTo>
                    <a:lnTo>
                      <a:pt x="7032" y="1464"/>
                    </a:lnTo>
                    <a:lnTo>
                      <a:pt x="7050" y="1464"/>
                    </a:lnTo>
                    <a:lnTo>
                      <a:pt x="7068" y="1470"/>
                    </a:lnTo>
                    <a:lnTo>
                      <a:pt x="7188" y="1470"/>
                    </a:lnTo>
                    <a:lnTo>
                      <a:pt x="7206" y="1488"/>
                    </a:lnTo>
                    <a:lnTo>
                      <a:pt x="7224" y="1482"/>
                    </a:lnTo>
                    <a:lnTo>
                      <a:pt x="7218" y="1464"/>
                    </a:lnTo>
                    <a:lnTo>
                      <a:pt x="7290" y="1482"/>
                    </a:lnTo>
                    <a:lnTo>
                      <a:pt x="7320" y="1464"/>
                    </a:lnTo>
                    <a:lnTo>
                      <a:pt x="7350" y="1488"/>
                    </a:lnTo>
                    <a:lnTo>
                      <a:pt x="7356" y="1452"/>
                    </a:lnTo>
                    <a:lnTo>
                      <a:pt x="7434" y="1452"/>
                    </a:lnTo>
                    <a:lnTo>
                      <a:pt x="7446" y="1458"/>
                    </a:lnTo>
                    <a:lnTo>
                      <a:pt x="7452" y="1470"/>
                    </a:lnTo>
                    <a:lnTo>
                      <a:pt x="7458" y="1470"/>
                    </a:lnTo>
                    <a:lnTo>
                      <a:pt x="7464" y="1464"/>
                    </a:lnTo>
                    <a:lnTo>
                      <a:pt x="7476" y="1464"/>
                    </a:lnTo>
                    <a:lnTo>
                      <a:pt x="7482" y="1458"/>
                    </a:lnTo>
                    <a:lnTo>
                      <a:pt x="7494" y="1452"/>
                    </a:lnTo>
                    <a:lnTo>
                      <a:pt x="7518" y="1470"/>
                    </a:lnTo>
                    <a:lnTo>
                      <a:pt x="7560" y="1476"/>
                    </a:lnTo>
                    <a:lnTo>
                      <a:pt x="7506" y="1488"/>
                    </a:lnTo>
                    <a:lnTo>
                      <a:pt x="7506" y="1494"/>
                    </a:lnTo>
                    <a:lnTo>
                      <a:pt x="7512" y="1500"/>
                    </a:lnTo>
                    <a:lnTo>
                      <a:pt x="7524" y="1506"/>
                    </a:lnTo>
                    <a:lnTo>
                      <a:pt x="7530" y="1512"/>
                    </a:lnTo>
                    <a:lnTo>
                      <a:pt x="7542" y="1512"/>
                    </a:lnTo>
                    <a:lnTo>
                      <a:pt x="7548" y="1506"/>
                    </a:lnTo>
                    <a:lnTo>
                      <a:pt x="7560" y="1506"/>
                    </a:lnTo>
                    <a:lnTo>
                      <a:pt x="7572" y="1500"/>
                    </a:lnTo>
                    <a:lnTo>
                      <a:pt x="7578" y="1494"/>
                    </a:lnTo>
                    <a:lnTo>
                      <a:pt x="7584" y="1494"/>
                    </a:lnTo>
                    <a:lnTo>
                      <a:pt x="7614" y="1506"/>
                    </a:lnTo>
                    <a:lnTo>
                      <a:pt x="7638" y="1488"/>
                    </a:lnTo>
                    <a:lnTo>
                      <a:pt x="7644" y="1488"/>
                    </a:lnTo>
                    <a:lnTo>
                      <a:pt x="7650" y="1494"/>
                    </a:lnTo>
                    <a:lnTo>
                      <a:pt x="7686" y="1494"/>
                    </a:lnTo>
                    <a:lnTo>
                      <a:pt x="7692" y="1488"/>
                    </a:lnTo>
                    <a:lnTo>
                      <a:pt x="7692" y="1476"/>
                    </a:lnTo>
                    <a:lnTo>
                      <a:pt x="7728" y="1482"/>
                    </a:lnTo>
                    <a:lnTo>
                      <a:pt x="7680" y="1452"/>
                    </a:lnTo>
                    <a:lnTo>
                      <a:pt x="7650" y="1464"/>
                    </a:lnTo>
                    <a:lnTo>
                      <a:pt x="7644" y="1446"/>
                    </a:lnTo>
                    <a:lnTo>
                      <a:pt x="7638" y="1434"/>
                    </a:lnTo>
                    <a:lnTo>
                      <a:pt x="7632" y="1428"/>
                    </a:lnTo>
                    <a:lnTo>
                      <a:pt x="7626" y="1416"/>
                    </a:lnTo>
                    <a:lnTo>
                      <a:pt x="7626" y="1398"/>
                    </a:lnTo>
                    <a:lnTo>
                      <a:pt x="7650" y="1374"/>
                    </a:lnTo>
                    <a:lnTo>
                      <a:pt x="7644" y="1344"/>
                    </a:lnTo>
                    <a:lnTo>
                      <a:pt x="7662" y="1332"/>
                    </a:lnTo>
                    <a:lnTo>
                      <a:pt x="7650" y="1326"/>
                    </a:lnTo>
                    <a:lnTo>
                      <a:pt x="7638" y="1314"/>
                    </a:lnTo>
                    <a:lnTo>
                      <a:pt x="7638" y="1302"/>
                    </a:lnTo>
                    <a:lnTo>
                      <a:pt x="7644" y="1296"/>
                    </a:lnTo>
                    <a:lnTo>
                      <a:pt x="7662" y="1290"/>
                    </a:lnTo>
                    <a:lnTo>
                      <a:pt x="7698" y="1290"/>
                    </a:lnTo>
                    <a:lnTo>
                      <a:pt x="7710" y="1296"/>
                    </a:lnTo>
                    <a:lnTo>
                      <a:pt x="7728" y="1296"/>
                    </a:lnTo>
                    <a:lnTo>
                      <a:pt x="7746" y="1278"/>
                    </a:lnTo>
                    <a:lnTo>
                      <a:pt x="7782" y="1308"/>
                    </a:lnTo>
                    <a:lnTo>
                      <a:pt x="7806" y="1290"/>
                    </a:lnTo>
                    <a:lnTo>
                      <a:pt x="7812" y="1302"/>
                    </a:lnTo>
                    <a:lnTo>
                      <a:pt x="7818" y="1308"/>
                    </a:lnTo>
                    <a:lnTo>
                      <a:pt x="7830" y="1332"/>
                    </a:lnTo>
                    <a:lnTo>
                      <a:pt x="7830" y="1338"/>
                    </a:lnTo>
                    <a:lnTo>
                      <a:pt x="7836" y="1344"/>
                    </a:lnTo>
                    <a:lnTo>
                      <a:pt x="7878" y="1344"/>
                    </a:lnTo>
                    <a:lnTo>
                      <a:pt x="7878" y="1362"/>
                    </a:lnTo>
                    <a:lnTo>
                      <a:pt x="7884" y="1374"/>
                    </a:lnTo>
                    <a:lnTo>
                      <a:pt x="7890" y="1380"/>
                    </a:lnTo>
                    <a:lnTo>
                      <a:pt x="7896" y="1380"/>
                    </a:lnTo>
                    <a:lnTo>
                      <a:pt x="7914" y="1362"/>
                    </a:lnTo>
                    <a:lnTo>
                      <a:pt x="7932" y="1326"/>
                    </a:lnTo>
                    <a:lnTo>
                      <a:pt x="7938" y="1320"/>
                    </a:lnTo>
                    <a:lnTo>
                      <a:pt x="7938" y="1314"/>
                    </a:lnTo>
                    <a:lnTo>
                      <a:pt x="7962" y="1302"/>
                    </a:lnTo>
                    <a:lnTo>
                      <a:pt x="7992" y="1314"/>
                    </a:lnTo>
                    <a:lnTo>
                      <a:pt x="7986" y="1302"/>
                    </a:lnTo>
                    <a:lnTo>
                      <a:pt x="7962" y="1284"/>
                    </a:lnTo>
                    <a:lnTo>
                      <a:pt x="7956" y="1278"/>
                    </a:lnTo>
                    <a:lnTo>
                      <a:pt x="7932" y="1266"/>
                    </a:lnTo>
                    <a:lnTo>
                      <a:pt x="7926" y="1254"/>
                    </a:lnTo>
                    <a:lnTo>
                      <a:pt x="7914" y="1248"/>
                    </a:lnTo>
                    <a:lnTo>
                      <a:pt x="7908" y="1242"/>
                    </a:lnTo>
                    <a:lnTo>
                      <a:pt x="7908" y="1230"/>
                    </a:lnTo>
                    <a:lnTo>
                      <a:pt x="7962" y="1230"/>
                    </a:lnTo>
                    <a:lnTo>
                      <a:pt x="7992" y="1236"/>
                    </a:lnTo>
                    <a:lnTo>
                      <a:pt x="8052" y="1236"/>
                    </a:lnTo>
                    <a:lnTo>
                      <a:pt x="8052" y="1254"/>
                    </a:lnTo>
                    <a:lnTo>
                      <a:pt x="8040" y="1254"/>
                    </a:lnTo>
                    <a:lnTo>
                      <a:pt x="8028" y="1248"/>
                    </a:lnTo>
                    <a:lnTo>
                      <a:pt x="7992" y="1248"/>
                    </a:lnTo>
                    <a:lnTo>
                      <a:pt x="7992" y="1266"/>
                    </a:lnTo>
                    <a:lnTo>
                      <a:pt x="8016" y="1290"/>
                    </a:lnTo>
                    <a:lnTo>
                      <a:pt x="8028" y="1296"/>
                    </a:lnTo>
                    <a:lnTo>
                      <a:pt x="8034" y="1320"/>
                    </a:lnTo>
                    <a:lnTo>
                      <a:pt x="8064" y="1326"/>
                    </a:lnTo>
                    <a:lnTo>
                      <a:pt x="8058" y="1344"/>
                    </a:lnTo>
                    <a:lnTo>
                      <a:pt x="8076" y="1362"/>
                    </a:lnTo>
                    <a:lnTo>
                      <a:pt x="8046" y="1368"/>
                    </a:lnTo>
                    <a:lnTo>
                      <a:pt x="8040" y="1380"/>
                    </a:lnTo>
                    <a:lnTo>
                      <a:pt x="8022" y="1386"/>
                    </a:lnTo>
                    <a:lnTo>
                      <a:pt x="8028" y="1398"/>
                    </a:lnTo>
                    <a:lnTo>
                      <a:pt x="8028" y="1404"/>
                    </a:lnTo>
                    <a:lnTo>
                      <a:pt x="8034" y="1416"/>
                    </a:lnTo>
                    <a:lnTo>
                      <a:pt x="8034" y="1440"/>
                    </a:lnTo>
                    <a:lnTo>
                      <a:pt x="8028" y="1452"/>
                    </a:lnTo>
                    <a:lnTo>
                      <a:pt x="8016" y="1464"/>
                    </a:lnTo>
                    <a:lnTo>
                      <a:pt x="8004" y="1488"/>
                    </a:lnTo>
                    <a:lnTo>
                      <a:pt x="8004" y="1506"/>
                    </a:lnTo>
                    <a:lnTo>
                      <a:pt x="8010" y="1506"/>
                    </a:lnTo>
                    <a:lnTo>
                      <a:pt x="8016" y="1512"/>
                    </a:lnTo>
                    <a:lnTo>
                      <a:pt x="8022" y="1524"/>
                    </a:lnTo>
                    <a:lnTo>
                      <a:pt x="8016" y="1530"/>
                    </a:lnTo>
                    <a:lnTo>
                      <a:pt x="8010" y="1542"/>
                    </a:lnTo>
                    <a:lnTo>
                      <a:pt x="7986" y="1566"/>
                    </a:lnTo>
                    <a:lnTo>
                      <a:pt x="7974" y="1572"/>
                    </a:lnTo>
                    <a:lnTo>
                      <a:pt x="7968" y="1578"/>
                    </a:lnTo>
                    <a:lnTo>
                      <a:pt x="7962" y="1578"/>
                    </a:lnTo>
                    <a:lnTo>
                      <a:pt x="7962" y="1596"/>
                    </a:lnTo>
                    <a:lnTo>
                      <a:pt x="7944" y="1596"/>
                    </a:lnTo>
                    <a:lnTo>
                      <a:pt x="7950" y="1596"/>
                    </a:lnTo>
                    <a:lnTo>
                      <a:pt x="7956" y="1602"/>
                    </a:lnTo>
                    <a:lnTo>
                      <a:pt x="7968" y="1608"/>
                    </a:lnTo>
                    <a:lnTo>
                      <a:pt x="7980" y="1632"/>
                    </a:lnTo>
                    <a:lnTo>
                      <a:pt x="7974" y="1650"/>
                    </a:lnTo>
                    <a:lnTo>
                      <a:pt x="7974" y="1662"/>
                    </a:lnTo>
                    <a:lnTo>
                      <a:pt x="7968" y="1674"/>
                    </a:lnTo>
                    <a:lnTo>
                      <a:pt x="7968" y="1686"/>
                    </a:lnTo>
                    <a:lnTo>
                      <a:pt x="7974" y="1704"/>
                    </a:lnTo>
                    <a:lnTo>
                      <a:pt x="7992" y="1722"/>
                    </a:lnTo>
                    <a:lnTo>
                      <a:pt x="8016" y="1752"/>
                    </a:lnTo>
                    <a:lnTo>
                      <a:pt x="8046" y="1776"/>
                    </a:lnTo>
                    <a:lnTo>
                      <a:pt x="8070" y="1800"/>
                    </a:lnTo>
                    <a:lnTo>
                      <a:pt x="8082" y="1806"/>
                    </a:lnTo>
                    <a:lnTo>
                      <a:pt x="8142" y="1872"/>
                    </a:lnTo>
                    <a:lnTo>
                      <a:pt x="8154" y="1866"/>
                    </a:lnTo>
                    <a:lnTo>
                      <a:pt x="8238" y="1962"/>
                    </a:lnTo>
                    <a:lnTo>
                      <a:pt x="8286" y="1980"/>
                    </a:lnTo>
                    <a:lnTo>
                      <a:pt x="8310" y="2004"/>
                    </a:lnTo>
                    <a:lnTo>
                      <a:pt x="8316" y="2016"/>
                    </a:lnTo>
                    <a:lnTo>
                      <a:pt x="8328" y="2022"/>
                    </a:lnTo>
                    <a:lnTo>
                      <a:pt x="8334" y="2034"/>
                    </a:lnTo>
                    <a:lnTo>
                      <a:pt x="8388" y="2088"/>
                    </a:lnTo>
                    <a:lnTo>
                      <a:pt x="8406" y="2088"/>
                    </a:lnTo>
                    <a:lnTo>
                      <a:pt x="8406" y="2106"/>
                    </a:lnTo>
                    <a:lnTo>
                      <a:pt x="8418" y="2106"/>
                    </a:lnTo>
                    <a:lnTo>
                      <a:pt x="8430" y="2100"/>
                    </a:lnTo>
                    <a:lnTo>
                      <a:pt x="8436" y="2094"/>
                    </a:lnTo>
                    <a:lnTo>
                      <a:pt x="8442" y="2082"/>
                    </a:lnTo>
                    <a:lnTo>
                      <a:pt x="8442" y="2076"/>
                    </a:lnTo>
                    <a:lnTo>
                      <a:pt x="8430" y="2064"/>
                    </a:lnTo>
                    <a:lnTo>
                      <a:pt x="8436" y="2058"/>
                    </a:lnTo>
                    <a:lnTo>
                      <a:pt x="8442" y="2046"/>
                    </a:lnTo>
                    <a:lnTo>
                      <a:pt x="8448" y="2040"/>
                    </a:lnTo>
                    <a:lnTo>
                      <a:pt x="8448" y="2022"/>
                    </a:lnTo>
                    <a:lnTo>
                      <a:pt x="8430" y="2004"/>
                    </a:lnTo>
                    <a:lnTo>
                      <a:pt x="8418" y="1998"/>
                    </a:lnTo>
                    <a:lnTo>
                      <a:pt x="8406" y="1974"/>
                    </a:lnTo>
                    <a:lnTo>
                      <a:pt x="8406" y="1962"/>
                    </a:lnTo>
                    <a:lnTo>
                      <a:pt x="8412" y="1950"/>
                    </a:lnTo>
                    <a:lnTo>
                      <a:pt x="8430" y="1932"/>
                    </a:lnTo>
                    <a:lnTo>
                      <a:pt x="8442" y="1932"/>
                    </a:lnTo>
                    <a:lnTo>
                      <a:pt x="8454" y="1938"/>
                    </a:lnTo>
                    <a:lnTo>
                      <a:pt x="8460" y="1938"/>
                    </a:lnTo>
                    <a:lnTo>
                      <a:pt x="8466" y="1944"/>
                    </a:lnTo>
                    <a:lnTo>
                      <a:pt x="8472" y="1944"/>
                    </a:lnTo>
                    <a:lnTo>
                      <a:pt x="8466" y="1938"/>
                    </a:lnTo>
                    <a:lnTo>
                      <a:pt x="8460" y="1926"/>
                    </a:lnTo>
                    <a:lnTo>
                      <a:pt x="8448" y="1920"/>
                    </a:lnTo>
                    <a:lnTo>
                      <a:pt x="8442" y="1908"/>
                    </a:lnTo>
                    <a:lnTo>
                      <a:pt x="8424" y="1890"/>
                    </a:lnTo>
                    <a:lnTo>
                      <a:pt x="8412" y="1890"/>
                    </a:lnTo>
                    <a:lnTo>
                      <a:pt x="8406" y="1884"/>
                    </a:lnTo>
                    <a:lnTo>
                      <a:pt x="8400" y="1872"/>
                    </a:lnTo>
                    <a:lnTo>
                      <a:pt x="8400" y="1860"/>
                    </a:lnTo>
                    <a:lnTo>
                      <a:pt x="8406" y="1848"/>
                    </a:lnTo>
                    <a:lnTo>
                      <a:pt x="8412" y="1842"/>
                    </a:lnTo>
                    <a:lnTo>
                      <a:pt x="8424" y="1836"/>
                    </a:lnTo>
                    <a:lnTo>
                      <a:pt x="8430" y="1830"/>
                    </a:lnTo>
                    <a:lnTo>
                      <a:pt x="8442" y="1836"/>
                    </a:lnTo>
                    <a:lnTo>
                      <a:pt x="8466" y="1836"/>
                    </a:lnTo>
                    <a:lnTo>
                      <a:pt x="8472" y="1830"/>
                    </a:lnTo>
                    <a:lnTo>
                      <a:pt x="8472" y="1812"/>
                    </a:lnTo>
                    <a:lnTo>
                      <a:pt x="8454" y="1794"/>
                    </a:lnTo>
                    <a:lnTo>
                      <a:pt x="8436" y="1788"/>
                    </a:lnTo>
                    <a:lnTo>
                      <a:pt x="8424" y="1782"/>
                    </a:lnTo>
                    <a:lnTo>
                      <a:pt x="8406" y="1770"/>
                    </a:lnTo>
                    <a:lnTo>
                      <a:pt x="8394" y="1758"/>
                    </a:lnTo>
                    <a:lnTo>
                      <a:pt x="8388" y="1740"/>
                    </a:lnTo>
                    <a:lnTo>
                      <a:pt x="8376" y="1716"/>
                    </a:lnTo>
                    <a:lnTo>
                      <a:pt x="8376" y="1704"/>
                    </a:lnTo>
                    <a:lnTo>
                      <a:pt x="8370" y="1698"/>
                    </a:lnTo>
                    <a:lnTo>
                      <a:pt x="8370" y="1692"/>
                    </a:lnTo>
                    <a:lnTo>
                      <a:pt x="8382" y="1686"/>
                    </a:lnTo>
                    <a:lnTo>
                      <a:pt x="8406" y="1710"/>
                    </a:lnTo>
                    <a:lnTo>
                      <a:pt x="8418" y="1716"/>
                    </a:lnTo>
                    <a:lnTo>
                      <a:pt x="8430" y="1716"/>
                    </a:lnTo>
                    <a:lnTo>
                      <a:pt x="8430" y="1710"/>
                    </a:lnTo>
                    <a:lnTo>
                      <a:pt x="8424" y="1704"/>
                    </a:lnTo>
                    <a:lnTo>
                      <a:pt x="8418" y="1692"/>
                    </a:lnTo>
                    <a:lnTo>
                      <a:pt x="8412" y="1686"/>
                    </a:lnTo>
                    <a:lnTo>
                      <a:pt x="8406" y="1674"/>
                    </a:lnTo>
                    <a:lnTo>
                      <a:pt x="8400" y="1668"/>
                    </a:lnTo>
                    <a:lnTo>
                      <a:pt x="8364" y="1668"/>
                    </a:lnTo>
                    <a:lnTo>
                      <a:pt x="8316" y="1626"/>
                    </a:lnTo>
                    <a:lnTo>
                      <a:pt x="8316" y="1596"/>
                    </a:lnTo>
                    <a:lnTo>
                      <a:pt x="8310" y="1590"/>
                    </a:lnTo>
                    <a:lnTo>
                      <a:pt x="8298" y="1584"/>
                    </a:lnTo>
                    <a:lnTo>
                      <a:pt x="8280" y="1578"/>
                    </a:lnTo>
                    <a:lnTo>
                      <a:pt x="8268" y="1572"/>
                    </a:lnTo>
                    <a:lnTo>
                      <a:pt x="8256" y="1572"/>
                    </a:lnTo>
                    <a:lnTo>
                      <a:pt x="8256" y="1590"/>
                    </a:lnTo>
                    <a:lnTo>
                      <a:pt x="8250" y="1590"/>
                    </a:lnTo>
                    <a:lnTo>
                      <a:pt x="8244" y="1584"/>
                    </a:lnTo>
                    <a:lnTo>
                      <a:pt x="8232" y="1584"/>
                    </a:lnTo>
                    <a:lnTo>
                      <a:pt x="8214" y="1572"/>
                    </a:lnTo>
                    <a:lnTo>
                      <a:pt x="8202" y="1566"/>
                    </a:lnTo>
                    <a:lnTo>
                      <a:pt x="8196" y="1560"/>
                    </a:lnTo>
                    <a:lnTo>
                      <a:pt x="8190" y="1548"/>
                    </a:lnTo>
                    <a:lnTo>
                      <a:pt x="8190" y="1536"/>
                    </a:lnTo>
                    <a:lnTo>
                      <a:pt x="8196" y="1524"/>
                    </a:lnTo>
                    <a:lnTo>
                      <a:pt x="8196" y="1500"/>
                    </a:lnTo>
                    <a:lnTo>
                      <a:pt x="8184" y="1476"/>
                    </a:lnTo>
                    <a:lnTo>
                      <a:pt x="8166" y="1458"/>
                    </a:lnTo>
                    <a:lnTo>
                      <a:pt x="8154" y="1452"/>
                    </a:lnTo>
                    <a:lnTo>
                      <a:pt x="8154" y="1434"/>
                    </a:lnTo>
                    <a:lnTo>
                      <a:pt x="8160" y="1428"/>
                    </a:lnTo>
                    <a:lnTo>
                      <a:pt x="8172" y="1428"/>
                    </a:lnTo>
                    <a:lnTo>
                      <a:pt x="8184" y="1434"/>
                    </a:lnTo>
                    <a:lnTo>
                      <a:pt x="8196" y="1416"/>
                    </a:lnTo>
                    <a:lnTo>
                      <a:pt x="8232" y="1446"/>
                    </a:lnTo>
                    <a:lnTo>
                      <a:pt x="8238" y="1440"/>
                    </a:lnTo>
                    <a:lnTo>
                      <a:pt x="8226" y="1428"/>
                    </a:lnTo>
                    <a:lnTo>
                      <a:pt x="8226" y="1422"/>
                    </a:lnTo>
                    <a:lnTo>
                      <a:pt x="8232" y="1416"/>
                    </a:lnTo>
                    <a:lnTo>
                      <a:pt x="8232" y="1404"/>
                    </a:lnTo>
                    <a:lnTo>
                      <a:pt x="8238" y="1392"/>
                    </a:lnTo>
                    <a:lnTo>
                      <a:pt x="8250" y="1386"/>
                    </a:lnTo>
                    <a:lnTo>
                      <a:pt x="8256" y="1386"/>
                    </a:lnTo>
                    <a:lnTo>
                      <a:pt x="8274" y="1404"/>
                    </a:lnTo>
                    <a:lnTo>
                      <a:pt x="8280" y="1416"/>
                    </a:lnTo>
                    <a:lnTo>
                      <a:pt x="8292" y="1428"/>
                    </a:lnTo>
                    <a:lnTo>
                      <a:pt x="8304" y="1434"/>
                    </a:lnTo>
                    <a:lnTo>
                      <a:pt x="8310" y="1446"/>
                    </a:lnTo>
                    <a:lnTo>
                      <a:pt x="8322" y="1398"/>
                    </a:lnTo>
                    <a:lnTo>
                      <a:pt x="8334" y="1398"/>
                    </a:lnTo>
                    <a:lnTo>
                      <a:pt x="8364" y="1392"/>
                    </a:lnTo>
                    <a:lnTo>
                      <a:pt x="8400" y="1386"/>
                    </a:lnTo>
                    <a:lnTo>
                      <a:pt x="8430" y="1386"/>
                    </a:lnTo>
                    <a:lnTo>
                      <a:pt x="8478" y="1410"/>
                    </a:lnTo>
                    <a:lnTo>
                      <a:pt x="8484" y="1416"/>
                    </a:lnTo>
                    <a:lnTo>
                      <a:pt x="8490" y="1416"/>
                    </a:lnTo>
                    <a:lnTo>
                      <a:pt x="8532" y="1434"/>
                    </a:lnTo>
                    <a:lnTo>
                      <a:pt x="8502" y="1374"/>
                    </a:lnTo>
                    <a:lnTo>
                      <a:pt x="8526" y="1374"/>
                    </a:lnTo>
                    <a:lnTo>
                      <a:pt x="8538" y="1368"/>
                    </a:lnTo>
                    <a:lnTo>
                      <a:pt x="8550" y="1356"/>
                    </a:lnTo>
                    <a:lnTo>
                      <a:pt x="8550" y="1332"/>
                    </a:lnTo>
                    <a:lnTo>
                      <a:pt x="8544" y="1326"/>
                    </a:lnTo>
                    <a:lnTo>
                      <a:pt x="8538" y="1314"/>
                    </a:lnTo>
                    <a:lnTo>
                      <a:pt x="8562" y="1314"/>
                    </a:lnTo>
                    <a:lnTo>
                      <a:pt x="8562" y="1290"/>
                    </a:lnTo>
                    <a:lnTo>
                      <a:pt x="8574" y="1290"/>
                    </a:lnTo>
                    <a:lnTo>
                      <a:pt x="8586" y="1296"/>
                    </a:lnTo>
                    <a:lnTo>
                      <a:pt x="8616" y="1296"/>
                    </a:lnTo>
                    <a:lnTo>
                      <a:pt x="8628" y="1290"/>
                    </a:lnTo>
                    <a:lnTo>
                      <a:pt x="8634" y="1284"/>
                    </a:lnTo>
                    <a:lnTo>
                      <a:pt x="8640" y="1272"/>
                    </a:lnTo>
                    <a:lnTo>
                      <a:pt x="8652" y="1260"/>
                    </a:lnTo>
                    <a:lnTo>
                      <a:pt x="8658" y="1248"/>
                    </a:lnTo>
                    <a:lnTo>
                      <a:pt x="8664" y="1242"/>
                    </a:lnTo>
                    <a:lnTo>
                      <a:pt x="8670" y="1242"/>
                    </a:lnTo>
                    <a:lnTo>
                      <a:pt x="8652" y="1218"/>
                    </a:lnTo>
                    <a:lnTo>
                      <a:pt x="8682" y="1218"/>
                    </a:lnTo>
                    <a:lnTo>
                      <a:pt x="8688" y="1236"/>
                    </a:lnTo>
                    <a:lnTo>
                      <a:pt x="8748" y="1242"/>
                    </a:lnTo>
                    <a:lnTo>
                      <a:pt x="8760" y="1242"/>
                    </a:lnTo>
                    <a:lnTo>
                      <a:pt x="8772" y="1248"/>
                    </a:lnTo>
                    <a:lnTo>
                      <a:pt x="8808" y="1248"/>
                    </a:lnTo>
                    <a:lnTo>
                      <a:pt x="8808" y="1230"/>
                    </a:lnTo>
                    <a:lnTo>
                      <a:pt x="8802" y="1218"/>
                    </a:lnTo>
                    <a:lnTo>
                      <a:pt x="8766" y="1218"/>
                    </a:lnTo>
                    <a:lnTo>
                      <a:pt x="8760" y="1194"/>
                    </a:lnTo>
                    <a:lnTo>
                      <a:pt x="8754" y="1194"/>
                    </a:lnTo>
                    <a:lnTo>
                      <a:pt x="8748" y="1188"/>
                    </a:lnTo>
                    <a:lnTo>
                      <a:pt x="8736" y="1188"/>
                    </a:lnTo>
                    <a:lnTo>
                      <a:pt x="8712" y="1176"/>
                    </a:lnTo>
                    <a:lnTo>
                      <a:pt x="8700" y="1176"/>
                    </a:lnTo>
                    <a:lnTo>
                      <a:pt x="8688" y="1170"/>
                    </a:lnTo>
                    <a:lnTo>
                      <a:pt x="8658" y="1170"/>
                    </a:lnTo>
                    <a:lnTo>
                      <a:pt x="8664" y="1152"/>
                    </a:lnTo>
                    <a:lnTo>
                      <a:pt x="8592" y="1104"/>
                    </a:lnTo>
                    <a:lnTo>
                      <a:pt x="8574" y="1122"/>
                    </a:lnTo>
                    <a:lnTo>
                      <a:pt x="8568" y="1122"/>
                    </a:lnTo>
                    <a:lnTo>
                      <a:pt x="8562" y="1116"/>
                    </a:lnTo>
                    <a:lnTo>
                      <a:pt x="8550" y="1116"/>
                    </a:lnTo>
                    <a:lnTo>
                      <a:pt x="8538" y="1110"/>
                    </a:lnTo>
                    <a:lnTo>
                      <a:pt x="8532" y="1110"/>
                    </a:lnTo>
                    <a:lnTo>
                      <a:pt x="8520" y="1104"/>
                    </a:lnTo>
                    <a:lnTo>
                      <a:pt x="8508" y="1092"/>
                    </a:lnTo>
                    <a:lnTo>
                      <a:pt x="8502" y="1092"/>
                    </a:lnTo>
                    <a:lnTo>
                      <a:pt x="8466" y="1098"/>
                    </a:lnTo>
                    <a:lnTo>
                      <a:pt x="8442" y="1092"/>
                    </a:lnTo>
                    <a:lnTo>
                      <a:pt x="8430" y="1086"/>
                    </a:lnTo>
                    <a:lnTo>
                      <a:pt x="8412" y="1068"/>
                    </a:lnTo>
                    <a:lnTo>
                      <a:pt x="8406" y="1068"/>
                    </a:lnTo>
                    <a:lnTo>
                      <a:pt x="8412" y="1062"/>
                    </a:lnTo>
                    <a:lnTo>
                      <a:pt x="8436" y="1062"/>
                    </a:lnTo>
                    <a:lnTo>
                      <a:pt x="8460" y="1074"/>
                    </a:lnTo>
                    <a:lnTo>
                      <a:pt x="8478" y="1074"/>
                    </a:lnTo>
                    <a:lnTo>
                      <a:pt x="8496" y="1080"/>
                    </a:lnTo>
                    <a:lnTo>
                      <a:pt x="8514" y="1080"/>
                    </a:lnTo>
                    <a:lnTo>
                      <a:pt x="8526" y="1086"/>
                    </a:lnTo>
                    <a:lnTo>
                      <a:pt x="8544" y="1086"/>
                    </a:lnTo>
                    <a:lnTo>
                      <a:pt x="8550" y="1080"/>
                    </a:lnTo>
                    <a:lnTo>
                      <a:pt x="8562" y="1080"/>
                    </a:lnTo>
                    <a:lnTo>
                      <a:pt x="8580" y="1074"/>
                    </a:lnTo>
                    <a:lnTo>
                      <a:pt x="8604" y="1062"/>
                    </a:lnTo>
                    <a:lnTo>
                      <a:pt x="8616" y="1050"/>
                    </a:lnTo>
                    <a:lnTo>
                      <a:pt x="8604" y="1038"/>
                    </a:lnTo>
                    <a:lnTo>
                      <a:pt x="8592" y="1032"/>
                    </a:lnTo>
                    <a:lnTo>
                      <a:pt x="8586" y="1026"/>
                    </a:lnTo>
                    <a:lnTo>
                      <a:pt x="8574" y="1020"/>
                    </a:lnTo>
                    <a:lnTo>
                      <a:pt x="8568" y="1014"/>
                    </a:lnTo>
                    <a:lnTo>
                      <a:pt x="8562" y="1014"/>
                    </a:lnTo>
                    <a:lnTo>
                      <a:pt x="8556" y="1008"/>
                    </a:lnTo>
                    <a:lnTo>
                      <a:pt x="8520" y="990"/>
                    </a:lnTo>
                    <a:lnTo>
                      <a:pt x="8508" y="978"/>
                    </a:lnTo>
                    <a:lnTo>
                      <a:pt x="8514" y="972"/>
                    </a:lnTo>
                    <a:lnTo>
                      <a:pt x="8538" y="972"/>
                    </a:lnTo>
                    <a:lnTo>
                      <a:pt x="8556" y="978"/>
                    </a:lnTo>
                    <a:lnTo>
                      <a:pt x="8562" y="984"/>
                    </a:lnTo>
                    <a:lnTo>
                      <a:pt x="8574" y="990"/>
                    </a:lnTo>
                    <a:lnTo>
                      <a:pt x="8580" y="990"/>
                    </a:lnTo>
                    <a:lnTo>
                      <a:pt x="8586" y="996"/>
                    </a:lnTo>
                    <a:lnTo>
                      <a:pt x="8610" y="1008"/>
                    </a:lnTo>
                    <a:lnTo>
                      <a:pt x="8628" y="1020"/>
                    </a:lnTo>
                    <a:lnTo>
                      <a:pt x="8652" y="1032"/>
                    </a:lnTo>
                    <a:lnTo>
                      <a:pt x="8664" y="1032"/>
                    </a:lnTo>
                    <a:lnTo>
                      <a:pt x="8676" y="1026"/>
                    </a:lnTo>
                    <a:lnTo>
                      <a:pt x="8682" y="1026"/>
                    </a:lnTo>
                    <a:lnTo>
                      <a:pt x="8688" y="1020"/>
                    </a:lnTo>
                    <a:lnTo>
                      <a:pt x="8730" y="1020"/>
                    </a:lnTo>
                    <a:lnTo>
                      <a:pt x="8754" y="1026"/>
                    </a:lnTo>
                    <a:lnTo>
                      <a:pt x="8808" y="1044"/>
                    </a:lnTo>
                    <a:lnTo>
                      <a:pt x="8850" y="1062"/>
                    </a:lnTo>
                    <a:lnTo>
                      <a:pt x="8880" y="1068"/>
                    </a:lnTo>
                    <a:lnTo>
                      <a:pt x="8886" y="1074"/>
                    </a:lnTo>
                    <a:lnTo>
                      <a:pt x="8898" y="1074"/>
                    </a:lnTo>
                    <a:lnTo>
                      <a:pt x="8934" y="1086"/>
                    </a:lnTo>
                    <a:lnTo>
                      <a:pt x="8946" y="1086"/>
                    </a:lnTo>
                    <a:lnTo>
                      <a:pt x="8952" y="1092"/>
                    </a:lnTo>
                    <a:lnTo>
                      <a:pt x="8958" y="1092"/>
                    </a:lnTo>
                    <a:lnTo>
                      <a:pt x="8970" y="1098"/>
                    </a:lnTo>
                    <a:lnTo>
                      <a:pt x="8976" y="1104"/>
                    </a:lnTo>
                    <a:lnTo>
                      <a:pt x="8988" y="1110"/>
                    </a:lnTo>
                    <a:lnTo>
                      <a:pt x="9000" y="1110"/>
                    </a:lnTo>
                    <a:lnTo>
                      <a:pt x="9018" y="1116"/>
                    </a:lnTo>
                    <a:lnTo>
                      <a:pt x="9024" y="1122"/>
                    </a:lnTo>
                    <a:lnTo>
                      <a:pt x="9042" y="1122"/>
                    </a:lnTo>
                    <a:lnTo>
                      <a:pt x="9042" y="1116"/>
                    </a:lnTo>
                    <a:lnTo>
                      <a:pt x="9036" y="1098"/>
                    </a:lnTo>
                    <a:lnTo>
                      <a:pt x="9012" y="1074"/>
                    </a:lnTo>
                    <a:lnTo>
                      <a:pt x="9006" y="1074"/>
                    </a:lnTo>
                    <a:lnTo>
                      <a:pt x="9024" y="1056"/>
                    </a:lnTo>
                    <a:lnTo>
                      <a:pt x="8976" y="1038"/>
                    </a:lnTo>
                    <a:lnTo>
                      <a:pt x="8988" y="1032"/>
                    </a:lnTo>
                    <a:lnTo>
                      <a:pt x="8940" y="1008"/>
                    </a:lnTo>
                    <a:lnTo>
                      <a:pt x="8994" y="1020"/>
                    </a:lnTo>
                    <a:lnTo>
                      <a:pt x="8988" y="996"/>
                    </a:lnTo>
                    <a:lnTo>
                      <a:pt x="9000" y="996"/>
                    </a:lnTo>
                    <a:lnTo>
                      <a:pt x="9012" y="1002"/>
                    </a:lnTo>
                    <a:lnTo>
                      <a:pt x="9048" y="1002"/>
                    </a:lnTo>
                    <a:lnTo>
                      <a:pt x="9048" y="99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8" name="Romania" descr="© INSCALE GmbH, 05.05.2010&#10;http://www.presentationload.com/">
                <a:extLst>
                  <a:ext uri="{FF2B5EF4-FFF2-40B4-BE49-F238E27FC236}">
                    <a16:creationId xmlns:a16="http://schemas.microsoft.com/office/drawing/2014/main" id="{D74D1D08-763E-11FB-C4B3-7A0DC036A538}"/>
                  </a:ext>
                </a:extLst>
              </p:cNvPr>
              <p:cNvSpPr>
                <a:spLocks/>
              </p:cNvSpPr>
              <p:nvPr/>
            </p:nvSpPr>
            <p:spPr bwMode="gray">
              <a:xfrm>
                <a:off x="4749775" y="1747960"/>
                <a:ext cx="232733" cy="139343"/>
              </a:xfrm>
              <a:custGeom>
                <a:avLst/>
                <a:gdLst>
                  <a:gd name="T0" fmla="*/ 2147483647 w 612"/>
                  <a:gd name="T1" fmla="*/ 2147483647 h 366"/>
                  <a:gd name="T2" fmla="*/ 2147483647 w 612"/>
                  <a:gd name="T3" fmla="*/ 2147483647 h 366"/>
                  <a:gd name="T4" fmla="*/ 2147483647 w 612"/>
                  <a:gd name="T5" fmla="*/ 2147483647 h 366"/>
                  <a:gd name="T6" fmla="*/ 2147483647 w 612"/>
                  <a:gd name="T7" fmla="*/ 2147483647 h 366"/>
                  <a:gd name="T8" fmla="*/ 2147483647 w 612"/>
                  <a:gd name="T9" fmla="*/ 2147483647 h 366"/>
                  <a:gd name="T10" fmla="*/ 2147483647 w 612"/>
                  <a:gd name="T11" fmla="*/ 2147483647 h 366"/>
                  <a:gd name="T12" fmla="*/ 2147483647 w 612"/>
                  <a:gd name="T13" fmla="*/ 2147483647 h 366"/>
                  <a:gd name="T14" fmla="*/ 2147483647 w 612"/>
                  <a:gd name="T15" fmla="*/ 2147483647 h 366"/>
                  <a:gd name="T16" fmla="*/ 2147483647 w 612"/>
                  <a:gd name="T17" fmla="*/ 2147483647 h 366"/>
                  <a:gd name="T18" fmla="*/ 2147483647 w 612"/>
                  <a:gd name="T19" fmla="*/ 2147483647 h 366"/>
                  <a:gd name="T20" fmla="*/ 2147483647 w 612"/>
                  <a:gd name="T21" fmla="*/ 2147483647 h 366"/>
                  <a:gd name="T22" fmla="*/ 2147483647 w 612"/>
                  <a:gd name="T23" fmla="*/ 2147483647 h 366"/>
                  <a:gd name="T24" fmla="*/ 2147483647 w 612"/>
                  <a:gd name="T25" fmla="*/ 2147483647 h 366"/>
                  <a:gd name="T26" fmla="*/ 2147483647 w 612"/>
                  <a:gd name="T27" fmla="*/ 0 h 366"/>
                  <a:gd name="T28" fmla="*/ 2147483647 w 612"/>
                  <a:gd name="T29" fmla="*/ 2147483647 h 366"/>
                  <a:gd name="T30" fmla="*/ 2147483647 w 612"/>
                  <a:gd name="T31" fmla="*/ 2147483647 h 366"/>
                  <a:gd name="T32" fmla="*/ 2147483647 w 612"/>
                  <a:gd name="T33" fmla="*/ 2147483647 h 366"/>
                  <a:gd name="T34" fmla="*/ 2147483647 w 612"/>
                  <a:gd name="T35" fmla="*/ 2147483647 h 366"/>
                  <a:gd name="T36" fmla="*/ 2147483647 w 612"/>
                  <a:gd name="T37" fmla="*/ 2147483647 h 366"/>
                  <a:gd name="T38" fmla="*/ 2147483647 w 612"/>
                  <a:gd name="T39" fmla="*/ 2147483647 h 366"/>
                  <a:gd name="T40" fmla="*/ 2147483647 w 612"/>
                  <a:gd name="T41" fmla="*/ 2147483647 h 366"/>
                  <a:gd name="T42" fmla="*/ 2147483647 w 612"/>
                  <a:gd name="T43" fmla="*/ 2147483647 h 366"/>
                  <a:gd name="T44" fmla="*/ 2147483647 w 612"/>
                  <a:gd name="T45" fmla="*/ 2147483647 h 366"/>
                  <a:gd name="T46" fmla="*/ 2147483647 w 612"/>
                  <a:gd name="T47" fmla="*/ 2147483647 h 366"/>
                  <a:gd name="T48" fmla="*/ 0 w 612"/>
                  <a:gd name="T49" fmla="*/ 2147483647 h 366"/>
                  <a:gd name="T50" fmla="*/ 2147483647 w 612"/>
                  <a:gd name="T51" fmla="*/ 2147483647 h 366"/>
                  <a:gd name="T52" fmla="*/ 2147483647 w 612"/>
                  <a:gd name="T53" fmla="*/ 2147483647 h 366"/>
                  <a:gd name="T54" fmla="*/ 2147483647 w 612"/>
                  <a:gd name="T55" fmla="*/ 2147483647 h 366"/>
                  <a:gd name="T56" fmla="*/ 2147483647 w 612"/>
                  <a:gd name="T57" fmla="*/ 2147483647 h 366"/>
                  <a:gd name="T58" fmla="*/ 2147483647 w 612"/>
                  <a:gd name="T59" fmla="*/ 2147483647 h 366"/>
                  <a:gd name="T60" fmla="*/ 2147483647 w 612"/>
                  <a:gd name="T61" fmla="*/ 2147483647 h 366"/>
                  <a:gd name="T62" fmla="*/ 2147483647 w 612"/>
                  <a:gd name="T63" fmla="*/ 2147483647 h 366"/>
                  <a:gd name="T64" fmla="*/ 2147483647 w 612"/>
                  <a:gd name="T65" fmla="*/ 2147483647 h 366"/>
                  <a:gd name="T66" fmla="*/ 2147483647 w 612"/>
                  <a:gd name="T67" fmla="*/ 2147483647 h 366"/>
                  <a:gd name="T68" fmla="*/ 2147483647 w 612"/>
                  <a:gd name="T69" fmla="*/ 2147483647 h 366"/>
                  <a:gd name="T70" fmla="*/ 2147483647 w 612"/>
                  <a:gd name="T71" fmla="*/ 2147483647 h 366"/>
                  <a:gd name="T72" fmla="*/ 2147483647 w 612"/>
                  <a:gd name="T73" fmla="*/ 2147483647 h 366"/>
                  <a:gd name="T74" fmla="*/ 2147483647 w 612"/>
                  <a:gd name="T75" fmla="*/ 2147483647 h 366"/>
                  <a:gd name="T76" fmla="*/ 2147483647 w 612"/>
                  <a:gd name="T77" fmla="*/ 2147483647 h 366"/>
                  <a:gd name="T78" fmla="*/ 2147483647 w 612"/>
                  <a:gd name="T79" fmla="*/ 2147483647 h 366"/>
                  <a:gd name="T80" fmla="*/ 2147483647 w 612"/>
                  <a:gd name="T81" fmla="*/ 2147483647 h 366"/>
                  <a:gd name="T82" fmla="*/ 2147483647 w 612"/>
                  <a:gd name="T83" fmla="*/ 2147483647 h 366"/>
                  <a:gd name="T84" fmla="*/ 2147483647 w 612"/>
                  <a:gd name="T85" fmla="*/ 2147483647 h 36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12"/>
                  <a:gd name="T130" fmla="*/ 0 h 366"/>
                  <a:gd name="T131" fmla="*/ 612 w 612"/>
                  <a:gd name="T132" fmla="*/ 366 h 36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12" h="366">
                    <a:moveTo>
                      <a:pt x="516" y="354"/>
                    </a:moveTo>
                    <a:lnTo>
                      <a:pt x="522" y="360"/>
                    </a:lnTo>
                    <a:lnTo>
                      <a:pt x="540" y="360"/>
                    </a:lnTo>
                    <a:lnTo>
                      <a:pt x="540" y="318"/>
                    </a:lnTo>
                    <a:lnTo>
                      <a:pt x="546" y="312"/>
                    </a:lnTo>
                    <a:lnTo>
                      <a:pt x="558" y="294"/>
                    </a:lnTo>
                    <a:lnTo>
                      <a:pt x="564" y="282"/>
                    </a:lnTo>
                    <a:lnTo>
                      <a:pt x="570" y="276"/>
                    </a:lnTo>
                    <a:lnTo>
                      <a:pt x="606" y="276"/>
                    </a:lnTo>
                    <a:lnTo>
                      <a:pt x="612" y="270"/>
                    </a:lnTo>
                    <a:lnTo>
                      <a:pt x="612" y="258"/>
                    </a:lnTo>
                    <a:lnTo>
                      <a:pt x="600" y="222"/>
                    </a:lnTo>
                    <a:lnTo>
                      <a:pt x="600" y="216"/>
                    </a:lnTo>
                    <a:lnTo>
                      <a:pt x="594" y="216"/>
                    </a:lnTo>
                    <a:lnTo>
                      <a:pt x="588" y="222"/>
                    </a:lnTo>
                    <a:lnTo>
                      <a:pt x="570" y="222"/>
                    </a:lnTo>
                    <a:lnTo>
                      <a:pt x="564" y="228"/>
                    </a:lnTo>
                    <a:lnTo>
                      <a:pt x="558" y="228"/>
                    </a:lnTo>
                    <a:lnTo>
                      <a:pt x="552" y="234"/>
                    </a:lnTo>
                    <a:lnTo>
                      <a:pt x="522" y="234"/>
                    </a:lnTo>
                    <a:lnTo>
                      <a:pt x="510" y="222"/>
                    </a:lnTo>
                    <a:lnTo>
                      <a:pt x="510" y="198"/>
                    </a:lnTo>
                    <a:lnTo>
                      <a:pt x="504" y="192"/>
                    </a:lnTo>
                    <a:lnTo>
                      <a:pt x="498" y="180"/>
                    </a:lnTo>
                    <a:lnTo>
                      <a:pt x="498" y="168"/>
                    </a:lnTo>
                    <a:lnTo>
                      <a:pt x="504" y="162"/>
                    </a:lnTo>
                    <a:lnTo>
                      <a:pt x="504" y="150"/>
                    </a:lnTo>
                    <a:lnTo>
                      <a:pt x="510" y="144"/>
                    </a:lnTo>
                    <a:lnTo>
                      <a:pt x="504" y="144"/>
                    </a:lnTo>
                    <a:lnTo>
                      <a:pt x="504" y="102"/>
                    </a:lnTo>
                    <a:lnTo>
                      <a:pt x="498" y="96"/>
                    </a:lnTo>
                    <a:lnTo>
                      <a:pt x="480" y="96"/>
                    </a:lnTo>
                    <a:lnTo>
                      <a:pt x="474" y="78"/>
                    </a:lnTo>
                    <a:lnTo>
                      <a:pt x="462" y="78"/>
                    </a:lnTo>
                    <a:lnTo>
                      <a:pt x="456" y="54"/>
                    </a:lnTo>
                    <a:lnTo>
                      <a:pt x="432" y="42"/>
                    </a:lnTo>
                    <a:lnTo>
                      <a:pt x="432" y="30"/>
                    </a:lnTo>
                    <a:lnTo>
                      <a:pt x="426" y="24"/>
                    </a:lnTo>
                    <a:lnTo>
                      <a:pt x="420" y="12"/>
                    </a:lnTo>
                    <a:lnTo>
                      <a:pt x="414" y="6"/>
                    </a:lnTo>
                    <a:lnTo>
                      <a:pt x="396" y="0"/>
                    </a:lnTo>
                    <a:lnTo>
                      <a:pt x="384" y="0"/>
                    </a:lnTo>
                    <a:lnTo>
                      <a:pt x="378" y="6"/>
                    </a:lnTo>
                    <a:lnTo>
                      <a:pt x="378" y="12"/>
                    </a:lnTo>
                    <a:lnTo>
                      <a:pt x="366" y="24"/>
                    </a:lnTo>
                    <a:lnTo>
                      <a:pt x="348" y="24"/>
                    </a:lnTo>
                    <a:lnTo>
                      <a:pt x="342" y="18"/>
                    </a:lnTo>
                    <a:lnTo>
                      <a:pt x="336" y="30"/>
                    </a:lnTo>
                    <a:lnTo>
                      <a:pt x="312" y="24"/>
                    </a:lnTo>
                    <a:lnTo>
                      <a:pt x="312" y="30"/>
                    </a:lnTo>
                    <a:lnTo>
                      <a:pt x="300" y="42"/>
                    </a:lnTo>
                    <a:lnTo>
                      <a:pt x="288" y="42"/>
                    </a:lnTo>
                    <a:lnTo>
                      <a:pt x="264" y="18"/>
                    </a:lnTo>
                    <a:lnTo>
                      <a:pt x="258" y="18"/>
                    </a:lnTo>
                    <a:lnTo>
                      <a:pt x="246" y="24"/>
                    </a:lnTo>
                    <a:lnTo>
                      <a:pt x="240" y="24"/>
                    </a:lnTo>
                    <a:lnTo>
                      <a:pt x="228" y="30"/>
                    </a:lnTo>
                    <a:lnTo>
                      <a:pt x="222" y="24"/>
                    </a:lnTo>
                    <a:lnTo>
                      <a:pt x="198" y="24"/>
                    </a:lnTo>
                    <a:lnTo>
                      <a:pt x="192" y="18"/>
                    </a:lnTo>
                    <a:lnTo>
                      <a:pt x="168" y="18"/>
                    </a:lnTo>
                    <a:lnTo>
                      <a:pt x="150" y="36"/>
                    </a:lnTo>
                    <a:lnTo>
                      <a:pt x="120" y="36"/>
                    </a:lnTo>
                    <a:lnTo>
                      <a:pt x="108" y="48"/>
                    </a:lnTo>
                    <a:lnTo>
                      <a:pt x="108" y="90"/>
                    </a:lnTo>
                    <a:lnTo>
                      <a:pt x="90" y="108"/>
                    </a:lnTo>
                    <a:lnTo>
                      <a:pt x="78" y="114"/>
                    </a:lnTo>
                    <a:lnTo>
                      <a:pt x="72" y="120"/>
                    </a:lnTo>
                    <a:lnTo>
                      <a:pt x="72" y="138"/>
                    </a:lnTo>
                    <a:lnTo>
                      <a:pt x="66" y="144"/>
                    </a:lnTo>
                    <a:lnTo>
                      <a:pt x="54" y="150"/>
                    </a:lnTo>
                    <a:lnTo>
                      <a:pt x="48" y="156"/>
                    </a:lnTo>
                    <a:lnTo>
                      <a:pt x="30" y="150"/>
                    </a:lnTo>
                    <a:lnTo>
                      <a:pt x="30" y="168"/>
                    </a:lnTo>
                    <a:lnTo>
                      <a:pt x="0" y="174"/>
                    </a:lnTo>
                    <a:lnTo>
                      <a:pt x="6" y="174"/>
                    </a:lnTo>
                    <a:lnTo>
                      <a:pt x="30" y="192"/>
                    </a:lnTo>
                    <a:lnTo>
                      <a:pt x="36" y="192"/>
                    </a:lnTo>
                    <a:lnTo>
                      <a:pt x="48" y="228"/>
                    </a:lnTo>
                    <a:lnTo>
                      <a:pt x="54" y="234"/>
                    </a:lnTo>
                    <a:lnTo>
                      <a:pt x="60" y="234"/>
                    </a:lnTo>
                    <a:lnTo>
                      <a:pt x="66" y="228"/>
                    </a:lnTo>
                    <a:lnTo>
                      <a:pt x="72" y="228"/>
                    </a:lnTo>
                    <a:lnTo>
                      <a:pt x="84" y="234"/>
                    </a:lnTo>
                    <a:lnTo>
                      <a:pt x="84" y="252"/>
                    </a:lnTo>
                    <a:lnTo>
                      <a:pt x="78" y="258"/>
                    </a:lnTo>
                    <a:lnTo>
                      <a:pt x="90" y="276"/>
                    </a:lnTo>
                    <a:lnTo>
                      <a:pt x="114" y="282"/>
                    </a:lnTo>
                    <a:lnTo>
                      <a:pt x="120" y="288"/>
                    </a:lnTo>
                    <a:lnTo>
                      <a:pt x="144" y="282"/>
                    </a:lnTo>
                    <a:lnTo>
                      <a:pt x="168" y="288"/>
                    </a:lnTo>
                    <a:lnTo>
                      <a:pt x="162" y="294"/>
                    </a:lnTo>
                    <a:lnTo>
                      <a:pt x="156" y="306"/>
                    </a:lnTo>
                    <a:lnTo>
                      <a:pt x="162" y="312"/>
                    </a:lnTo>
                    <a:lnTo>
                      <a:pt x="162" y="324"/>
                    </a:lnTo>
                    <a:lnTo>
                      <a:pt x="186" y="324"/>
                    </a:lnTo>
                    <a:lnTo>
                      <a:pt x="192" y="330"/>
                    </a:lnTo>
                    <a:lnTo>
                      <a:pt x="186" y="336"/>
                    </a:lnTo>
                    <a:lnTo>
                      <a:pt x="186" y="342"/>
                    </a:lnTo>
                    <a:lnTo>
                      <a:pt x="180" y="348"/>
                    </a:lnTo>
                    <a:lnTo>
                      <a:pt x="186" y="354"/>
                    </a:lnTo>
                    <a:lnTo>
                      <a:pt x="204" y="354"/>
                    </a:lnTo>
                    <a:lnTo>
                      <a:pt x="216" y="342"/>
                    </a:lnTo>
                    <a:lnTo>
                      <a:pt x="240" y="354"/>
                    </a:lnTo>
                    <a:lnTo>
                      <a:pt x="252" y="354"/>
                    </a:lnTo>
                    <a:lnTo>
                      <a:pt x="258" y="360"/>
                    </a:lnTo>
                    <a:lnTo>
                      <a:pt x="282" y="360"/>
                    </a:lnTo>
                    <a:lnTo>
                      <a:pt x="288" y="354"/>
                    </a:lnTo>
                    <a:lnTo>
                      <a:pt x="288" y="348"/>
                    </a:lnTo>
                    <a:lnTo>
                      <a:pt x="306" y="354"/>
                    </a:lnTo>
                    <a:lnTo>
                      <a:pt x="330" y="354"/>
                    </a:lnTo>
                    <a:lnTo>
                      <a:pt x="336" y="360"/>
                    </a:lnTo>
                    <a:lnTo>
                      <a:pt x="348" y="366"/>
                    </a:lnTo>
                    <a:lnTo>
                      <a:pt x="366" y="366"/>
                    </a:lnTo>
                    <a:lnTo>
                      <a:pt x="372" y="360"/>
                    </a:lnTo>
                    <a:lnTo>
                      <a:pt x="372" y="348"/>
                    </a:lnTo>
                    <a:lnTo>
                      <a:pt x="378" y="342"/>
                    </a:lnTo>
                    <a:lnTo>
                      <a:pt x="384" y="342"/>
                    </a:lnTo>
                    <a:lnTo>
                      <a:pt x="396" y="336"/>
                    </a:lnTo>
                    <a:lnTo>
                      <a:pt x="402" y="336"/>
                    </a:lnTo>
                    <a:lnTo>
                      <a:pt x="402" y="330"/>
                    </a:lnTo>
                    <a:lnTo>
                      <a:pt x="432" y="336"/>
                    </a:lnTo>
                    <a:lnTo>
                      <a:pt x="432" y="324"/>
                    </a:lnTo>
                    <a:lnTo>
                      <a:pt x="438" y="324"/>
                    </a:lnTo>
                    <a:lnTo>
                      <a:pt x="450" y="330"/>
                    </a:lnTo>
                    <a:lnTo>
                      <a:pt x="462" y="330"/>
                    </a:lnTo>
                    <a:lnTo>
                      <a:pt x="474" y="336"/>
                    </a:lnTo>
                    <a:lnTo>
                      <a:pt x="498" y="336"/>
                    </a:lnTo>
                    <a:lnTo>
                      <a:pt x="516" y="35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49" name="Qatar" descr="© INSCALE GmbH, 05.05.2010&#10;http://www.presentationload.com/">
                <a:extLst>
                  <a:ext uri="{FF2B5EF4-FFF2-40B4-BE49-F238E27FC236}">
                    <a16:creationId xmlns:a16="http://schemas.microsoft.com/office/drawing/2014/main" id="{BEE94F48-C0B7-DB81-03BE-6F99B32CED6C}"/>
                  </a:ext>
                </a:extLst>
              </p:cNvPr>
              <p:cNvSpPr>
                <a:spLocks/>
              </p:cNvSpPr>
              <p:nvPr/>
            </p:nvSpPr>
            <p:spPr bwMode="gray">
              <a:xfrm>
                <a:off x="5579903" y="2416512"/>
                <a:ext cx="25201" cy="54848"/>
              </a:xfrm>
              <a:custGeom>
                <a:avLst/>
                <a:gdLst>
                  <a:gd name="T0" fmla="*/ 2147483647 w 66"/>
                  <a:gd name="T1" fmla="*/ 2147483647 h 144"/>
                  <a:gd name="T2" fmla="*/ 2147483647 w 66"/>
                  <a:gd name="T3" fmla="*/ 2147483647 h 144"/>
                  <a:gd name="T4" fmla="*/ 2147483647 w 66"/>
                  <a:gd name="T5" fmla="*/ 2147483647 h 144"/>
                  <a:gd name="T6" fmla="*/ 2147483647 w 66"/>
                  <a:gd name="T7" fmla="*/ 2147483647 h 144"/>
                  <a:gd name="T8" fmla="*/ 2147483647 w 66"/>
                  <a:gd name="T9" fmla="*/ 2147483647 h 144"/>
                  <a:gd name="T10" fmla="*/ 2147483647 w 66"/>
                  <a:gd name="T11" fmla="*/ 2147483647 h 144"/>
                  <a:gd name="T12" fmla="*/ 2147483647 w 66"/>
                  <a:gd name="T13" fmla="*/ 2147483647 h 144"/>
                  <a:gd name="T14" fmla="*/ 2147483647 w 66"/>
                  <a:gd name="T15" fmla="*/ 2147483647 h 144"/>
                  <a:gd name="T16" fmla="*/ 2147483647 w 66"/>
                  <a:gd name="T17" fmla="*/ 2147483647 h 144"/>
                  <a:gd name="T18" fmla="*/ 2147483647 w 66"/>
                  <a:gd name="T19" fmla="*/ 0 h 144"/>
                  <a:gd name="T20" fmla="*/ 2147483647 w 66"/>
                  <a:gd name="T21" fmla="*/ 0 h 144"/>
                  <a:gd name="T22" fmla="*/ 2147483647 w 66"/>
                  <a:gd name="T23" fmla="*/ 2147483647 h 144"/>
                  <a:gd name="T24" fmla="*/ 2147483647 w 66"/>
                  <a:gd name="T25" fmla="*/ 2147483647 h 144"/>
                  <a:gd name="T26" fmla="*/ 2147483647 w 66"/>
                  <a:gd name="T27" fmla="*/ 2147483647 h 144"/>
                  <a:gd name="T28" fmla="*/ 2147483647 w 66"/>
                  <a:gd name="T29" fmla="*/ 2147483647 h 144"/>
                  <a:gd name="T30" fmla="*/ 0 w 66"/>
                  <a:gd name="T31" fmla="*/ 2147483647 h 144"/>
                  <a:gd name="T32" fmla="*/ 2147483647 w 66"/>
                  <a:gd name="T33" fmla="*/ 2147483647 h 144"/>
                  <a:gd name="T34" fmla="*/ 2147483647 w 66"/>
                  <a:gd name="T35" fmla="*/ 2147483647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66"/>
                  <a:gd name="T55" fmla="*/ 0 h 144"/>
                  <a:gd name="T56" fmla="*/ 66 w 66"/>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66" h="144">
                    <a:moveTo>
                      <a:pt x="24" y="132"/>
                    </a:moveTo>
                    <a:lnTo>
                      <a:pt x="36" y="144"/>
                    </a:lnTo>
                    <a:lnTo>
                      <a:pt x="48" y="132"/>
                    </a:lnTo>
                    <a:lnTo>
                      <a:pt x="54" y="114"/>
                    </a:lnTo>
                    <a:lnTo>
                      <a:pt x="60" y="102"/>
                    </a:lnTo>
                    <a:lnTo>
                      <a:pt x="66" y="84"/>
                    </a:lnTo>
                    <a:lnTo>
                      <a:pt x="66" y="30"/>
                    </a:lnTo>
                    <a:lnTo>
                      <a:pt x="54" y="18"/>
                    </a:lnTo>
                    <a:lnTo>
                      <a:pt x="48" y="6"/>
                    </a:lnTo>
                    <a:lnTo>
                      <a:pt x="36" y="0"/>
                    </a:lnTo>
                    <a:lnTo>
                      <a:pt x="30" y="0"/>
                    </a:lnTo>
                    <a:lnTo>
                      <a:pt x="24" y="6"/>
                    </a:lnTo>
                    <a:lnTo>
                      <a:pt x="18" y="18"/>
                    </a:lnTo>
                    <a:lnTo>
                      <a:pt x="12" y="36"/>
                    </a:lnTo>
                    <a:lnTo>
                      <a:pt x="12" y="108"/>
                    </a:lnTo>
                    <a:lnTo>
                      <a:pt x="0" y="120"/>
                    </a:lnTo>
                    <a:lnTo>
                      <a:pt x="6" y="132"/>
                    </a:lnTo>
                    <a:lnTo>
                      <a:pt x="24" y="13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0" name="Puerto Rico" descr="© INSCALE GmbH, 05.05.2010&#10;http://www.presentationload.com/">
                <a:extLst>
                  <a:ext uri="{FF2B5EF4-FFF2-40B4-BE49-F238E27FC236}">
                    <a16:creationId xmlns:a16="http://schemas.microsoft.com/office/drawing/2014/main" id="{3B2C84A7-2F56-E88B-D8CB-775373187957}"/>
                  </a:ext>
                </a:extLst>
              </p:cNvPr>
              <p:cNvSpPr>
                <a:spLocks/>
              </p:cNvSpPr>
              <p:nvPr/>
            </p:nvSpPr>
            <p:spPr bwMode="gray">
              <a:xfrm>
                <a:off x="2453580" y="2656657"/>
                <a:ext cx="51884" cy="22236"/>
              </a:xfrm>
              <a:custGeom>
                <a:avLst/>
                <a:gdLst>
                  <a:gd name="T0" fmla="*/ 2147483647 w 138"/>
                  <a:gd name="T1" fmla="*/ 2147483647 h 60"/>
                  <a:gd name="T2" fmla="*/ 2147483647 w 138"/>
                  <a:gd name="T3" fmla="*/ 2147483647 h 60"/>
                  <a:gd name="T4" fmla="*/ 2147483647 w 138"/>
                  <a:gd name="T5" fmla="*/ 0 h 60"/>
                  <a:gd name="T6" fmla="*/ 2147483647 w 138"/>
                  <a:gd name="T7" fmla="*/ 0 h 60"/>
                  <a:gd name="T8" fmla="*/ 2147483647 w 138"/>
                  <a:gd name="T9" fmla="*/ 2147483647 h 60"/>
                  <a:gd name="T10" fmla="*/ 0 w 138"/>
                  <a:gd name="T11" fmla="*/ 2147483647 h 60"/>
                  <a:gd name="T12" fmla="*/ 0 w 138"/>
                  <a:gd name="T13" fmla="*/ 2147483647 h 60"/>
                  <a:gd name="T14" fmla="*/ 2147483647 w 138"/>
                  <a:gd name="T15" fmla="*/ 2147483647 h 60"/>
                  <a:gd name="T16" fmla="*/ 2147483647 w 138"/>
                  <a:gd name="T17" fmla="*/ 2147483647 h 60"/>
                  <a:gd name="T18" fmla="*/ 2147483647 w 138"/>
                  <a:gd name="T19" fmla="*/ 2147483647 h 60"/>
                  <a:gd name="T20" fmla="*/ 2147483647 w 138"/>
                  <a:gd name="T21" fmla="*/ 2147483647 h 60"/>
                  <a:gd name="T22" fmla="*/ 2147483647 w 138"/>
                  <a:gd name="T23" fmla="*/ 2147483647 h 60"/>
                  <a:gd name="T24" fmla="*/ 2147483647 w 138"/>
                  <a:gd name="T25" fmla="*/ 2147483647 h 60"/>
                  <a:gd name="T26" fmla="*/ 2147483647 w 138"/>
                  <a:gd name="T27" fmla="*/ 2147483647 h 60"/>
                  <a:gd name="T28" fmla="*/ 2147483647 w 138"/>
                  <a:gd name="T29" fmla="*/ 2147483647 h 60"/>
                  <a:gd name="T30" fmla="*/ 2147483647 w 138"/>
                  <a:gd name="T31" fmla="*/ 2147483647 h 60"/>
                  <a:gd name="T32" fmla="*/ 2147483647 w 138"/>
                  <a:gd name="T33" fmla="*/ 2147483647 h 60"/>
                  <a:gd name="T34" fmla="*/ 2147483647 w 138"/>
                  <a:gd name="T35" fmla="*/ 2147483647 h 6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38"/>
                  <a:gd name="T55" fmla="*/ 0 h 60"/>
                  <a:gd name="T56" fmla="*/ 138 w 138"/>
                  <a:gd name="T57" fmla="*/ 60 h 6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38" h="60">
                    <a:moveTo>
                      <a:pt x="84" y="12"/>
                    </a:moveTo>
                    <a:lnTo>
                      <a:pt x="72" y="12"/>
                    </a:lnTo>
                    <a:lnTo>
                      <a:pt x="36" y="0"/>
                    </a:lnTo>
                    <a:lnTo>
                      <a:pt x="12" y="0"/>
                    </a:lnTo>
                    <a:lnTo>
                      <a:pt x="6" y="12"/>
                    </a:lnTo>
                    <a:lnTo>
                      <a:pt x="0" y="18"/>
                    </a:lnTo>
                    <a:lnTo>
                      <a:pt x="0" y="48"/>
                    </a:lnTo>
                    <a:lnTo>
                      <a:pt x="36" y="60"/>
                    </a:lnTo>
                    <a:lnTo>
                      <a:pt x="48" y="48"/>
                    </a:lnTo>
                    <a:lnTo>
                      <a:pt x="102" y="48"/>
                    </a:lnTo>
                    <a:lnTo>
                      <a:pt x="120" y="36"/>
                    </a:lnTo>
                    <a:lnTo>
                      <a:pt x="132" y="30"/>
                    </a:lnTo>
                    <a:lnTo>
                      <a:pt x="138" y="18"/>
                    </a:lnTo>
                    <a:lnTo>
                      <a:pt x="138" y="12"/>
                    </a:lnTo>
                    <a:lnTo>
                      <a:pt x="132" y="6"/>
                    </a:lnTo>
                    <a:lnTo>
                      <a:pt x="114" y="6"/>
                    </a:lnTo>
                    <a:lnTo>
                      <a:pt x="102" y="12"/>
                    </a:lnTo>
                    <a:lnTo>
                      <a:pt x="84" y="1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1" name="Portugal" descr="© INSCALE GmbH, 05.05.2010&#10;http://www.presentationload.com/">
                <a:extLst>
                  <a:ext uri="{FF2B5EF4-FFF2-40B4-BE49-F238E27FC236}">
                    <a16:creationId xmlns:a16="http://schemas.microsoft.com/office/drawing/2014/main" id="{46CBDFD0-AED7-2416-91D3-F494A472E610}"/>
                  </a:ext>
                </a:extLst>
              </p:cNvPr>
              <p:cNvSpPr>
                <a:spLocks/>
              </p:cNvSpPr>
              <p:nvPr/>
            </p:nvSpPr>
            <p:spPr bwMode="gray">
              <a:xfrm>
                <a:off x="4017483" y="1933256"/>
                <a:ext cx="85978" cy="155651"/>
              </a:xfrm>
              <a:custGeom>
                <a:avLst/>
                <a:gdLst>
                  <a:gd name="T0" fmla="*/ 2147483647 w 228"/>
                  <a:gd name="T1" fmla="*/ 2147483647 h 414"/>
                  <a:gd name="T2" fmla="*/ 2147483647 w 228"/>
                  <a:gd name="T3" fmla="*/ 2147483647 h 414"/>
                  <a:gd name="T4" fmla="*/ 2147483647 w 228"/>
                  <a:gd name="T5" fmla="*/ 2147483647 h 414"/>
                  <a:gd name="T6" fmla="*/ 2147483647 w 228"/>
                  <a:gd name="T7" fmla="*/ 2147483647 h 414"/>
                  <a:gd name="T8" fmla="*/ 2147483647 w 228"/>
                  <a:gd name="T9" fmla="*/ 2147483647 h 414"/>
                  <a:gd name="T10" fmla="*/ 2147483647 w 228"/>
                  <a:gd name="T11" fmla="*/ 2147483647 h 414"/>
                  <a:gd name="T12" fmla="*/ 2147483647 w 228"/>
                  <a:gd name="T13" fmla="*/ 0 h 414"/>
                  <a:gd name="T14" fmla="*/ 2147483647 w 228"/>
                  <a:gd name="T15" fmla="*/ 2147483647 h 414"/>
                  <a:gd name="T16" fmla="*/ 2147483647 w 228"/>
                  <a:gd name="T17" fmla="*/ 2147483647 h 414"/>
                  <a:gd name="T18" fmla="*/ 2147483647 w 228"/>
                  <a:gd name="T19" fmla="*/ 2147483647 h 414"/>
                  <a:gd name="T20" fmla="*/ 2147483647 w 228"/>
                  <a:gd name="T21" fmla="*/ 2147483647 h 414"/>
                  <a:gd name="T22" fmla="*/ 2147483647 w 228"/>
                  <a:gd name="T23" fmla="*/ 2147483647 h 414"/>
                  <a:gd name="T24" fmla="*/ 2147483647 w 228"/>
                  <a:gd name="T25" fmla="*/ 2147483647 h 414"/>
                  <a:gd name="T26" fmla="*/ 0 w 228"/>
                  <a:gd name="T27" fmla="*/ 2147483647 h 414"/>
                  <a:gd name="T28" fmla="*/ 2147483647 w 228"/>
                  <a:gd name="T29" fmla="*/ 2147483647 h 414"/>
                  <a:gd name="T30" fmla="*/ 2147483647 w 228"/>
                  <a:gd name="T31" fmla="*/ 2147483647 h 414"/>
                  <a:gd name="T32" fmla="*/ 2147483647 w 228"/>
                  <a:gd name="T33" fmla="*/ 2147483647 h 414"/>
                  <a:gd name="T34" fmla="*/ 2147483647 w 228"/>
                  <a:gd name="T35" fmla="*/ 2147483647 h 414"/>
                  <a:gd name="T36" fmla="*/ 2147483647 w 228"/>
                  <a:gd name="T37" fmla="*/ 2147483647 h 414"/>
                  <a:gd name="T38" fmla="*/ 2147483647 w 228"/>
                  <a:gd name="T39" fmla="*/ 2147483647 h 414"/>
                  <a:gd name="T40" fmla="*/ 2147483647 w 228"/>
                  <a:gd name="T41" fmla="*/ 2147483647 h 414"/>
                  <a:gd name="T42" fmla="*/ 2147483647 w 228"/>
                  <a:gd name="T43" fmla="*/ 2147483647 h 414"/>
                  <a:gd name="T44" fmla="*/ 2147483647 w 228"/>
                  <a:gd name="T45" fmla="*/ 2147483647 h 414"/>
                  <a:gd name="T46" fmla="*/ 2147483647 w 228"/>
                  <a:gd name="T47" fmla="*/ 2147483647 h 414"/>
                  <a:gd name="T48" fmla="*/ 2147483647 w 228"/>
                  <a:gd name="T49" fmla="*/ 2147483647 h 414"/>
                  <a:gd name="T50" fmla="*/ 2147483647 w 228"/>
                  <a:gd name="T51" fmla="*/ 2147483647 h 414"/>
                  <a:gd name="T52" fmla="*/ 2147483647 w 228"/>
                  <a:gd name="T53" fmla="*/ 2147483647 h 414"/>
                  <a:gd name="T54" fmla="*/ 2147483647 w 228"/>
                  <a:gd name="T55" fmla="*/ 2147483647 h 414"/>
                  <a:gd name="T56" fmla="*/ 2147483647 w 228"/>
                  <a:gd name="T57" fmla="*/ 2147483647 h 414"/>
                  <a:gd name="T58" fmla="*/ 2147483647 w 228"/>
                  <a:gd name="T59" fmla="*/ 2147483647 h 414"/>
                  <a:gd name="T60" fmla="*/ 2147483647 w 228"/>
                  <a:gd name="T61" fmla="*/ 2147483647 h 414"/>
                  <a:gd name="T62" fmla="*/ 2147483647 w 228"/>
                  <a:gd name="T63" fmla="*/ 2147483647 h 414"/>
                  <a:gd name="T64" fmla="*/ 2147483647 w 228"/>
                  <a:gd name="T65" fmla="*/ 2147483647 h 414"/>
                  <a:gd name="T66" fmla="*/ 2147483647 w 228"/>
                  <a:gd name="T67" fmla="*/ 2147483647 h 414"/>
                  <a:gd name="T68" fmla="*/ 2147483647 w 228"/>
                  <a:gd name="T69" fmla="*/ 2147483647 h 414"/>
                  <a:gd name="T70" fmla="*/ 2147483647 w 228"/>
                  <a:gd name="T71" fmla="*/ 2147483647 h 414"/>
                  <a:gd name="T72" fmla="*/ 2147483647 w 228"/>
                  <a:gd name="T73" fmla="*/ 2147483647 h 414"/>
                  <a:gd name="T74" fmla="*/ 2147483647 w 228"/>
                  <a:gd name="T75" fmla="*/ 2147483647 h 414"/>
                  <a:gd name="T76" fmla="*/ 2147483647 w 228"/>
                  <a:gd name="T77" fmla="*/ 2147483647 h 414"/>
                  <a:gd name="T78" fmla="*/ 2147483647 w 228"/>
                  <a:gd name="T79" fmla="*/ 2147483647 h 414"/>
                  <a:gd name="T80" fmla="*/ 2147483647 w 228"/>
                  <a:gd name="T81" fmla="*/ 2147483647 h 414"/>
                  <a:gd name="T82" fmla="*/ 2147483647 w 228"/>
                  <a:gd name="T83" fmla="*/ 2147483647 h 41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28"/>
                  <a:gd name="T127" fmla="*/ 0 h 414"/>
                  <a:gd name="T128" fmla="*/ 228 w 228"/>
                  <a:gd name="T129" fmla="*/ 414 h 41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28" h="414">
                    <a:moveTo>
                      <a:pt x="210" y="30"/>
                    </a:moveTo>
                    <a:lnTo>
                      <a:pt x="210" y="12"/>
                    </a:lnTo>
                    <a:lnTo>
                      <a:pt x="156" y="12"/>
                    </a:lnTo>
                    <a:lnTo>
                      <a:pt x="156" y="18"/>
                    </a:lnTo>
                    <a:lnTo>
                      <a:pt x="150" y="24"/>
                    </a:lnTo>
                    <a:lnTo>
                      <a:pt x="138" y="24"/>
                    </a:lnTo>
                    <a:lnTo>
                      <a:pt x="132" y="18"/>
                    </a:lnTo>
                    <a:lnTo>
                      <a:pt x="114" y="18"/>
                    </a:lnTo>
                    <a:lnTo>
                      <a:pt x="108" y="24"/>
                    </a:lnTo>
                    <a:lnTo>
                      <a:pt x="96" y="24"/>
                    </a:lnTo>
                    <a:lnTo>
                      <a:pt x="96" y="18"/>
                    </a:lnTo>
                    <a:lnTo>
                      <a:pt x="102" y="18"/>
                    </a:lnTo>
                    <a:lnTo>
                      <a:pt x="114" y="6"/>
                    </a:lnTo>
                    <a:lnTo>
                      <a:pt x="114" y="0"/>
                    </a:lnTo>
                    <a:lnTo>
                      <a:pt x="90" y="0"/>
                    </a:lnTo>
                    <a:lnTo>
                      <a:pt x="66" y="12"/>
                    </a:lnTo>
                    <a:lnTo>
                      <a:pt x="60" y="18"/>
                    </a:lnTo>
                    <a:lnTo>
                      <a:pt x="60" y="36"/>
                    </a:lnTo>
                    <a:lnTo>
                      <a:pt x="66" y="60"/>
                    </a:lnTo>
                    <a:lnTo>
                      <a:pt x="66" y="78"/>
                    </a:lnTo>
                    <a:lnTo>
                      <a:pt x="60" y="108"/>
                    </a:lnTo>
                    <a:lnTo>
                      <a:pt x="48" y="138"/>
                    </a:lnTo>
                    <a:lnTo>
                      <a:pt x="30" y="174"/>
                    </a:lnTo>
                    <a:lnTo>
                      <a:pt x="12" y="222"/>
                    </a:lnTo>
                    <a:lnTo>
                      <a:pt x="6" y="234"/>
                    </a:lnTo>
                    <a:lnTo>
                      <a:pt x="6" y="240"/>
                    </a:lnTo>
                    <a:lnTo>
                      <a:pt x="0" y="252"/>
                    </a:lnTo>
                    <a:lnTo>
                      <a:pt x="0" y="264"/>
                    </a:lnTo>
                    <a:lnTo>
                      <a:pt x="18" y="282"/>
                    </a:lnTo>
                    <a:lnTo>
                      <a:pt x="30" y="288"/>
                    </a:lnTo>
                    <a:lnTo>
                      <a:pt x="42" y="342"/>
                    </a:lnTo>
                    <a:lnTo>
                      <a:pt x="42" y="348"/>
                    </a:lnTo>
                    <a:lnTo>
                      <a:pt x="36" y="354"/>
                    </a:lnTo>
                    <a:lnTo>
                      <a:pt x="36" y="366"/>
                    </a:lnTo>
                    <a:lnTo>
                      <a:pt x="30" y="384"/>
                    </a:lnTo>
                    <a:lnTo>
                      <a:pt x="24" y="396"/>
                    </a:lnTo>
                    <a:lnTo>
                      <a:pt x="24" y="408"/>
                    </a:lnTo>
                    <a:lnTo>
                      <a:pt x="48" y="408"/>
                    </a:lnTo>
                    <a:lnTo>
                      <a:pt x="60" y="402"/>
                    </a:lnTo>
                    <a:lnTo>
                      <a:pt x="72" y="402"/>
                    </a:lnTo>
                    <a:lnTo>
                      <a:pt x="84" y="414"/>
                    </a:lnTo>
                    <a:lnTo>
                      <a:pt x="96" y="414"/>
                    </a:lnTo>
                    <a:lnTo>
                      <a:pt x="108" y="408"/>
                    </a:lnTo>
                    <a:lnTo>
                      <a:pt x="114" y="402"/>
                    </a:lnTo>
                    <a:lnTo>
                      <a:pt x="120" y="402"/>
                    </a:lnTo>
                    <a:lnTo>
                      <a:pt x="126" y="396"/>
                    </a:lnTo>
                    <a:lnTo>
                      <a:pt x="126" y="348"/>
                    </a:lnTo>
                    <a:lnTo>
                      <a:pt x="132" y="342"/>
                    </a:lnTo>
                    <a:lnTo>
                      <a:pt x="138" y="330"/>
                    </a:lnTo>
                    <a:lnTo>
                      <a:pt x="150" y="330"/>
                    </a:lnTo>
                    <a:lnTo>
                      <a:pt x="162" y="318"/>
                    </a:lnTo>
                    <a:lnTo>
                      <a:pt x="162" y="312"/>
                    </a:lnTo>
                    <a:lnTo>
                      <a:pt x="150" y="312"/>
                    </a:lnTo>
                    <a:lnTo>
                      <a:pt x="144" y="306"/>
                    </a:lnTo>
                    <a:lnTo>
                      <a:pt x="138" y="294"/>
                    </a:lnTo>
                    <a:lnTo>
                      <a:pt x="138" y="288"/>
                    </a:lnTo>
                    <a:lnTo>
                      <a:pt x="132" y="282"/>
                    </a:lnTo>
                    <a:lnTo>
                      <a:pt x="132" y="276"/>
                    </a:lnTo>
                    <a:lnTo>
                      <a:pt x="144" y="264"/>
                    </a:lnTo>
                    <a:lnTo>
                      <a:pt x="156" y="258"/>
                    </a:lnTo>
                    <a:lnTo>
                      <a:pt x="168" y="246"/>
                    </a:lnTo>
                    <a:lnTo>
                      <a:pt x="168" y="240"/>
                    </a:lnTo>
                    <a:lnTo>
                      <a:pt x="156" y="234"/>
                    </a:lnTo>
                    <a:lnTo>
                      <a:pt x="150" y="228"/>
                    </a:lnTo>
                    <a:lnTo>
                      <a:pt x="150" y="216"/>
                    </a:lnTo>
                    <a:lnTo>
                      <a:pt x="126" y="192"/>
                    </a:lnTo>
                    <a:lnTo>
                      <a:pt x="162" y="192"/>
                    </a:lnTo>
                    <a:lnTo>
                      <a:pt x="174" y="180"/>
                    </a:lnTo>
                    <a:lnTo>
                      <a:pt x="174" y="168"/>
                    </a:lnTo>
                    <a:lnTo>
                      <a:pt x="168" y="162"/>
                    </a:lnTo>
                    <a:lnTo>
                      <a:pt x="168" y="150"/>
                    </a:lnTo>
                    <a:lnTo>
                      <a:pt x="174" y="144"/>
                    </a:lnTo>
                    <a:lnTo>
                      <a:pt x="180" y="144"/>
                    </a:lnTo>
                    <a:lnTo>
                      <a:pt x="180" y="126"/>
                    </a:lnTo>
                    <a:lnTo>
                      <a:pt x="186" y="108"/>
                    </a:lnTo>
                    <a:lnTo>
                      <a:pt x="186" y="96"/>
                    </a:lnTo>
                    <a:lnTo>
                      <a:pt x="180" y="90"/>
                    </a:lnTo>
                    <a:lnTo>
                      <a:pt x="174" y="90"/>
                    </a:lnTo>
                    <a:lnTo>
                      <a:pt x="174" y="84"/>
                    </a:lnTo>
                    <a:lnTo>
                      <a:pt x="180" y="78"/>
                    </a:lnTo>
                    <a:lnTo>
                      <a:pt x="204" y="66"/>
                    </a:lnTo>
                    <a:lnTo>
                      <a:pt x="228" y="42"/>
                    </a:lnTo>
                    <a:lnTo>
                      <a:pt x="228" y="36"/>
                    </a:lnTo>
                    <a:lnTo>
                      <a:pt x="216" y="30"/>
                    </a:lnTo>
                    <a:lnTo>
                      <a:pt x="210" y="3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2" name="Poland" descr="© INSCALE GmbH, 05.05.2010&#10;http://www.presentationload.com/">
                <a:extLst>
                  <a:ext uri="{FF2B5EF4-FFF2-40B4-BE49-F238E27FC236}">
                    <a16:creationId xmlns:a16="http://schemas.microsoft.com/office/drawing/2014/main" id="{C35019F7-35C5-7E3E-18BE-B367E8B164C3}"/>
                  </a:ext>
                </a:extLst>
              </p:cNvPr>
              <p:cNvSpPr>
                <a:spLocks/>
              </p:cNvSpPr>
              <p:nvPr/>
            </p:nvSpPr>
            <p:spPr bwMode="gray">
              <a:xfrm>
                <a:off x="4600055" y="1555250"/>
                <a:ext cx="237180" cy="170474"/>
              </a:xfrm>
              <a:custGeom>
                <a:avLst/>
                <a:gdLst>
                  <a:gd name="T0" fmla="*/ 2147483647 w 624"/>
                  <a:gd name="T1" fmla="*/ 2147483647 h 450"/>
                  <a:gd name="T2" fmla="*/ 2147483647 w 624"/>
                  <a:gd name="T3" fmla="*/ 2147483647 h 450"/>
                  <a:gd name="T4" fmla="*/ 2147483647 w 624"/>
                  <a:gd name="T5" fmla="*/ 2147483647 h 450"/>
                  <a:gd name="T6" fmla="*/ 2147483647 w 624"/>
                  <a:gd name="T7" fmla="*/ 2147483647 h 450"/>
                  <a:gd name="T8" fmla="*/ 2147483647 w 624"/>
                  <a:gd name="T9" fmla="*/ 2147483647 h 450"/>
                  <a:gd name="T10" fmla="*/ 2147483647 w 624"/>
                  <a:gd name="T11" fmla="*/ 2147483647 h 450"/>
                  <a:gd name="T12" fmla="*/ 2147483647 w 624"/>
                  <a:gd name="T13" fmla="*/ 2147483647 h 450"/>
                  <a:gd name="T14" fmla="*/ 2147483647 w 624"/>
                  <a:gd name="T15" fmla="*/ 2147483647 h 450"/>
                  <a:gd name="T16" fmla="*/ 2147483647 w 624"/>
                  <a:gd name="T17" fmla="*/ 2147483647 h 450"/>
                  <a:gd name="T18" fmla="*/ 2147483647 w 624"/>
                  <a:gd name="T19" fmla="*/ 2147483647 h 450"/>
                  <a:gd name="T20" fmla="*/ 2147483647 w 624"/>
                  <a:gd name="T21" fmla="*/ 2147483647 h 450"/>
                  <a:gd name="T22" fmla="*/ 2147483647 w 624"/>
                  <a:gd name="T23" fmla="*/ 2147483647 h 450"/>
                  <a:gd name="T24" fmla="*/ 2147483647 w 624"/>
                  <a:gd name="T25" fmla="*/ 2147483647 h 450"/>
                  <a:gd name="T26" fmla="*/ 2147483647 w 624"/>
                  <a:gd name="T27" fmla="*/ 2147483647 h 450"/>
                  <a:gd name="T28" fmla="*/ 2147483647 w 624"/>
                  <a:gd name="T29" fmla="*/ 2147483647 h 450"/>
                  <a:gd name="T30" fmla="*/ 2147483647 w 624"/>
                  <a:gd name="T31" fmla="*/ 2147483647 h 450"/>
                  <a:gd name="T32" fmla="*/ 2147483647 w 624"/>
                  <a:gd name="T33" fmla="*/ 2147483647 h 450"/>
                  <a:gd name="T34" fmla="*/ 2147483647 w 624"/>
                  <a:gd name="T35" fmla="*/ 2147483647 h 450"/>
                  <a:gd name="T36" fmla="*/ 2147483647 w 624"/>
                  <a:gd name="T37" fmla="*/ 2147483647 h 450"/>
                  <a:gd name="T38" fmla="*/ 2147483647 w 624"/>
                  <a:gd name="T39" fmla="*/ 2147483647 h 450"/>
                  <a:gd name="T40" fmla="*/ 2147483647 w 624"/>
                  <a:gd name="T41" fmla="*/ 2147483647 h 450"/>
                  <a:gd name="T42" fmla="*/ 2147483647 w 624"/>
                  <a:gd name="T43" fmla="*/ 2147483647 h 450"/>
                  <a:gd name="T44" fmla="*/ 2147483647 w 624"/>
                  <a:gd name="T45" fmla="*/ 2147483647 h 450"/>
                  <a:gd name="T46" fmla="*/ 2147483647 w 624"/>
                  <a:gd name="T47" fmla="*/ 2147483647 h 450"/>
                  <a:gd name="T48" fmla="*/ 2147483647 w 624"/>
                  <a:gd name="T49" fmla="*/ 2147483647 h 450"/>
                  <a:gd name="T50" fmla="*/ 2147483647 w 624"/>
                  <a:gd name="T51" fmla="*/ 2147483647 h 450"/>
                  <a:gd name="T52" fmla="*/ 2147483647 w 624"/>
                  <a:gd name="T53" fmla="*/ 2147483647 h 450"/>
                  <a:gd name="T54" fmla="*/ 2147483647 w 624"/>
                  <a:gd name="T55" fmla="*/ 2147483647 h 450"/>
                  <a:gd name="T56" fmla="*/ 2147483647 w 624"/>
                  <a:gd name="T57" fmla="*/ 2147483647 h 450"/>
                  <a:gd name="T58" fmla="*/ 0 w 624"/>
                  <a:gd name="T59" fmla="*/ 2147483647 h 450"/>
                  <a:gd name="T60" fmla="*/ 2147483647 w 624"/>
                  <a:gd name="T61" fmla="*/ 2147483647 h 450"/>
                  <a:gd name="T62" fmla="*/ 2147483647 w 624"/>
                  <a:gd name="T63" fmla="*/ 2147483647 h 450"/>
                  <a:gd name="T64" fmla="*/ 2147483647 w 624"/>
                  <a:gd name="T65" fmla="*/ 2147483647 h 450"/>
                  <a:gd name="T66" fmla="*/ 2147483647 w 624"/>
                  <a:gd name="T67" fmla="*/ 2147483647 h 450"/>
                  <a:gd name="T68" fmla="*/ 2147483647 w 624"/>
                  <a:gd name="T69" fmla="*/ 2147483647 h 450"/>
                  <a:gd name="T70" fmla="*/ 2147483647 w 624"/>
                  <a:gd name="T71" fmla="*/ 2147483647 h 450"/>
                  <a:gd name="T72" fmla="*/ 2147483647 w 624"/>
                  <a:gd name="T73" fmla="*/ 2147483647 h 450"/>
                  <a:gd name="T74" fmla="*/ 2147483647 w 624"/>
                  <a:gd name="T75" fmla="*/ 2147483647 h 450"/>
                  <a:gd name="T76" fmla="*/ 2147483647 w 624"/>
                  <a:gd name="T77" fmla="*/ 2147483647 h 450"/>
                  <a:gd name="T78" fmla="*/ 2147483647 w 624"/>
                  <a:gd name="T79" fmla="*/ 2147483647 h 450"/>
                  <a:gd name="T80" fmla="*/ 2147483647 w 624"/>
                  <a:gd name="T81" fmla="*/ 2147483647 h 450"/>
                  <a:gd name="T82" fmla="*/ 2147483647 w 624"/>
                  <a:gd name="T83" fmla="*/ 2147483647 h 450"/>
                  <a:gd name="T84" fmla="*/ 2147483647 w 624"/>
                  <a:gd name="T85" fmla="*/ 2147483647 h 450"/>
                  <a:gd name="T86" fmla="*/ 2147483647 w 624"/>
                  <a:gd name="T87" fmla="*/ 2147483647 h 450"/>
                  <a:gd name="T88" fmla="*/ 2147483647 w 624"/>
                  <a:gd name="T89" fmla="*/ 2147483647 h 450"/>
                  <a:gd name="T90" fmla="*/ 2147483647 w 624"/>
                  <a:gd name="T91" fmla="*/ 2147483647 h 450"/>
                  <a:gd name="T92" fmla="*/ 2147483647 w 624"/>
                  <a:gd name="T93" fmla="*/ 2147483647 h 450"/>
                  <a:gd name="T94" fmla="*/ 2147483647 w 624"/>
                  <a:gd name="T95" fmla="*/ 2147483647 h 450"/>
                  <a:gd name="T96" fmla="*/ 2147483647 w 624"/>
                  <a:gd name="T97" fmla="*/ 2147483647 h 450"/>
                  <a:gd name="T98" fmla="*/ 2147483647 w 624"/>
                  <a:gd name="T99" fmla="*/ 2147483647 h 450"/>
                  <a:gd name="T100" fmla="*/ 2147483647 w 624"/>
                  <a:gd name="T101" fmla="*/ 2147483647 h 450"/>
                  <a:gd name="T102" fmla="*/ 2147483647 w 624"/>
                  <a:gd name="T103" fmla="*/ 2147483647 h 450"/>
                  <a:gd name="T104" fmla="*/ 2147483647 w 624"/>
                  <a:gd name="T105" fmla="*/ 2147483647 h 450"/>
                  <a:gd name="T106" fmla="*/ 2147483647 w 624"/>
                  <a:gd name="T107" fmla="*/ 2147483647 h 45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624"/>
                  <a:gd name="T163" fmla="*/ 0 h 450"/>
                  <a:gd name="T164" fmla="*/ 624 w 624"/>
                  <a:gd name="T165" fmla="*/ 450 h 45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624" h="450">
                    <a:moveTo>
                      <a:pt x="426" y="426"/>
                    </a:moveTo>
                    <a:lnTo>
                      <a:pt x="432" y="426"/>
                    </a:lnTo>
                    <a:lnTo>
                      <a:pt x="444" y="420"/>
                    </a:lnTo>
                    <a:lnTo>
                      <a:pt x="450" y="414"/>
                    </a:lnTo>
                    <a:lnTo>
                      <a:pt x="474" y="414"/>
                    </a:lnTo>
                    <a:lnTo>
                      <a:pt x="498" y="438"/>
                    </a:lnTo>
                    <a:lnTo>
                      <a:pt x="528" y="438"/>
                    </a:lnTo>
                    <a:lnTo>
                      <a:pt x="528" y="450"/>
                    </a:lnTo>
                    <a:lnTo>
                      <a:pt x="552" y="450"/>
                    </a:lnTo>
                    <a:lnTo>
                      <a:pt x="540" y="438"/>
                    </a:lnTo>
                    <a:lnTo>
                      <a:pt x="540" y="396"/>
                    </a:lnTo>
                    <a:lnTo>
                      <a:pt x="594" y="348"/>
                    </a:lnTo>
                    <a:lnTo>
                      <a:pt x="606" y="348"/>
                    </a:lnTo>
                    <a:lnTo>
                      <a:pt x="612" y="342"/>
                    </a:lnTo>
                    <a:lnTo>
                      <a:pt x="618" y="342"/>
                    </a:lnTo>
                    <a:lnTo>
                      <a:pt x="624" y="336"/>
                    </a:lnTo>
                    <a:lnTo>
                      <a:pt x="618" y="330"/>
                    </a:lnTo>
                    <a:lnTo>
                      <a:pt x="618" y="324"/>
                    </a:lnTo>
                    <a:lnTo>
                      <a:pt x="612" y="318"/>
                    </a:lnTo>
                    <a:lnTo>
                      <a:pt x="618" y="306"/>
                    </a:lnTo>
                    <a:lnTo>
                      <a:pt x="612" y="300"/>
                    </a:lnTo>
                    <a:lnTo>
                      <a:pt x="600" y="294"/>
                    </a:lnTo>
                    <a:lnTo>
                      <a:pt x="600" y="288"/>
                    </a:lnTo>
                    <a:lnTo>
                      <a:pt x="582" y="270"/>
                    </a:lnTo>
                    <a:lnTo>
                      <a:pt x="576" y="252"/>
                    </a:lnTo>
                    <a:lnTo>
                      <a:pt x="582" y="252"/>
                    </a:lnTo>
                    <a:lnTo>
                      <a:pt x="576" y="240"/>
                    </a:lnTo>
                    <a:lnTo>
                      <a:pt x="576" y="210"/>
                    </a:lnTo>
                    <a:lnTo>
                      <a:pt x="564" y="198"/>
                    </a:lnTo>
                    <a:lnTo>
                      <a:pt x="558" y="198"/>
                    </a:lnTo>
                    <a:lnTo>
                      <a:pt x="552" y="192"/>
                    </a:lnTo>
                    <a:lnTo>
                      <a:pt x="552" y="186"/>
                    </a:lnTo>
                    <a:lnTo>
                      <a:pt x="564" y="186"/>
                    </a:lnTo>
                    <a:lnTo>
                      <a:pt x="564" y="168"/>
                    </a:lnTo>
                    <a:lnTo>
                      <a:pt x="588" y="162"/>
                    </a:lnTo>
                    <a:lnTo>
                      <a:pt x="588" y="150"/>
                    </a:lnTo>
                    <a:lnTo>
                      <a:pt x="594" y="144"/>
                    </a:lnTo>
                    <a:lnTo>
                      <a:pt x="594" y="138"/>
                    </a:lnTo>
                    <a:lnTo>
                      <a:pt x="588" y="132"/>
                    </a:lnTo>
                    <a:lnTo>
                      <a:pt x="576" y="108"/>
                    </a:lnTo>
                    <a:lnTo>
                      <a:pt x="570" y="102"/>
                    </a:lnTo>
                    <a:lnTo>
                      <a:pt x="570" y="90"/>
                    </a:lnTo>
                    <a:lnTo>
                      <a:pt x="564" y="84"/>
                    </a:lnTo>
                    <a:lnTo>
                      <a:pt x="558" y="72"/>
                    </a:lnTo>
                    <a:lnTo>
                      <a:pt x="558" y="48"/>
                    </a:lnTo>
                    <a:lnTo>
                      <a:pt x="546" y="42"/>
                    </a:lnTo>
                    <a:lnTo>
                      <a:pt x="540" y="42"/>
                    </a:lnTo>
                    <a:lnTo>
                      <a:pt x="522" y="36"/>
                    </a:lnTo>
                    <a:lnTo>
                      <a:pt x="498" y="36"/>
                    </a:lnTo>
                    <a:lnTo>
                      <a:pt x="498" y="42"/>
                    </a:lnTo>
                    <a:lnTo>
                      <a:pt x="408" y="42"/>
                    </a:lnTo>
                    <a:lnTo>
                      <a:pt x="402" y="36"/>
                    </a:lnTo>
                    <a:lnTo>
                      <a:pt x="390" y="36"/>
                    </a:lnTo>
                    <a:lnTo>
                      <a:pt x="384" y="30"/>
                    </a:lnTo>
                    <a:lnTo>
                      <a:pt x="360" y="30"/>
                    </a:lnTo>
                    <a:lnTo>
                      <a:pt x="354" y="36"/>
                    </a:lnTo>
                    <a:lnTo>
                      <a:pt x="348" y="36"/>
                    </a:lnTo>
                    <a:lnTo>
                      <a:pt x="342" y="30"/>
                    </a:lnTo>
                    <a:lnTo>
                      <a:pt x="312" y="30"/>
                    </a:lnTo>
                    <a:lnTo>
                      <a:pt x="300" y="36"/>
                    </a:lnTo>
                    <a:lnTo>
                      <a:pt x="282" y="36"/>
                    </a:lnTo>
                    <a:lnTo>
                      <a:pt x="276" y="30"/>
                    </a:lnTo>
                    <a:lnTo>
                      <a:pt x="270" y="18"/>
                    </a:lnTo>
                    <a:lnTo>
                      <a:pt x="264" y="12"/>
                    </a:lnTo>
                    <a:lnTo>
                      <a:pt x="264" y="6"/>
                    </a:lnTo>
                    <a:lnTo>
                      <a:pt x="258" y="6"/>
                    </a:lnTo>
                    <a:lnTo>
                      <a:pt x="252" y="0"/>
                    </a:lnTo>
                    <a:lnTo>
                      <a:pt x="210" y="0"/>
                    </a:lnTo>
                    <a:lnTo>
                      <a:pt x="192" y="6"/>
                    </a:lnTo>
                    <a:lnTo>
                      <a:pt x="180" y="12"/>
                    </a:lnTo>
                    <a:lnTo>
                      <a:pt x="162" y="12"/>
                    </a:lnTo>
                    <a:lnTo>
                      <a:pt x="150" y="18"/>
                    </a:lnTo>
                    <a:lnTo>
                      <a:pt x="144" y="24"/>
                    </a:lnTo>
                    <a:lnTo>
                      <a:pt x="138" y="24"/>
                    </a:lnTo>
                    <a:lnTo>
                      <a:pt x="120" y="42"/>
                    </a:lnTo>
                    <a:lnTo>
                      <a:pt x="60" y="48"/>
                    </a:lnTo>
                    <a:lnTo>
                      <a:pt x="54" y="48"/>
                    </a:lnTo>
                    <a:lnTo>
                      <a:pt x="48" y="54"/>
                    </a:lnTo>
                    <a:lnTo>
                      <a:pt x="24" y="66"/>
                    </a:lnTo>
                    <a:lnTo>
                      <a:pt x="18" y="66"/>
                    </a:lnTo>
                    <a:lnTo>
                      <a:pt x="12" y="72"/>
                    </a:lnTo>
                    <a:lnTo>
                      <a:pt x="18" y="78"/>
                    </a:lnTo>
                    <a:lnTo>
                      <a:pt x="18" y="96"/>
                    </a:lnTo>
                    <a:lnTo>
                      <a:pt x="6" y="90"/>
                    </a:lnTo>
                    <a:lnTo>
                      <a:pt x="6" y="108"/>
                    </a:lnTo>
                    <a:lnTo>
                      <a:pt x="12" y="108"/>
                    </a:lnTo>
                    <a:lnTo>
                      <a:pt x="18" y="114"/>
                    </a:lnTo>
                    <a:lnTo>
                      <a:pt x="18" y="132"/>
                    </a:lnTo>
                    <a:lnTo>
                      <a:pt x="6" y="144"/>
                    </a:lnTo>
                    <a:lnTo>
                      <a:pt x="0" y="144"/>
                    </a:lnTo>
                    <a:lnTo>
                      <a:pt x="0" y="156"/>
                    </a:lnTo>
                    <a:lnTo>
                      <a:pt x="6" y="162"/>
                    </a:lnTo>
                    <a:lnTo>
                      <a:pt x="12" y="162"/>
                    </a:lnTo>
                    <a:lnTo>
                      <a:pt x="18" y="168"/>
                    </a:lnTo>
                    <a:lnTo>
                      <a:pt x="30" y="168"/>
                    </a:lnTo>
                    <a:lnTo>
                      <a:pt x="30" y="186"/>
                    </a:lnTo>
                    <a:lnTo>
                      <a:pt x="24" y="186"/>
                    </a:lnTo>
                    <a:lnTo>
                      <a:pt x="24" y="198"/>
                    </a:lnTo>
                    <a:lnTo>
                      <a:pt x="36" y="198"/>
                    </a:lnTo>
                    <a:lnTo>
                      <a:pt x="36" y="204"/>
                    </a:lnTo>
                    <a:lnTo>
                      <a:pt x="30" y="210"/>
                    </a:lnTo>
                    <a:lnTo>
                      <a:pt x="36" y="210"/>
                    </a:lnTo>
                    <a:lnTo>
                      <a:pt x="42" y="216"/>
                    </a:lnTo>
                    <a:lnTo>
                      <a:pt x="36" y="222"/>
                    </a:lnTo>
                    <a:lnTo>
                      <a:pt x="24" y="228"/>
                    </a:lnTo>
                    <a:lnTo>
                      <a:pt x="24" y="234"/>
                    </a:lnTo>
                    <a:lnTo>
                      <a:pt x="30" y="240"/>
                    </a:lnTo>
                    <a:lnTo>
                      <a:pt x="36" y="240"/>
                    </a:lnTo>
                    <a:lnTo>
                      <a:pt x="42" y="246"/>
                    </a:lnTo>
                    <a:lnTo>
                      <a:pt x="42" y="264"/>
                    </a:lnTo>
                    <a:lnTo>
                      <a:pt x="48" y="258"/>
                    </a:lnTo>
                    <a:lnTo>
                      <a:pt x="54" y="258"/>
                    </a:lnTo>
                    <a:lnTo>
                      <a:pt x="54" y="270"/>
                    </a:lnTo>
                    <a:lnTo>
                      <a:pt x="48" y="276"/>
                    </a:lnTo>
                    <a:lnTo>
                      <a:pt x="60" y="276"/>
                    </a:lnTo>
                    <a:lnTo>
                      <a:pt x="60" y="282"/>
                    </a:lnTo>
                    <a:lnTo>
                      <a:pt x="54" y="282"/>
                    </a:lnTo>
                    <a:lnTo>
                      <a:pt x="54" y="294"/>
                    </a:lnTo>
                    <a:lnTo>
                      <a:pt x="72" y="294"/>
                    </a:lnTo>
                    <a:lnTo>
                      <a:pt x="78" y="312"/>
                    </a:lnTo>
                    <a:lnTo>
                      <a:pt x="96" y="312"/>
                    </a:lnTo>
                    <a:lnTo>
                      <a:pt x="108" y="318"/>
                    </a:lnTo>
                    <a:lnTo>
                      <a:pt x="114" y="318"/>
                    </a:lnTo>
                    <a:lnTo>
                      <a:pt x="114" y="324"/>
                    </a:lnTo>
                    <a:lnTo>
                      <a:pt x="138" y="324"/>
                    </a:lnTo>
                    <a:lnTo>
                      <a:pt x="144" y="330"/>
                    </a:lnTo>
                    <a:lnTo>
                      <a:pt x="132" y="336"/>
                    </a:lnTo>
                    <a:lnTo>
                      <a:pt x="144" y="342"/>
                    </a:lnTo>
                    <a:lnTo>
                      <a:pt x="144" y="354"/>
                    </a:lnTo>
                    <a:lnTo>
                      <a:pt x="150" y="354"/>
                    </a:lnTo>
                    <a:lnTo>
                      <a:pt x="156" y="360"/>
                    </a:lnTo>
                    <a:lnTo>
                      <a:pt x="174" y="360"/>
                    </a:lnTo>
                    <a:lnTo>
                      <a:pt x="174" y="354"/>
                    </a:lnTo>
                    <a:lnTo>
                      <a:pt x="180" y="354"/>
                    </a:lnTo>
                    <a:lnTo>
                      <a:pt x="192" y="348"/>
                    </a:lnTo>
                    <a:lnTo>
                      <a:pt x="210" y="348"/>
                    </a:lnTo>
                    <a:lnTo>
                      <a:pt x="204" y="354"/>
                    </a:lnTo>
                    <a:lnTo>
                      <a:pt x="222" y="354"/>
                    </a:lnTo>
                    <a:lnTo>
                      <a:pt x="228" y="360"/>
                    </a:lnTo>
                    <a:lnTo>
                      <a:pt x="234" y="372"/>
                    </a:lnTo>
                    <a:lnTo>
                      <a:pt x="240" y="378"/>
                    </a:lnTo>
                    <a:lnTo>
                      <a:pt x="246" y="366"/>
                    </a:lnTo>
                    <a:lnTo>
                      <a:pt x="252" y="372"/>
                    </a:lnTo>
                    <a:lnTo>
                      <a:pt x="252" y="378"/>
                    </a:lnTo>
                    <a:lnTo>
                      <a:pt x="270" y="378"/>
                    </a:lnTo>
                    <a:lnTo>
                      <a:pt x="282" y="384"/>
                    </a:lnTo>
                    <a:lnTo>
                      <a:pt x="282" y="390"/>
                    </a:lnTo>
                    <a:lnTo>
                      <a:pt x="288" y="402"/>
                    </a:lnTo>
                    <a:lnTo>
                      <a:pt x="306" y="420"/>
                    </a:lnTo>
                    <a:lnTo>
                      <a:pt x="318" y="420"/>
                    </a:lnTo>
                    <a:lnTo>
                      <a:pt x="330" y="408"/>
                    </a:lnTo>
                    <a:lnTo>
                      <a:pt x="342" y="408"/>
                    </a:lnTo>
                    <a:lnTo>
                      <a:pt x="354" y="420"/>
                    </a:lnTo>
                    <a:lnTo>
                      <a:pt x="360" y="420"/>
                    </a:lnTo>
                    <a:lnTo>
                      <a:pt x="360" y="426"/>
                    </a:lnTo>
                    <a:lnTo>
                      <a:pt x="366" y="432"/>
                    </a:lnTo>
                    <a:lnTo>
                      <a:pt x="378" y="432"/>
                    </a:lnTo>
                    <a:lnTo>
                      <a:pt x="384" y="426"/>
                    </a:lnTo>
                    <a:lnTo>
                      <a:pt x="384" y="420"/>
                    </a:lnTo>
                    <a:lnTo>
                      <a:pt x="414" y="420"/>
                    </a:lnTo>
                    <a:lnTo>
                      <a:pt x="420" y="426"/>
                    </a:lnTo>
                    <a:lnTo>
                      <a:pt x="426" y="42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3" name="Philippines" descr="© INSCALE GmbH, 05.05.2010&#10;http://www.presentationload.com/">
                <a:extLst>
                  <a:ext uri="{FF2B5EF4-FFF2-40B4-BE49-F238E27FC236}">
                    <a16:creationId xmlns:a16="http://schemas.microsoft.com/office/drawing/2014/main" id="{498E9145-CFDA-A830-3F0E-207037EA411F}"/>
                  </a:ext>
                </a:extLst>
              </p:cNvPr>
              <p:cNvSpPr>
                <a:spLocks noEditPoints="1"/>
              </p:cNvSpPr>
              <p:nvPr/>
            </p:nvSpPr>
            <p:spPr bwMode="gray">
              <a:xfrm>
                <a:off x="7388398" y="2646281"/>
                <a:ext cx="271275" cy="455091"/>
              </a:xfrm>
              <a:custGeom>
                <a:avLst/>
                <a:gdLst>
                  <a:gd name="T0" fmla="*/ 2147483647 w 714"/>
                  <a:gd name="T1" fmla="*/ 2147483647 h 1200"/>
                  <a:gd name="T2" fmla="*/ 2147483647 w 714"/>
                  <a:gd name="T3" fmla="*/ 2147483647 h 1200"/>
                  <a:gd name="T4" fmla="*/ 2147483647 w 714"/>
                  <a:gd name="T5" fmla="*/ 2147483647 h 1200"/>
                  <a:gd name="T6" fmla="*/ 2147483647 w 714"/>
                  <a:gd name="T7" fmla="*/ 2147483647 h 1200"/>
                  <a:gd name="T8" fmla="*/ 2147483647 w 714"/>
                  <a:gd name="T9" fmla="*/ 2147483647 h 1200"/>
                  <a:gd name="T10" fmla="*/ 2147483647 w 714"/>
                  <a:gd name="T11" fmla="*/ 2147483647 h 1200"/>
                  <a:gd name="T12" fmla="*/ 2147483647 w 714"/>
                  <a:gd name="T13" fmla="*/ 2147483647 h 1200"/>
                  <a:gd name="T14" fmla="*/ 2147483647 w 714"/>
                  <a:gd name="T15" fmla="*/ 2147483647 h 1200"/>
                  <a:gd name="T16" fmla="*/ 2147483647 w 714"/>
                  <a:gd name="T17" fmla="*/ 2147483647 h 1200"/>
                  <a:gd name="T18" fmla="*/ 2147483647 w 714"/>
                  <a:gd name="T19" fmla="*/ 2147483647 h 1200"/>
                  <a:gd name="T20" fmla="*/ 2147483647 w 714"/>
                  <a:gd name="T21" fmla="*/ 2147483647 h 1200"/>
                  <a:gd name="T22" fmla="*/ 2147483647 w 714"/>
                  <a:gd name="T23" fmla="*/ 2147483647 h 1200"/>
                  <a:gd name="T24" fmla="*/ 2147483647 w 714"/>
                  <a:gd name="T25" fmla="*/ 2147483647 h 1200"/>
                  <a:gd name="T26" fmla="*/ 2147483647 w 714"/>
                  <a:gd name="T27" fmla="*/ 2147483647 h 1200"/>
                  <a:gd name="T28" fmla="*/ 2147483647 w 714"/>
                  <a:gd name="T29" fmla="*/ 2147483647 h 1200"/>
                  <a:gd name="T30" fmla="*/ 2147483647 w 714"/>
                  <a:gd name="T31" fmla="*/ 2147483647 h 1200"/>
                  <a:gd name="T32" fmla="*/ 2147483647 w 714"/>
                  <a:gd name="T33" fmla="*/ 2147483647 h 1200"/>
                  <a:gd name="T34" fmla="*/ 2147483647 w 714"/>
                  <a:gd name="T35" fmla="*/ 2147483647 h 1200"/>
                  <a:gd name="T36" fmla="*/ 2147483647 w 714"/>
                  <a:gd name="T37" fmla="*/ 2147483647 h 1200"/>
                  <a:gd name="T38" fmla="*/ 2147483647 w 714"/>
                  <a:gd name="T39" fmla="*/ 2147483647 h 1200"/>
                  <a:gd name="T40" fmla="*/ 2147483647 w 714"/>
                  <a:gd name="T41" fmla="*/ 2147483647 h 1200"/>
                  <a:gd name="T42" fmla="*/ 2147483647 w 714"/>
                  <a:gd name="T43" fmla="*/ 2147483647 h 1200"/>
                  <a:gd name="T44" fmla="*/ 2147483647 w 714"/>
                  <a:gd name="T45" fmla="*/ 2147483647 h 1200"/>
                  <a:gd name="T46" fmla="*/ 2147483647 w 714"/>
                  <a:gd name="T47" fmla="*/ 2147483647 h 1200"/>
                  <a:gd name="T48" fmla="*/ 2147483647 w 714"/>
                  <a:gd name="T49" fmla="*/ 2147483647 h 1200"/>
                  <a:gd name="T50" fmla="*/ 2147483647 w 714"/>
                  <a:gd name="T51" fmla="*/ 2147483647 h 1200"/>
                  <a:gd name="T52" fmla="*/ 2147483647 w 714"/>
                  <a:gd name="T53" fmla="*/ 2147483647 h 1200"/>
                  <a:gd name="T54" fmla="*/ 2147483647 w 714"/>
                  <a:gd name="T55" fmla="*/ 2147483647 h 1200"/>
                  <a:gd name="T56" fmla="*/ 2147483647 w 714"/>
                  <a:gd name="T57" fmla="*/ 2147483647 h 1200"/>
                  <a:gd name="T58" fmla="*/ 2147483647 w 714"/>
                  <a:gd name="T59" fmla="*/ 2147483647 h 1200"/>
                  <a:gd name="T60" fmla="*/ 2147483647 w 714"/>
                  <a:gd name="T61" fmla="*/ 2147483647 h 1200"/>
                  <a:gd name="T62" fmla="*/ 2147483647 w 714"/>
                  <a:gd name="T63" fmla="*/ 2147483647 h 1200"/>
                  <a:gd name="T64" fmla="*/ 2147483647 w 714"/>
                  <a:gd name="T65" fmla="*/ 2147483647 h 1200"/>
                  <a:gd name="T66" fmla="*/ 2147483647 w 714"/>
                  <a:gd name="T67" fmla="*/ 2147483647 h 1200"/>
                  <a:gd name="T68" fmla="*/ 2147483647 w 714"/>
                  <a:gd name="T69" fmla="*/ 2147483647 h 1200"/>
                  <a:gd name="T70" fmla="*/ 2147483647 w 714"/>
                  <a:gd name="T71" fmla="*/ 2147483647 h 1200"/>
                  <a:gd name="T72" fmla="*/ 2147483647 w 714"/>
                  <a:gd name="T73" fmla="*/ 2147483647 h 1200"/>
                  <a:gd name="T74" fmla="*/ 2147483647 w 714"/>
                  <a:gd name="T75" fmla="*/ 2147483647 h 1200"/>
                  <a:gd name="T76" fmla="*/ 2147483647 w 714"/>
                  <a:gd name="T77" fmla="*/ 2147483647 h 1200"/>
                  <a:gd name="T78" fmla="*/ 2147483647 w 714"/>
                  <a:gd name="T79" fmla="*/ 0 h 1200"/>
                  <a:gd name="T80" fmla="*/ 2147483647 w 714"/>
                  <a:gd name="T81" fmla="*/ 2147483647 h 1200"/>
                  <a:gd name="T82" fmla="*/ 2147483647 w 714"/>
                  <a:gd name="T83" fmla="*/ 2147483647 h 1200"/>
                  <a:gd name="T84" fmla="*/ 2147483647 w 714"/>
                  <a:gd name="T85" fmla="*/ 2147483647 h 1200"/>
                  <a:gd name="T86" fmla="*/ 2147483647 w 714"/>
                  <a:gd name="T87" fmla="*/ 2147483647 h 1200"/>
                  <a:gd name="T88" fmla="*/ 2147483647 w 714"/>
                  <a:gd name="T89" fmla="*/ 2147483647 h 1200"/>
                  <a:gd name="T90" fmla="*/ 2147483647 w 714"/>
                  <a:gd name="T91" fmla="*/ 2147483647 h 1200"/>
                  <a:gd name="T92" fmla="*/ 2147483647 w 714"/>
                  <a:gd name="T93" fmla="*/ 2147483647 h 1200"/>
                  <a:gd name="T94" fmla="*/ 2147483647 w 714"/>
                  <a:gd name="T95" fmla="*/ 2147483647 h 1200"/>
                  <a:gd name="T96" fmla="*/ 2147483647 w 714"/>
                  <a:gd name="T97" fmla="*/ 2147483647 h 1200"/>
                  <a:gd name="T98" fmla="*/ 2147483647 w 714"/>
                  <a:gd name="T99" fmla="*/ 2147483647 h 1200"/>
                  <a:gd name="T100" fmla="*/ 2147483647 w 714"/>
                  <a:gd name="T101" fmla="*/ 2147483647 h 1200"/>
                  <a:gd name="T102" fmla="*/ 2147483647 w 714"/>
                  <a:gd name="T103" fmla="*/ 2147483647 h 1200"/>
                  <a:gd name="T104" fmla="*/ 2147483647 w 714"/>
                  <a:gd name="T105" fmla="*/ 2147483647 h 1200"/>
                  <a:gd name="T106" fmla="*/ 2147483647 w 714"/>
                  <a:gd name="T107" fmla="*/ 2147483647 h 1200"/>
                  <a:gd name="T108" fmla="*/ 2147483647 w 714"/>
                  <a:gd name="T109" fmla="*/ 2147483647 h 1200"/>
                  <a:gd name="T110" fmla="*/ 2147483647 w 714"/>
                  <a:gd name="T111" fmla="*/ 2147483647 h 1200"/>
                  <a:gd name="T112" fmla="*/ 2147483647 w 714"/>
                  <a:gd name="T113" fmla="*/ 2147483647 h 1200"/>
                  <a:gd name="T114" fmla="*/ 2147483647 w 714"/>
                  <a:gd name="T115" fmla="*/ 2147483647 h 1200"/>
                  <a:gd name="T116" fmla="*/ 2147483647 w 714"/>
                  <a:gd name="T117" fmla="*/ 2147483647 h 1200"/>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14"/>
                  <a:gd name="T178" fmla="*/ 0 h 1200"/>
                  <a:gd name="T179" fmla="*/ 714 w 714"/>
                  <a:gd name="T180" fmla="*/ 1200 h 1200"/>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14" h="1200">
                    <a:moveTo>
                      <a:pt x="702" y="1140"/>
                    </a:moveTo>
                    <a:lnTo>
                      <a:pt x="690" y="1170"/>
                    </a:lnTo>
                    <a:lnTo>
                      <a:pt x="696" y="1200"/>
                    </a:lnTo>
                    <a:lnTo>
                      <a:pt x="714" y="1182"/>
                    </a:lnTo>
                    <a:lnTo>
                      <a:pt x="714" y="1140"/>
                    </a:lnTo>
                    <a:lnTo>
                      <a:pt x="702" y="1140"/>
                    </a:lnTo>
                    <a:close/>
                    <a:moveTo>
                      <a:pt x="582" y="1176"/>
                    </a:moveTo>
                    <a:lnTo>
                      <a:pt x="600" y="1140"/>
                    </a:lnTo>
                    <a:lnTo>
                      <a:pt x="576" y="1134"/>
                    </a:lnTo>
                    <a:lnTo>
                      <a:pt x="582" y="1176"/>
                    </a:lnTo>
                    <a:close/>
                    <a:moveTo>
                      <a:pt x="246" y="1038"/>
                    </a:moveTo>
                    <a:lnTo>
                      <a:pt x="264" y="1050"/>
                    </a:lnTo>
                    <a:lnTo>
                      <a:pt x="282" y="1020"/>
                    </a:lnTo>
                    <a:lnTo>
                      <a:pt x="258" y="1008"/>
                    </a:lnTo>
                    <a:lnTo>
                      <a:pt x="246" y="1038"/>
                    </a:lnTo>
                    <a:close/>
                    <a:moveTo>
                      <a:pt x="504" y="558"/>
                    </a:moveTo>
                    <a:lnTo>
                      <a:pt x="540" y="576"/>
                    </a:lnTo>
                    <a:lnTo>
                      <a:pt x="540" y="582"/>
                    </a:lnTo>
                    <a:lnTo>
                      <a:pt x="534" y="588"/>
                    </a:lnTo>
                    <a:lnTo>
                      <a:pt x="504" y="588"/>
                    </a:lnTo>
                    <a:lnTo>
                      <a:pt x="570" y="642"/>
                    </a:lnTo>
                    <a:lnTo>
                      <a:pt x="570" y="618"/>
                    </a:lnTo>
                    <a:lnTo>
                      <a:pt x="600" y="624"/>
                    </a:lnTo>
                    <a:lnTo>
                      <a:pt x="576" y="588"/>
                    </a:lnTo>
                    <a:lnTo>
                      <a:pt x="576" y="582"/>
                    </a:lnTo>
                    <a:lnTo>
                      <a:pt x="570" y="576"/>
                    </a:lnTo>
                    <a:lnTo>
                      <a:pt x="570" y="558"/>
                    </a:lnTo>
                    <a:lnTo>
                      <a:pt x="564" y="546"/>
                    </a:lnTo>
                    <a:lnTo>
                      <a:pt x="534" y="516"/>
                    </a:lnTo>
                    <a:lnTo>
                      <a:pt x="522" y="510"/>
                    </a:lnTo>
                    <a:lnTo>
                      <a:pt x="504" y="504"/>
                    </a:lnTo>
                    <a:lnTo>
                      <a:pt x="492" y="498"/>
                    </a:lnTo>
                    <a:lnTo>
                      <a:pt x="474" y="498"/>
                    </a:lnTo>
                    <a:lnTo>
                      <a:pt x="468" y="504"/>
                    </a:lnTo>
                    <a:lnTo>
                      <a:pt x="468" y="528"/>
                    </a:lnTo>
                    <a:lnTo>
                      <a:pt x="492" y="552"/>
                    </a:lnTo>
                    <a:lnTo>
                      <a:pt x="504" y="558"/>
                    </a:lnTo>
                    <a:close/>
                    <a:moveTo>
                      <a:pt x="462" y="666"/>
                    </a:moveTo>
                    <a:lnTo>
                      <a:pt x="474" y="750"/>
                    </a:lnTo>
                    <a:lnTo>
                      <a:pt x="486" y="672"/>
                    </a:lnTo>
                    <a:lnTo>
                      <a:pt x="462" y="618"/>
                    </a:lnTo>
                    <a:lnTo>
                      <a:pt x="438" y="618"/>
                    </a:lnTo>
                    <a:lnTo>
                      <a:pt x="462" y="666"/>
                    </a:lnTo>
                    <a:close/>
                    <a:moveTo>
                      <a:pt x="492" y="738"/>
                    </a:moveTo>
                    <a:lnTo>
                      <a:pt x="522" y="738"/>
                    </a:lnTo>
                    <a:lnTo>
                      <a:pt x="528" y="708"/>
                    </a:lnTo>
                    <a:lnTo>
                      <a:pt x="498" y="702"/>
                    </a:lnTo>
                    <a:lnTo>
                      <a:pt x="492" y="738"/>
                    </a:lnTo>
                    <a:close/>
                    <a:moveTo>
                      <a:pt x="570" y="660"/>
                    </a:moveTo>
                    <a:lnTo>
                      <a:pt x="546" y="648"/>
                    </a:lnTo>
                    <a:lnTo>
                      <a:pt x="528" y="630"/>
                    </a:lnTo>
                    <a:lnTo>
                      <a:pt x="528" y="624"/>
                    </a:lnTo>
                    <a:lnTo>
                      <a:pt x="522" y="618"/>
                    </a:lnTo>
                    <a:lnTo>
                      <a:pt x="486" y="618"/>
                    </a:lnTo>
                    <a:lnTo>
                      <a:pt x="492" y="660"/>
                    </a:lnTo>
                    <a:lnTo>
                      <a:pt x="510" y="654"/>
                    </a:lnTo>
                    <a:lnTo>
                      <a:pt x="522" y="678"/>
                    </a:lnTo>
                    <a:lnTo>
                      <a:pt x="570" y="714"/>
                    </a:lnTo>
                    <a:lnTo>
                      <a:pt x="570" y="660"/>
                    </a:lnTo>
                    <a:close/>
                    <a:moveTo>
                      <a:pt x="162" y="600"/>
                    </a:moveTo>
                    <a:lnTo>
                      <a:pt x="144" y="582"/>
                    </a:lnTo>
                    <a:lnTo>
                      <a:pt x="138" y="606"/>
                    </a:lnTo>
                    <a:lnTo>
                      <a:pt x="132" y="618"/>
                    </a:lnTo>
                    <a:lnTo>
                      <a:pt x="126" y="624"/>
                    </a:lnTo>
                    <a:lnTo>
                      <a:pt x="120" y="642"/>
                    </a:lnTo>
                    <a:lnTo>
                      <a:pt x="120" y="654"/>
                    </a:lnTo>
                    <a:lnTo>
                      <a:pt x="126" y="660"/>
                    </a:lnTo>
                    <a:lnTo>
                      <a:pt x="138" y="666"/>
                    </a:lnTo>
                    <a:lnTo>
                      <a:pt x="150" y="678"/>
                    </a:lnTo>
                    <a:lnTo>
                      <a:pt x="144" y="684"/>
                    </a:lnTo>
                    <a:lnTo>
                      <a:pt x="120" y="696"/>
                    </a:lnTo>
                    <a:lnTo>
                      <a:pt x="114" y="702"/>
                    </a:lnTo>
                    <a:lnTo>
                      <a:pt x="102" y="708"/>
                    </a:lnTo>
                    <a:lnTo>
                      <a:pt x="96" y="732"/>
                    </a:lnTo>
                    <a:lnTo>
                      <a:pt x="72" y="750"/>
                    </a:lnTo>
                    <a:lnTo>
                      <a:pt x="72" y="762"/>
                    </a:lnTo>
                    <a:lnTo>
                      <a:pt x="60" y="774"/>
                    </a:lnTo>
                    <a:lnTo>
                      <a:pt x="48" y="780"/>
                    </a:lnTo>
                    <a:lnTo>
                      <a:pt x="42" y="786"/>
                    </a:lnTo>
                    <a:lnTo>
                      <a:pt x="30" y="792"/>
                    </a:lnTo>
                    <a:lnTo>
                      <a:pt x="24" y="798"/>
                    </a:lnTo>
                    <a:lnTo>
                      <a:pt x="18" y="798"/>
                    </a:lnTo>
                    <a:lnTo>
                      <a:pt x="18" y="804"/>
                    </a:lnTo>
                    <a:lnTo>
                      <a:pt x="12" y="810"/>
                    </a:lnTo>
                    <a:lnTo>
                      <a:pt x="0" y="834"/>
                    </a:lnTo>
                    <a:lnTo>
                      <a:pt x="0" y="864"/>
                    </a:lnTo>
                    <a:lnTo>
                      <a:pt x="30" y="834"/>
                    </a:lnTo>
                    <a:lnTo>
                      <a:pt x="30" y="816"/>
                    </a:lnTo>
                    <a:lnTo>
                      <a:pt x="36" y="810"/>
                    </a:lnTo>
                    <a:lnTo>
                      <a:pt x="42" y="810"/>
                    </a:lnTo>
                    <a:lnTo>
                      <a:pt x="78" y="798"/>
                    </a:lnTo>
                    <a:lnTo>
                      <a:pt x="84" y="792"/>
                    </a:lnTo>
                    <a:lnTo>
                      <a:pt x="84" y="762"/>
                    </a:lnTo>
                    <a:lnTo>
                      <a:pt x="90" y="750"/>
                    </a:lnTo>
                    <a:lnTo>
                      <a:pt x="96" y="744"/>
                    </a:lnTo>
                    <a:lnTo>
                      <a:pt x="114" y="738"/>
                    </a:lnTo>
                    <a:lnTo>
                      <a:pt x="126" y="732"/>
                    </a:lnTo>
                    <a:lnTo>
                      <a:pt x="144" y="720"/>
                    </a:lnTo>
                    <a:lnTo>
                      <a:pt x="162" y="714"/>
                    </a:lnTo>
                    <a:lnTo>
                      <a:pt x="168" y="702"/>
                    </a:lnTo>
                    <a:lnTo>
                      <a:pt x="174" y="696"/>
                    </a:lnTo>
                    <a:lnTo>
                      <a:pt x="174" y="684"/>
                    </a:lnTo>
                    <a:lnTo>
                      <a:pt x="156" y="648"/>
                    </a:lnTo>
                    <a:lnTo>
                      <a:pt x="156" y="624"/>
                    </a:lnTo>
                    <a:lnTo>
                      <a:pt x="162" y="612"/>
                    </a:lnTo>
                    <a:lnTo>
                      <a:pt x="162" y="600"/>
                    </a:lnTo>
                    <a:close/>
                    <a:moveTo>
                      <a:pt x="330" y="1026"/>
                    </a:moveTo>
                    <a:lnTo>
                      <a:pt x="372" y="1056"/>
                    </a:lnTo>
                    <a:lnTo>
                      <a:pt x="372" y="1020"/>
                    </a:lnTo>
                    <a:lnTo>
                      <a:pt x="348" y="1002"/>
                    </a:lnTo>
                    <a:lnTo>
                      <a:pt x="330" y="1026"/>
                    </a:lnTo>
                    <a:close/>
                    <a:moveTo>
                      <a:pt x="660" y="840"/>
                    </a:moveTo>
                    <a:lnTo>
                      <a:pt x="660" y="816"/>
                    </a:lnTo>
                    <a:lnTo>
                      <a:pt x="654" y="804"/>
                    </a:lnTo>
                    <a:lnTo>
                      <a:pt x="654" y="792"/>
                    </a:lnTo>
                    <a:lnTo>
                      <a:pt x="642" y="780"/>
                    </a:lnTo>
                    <a:lnTo>
                      <a:pt x="630" y="774"/>
                    </a:lnTo>
                    <a:lnTo>
                      <a:pt x="600" y="744"/>
                    </a:lnTo>
                    <a:lnTo>
                      <a:pt x="588" y="738"/>
                    </a:lnTo>
                    <a:lnTo>
                      <a:pt x="582" y="738"/>
                    </a:lnTo>
                    <a:lnTo>
                      <a:pt x="576" y="744"/>
                    </a:lnTo>
                    <a:lnTo>
                      <a:pt x="582" y="750"/>
                    </a:lnTo>
                    <a:lnTo>
                      <a:pt x="588" y="762"/>
                    </a:lnTo>
                    <a:lnTo>
                      <a:pt x="594" y="768"/>
                    </a:lnTo>
                    <a:lnTo>
                      <a:pt x="606" y="774"/>
                    </a:lnTo>
                    <a:lnTo>
                      <a:pt x="606" y="786"/>
                    </a:lnTo>
                    <a:lnTo>
                      <a:pt x="600" y="786"/>
                    </a:lnTo>
                    <a:lnTo>
                      <a:pt x="588" y="792"/>
                    </a:lnTo>
                    <a:lnTo>
                      <a:pt x="570" y="792"/>
                    </a:lnTo>
                    <a:lnTo>
                      <a:pt x="558" y="798"/>
                    </a:lnTo>
                    <a:lnTo>
                      <a:pt x="546" y="798"/>
                    </a:lnTo>
                    <a:lnTo>
                      <a:pt x="546" y="828"/>
                    </a:lnTo>
                    <a:lnTo>
                      <a:pt x="528" y="828"/>
                    </a:lnTo>
                    <a:lnTo>
                      <a:pt x="522" y="846"/>
                    </a:lnTo>
                    <a:lnTo>
                      <a:pt x="498" y="864"/>
                    </a:lnTo>
                    <a:lnTo>
                      <a:pt x="492" y="864"/>
                    </a:lnTo>
                    <a:lnTo>
                      <a:pt x="486" y="858"/>
                    </a:lnTo>
                    <a:lnTo>
                      <a:pt x="474" y="852"/>
                    </a:lnTo>
                    <a:lnTo>
                      <a:pt x="462" y="852"/>
                    </a:lnTo>
                    <a:lnTo>
                      <a:pt x="450" y="846"/>
                    </a:lnTo>
                    <a:lnTo>
                      <a:pt x="438" y="858"/>
                    </a:lnTo>
                    <a:lnTo>
                      <a:pt x="432" y="870"/>
                    </a:lnTo>
                    <a:lnTo>
                      <a:pt x="420" y="882"/>
                    </a:lnTo>
                    <a:lnTo>
                      <a:pt x="414" y="894"/>
                    </a:lnTo>
                    <a:lnTo>
                      <a:pt x="408" y="900"/>
                    </a:lnTo>
                    <a:lnTo>
                      <a:pt x="408" y="906"/>
                    </a:lnTo>
                    <a:lnTo>
                      <a:pt x="408" y="900"/>
                    </a:lnTo>
                    <a:lnTo>
                      <a:pt x="396" y="888"/>
                    </a:lnTo>
                    <a:lnTo>
                      <a:pt x="384" y="888"/>
                    </a:lnTo>
                    <a:lnTo>
                      <a:pt x="378" y="900"/>
                    </a:lnTo>
                    <a:lnTo>
                      <a:pt x="378" y="912"/>
                    </a:lnTo>
                    <a:lnTo>
                      <a:pt x="372" y="924"/>
                    </a:lnTo>
                    <a:lnTo>
                      <a:pt x="366" y="930"/>
                    </a:lnTo>
                    <a:lnTo>
                      <a:pt x="360" y="942"/>
                    </a:lnTo>
                    <a:lnTo>
                      <a:pt x="384" y="960"/>
                    </a:lnTo>
                    <a:lnTo>
                      <a:pt x="402" y="942"/>
                    </a:lnTo>
                    <a:lnTo>
                      <a:pt x="414" y="966"/>
                    </a:lnTo>
                    <a:lnTo>
                      <a:pt x="420" y="960"/>
                    </a:lnTo>
                    <a:lnTo>
                      <a:pt x="432" y="954"/>
                    </a:lnTo>
                    <a:lnTo>
                      <a:pt x="450" y="936"/>
                    </a:lnTo>
                    <a:lnTo>
                      <a:pt x="462" y="930"/>
                    </a:lnTo>
                    <a:lnTo>
                      <a:pt x="474" y="930"/>
                    </a:lnTo>
                    <a:lnTo>
                      <a:pt x="498" y="954"/>
                    </a:lnTo>
                    <a:lnTo>
                      <a:pt x="510" y="960"/>
                    </a:lnTo>
                    <a:lnTo>
                      <a:pt x="492" y="978"/>
                    </a:lnTo>
                    <a:lnTo>
                      <a:pt x="492" y="990"/>
                    </a:lnTo>
                    <a:lnTo>
                      <a:pt x="510" y="1026"/>
                    </a:lnTo>
                    <a:lnTo>
                      <a:pt x="522" y="1044"/>
                    </a:lnTo>
                    <a:lnTo>
                      <a:pt x="534" y="1056"/>
                    </a:lnTo>
                    <a:lnTo>
                      <a:pt x="546" y="1062"/>
                    </a:lnTo>
                    <a:lnTo>
                      <a:pt x="558" y="1062"/>
                    </a:lnTo>
                    <a:lnTo>
                      <a:pt x="570" y="1068"/>
                    </a:lnTo>
                    <a:lnTo>
                      <a:pt x="582" y="1068"/>
                    </a:lnTo>
                    <a:lnTo>
                      <a:pt x="606" y="1050"/>
                    </a:lnTo>
                    <a:lnTo>
                      <a:pt x="606" y="1074"/>
                    </a:lnTo>
                    <a:lnTo>
                      <a:pt x="630" y="1074"/>
                    </a:lnTo>
                    <a:lnTo>
                      <a:pt x="630" y="1038"/>
                    </a:lnTo>
                    <a:lnTo>
                      <a:pt x="624" y="1032"/>
                    </a:lnTo>
                    <a:lnTo>
                      <a:pt x="606" y="996"/>
                    </a:lnTo>
                    <a:lnTo>
                      <a:pt x="606" y="984"/>
                    </a:lnTo>
                    <a:lnTo>
                      <a:pt x="612" y="972"/>
                    </a:lnTo>
                    <a:lnTo>
                      <a:pt x="624" y="960"/>
                    </a:lnTo>
                    <a:lnTo>
                      <a:pt x="654" y="1014"/>
                    </a:lnTo>
                    <a:lnTo>
                      <a:pt x="654" y="1008"/>
                    </a:lnTo>
                    <a:lnTo>
                      <a:pt x="660" y="1002"/>
                    </a:lnTo>
                    <a:lnTo>
                      <a:pt x="672" y="978"/>
                    </a:lnTo>
                    <a:lnTo>
                      <a:pt x="678" y="960"/>
                    </a:lnTo>
                    <a:lnTo>
                      <a:pt x="678" y="936"/>
                    </a:lnTo>
                    <a:lnTo>
                      <a:pt x="672" y="918"/>
                    </a:lnTo>
                    <a:lnTo>
                      <a:pt x="666" y="912"/>
                    </a:lnTo>
                    <a:lnTo>
                      <a:pt x="660" y="900"/>
                    </a:lnTo>
                    <a:lnTo>
                      <a:pt x="660" y="840"/>
                    </a:lnTo>
                    <a:close/>
                    <a:moveTo>
                      <a:pt x="330" y="384"/>
                    </a:moveTo>
                    <a:lnTo>
                      <a:pt x="348" y="384"/>
                    </a:lnTo>
                    <a:lnTo>
                      <a:pt x="354" y="390"/>
                    </a:lnTo>
                    <a:lnTo>
                      <a:pt x="366" y="396"/>
                    </a:lnTo>
                    <a:lnTo>
                      <a:pt x="366" y="408"/>
                    </a:lnTo>
                    <a:lnTo>
                      <a:pt x="372" y="420"/>
                    </a:lnTo>
                    <a:lnTo>
                      <a:pt x="384" y="438"/>
                    </a:lnTo>
                    <a:lnTo>
                      <a:pt x="396" y="450"/>
                    </a:lnTo>
                    <a:lnTo>
                      <a:pt x="414" y="462"/>
                    </a:lnTo>
                    <a:lnTo>
                      <a:pt x="432" y="462"/>
                    </a:lnTo>
                    <a:lnTo>
                      <a:pt x="444" y="438"/>
                    </a:lnTo>
                    <a:lnTo>
                      <a:pt x="444" y="426"/>
                    </a:lnTo>
                    <a:lnTo>
                      <a:pt x="432" y="402"/>
                    </a:lnTo>
                    <a:lnTo>
                      <a:pt x="420" y="396"/>
                    </a:lnTo>
                    <a:lnTo>
                      <a:pt x="408" y="396"/>
                    </a:lnTo>
                    <a:lnTo>
                      <a:pt x="408" y="390"/>
                    </a:lnTo>
                    <a:lnTo>
                      <a:pt x="414" y="384"/>
                    </a:lnTo>
                    <a:lnTo>
                      <a:pt x="414" y="378"/>
                    </a:lnTo>
                    <a:lnTo>
                      <a:pt x="420" y="372"/>
                    </a:lnTo>
                    <a:lnTo>
                      <a:pt x="408" y="372"/>
                    </a:lnTo>
                    <a:lnTo>
                      <a:pt x="396" y="366"/>
                    </a:lnTo>
                    <a:lnTo>
                      <a:pt x="390" y="360"/>
                    </a:lnTo>
                    <a:lnTo>
                      <a:pt x="372" y="360"/>
                    </a:lnTo>
                    <a:lnTo>
                      <a:pt x="366" y="366"/>
                    </a:lnTo>
                    <a:lnTo>
                      <a:pt x="354" y="372"/>
                    </a:lnTo>
                    <a:lnTo>
                      <a:pt x="342" y="360"/>
                    </a:lnTo>
                    <a:lnTo>
                      <a:pt x="330" y="354"/>
                    </a:lnTo>
                    <a:lnTo>
                      <a:pt x="312" y="354"/>
                    </a:lnTo>
                    <a:lnTo>
                      <a:pt x="300" y="366"/>
                    </a:lnTo>
                    <a:lnTo>
                      <a:pt x="288" y="372"/>
                    </a:lnTo>
                    <a:lnTo>
                      <a:pt x="282" y="372"/>
                    </a:lnTo>
                    <a:lnTo>
                      <a:pt x="264" y="354"/>
                    </a:lnTo>
                    <a:lnTo>
                      <a:pt x="258" y="342"/>
                    </a:lnTo>
                    <a:lnTo>
                      <a:pt x="258" y="252"/>
                    </a:lnTo>
                    <a:lnTo>
                      <a:pt x="270" y="228"/>
                    </a:lnTo>
                    <a:lnTo>
                      <a:pt x="270" y="222"/>
                    </a:lnTo>
                    <a:lnTo>
                      <a:pt x="288" y="204"/>
                    </a:lnTo>
                    <a:lnTo>
                      <a:pt x="288" y="174"/>
                    </a:lnTo>
                    <a:lnTo>
                      <a:pt x="276" y="150"/>
                    </a:lnTo>
                    <a:lnTo>
                      <a:pt x="276" y="126"/>
                    </a:lnTo>
                    <a:lnTo>
                      <a:pt x="282" y="108"/>
                    </a:lnTo>
                    <a:lnTo>
                      <a:pt x="282" y="72"/>
                    </a:lnTo>
                    <a:lnTo>
                      <a:pt x="264" y="54"/>
                    </a:lnTo>
                    <a:lnTo>
                      <a:pt x="264" y="36"/>
                    </a:lnTo>
                    <a:lnTo>
                      <a:pt x="258" y="30"/>
                    </a:lnTo>
                    <a:lnTo>
                      <a:pt x="258" y="6"/>
                    </a:lnTo>
                    <a:lnTo>
                      <a:pt x="252" y="0"/>
                    </a:lnTo>
                    <a:lnTo>
                      <a:pt x="240" y="0"/>
                    </a:lnTo>
                    <a:lnTo>
                      <a:pt x="234" y="6"/>
                    </a:lnTo>
                    <a:lnTo>
                      <a:pt x="234" y="12"/>
                    </a:lnTo>
                    <a:lnTo>
                      <a:pt x="228" y="18"/>
                    </a:lnTo>
                    <a:lnTo>
                      <a:pt x="216" y="24"/>
                    </a:lnTo>
                    <a:lnTo>
                      <a:pt x="204" y="24"/>
                    </a:lnTo>
                    <a:lnTo>
                      <a:pt x="192" y="18"/>
                    </a:lnTo>
                    <a:lnTo>
                      <a:pt x="186" y="12"/>
                    </a:lnTo>
                    <a:lnTo>
                      <a:pt x="174" y="12"/>
                    </a:lnTo>
                    <a:lnTo>
                      <a:pt x="162" y="18"/>
                    </a:lnTo>
                    <a:lnTo>
                      <a:pt x="162" y="36"/>
                    </a:lnTo>
                    <a:lnTo>
                      <a:pt x="156" y="42"/>
                    </a:lnTo>
                    <a:lnTo>
                      <a:pt x="156" y="48"/>
                    </a:lnTo>
                    <a:lnTo>
                      <a:pt x="144" y="72"/>
                    </a:lnTo>
                    <a:lnTo>
                      <a:pt x="132" y="84"/>
                    </a:lnTo>
                    <a:lnTo>
                      <a:pt x="132" y="96"/>
                    </a:lnTo>
                    <a:lnTo>
                      <a:pt x="138" y="102"/>
                    </a:lnTo>
                    <a:lnTo>
                      <a:pt x="144" y="114"/>
                    </a:lnTo>
                    <a:lnTo>
                      <a:pt x="150" y="132"/>
                    </a:lnTo>
                    <a:lnTo>
                      <a:pt x="156" y="138"/>
                    </a:lnTo>
                    <a:lnTo>
                      <a:pt x="156" y="150"/>
                    </a:lnTo>
                    <a:lnTo>
                      <a:pt x="150" y="162"/>
                    </a:lnTo>
                    <a:lnTo>
                      <a:pt x="150" y="168"/>
                    </a:lnTo>
                    <a:lnTo>
                      <a:pt x="144" y="174"/>
                    </a:lnTo>
                    <a:lnTo>
                      <a:pt x="138" y="186"/>
                    </a:lnTo>
                    <a:lnTo>
                      <a:pt x="138" y="198"/>
                    </a:lnTo>
                    <a:lnTo>
                      <a:pt x="150" y="210"/>
                    </a:lnTo>
                    <a:lnTo>
                      <a:pt x="150" y="216"/>
                    </a:lnTo>
                    <a:lnTo>
                      <a:pt x="144" y="222"/>
                    </a:lnTo>
                    <a:lnTo>
                      <a:pt x="138" y="222"/>
                    </a:lnTo>
                    <a:lnTo>
                      <a:pt x="126" y="228"/>
                    </a:lnTo>
                    <a:lnTo>
                      <a:pt x="120" y="228"/>
                    </a:lnTo>
                    <a:lnTo>
                      <a:pt x="120" y="210"/>
                    </a:lnTo>
                    <a:lnTo>
                      <a:pt x="114" y="204"/>
                    </a:lnTo>
                    <a:lnTo>
                      <a:pt x="114" y="252"/>
                    </a:lnTo>
                    <a:lnTo>
                      <a:pt x="150" y="306"/>
                    </a:lnTo>
                    <a:lnTo>
                      <a:pt x="174" y="330"/>
                    </a:lnTo>
                    <a:lnTo>
                      <a:pt x="186" y="348"/>
                    </a:lnTo>
                    <a:lnTo>
                      <a:pt x="204" y="384"/>
                    </a:lnTo>
                    <a:lnTo>
                      <a:pt x="216" y="402"/>
                    </a:lnTo>
                    <a:lnTo>
                      <a:pt x="228" y="408"/>
                    </a:lnTo>
                    <a:lnTo>
                      <a:pt x="252" y="408"/>
                    </a:lnTo>
                    <a:lnTo>
                      <a:pt x="258" y="396"/>
                    </a:lnTo>
                    <a:lnTo>
                      <a:pt x="270" y="390"/>
                    </a:lnTo>
                    <a:lnTo>
                      <a:pt x="276" y="384"/>
                    </a:lnTo>
                    <a:lnTo>
                      <a:pt x="288" y="384"/>
                    </a:lnTo>
                    <a:lnTo>
                      <a:pt x="294" y="396"/>
                    </a:lnTo>
                    <a:lnTo>
                      <a:pt x="306" y="402"/>
                    </a:lnTo>
                    <a:lnTo>
                      <a:pt x="324" y="420"/>
                    </a:lnTo>
                    <a:lnTo>
                      <a:pt x="342" y="420"/>
                    </a:lnTo>
                    <a:lnTo>
                      <a:pt x="342" y="402"/>
                    </a:lnTo>
                    <a:lnTo>
                      <a:pt x="336" y="396"/>
                    </a:lnTo>
                    <a:lnTo>
                      <a:pt x="330" y="384"/>
                    </a:lnTo>
                    <a:close/>
                    <a:moveTo>
                      <a:pt x="258" y="432"/>
                    </a:moveTo>
                    <a:lnTo>
                      <a:pt x="246" y="426"/>
                    </a:lnTo>
                    <a:lnTo>
                      <a:pt x="204" y="426"/>
                    </a:lnTo>
                    <a:lnTo>
                      <a:pt x="234" y="468"/>
                    </a:lnTo>
                    <a:lnTo>
                      <a:pt x="258" y="534"/>
                    </a:lnTo>
                    <a:lnTo>
                      <a:pt x="270" y="528"/>
                    </a:lnTo>
                    <a:lnTo>
                      <a:pt x="276" y="516"/>
                    </a:lnTo>
                    <a:lnTo>
                      <a:pt x="282" y="510"/>
                    </a:lnTo>
                    <a:lnTo>
                      <a:pt x="282" y="486"/>
                    </a:lnTo>
                    <a:lnTo>
                      <a:pt x="276" y="480"/>
                    </a:lnTo>
                    <a:lnTo>
                      <a:pt x="270" y="468"/>
                    </a:lnTo>
                    <a:lnTo>
                      <a:pt x="270" y="450"/>
                    </a:lnTo>
                    <a:lnTo>
                      <a:pt x="264" y="438"/>
                    </a:lnTo>
                    <a:lnTo>
                      <a:pt x="258" y="432"/>
                    </a:lnTo>
                    <a:close/>
                    <a:moveTo>
                      <a:pt x="330" y="648"/>
                    </a:moveTo>
                    <a:lnTo>
                      <a:pt x="336" y="660"/>
                    </a:lnTo>
                    <a:lnTo>
                      <a:pt x="354" y="678"/>
                    </a:lnTo>
                    <a:lnTo>
                      <a:pt x="360" y="672"/>
                    </a:lnTo>
                    <a:lnTo>
                      <a:pt x="372" y="666"/>
                    </a:lnTo>
                    <a:lnTo>
                      <a:pt x="378" y="660"/>
                    </a:lnTo>
                    <a:lnTo>
                      <a:pt x="384" y="660"/>
                    </a:lnTo>
                    <a:lnTo>
                      <a:pt x="390" y="666"/>
                    </a:lnTo>
                    <a:lnTo>
                      <a:pt x="390" y="696"/>
                    </a:lnTo>
                    <a:lnTo>
                      <a:pt x="402" y="708"/>
                    </a:lnTo>
                    <a:lnTo>
                      <a:pt x="396" y="720"/>
                    </a:lnTo>
                    <a:lnTo>
                      <a:pt x="390" y="726"/>
                    </a:lnTo>
                    <a:lnTo>
                      <a:pt x="372" y="762"/>
                    </a:lnTo>
                    <a:lnTo>
                      <a:pt x="372" y="786"/>
                    </a:lnTo>
                    <a:lnTo>
                      <a:pt x="378" y="792"/>
                    </a:lnTo>
                    <a:lnTo>
                      <a:pt x="384" y="804"/>
                    </a:lnTo>
                    <a:lnTo>
                      <a:pt x="396" y="804"/>
                    </a:lnTo>
                    <a:lnTo>
                      <a:pt x="408" y="798"/>
                    </a:lnTo>
                    <a:lnTo>
                      <a:pt x="420" y="798"/>
                    </a:lnTo>
                    <a:lnTo>
                      <a:pt x="432" y="792"/>
                    </a:lnTo>
                    <a:lnTo>
                      <a:pt x="438" y="786"/>
                    </a:lnTo>
                    <a:lnTo>
                      <a:pt x="438" y="768"/>
                    </a:lnTo>
                    <a:lnTo>
                      <a:pt x="432" y="756"/>
                    </a:lnTo>
                    <a:lnTo>
                      <a:pt x="426" y="738"/>
                    </a:lnTo>
                    <a:lnTo>
                      <a:pt x="426" y="726"/>
                    </a:lnTo>
                    <a:lnTo>
                      <a:pt x="432" y="714"/>
                    </a:lnTo>
                    <a:lnTo>
                      <a:pt x="444" y="678"/>
                    </a:lnTo>
                    <a:lnTo>
                      <a:pt x="444" y="660"/>
                    </a:lnTo>
                    <a:lnTo>
                      <a:pt x="438" y="648"/>
                    </a:lnTo>
                    <a:lnTo>
                      <a:pt x="432" y="642"/>
                    </a:lnTo>
                    <a:lnTo>
                      <a:pt x="426" y="642"/>
                    </a:lnTo>
                    <a:lnTo>
                      <a:pt x="414" y="654"/>
                    </a:lnTo>
                    <a:lnTo>
                      <a:pt x="402" y="660"/>
                    </a:lnTo>
                    <a:lnTo>
                      <a:pt x="396" y="660"/>
                    </a:lnTo>
                    <a:lnTo>
                      <a:pt x="396" y="648"/>
                    </a:lnTo>
                    <a:lnTo>
                      <a:pt x="408" y="624"/>
                    </a:lnTo>
                    <a:lnTo>
                      <a:pt x="408" y="612"/>
                    </a:lnTo>
                    <a:lnTo>
                      <a:pt x="414" y="600"/>
                    </a:lnTo>
                    <a:lnTo>
                      <a:pt x="414" y="594"/>
                    </a:lnTo>
                    <a:lnTo>
                      <a:pt x="408" y="588"/>
                    </a:lnTo>
                    <a:lnTo>
                      <a:pt x="372" y="570"/>
                    </a:lnTo>
                    <a:lnTo>
                      <a:pt x="366" y="564"/>
                    </a:lnTo>
                    <a:lnTo>
                      <a:pt x="330" y="564"/>
                    </a:lnTo>
                    <a:lnTo>
                      <a:pt x="324" y="570"/>
                    </a:lnTo>
                    <a:lnTo>
                      <a:pt x="324" y="576"/>
                    </a:lnTo>
                    <a:lnTo>
                      <a:pt x="330" y="582"/>
                    </a:lnTo>
                    <a:lnTo>
                      <a:pt x="336" y="582"/>
                    </a:lnTo>
                    <a:lnTo>
                      <a:pt x="342" y="594"/>
                    </a:lnTo>
                    <a:lnTo>
                      <a:pt x="342" y="600"/>
                    </a:lnTo>
                    <a:lnTo>
                      <a:pt x="336" y="606"/>
                    </a:lnTo>
                    <a:lnTo>
                      <a:pt x="336" y="618"/>
                    </a:lnTo>
                    <a:lnTo>
                      <a:pt x="330" y="630"/>
                    </a:lnTo>
                    <a:lnTo>
                      <a:pt x="330" y="64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4" name="Peru" descr="© INSCALE GmbH, 05.05.2010&#10;http://www.presentationload.com/">
                <a:extLst>
                  <a:ext uri="{FF2B5EF4-FFF2-40B4-BE49-F238E27FC236}">
                    <a16:creationId xmlns:a16="http://schemas.microsoft.com/office/drawing/2014/main" id="{9088C931-66D2-763B-329B-B22A6F77803F}"/>
                  </a:ext>
                </a:extLst>
              </p:cNvPr>
              <p:cNvSpPr>
                <a:spLocks/>
              </p:cNvSpPr>
              <p:nvPr/>
            </p:nvSpPr>
            <p:spPr bwMode="gray">
              <a:xfrm>
                <a:off x="2041480" y="3216997"/>
                <a:ext cx="357252" cy="564787"/>
              </a:xfrm>
              <a:custGeom>
                <a:avLst/>
                <a:gdLst>
                  <a:gd name="T0" fmla="*/ 2147483647 w 942"/>
                  <a:gd name="T1" fmla="*/ 2147483647 h 1488"/>
                  <a:gd name="T2" fmla="*/ 2147483647 w 942"/>
                  <a:gd name="T3" fmla="*/ 2147483647 h 1488"/>
                  <a:gd name="T4" fmla="*/ 2147483647 w 942"/>
                  <a:gd name="T5" fmla="*/ 2147483647 h 1488"/>
                  <a:gd name="T6" fmla="*/ 2147483647 w 942"/>
                  <a:gd name="T7" fmla="*/ 2147483647 h 1488"/>
                  <a:gd name="T8" fmla="*/ 2147483647 w 942"/>
                  <a:gd name="T9" fmla="*/ 2147483647 h 1488"/>
                  <a:gd name="T10" fmla="*/ 2147483647 w 942"/>
                  <a:gd name="T11" fmla="*/ 2147483647 h 1488"/>
                  <a:gd name="T12" fmla="*/ 2147483647 w 942"/>
                  <a:gd name="T13" fmla="*/ 2147483647 h 1488"/>
                  <a:gd name="T14" fmla="*/ 2147483647 w 942"/>
                  <a:gd name="T15" fmla="*/ 2147483647 h 1488"/>
                  <a:gd name="T16" fmla="*/ 2147483647 w 942"/>
                  <a:gd name="T17" fmla="*/ 2147483647 h 1488"/>
                  <a:gd name="T18" fmla="*/ 2147483647 w 942"/>
                  <a:gd name="T19" fmla="*/ 2147483647 h 1488"/>
                  <a:gd name="T20" fmla="*/ 2147483647 w 942"/>
                  <a:gd name="T21" fmla="*/ 2147483647 h 1488"/>
                  <a:gd name="T22" fmla="*/ 2147483647 w 942"/>
                  <a:gd name="T23" fmla="*/ 2147483647 h 1488"/>
                  <a:gd name="T24" fmla="*/ 2147483647 w 942"/>
                  <a:gd name="T25" fmla="*/ 2147483647 h 1488"/>
                  <a:gd name="T26" fmla="*/ 2147483647 w 942"/>
                  <a:gd name="T27" fmla="*/ 2147483647 h 1488"/>
                  <a:gd name="T28" fmla="*/ 2147483647 w 942"/>
                  <a:gd name="T29" fmla="*/ 2147483647 h 1488"/>
                  <a:gd name="T30" fmla="*/ 2147483647 w 942"/>
                  <a:gd name="T31" fmla="*/ 2147483647 h 1488"/>
                  <a:gd name="T32" fmla="*/ 2147483647 w 942"/>
                  <a:gd name="T33" fmla="*/ 2147483647 h 1488"/>
                  <a:gd name="T34" fmla="*/ 2147483647 w 942"/>
                  <a:gd name="T35" fmla="*/ 2147483647 h 1488"/>
                  <a:gd name="T36" fmla="*/ 2147483647 w 942"/>
                  <a:gd name="T37" fmla="*/ 2147483647 h 1488"/>
                  <a:gd name="T38" fmla="*/ 2147483647 w 942"/>
                  <a:gd name="T39" fmla="*/ 2147483647 h 1488"/>
                  <a:gd name="T40" fmla="*/ 2147483647 w 942"/>
                  <a:gd name="T41" fmla="*/ 2147483647 h 1488"/>
                  <a:gd name="T42" fmla="*/ 2147483647 w 942"/>
                  <a:gd name="T43" fmla="*/ 2147483647 h 1488"/>
                  <a:gd name="T44" fmla="*/ 2147483647 w 942"/>
                  <a:gd name="T45" fmla="*/ 2147483647 h 1488"/>
                  <a:gd name="T46" fmla="*/ 2147483647 w 942"/>
                  <a:gd name="T47" fmla="*/ 2147483647 h 1488"/>
                  <a:gd name="T48" fmla="*/ 2147483647 w 942"/>
                  <a:gd name="T49" fmla="*/ 2147483647 h 1488"/>
                  <a:gd name="T50" fmla="*/ 2147483647 w 942"/>
                  <a:gd name="T51" fmla="*/ 2147483647 h 1488"/>
                  <a:gd name="T52" fmla="*/ 2147483647 w 942"/>
                  <a:gd name="T53" fmla="*/ 2147483647 h 1488"/>
                  <a:gd name="T54" fmla="*/ 2147483647 w 942"/>
                  <a:gd name="T55" fmla="*/ 2147483647 h 1488"/>
                  <a:gd name="T56" fmla="*/ 2147483647 w 942"/>
                  <a:gd name="T57" fmla="*/ 2147483647 h 1488"/>
                  <a:gd name="T58" fmla="*/ 2147483647 w 942"/>
                  <a:gd name="T59" fmla="*/ 2147483647 h 1488"/>
                  <a:gd name="T60" fmla="*/ 2147483647 w 942"/>
                  <a:gd name="T61" fmla="*/ 2147483647 h 1488"/>
                  <a:gd name="T62" fmla="*/ 2147483647 w 942"/>
                  <a:gd name="T63" fmla="*/ 0 h 1488"/>
                  <a:gd name="T64" fmla="*/ 2147483647 w 942"/>
                  <a:gd name="T65" fmla="*/ 2147483647 h 1488"/>
                  <a:gd name="T66" fmla="*/ 2147483647 w 942"/>
                  <a:gd name="T67" fmla="*/ 2147483647 h 1488"/>
                  <a:gd name="T68" fmla="*/ 2147483647 w 942"/>
                  <a:gd name="T69" fmla="*/ 2147483647 h 1488"/>
                  <a:gd name="T70" fmla="*/ 2147483647 w 942"/>
                  <a:gd name="T71" fmla="*/ 2147483647 h 1488"/>
                  <a:gd name="T72" fmla="*/ 2147483647 w 942"/>
                  <a:gd name="T73" fmla="*/ 2147483647 h 1488"/>
                  <a:gd name="T74" fmla="*/ 2147483647 w 942"/>
                  <a:gd name="T75" fmla="*/ 2147483647 h 1488"/>
                  <a:gd name="T76" fmla="*/ 2147483647 w 942"/>
                  <a:gd name="T77" fmla="*/ 2147483647 h 1488"/>
                  <a:gd name="T78" fmla="*/ 2147483647 w 942"/>
                  <a:gd name="T79" fmla="*/ 2147483647 h 1488"/>
                  <a:gd name="T80" fmla="*/ 2147483647 w 942"/>
                  <a:gd name="T81" fmla="*/ 2147483647 h 1488"/>
                  <a:gd name="T82" fmla="*/ 2147483647 w 942"/>
                  <a:gd name="T83" fmla="*/ 2147483647 h 1488"/>
                  <a:gd name="T84" fmla="*/ 0 w 942"/>
                  <a:gd name="T85" fmla="*/ 2147483647 h 1488"/>
                  <a:gd name="T86" fmla="*/ 2147483647 w 942"/>
                  <a:gd name="T87" fmla="*/ 2147483647 h 1488"/>
                  <a:gd name="T88" fmla="*/ 2147483647 w 942"/>
                  <a:gd name="T89" fmla="*/ 2147483647 h 1488"/>
                  <a:gd name="T90" fmla="*/ 2147483647 w 942"/>
                  <a:gd name="T91" fmla="*/ 2147483647 h 1488"/>
                  <a:gd name="T92" fmla="*/ 2147483647 w 942"/>
                  <a:gd name="T93" fmla="*/ 2147483647 h 1488"/>
                  <a:gd name="T94" fmla="*/ 2147483647 w 942"/>
                  <a:gd name="T95" fmla="*/ 2147483647 h 1488"/>
                  <a:gd name="T96" fmla="*/ 2147483647 w 942"/>
                  <a:gd name="T97" fmla="*/ 2147483647 h 1488"/>
                  <a:gd name="T98" fmla="*/ 2147483647 w 942"/>
                  <a:gd name="T99" fmla="*/ 2147483647 h 1488"/>
                  <a:gd name="T100" fmla="*/ 2147483647 w 942"/>
                  <a:gd name="T101" fmla="*/ 2147483647 h 1488"/>
                  <a:gd name="T102" fmla="*/ 2147483647 w 942"/>
                  <a:gd name="T103" fmla="*/ 2147483647 h 1488"/>
                  <a:gd name="T104" fmla="*/ 2147483647 w 942"/>
                  <a:gd name="T105" fmla="*/ 2147483647 h 1488"/>
                  <a:gd name="T106" fmla="*/ 2147483647 w 942"/>
                  <a:gd name="T107" fmla="*/ 2147483647 h 1488"/>
                  <a:gd name="T108" fmla="*/ 2147483647 w 942"/>
                  <a:gd name="T109" fmla="*/ 2147483647 h 1488"/>
                  <a:gd name="T110" fmla="*/ 2147483647 w 942"/>
                  <a:gd name="T111" fmla="*/ 2147483647 h 1488"/>
                  <a:gd name="T112" fmla="*/ 2147483647 w 942"/>
                  <a:gd name="T113" fmla="*/ 2147483647 h 1488"/>
                  <a:gd name="T114" fmla="*/ 2147483647 w 942"/>
                  <a:gd name="T115" fmla="*/ 2147483647 h 1488"/>
                  <a:gd name="T116" fmla="*/ 2147483647 w 942"/>
                  <a:gd name="T117" fmla="*/ 2147483647 h 1488"/>
                  <a:gd name="T118" fmla="*/ 2147483647 w 942"/>
                  <a:gd name="T119" fmla="*/ 2147483647 h 1488"/>
                  <a:gd name="T120" fmla="*/ 2147483647 w 942"/>
                  <a:gd name="T121" fmla="*/ 2147483647 h 14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42"/>
                  <a:gd name="T184" fmla="*/ 0 h 1488"/>
                  <a:gd name="T185" fmla="*/ 942 w 942"/>
                  <a:gd name="T186" fmla="*/ 1488 h 14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42" h="1488">
                    <a:moveTo>
                      <a:pt x="930" y="1320"/>
                    </a:moveTo>
                    <a:lnTo>
                      <a:pt x="924" y="1314"/>
                    </a:lnTo>
                    <a:lnTo>
                      <a:pt x="912" y="1308"/>
                    </a:lnTo>
                    <a:lnTo>
                      <a:pt x="888" y="1284"/>
                    </a:lnTo>
                    <a:lnTo>
                      <a:pt x="864" y="1284"/>
                    </a:lnTo>
                    <a:lnTo>
                      <a:pt x="858" y="1278"/>
                    </a:lnTo>
                    <a:lnTo>
                      <a:pt x="870" y="1260"/>
                    </a:lnTo>
                    <a:lnTo>
                      <a:pt x="870" y="1230"/>
                    </a:lnTo>
                    <a:lnTo>
                      <a:pt x="882" y="1230"/>
                    </a:lnTo>
                    <a:lnTo>
                      <a:pt x="906" y="1254"/>
                    </a:lnTo>
                    <a:lnTo>
                      <a:pt x="918" y="1236"/>
                    </a:lnTo>
                    <a:lnTo>
                      <a:pt x="918" y="1230"/>
                    </a:lnTo>
                    <a:lnTo>
                      <a:pt x="912" y="1224"/>
                    </a:lnTo>
                    <a:lnTo>
                      <a:pt x="906" y="1212"/>
                    </a:lnTo>
                    <a:lnTo>
                      <a:pt x="900" y="1194"/>
                    </a:lnTo>
                    <a:lnTo>
                      <a:pt x="912" y="1170"/>
                    </a:lnTo>
                    <a:lnTo>
                      <a:pt x="924" y="1158"/>
                    </a:lnTo>
                    <a:lnTo>
                      <a:pt x="930" y="1146"/>
                    </a:lnTo>
                    <a:lnTo>
                      <a:pt x="930" y="1140"/>
                    </a:lnTo>
                    <a:lnTo>
                      <a:pt x="924" y="1128"/>
                    </a:lnTo>
                    <a:lnTo>
                      <a:pt x="912" y="1116"/>
                    </a:lnTo>
                    <a:lnTo>
                      <a:pt x="906" y="1116"/>
                    </a:lnTo>
                    <a:lnTo>
                      <a:pt x="924" y="1086"/>
                    </a:lnTo>
                    <a:lnTo>
                      <a:pt x="912" y="1038"/>
                    </a:lnTo>
                    <a:lnTo>
                      <a:pt x="918" y="1032"/>
                    </a:lnTo>
                    <a:lnTo>
                      <a:pt x="924" y="1020"/>
                    </a:lnTo>
                    <a:lnTo>
                      <a:pt x="930" y="1014"/>
                    </a:lnTo>
                    <a:lnTo>
                      <a:pt x="930" y="1002"/>
                    </a:lnTo>
                    <a:lnTo>
                      <a:pt x="918" y="978"/>
                    </a:lnTo>
                    <a:lnTo>
                      <a:pt x="906" y="960"/>
                    </a:lnTo>
                    <a:lnTo>
                      <a:pt x="894" y="948"/>
                    </a:lnTo>
                    <a:lnTo>
                      <a:pt x="882" y="930"/>
                    </a:lnTo>
                    <a:lnTo>
                      <a:pt x="870" y="918"/>
                    </a:lnTo>
                    <a:lnTo>
                      <a:pt x="864" y="900"/>
                    </a:lnTo>
                    <a:lnTo>
                      <a:pt x="864" y="882"/>
                    </a:lnTo>
                    <a:lnTo>
                      <a:pt x="828" y="882"/>
                    </a:lnTo>
                    <a:lnTo>
                      <a:pt x="822" y="888"/>
                    </a:lnTo>
                    <a:lnTo>
                      <a:pt x="816" y="888"/>
                    </a:lnTo>
                    <a:lnTo>
                      <a:pt x="816" y="894"/>
                    </a:lnTo>
                    <a:lnTo>
                      <a:pt x="804" y="894"/>
                    </a:lnTo>
                    <a:lnTo>
                      <a:pt x="798" y="888"/>
                    </a:lnTo>
                    <a:lnTo>
                      <a:pt x="798" y="882"/>
                    </a:lnTo>
                    <a:lnTo>
                      <a:pt x="786" y="888"/>
                    </a:lnTo>
                    <a:lnTo>
                      <a:pt x="786" y="858"/>
                    </a:lnTo>
                    <a:lnTo>
                      <a:pt x="780" y="840"/>
                    </a:lnTo>
                    <a:lnTo>
                      <a:pt x="780" y="828"/>
                    </a:lnTo>
                    <a:lnTo>
                      <a:pt x="786" y="816"/>
                    </a:lnTo>
                    <a:lnTo>
                      <a:pt x="786" y="804"/>
                    </a:lnTo>
                    <a:lnTo>
                      <a:pt x="792" y="798"/>
                    </a:lnTo>
                    <a:lnTo>
                      <a:pt x="792" y="780"/>
                    </a:lnTo>
                    <a:lnTo>
                      <a:pt x="786" y="768"/>
                    </a:lnTo>
                    <a:lnTo>
                      <a:pt x="786" y="756"/>
                    </a:lnTo>
                    <a:lnTo>
                      <a:pt x="732" y="804"/>
                    </a:lnTo>
                    <a:lnTo>
                      <a:pt x="672" y="810"/>
                    </a:lnTo>
                    <a:lnTo>
                      <a:pt x="672" y="804"/>
                    </a:lnTo>
                    <a:lnTo>
                      <a:pt x="666" y="798"/>
                    </a:lnTo>
                    <a:lnTo>
                      <a:pt x="660" y="786"/>
                    </a:lnTo>
                    <a:lnTo>
                      <a:pt x="660" y="774"/>
                    </a:lnTo>
                    <a:lnTo>
                      <a:pt x="654" y="768"/>
                    </a:lnTo>
                    <a:lnTo>
                      <a:pt x="648" y="768"/>
                    </a:lnTo>
                    <a:lnTo>
                      <a:pt x="636" y="762"/>
                    </a:lnTo>
                    <a:lnTo>
                      <a:pt x="594" y="762"/>
                    </a:lnTo>
                    <a:lnTo>
                      <a:pt x="600" y="756"/>
                    </a:lnTo>
                    <a:lnTo>
                      <a:pt x="612" y="750"/>
                    </a:lnTo>
                    <a:lnTo>
                      <a:pt x="618" y="738"/>
                    </a:lnTo>
                    <a:lnTo>
                      <a:pt x="624" y="732"/>
                    </a:lnTo>
                    <a:lnTo>
                      <a:pt x="600" y="708"/>
                    </a:lnTo>
                    <a:lnTo>
                      <a:pt x="588" y="702"/>
                    </a:lnTo>
                    <a:lnTo>
                      <a:pt x="576" y="690"/>
                    </a:lnTo>
                    <a:lnTo>
                      <a:pt x="564" y="666"/>
                    </a:lnTo>
                    <a:lnTo>
                      <a:pt x="558" y="660"/>
                    </a:lnTo>
                    <a:lnTo>
                      <a:pt x="558" y="654"/>
                    </a:lnTo>
                    <a:lnTo>
                      <a:pt x="552" y="630"/>
                    </a:lnTo>
                    <a:lnTo>
                      <a:pt x="540" y="624"/>
                    </a:lnTo>
                    <a:lnTo>
                      <a:pt x="534" y="618"/>
                    </a:lnTo>
                    <a:lnTo>
                      <a:pt x="534" y="606"/>
                    </a:lnTo>
                    <a:lnTo>
                      <a:pt x="540" y="600"/>
                    </a:lnTo>
                    <a:lnTo>
                      <a:pt x="552" y="594"/>
                    </a:lnTo>
                    <a:lnTo>
                      <a:pt x="546" y="588"/>
                    </a:lnTo>
                    <a:lnTo>
                      <a:pt x="546" y="564"/>
                    </a:lnTo>
                    <a:lnTo>
                      <a:pt x="552" y="552"/>
                    </a:lnTo>
                    <a:lnTo>
                      <a:pt x="582" y="522"/>
                    </a:lnTo>
                    <a:lnTo>
                      <a:pt x="588" y="528"/>
                    </a:lnTo>
                    <a:lnTo>
                      <a:pt x="594" y="528"/>
                    </a:lnTo>
                    <a:lnTo>
                      <a:pt x="588" y="522"/>
                    </a:lnTo>
                    <a:lnTo>
                      <a:pt x="588" y="504"/>
                    </a:lnTo>
                    <a:lnTo>
                      <a:pt x="582" y="498"/>
                    </a:lnTo>
                    <a:lnTo>
                      <a:pt x="582" y="486"/>
                    </a:lnTo>
                    <a:lnTo>
                      <a:pt x="600" y="468"/>
                    </a:lnTo>
                    <a:lnTo>
                      <a:pt x="600" y="414"/>
                    </a:lnTo>
                    <a:lnTo>
                      <a:pt x="624" y="414"/>
                    </a:lnTo>
                    <a:lnTo>
                      <a:pt x="624" y="408"/>
                    </a:lnTo>
                    <a:lnTo>
                      <a:pt x="630" y="402"/>
                    </a:lnTo>
                    <a:lnTo>
                      <a:pt x="630" y="396"/>
                    </a:lnTo>
                    <a:lnTo>
                      <a:pt x="642" y="384"/>
                    </a:lnTo>
                    <a:lnTo>
                      <a:pt x="654" y="378"/>
                    </a:lnTo>
                    <a:lnTo>
                      <a:pt x="660" y="372"/>
                    </a:lnTo>
                    <a:lnTo>
                      <a:pt x="672" y="366"/>
                    </a:lnTo>
                    <a:lnTo>
                      <a:pt x="702" y="366"/>
                    </a:lnTo>
                    <a:lnTo>
                      <a:pt x="708" y="354"/>
                    </a:lnTo>
                    <a:lnTo>
                      <a:pt x="738" y="360"/>
                    </a:lnTo>
                    <a:lnTo>
                      <a:pt x="744" y="354"/>
                    </a:lnTo>
                    <a:lnTo>
                      <a:pt x="750" y="342"/>
                    </a:lnTo>
                    <a:lnTo>
                      <a:pt x="756" y="336"/>
                    </a:lnTo>
                    <a:lnTo>
                      <a:pt x="774" y="336"/>
                    </a:lnTo>
                    <a:lnTo>
                      <a:pt x="786" y="348"/>
                    </a:lnTo>
                    <a:lnTo>
                      <a:pt x="786" y="354"/>
                    </a:lnTo>
                    <a:lnTo>
                      <a:pt x="804" y="354"/>
                    </a:lnTo>
                    <a:lnTo>
                      <a:pt x="816" y="342"/>
                    </a:lnTo>
                    <a:lnTo>
                      <a:pt x="798" y="330"/>
                    </a:lnTo>
                    <a:lnTo>
                      <a:pt x="786" y="312"/>
                    </a:lnTo>
                    <a:lnTo>
                      <a:pt x="768" y="312"/>
                    </a:lnTo>
                    <a:lnTo>
                      <a:pt x="762" y="306"/>
                    </a:lnTo>
                    <a:lnTo>
                      <a:pt x="762" y="288"/>
                    </a:lnTo>
                    <a:lnTo>
                      <a:pt x="774" y="264"/>
                    </a:lnTo>
                    <a:lnTo>
                      <a:pt x="774" y="258"/>
                    </a:lnTo>
                    <a:lnTo>
                      <a:pt x="780" y="252"/>
                    </a:lnTo>
                    <a:lnTo>
                      <a:pt x="786" y="252"/>
                    </a:lnTo>
                    <a:lnTo>
                      <a:pt x="792" y="246"/>
                    </a:lnTo>
                    <a:lnTo>
                      <a:pt x="798" y="234"/>
                    </a:lnTo>
                    <a:lnTo>
                      <a:pt x="798" y="216"/>
                    </a:lnTo>
                    <a:lnTo>
                      <a:pt x="792" y="210"/>
                    </a:lnTo>
                    <a:lnTo>
                      <a:pt x="780" y="204"/>
                    </a:lnTo>
                    <a:lnTo>
                      <a:pt x="756" y="204"/>
                    </a:lnTo>
                    <a:lnTo>
                      <a:pt x="750" y="198"/>
                    </a:lnTo>
                    <a:lnTo>
                      <a:pt x="744" y="186"/>
                    </a:lnTo>
                    <a:lnTo>
                      <a:pt x="744" y="180"/>
                    </a:lnTo>
                    <a:lnTo>
                      <a:pt x="732" y="180"/>
                    </a:lnTo>
                    <a:lnTo>
                      <a:pt x="726" y="186"/>
                    </a:lnTo>
                    <a:lnTo>
                      <a:pt x="714" y="192"/>
                    </a:lnTo>
                    <a:lnTo>
                      <a:pt x="702" y="192"/>
                    </a:lnTo>
                    <a:lnTo>
                      <a:pt x="696" y="186"/>
                    </a:lnTo>
                    <a:lnTo>
                      <a:pt x="690" y="186"/>
                    </a:lnTo>
                    <a:lnTo>
                      <a:pt x="684" y="180"/>
                    </a:lnTo>
                    <a:lnTo>
                      <a:pt x="660" y="180"/>
                    </a:lnTo>
                    <a:lnTo>
                      <a:pt x="648" y="192"/>
                    </a:lnTo>
                    <a:lnTo>
                      <a:pt x="648" y="204"/>
                    </a:lnTo>
                    <a:lnTo>
                      <a:pt x="612" y="204"/>
                    </a:lnTo>
                    <a:lnTo>
                      <a:pt x="588" y="198"/>
                    </a:lnTo>
                    <a:lnTo>
                      <a:pt x="576" y="192"/>
                    </a:lnTo>
                    <a:lnTo>
                      <a:pt x="576" y="168"/>
                    </a:lnTo>
                    <a:lnTo>
                      <a:pt x="582" y="162"/>
                    </a:lnTo>
                    <a:lnTo>
                      <a:pt x="582" y="156"/>
                    </a:lnTo>
                    <a:lnTo>
                      <a:pt x="576" y="150"/>
                    </a:lnTo>
                    <a:lnTo>
                      <a:pt x="564" y="144"/>
                    </a:lnTo>
                    <a:lnTo>
                      <a:pt x="552" y="144"/>
                    </a:lnTo>
                    <a:lnTo>
                      <a:pt x="552" y="138"/>
                    </a:lnTo>
                    <a:lnTo>
                      <a:pt x="546" y="132"/>
                    </a:lnTo>
                    <a:lnTo>
                      <a:pt x="546" y="108"/>
                    </a:lnTo>
                    <a:lnTo>
                      <a:pt x="540" y="102"/>
                    </a:lnTo>
                    <a:lnTo>
                      <a:pt x="528" y="102"/>
                    </a:lnTo>
                    <a:lnTo>
                      <a:pt x="516" y="84"/>
                    </a:lnTo>
                    <a:lnTo>
                      <a:pt x="498" y="84"/>
                    </a:lnTo>
                    <a:lnTo>
                      <a:pt x="486" y="48"/>
                    </a:lnTo>
                    <a:lnTo>
                      <a:pt x="480" y="42"/>
                    </a:lnTo>
                    <a:lnTo>
                      <a:pt x="468" y="36"/>
                    </a:lnTo>
                    <a:lnTo>
                      <a:pt x="450" y="18"/>
                    </a:lnTo>
                    <a:lnTo>
                      <a:pt x="438" y="12"/>
                    </a:lnTo>
                    <a:lnTo>
                      <a:pt x="426" y="0"/>
                    </a:lnTo>
                    <a:lnTo>
                      <a:pt x="396" y="0"/>
                    </a:lnTo>
                    <a:lnTo>
                      <a:pt x="414" y="0"/>
                    </a:lnTo>
                    <a:lnTo>
                      <a:pt x="414" y="24"/>
                    </a:lnTo>
                    <a:lnTo>
                      <a:pt x="408" y="24"/>
                    </a:lnTo>
                    <a:lnTo>
                      <a:pt x="408" y="30"/>
                    </a:lnTo>
                    <a:lnTo>
                      <a:pt x="402" y="30"/>
                    </a:lnTo>
                    <a:lnTo>
                      <a:pt x="426" y="48"/>
                    </a:lnTo>
                    <a:lnTo>
                      <a:pt x="426" y="78"/>
                    </a:lnTo>
                    <a:lnTo>
                      <a:pt x="414" y="84"/>
                    </a:lnTo>
                    <a:lnTo>
                      <a:pt x="402" y="126"/>
                    </a:lnTo>
                    <a:lnTo>
                      <a:pt x="396" y="138"/>
                    </a:lnTo>
                    <a:lnTo>
                      <a:pt x="384" y="150"/>
                    </a:lnTo>
                    <a:lnTo>
                      <a:pt x="378" y="162"/>
                    </a:lnTo>
                    <a:lnTo>
                      <a:pt x="366" y="174"/>
                    </a:lnTo>
                    <a:lnTo>
                      <a:pt x="354" y="192"/>
                    </a:lnTo>
                    <a:lnTo>
                      <a:pt x="336" y="204"/>
                    </a:lnTo>
                    <a:lnTo>
                      <a:pt x="276" y="234"/>
                    </a:lnTo>
                    <a:lnTo>
                      <a:pt x="258" y="240"/>
                    </a:lnTo>
                    <a:lnTo>
                      <a:pt x="240" y="252"/>
                    </a:lnTo>
                    <a:lnTo>
                      <a:pt x="222" y="270"/>
                    </a:lnTo>
                    <a:lnTo>
                      <a:pt x="222" y="276"/>
                    </a:lnTo>
                    <a:lnTo>
                      <a:pt x="210" y="282"/>
                    </a:lnTo>
                    <a:lnTo>
                      <a:pt x="210" y="300"/>
                    </a:lnTo>
                    <a:lnTo>
                      <a:pt x="198" y="312"/>
                    </a:lnTo>
                    <a:lnTo>
                      <a:pt x="198" y="336"/>
                    </a:lnTo>
                    <a:lnTo>
                      <a:pt x="192" y="348"/>
                    </a:lnTo>
                    <a:lnTo>
                      <a:pt x="192" y="378"/>
                    </a:lnTo>
                    <a:lnTo>
                      <a:pt x="174" y="378"/>
                    </a:lnTo>
                    <a:lnTo>
                      <a:pt x="168" y="384"/>
                    </a:lnTo>
                    <a:lnTo>
                      <a:pt x="168" y="390"/>
                    </a:lnTo>
                    <a:lnTo>
                      <a:pt x="162" y="396"/>
                    </a:lnTo>
                    <a:lnTo>
                      <a:pt x="162" y="402"/>
                    </a:lnTo>
                    <a:lnTo>
                      <a:pt x="144" y="402"/>
                    </a:lnTo>
                    <a:lnTo>
                      <a:pt x="138" y="390"/>
                    </a:lnTo>
                    <a:lnTo>
                      <a:pt x="138" y="372"/>
                    </a:lnTo>
                    <a:lnTo>
                      <a:pt x="132" y="366"/>
                    </a:lnTo>
                    <a:lnTo>
                      <a:pt x="132" y="360"/>
                    </a:lnTo>
                    <a:lnTo>
                      <a:pt x="102" y="360"/>
                    </a:lnTo>
                    <a:lnTo>
                      <a:pt x="90" y="348"/>
                    </a:lnTo>
                    <a:lnTo>
                      <a:pt x="78" y="360"/>
                    </a:lnTo>
                    <a:lnTo>
                      <a:pt x="66" y="366"/>
                    </a:lnTo>
                    <a:lnTo>
                      <a:pt x="60" y="366"/>
                    </a:lnTo>
                    <a:lnTo>
                      <a:pt x="54" y="360"/>
                    </a:lnTo>
                    <a:lnTo>
                      <a:pt x="66" y="348"/>
                    </a:lnTo>
                    <a:lnTo>
                      <a:pt x="54" y="336"/>
                    </a:lnTo>
                    <a:lnTo>
                      <a:pt x="60" y="330"/>
                    </a:lnTo>
                    <a:lnTo>
                      <a:pt x="66" y="318"/>
                    </a:lnTo>
                    <a:lnTo>
                      <a:pt x="78" y="312"/>
                    </a:lnTo>
                    <a:lnTo>
                      <a:pt x="84" y="300"/>
                    </a:lnTo>
                    <a:lnTo>
                      <a:pt x="90" y="294"/>
                    </a:lnTo>
                    <a:lnTo>
                      <a:pt x="90" y="288"/>
                    </a:lnTo>
                    <a:lnTo>
                      <a:pt x="84" y="288"/>
                    </a:lnTo>
                    <a:lnTo>
                      <a:pt x="72" y="282"/>
                    </a:lnTo>
                    <a:lnTo>
                      <a:pt x="66" y="282"/>
                    </a:lnTo>
                    <a:lnTo>
                      <a:pt x="6" y="342"/>
                    </a:lnTo>
                    <a:lnTo>
                      <a:pt x="0" y="354"/>
                    </a:lnTo>
                    <a:lnTo>
                      <a:pt x="0" y="390"/>
                    </a:lnTo>
                    <a:lnTo>
                      <a:pt x="6" y="396"/>
                    </a:lnTo>
                    <a:lnTo>
                      <a:pt x="18" y="396"/>
                    </a:lnTo>
                    <a:lnTo>
                      <a:pt x="12" y="420"/>
                    </a:lnTo>
                    <a:lnTo>
                      <a:pt x="36" y="444"/>
                    </a:lnTo>
                    <a:lnTo>
                      <a:pt x="36" y="462"/>
                    </a:lnTo>
                    <a:lnTo>
                      <a:pt x="12" y="486"/>
                    </a:lnTo>
                    <a:lnTo>
                      <a:pt x="12" y="492"/>
                    </a:lnTo>
                    <a:lnTo>
                      <a:pt x="18" y="504"/>
                    </a:lnTo>
                    <a:lnTo>
                      <a:pt x="24" y="510"/>
                    </a:lnTo>
                    <a:lnTo>
                      <a:pt x="36" y="516"/>
                    </a:lnTo>
                    <a:lnTo>
                      <a:pt x="54" y="522"/>
                    </a:lnTo>
                    <a:lnTo>
                      <a:pt x="66" y="522"/>
                    </a:lnTo>
                    <a:lnTo>
                      <a:pt x="108" y="564"/>
                    </a:lnTo>
                    <a:lnTo>
                      <a:pt x="114" y="576"/>
                    </a:lnTo>
                    <a:lnTo>
                      <a:pt x="132" y="594"/>
                    </a:lnTo>
                    <a:lnTo>
                      <a:pt x="138" y="612"/>
                    </a:lnTo>
                    <a:lnTo>
                      <a:pt x="144" y="624"/>
                    </a:lnTo>
                    <a:lnTo>
                      <a:pt x="144" y="642"/>
                    </a:lnTo>
                    <a:lnTo>
                      <a:pt x="150" y="648"/>
                    </a:lnTo>
                    <a:lnTo>
                      <a:pt x="156" y="660"/>
                    </a:lnTo>
                    <a:lnTo>
                      <a:pt x="168" y="666"/>
                    </a:lnTo>
                    <a:lnTo>
                      <a:pt x="174" y="678"/>
                    </a:lnTo>
                    <a:lnTo>
                      <a:pt x="192" y="696"/>
                    </a:lnTo>
                    <a:lnTo>
                      <a:pt x="204" y="720"/>
                    </a:lnTo>
                    <a:lnTo>
                      <a:pt x="216" y="732"/>
                    </a:lnTo>
                    <a:lnTo>
                      <a:pt x="222" y="744"/>
                    </a:lnTo>
                    <a:lnTo>
                      <a:pt x="234" y="762"/>
                    </a:lnTo>
                    <a:lnTo>
                      <a:pt x="240" y="768"/>
                    </a:lnTo>
                    <a:lnTo>
                      <a:pt x="246" y="780"/>
                    </a:lnTo>
                    <a:lnTo>
                      <a:pt x="252" y="822"/>
                    </a:lnTo>
                    <a:lnTo>
                      <a:pt x="252" y="828"/>
                    </a:lnTo>
                    <a:lnTo>
                      <a:pt x="258" y="834"/>
                    </a:lnTo>
                    <a:lnTo>
                      <a:pt x="264" y="846"/>
                    </a:lnTo>
                    <a:lnTo>
                      <a:pt x="270" y="864"/>
                    </a:lnTo>
                    <a:lnTo>
                      <a:pt x="282" y="876"/>
                    </a:lnTo>
                    <a:lnTo>
                      <a:pt x="288" y="894"/>
                    </a:lnTo>
                    <a:lnTo>
                      <a:pt x="294" y="906"/>
                    </a:lnTo>
                    <a:lnTo>
                      <a:pt x="294" y="918"/>
                    </a:lnTo>
                    <a:lnTo>
                      <a:pt x="300" y="924"/>
                    </a:lnTo>
                    <a:lnTo>
                      <a:pt x="312" y="924"/>
                    </a:lnTo>
                    <a:lnTo>
                      <a:pt x="324" y="936"/>
                    </a:lnTo>
                    <a:lnTo>
                      <a:pt x="324" y="948"/>
                    </a:lnTo>
                    <a:lnTo>
                      <a:pt x="330" y="954"/>
                    </a:lnTo>
                    <a:lnTo>
                      <a:pt x="330" y="966"/>
                    </a:lnTo>
                    <a:lnTo>
                      <a:pt x="336" y="984"/>
                    </a:lnTo>
                    <a:lnTo>
                      <a:pt x="360" y="1014"/>
                    </a:lnTo>
                    <a:lnTo>
                      <a:pt x="378" y="1050"/>
                    </a:lnTo>
                    <a:lnTo>
                      <a:pt x="396" y="1074"/>
                    </a:lnTo>
                    <a:lnTo>
                      <a:pt x="402" y="1086"/>
                    </a:lnTo>
                    <a:lnTo>
                      <a:pt x="408" y="1104"/>
                    </a:lnTo>
                    <a:lnTo>
                      <a:pt x="408" y="1116"/>
                    </a:lnTo>
                    <a:lnTo>
                      <a:pt x="402" y="1128"/>
                    </a:lnTo>
                    <a:lnTo>
                      <a:pt x="402" y="1146"/>
                    </a:lnTo>
                    <a:lnTo>
                      <a:pt x="414" y="1158"/>
                    </a:lnTo>
                    <a:lnTo>
                      <a:pt x="420" y="1170"/>
                    </a:lnTo>
                    <a:lnTo>
                      <a:pt x="444" y="1194"/>
                    </a:lnTo>
                    <a:lnTo>
                      <a:pt x="456" y="1200"/>
                    </a:lnTo>
                    <a:lnTo>
                      <a:pt x="468" y="1212"/>
                    </a:lnTo>
                    <a:lnTo>
                      <a:pt x="474" y="1224"/>
                    </a:lnTo>
                    <a:lnTo>
                      <a:pt x="498" y="1248"/>
                    </a:lnTo>
                    <a:lnTo>
                      <a:pt x="516" y="1260"/>
                    </a:lnTo>
                    <a:lnTo>
                      <a:pt x="546" y="1278"/>
                    </a:lnTo>
                    <a:lnTo>
                      <a:pt x="576" y="1290"/>
                    </a:lnTo>
                    <a:lnTo>
                      <a:pt x="600" y="1302"/>
                    </a:lnTo>
                    <a:lnTo>
                      <a:pt x="642" y="1320"/>
                    </a:lnTo>
                    <a:lnTo>
                      <a:pt x="696" y="1350"/>
                    </a:lnTo>
                    <a:lnTo>
                      <a:pt x="708" y="1362"/>
                    </a:lnTo>
                    <a:lnTo>
                      <a:pt x="726" y="1374"/>
                    </a:lnTo>
                    <a:lnTo>
                      <a:pt x="738" y="1380"/>
                    </a:lnTo>
                    <a:lnTo>
                      <a:pt x="750" y="1392"/>
                    </a:lnTo>
                    <a:lnTo>
                      <a:pt x="774" y="1404"/>
                    </a:lnTo>
                    <a:lnTo>
                      <a:pt x="780" y="1428"/>
                    </a:lnTo>
                    <a:lnTo>
                      <a:pt x="792" y="1434"/>
                    </a:lnTo>
                    <a:lnTo>
                      <a:pt x="798" y="1446"/>
                    </a:lnTo>
                    <a:lnTo>
                      <a:pt x="810" y="1452"/>
                    </a:lnTo>
                    <a:lnTo>
                      <a:pt x="816" y="1458"/>
                    </a:lnTo>
                    <a:lnTo>
                      <a:pt x="840" y="1470"/>
                    </a:lnTo>
                    <a:lnTo>
                      <a:pt x="846" y="1482"/>
                    </a:lnTo>
                    <a:lnTo>
                      <a:pt x="858" y="1488"/>
                    </a:lnTo>
                    <a:lnTo>
                      <a:pt x="894" y="1464"/>
                    </a:lnTo>
                    <a:lnTo>
                      <a:pt x="900" y="1458"/>
                    </a:lnTo>
                    <a:lnTo>
                      <a:pt x="900" y="1440"/>
                    </a:lnTo>
                    <a:lnTo>
                      <a:pt x="894" y="1428"/>
                    </a:lnTo>
                    <a:lnTo>
                      <a:pt x="912" y="1416"/>
                    </a:lnTo>
                    <a:lnTo>
                      <a:pt x="900" y="1392"/>
                    </a:lnTo>
                    <a:lnTo>
                      <a:pt x="918" y="1374"/>
                    </a:lnTo>
                    <a:lnTo>
                      <a:pt x="930" y="1368"/>
                    </a:lnTo>
                    <a:lnTo>
                      <a:pt x="942" y="1344"/>
                    </a:lnTo>
                    <a:lnTo>
                      <a:pt x="942" y="1332"/>
                    </a:lnTo>
                    <a:lnTo>
                      <a:pt x="930" y="13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5" name="Paraguay" descr="© INSCALE GmbH, 05.05.2010&#10;http://www.presentationload.com/">
                <a:extLst>
                  <a:ext uri="{FF2B5EF4-FFF2-40B4-BE49-F238E27FC236}">
                    <a16:creationId xmlns:a16="http://schemas.microsoft.com/office/drawing/2014/main" id="{788010BC-C5CF-7BC9-D704-046ADAC441EE}"/>
                  </a:ext>
                </a:extLst>
              </p:cNvPr>
              <p:cNvSpPr>
                <a:spLocks/>
              </p:cNvSpPr>
              <p:nvPr/>
            </p:nvSpPr>
            <p:spPr bwMode="gray">
              <a:xfrm>
                <a:off x="2586993" y="3806984"/>
                <a:ext cx="226803" cy="256451"/>
              </a:xfrm>
              <a:custGeom>
                <a:avLst/>
                <a:gdLst>
                  <a:gd name="T0" fmla="*/ 2147483647 w 600"/>
                  <a:gd name="T1" fmla="*/ 2147483647 h 678"/>
                  <a:gd name="T2" fmla="*/ 2147483647 w 600"/>
                  <a:gd name="T3" fmla="*/ 2147483647 h 678"/>
                  <a:gd name="T4" fmla="*/ 2147483647 w 600"/>
                  <a:gd name="T5" fmla="*/ 2147483647 h 678"/>
                  <a:gd name="T6" fmla="*/ 2147483647 w 600"/>
                  <a:gd name="T7" fmla="*/ 2147483647 h 678"/>
                  <a:gd name="T8" fmla="*/ 2147483647 w 600"/>
                  <a:gd name="T9" fmla="*/ 2147483647 h 678"/>
                  <a:gd name="T10" fmla="*/ 2147483647 w 600"/>
                  <a:gd name="T11" fmla="*/ 2147483647 h 678"/>
                  <a:gd name="T12" fmla="*/ 2147483647 w 600"/>
                  <a:gd name="T13" fmla="*/ 2147483647 h 678"/>
                  <a:gd name="T14" fmla="*/ 2147483647 w 600"/>
                  <a:gd name="T15" fmla="*/ 2147483647 h 678"/>
                  <a:gd name="T16" fmla="*/ 2147483647 w 600"/>
                  <a:gd name="T17" fmla="*/ 2147483647 h 678"/>
                  <a:gd name="T18" fmla="*/ 2147483647 w 600"/>
                  <a:gd name="T19" fmla="*/ 2147483647 h 678"/>
                  <a:gd name="T20" fmla="*/ 2147483647 w 600"/>
                  <a:gd name="T21" fmla="*/ 2147483647 h 678"/>
                  <a:gd name="T22" fmla="*/ 2147483647 w 600"/>
                  <a:gd name="T23" fmla="*/ 2147483647 h 678"/>
                  <a:gd name="T24" fmla="*/ 2147483647 w 600"/>
                  <a:gd name="T25" fmla="*/ 2147483647 h 678"/>
                  <a:gd name="T26" fmla="*/ 2147483647 w 600"/>
                  <a:gd name="T27" fmla="*/ 2147483647 h 678"/>
                  <a:gd name="T28" fmla="*/ 2147483647 w 600"/>
                  <a:gd name="T29" fmla="*/ 2147483647 h 678"/>
                  <a:gd name="T30" fmla="*/ 2147483647 w 600"/>
                  <a:gd name="T31" fmla="*/ 2147483647 h 678"/>
                  <a:gd name="T32" fmla="*/ 2147483647 w 600"/>
                  <a:gd name="T33" fmla="*/ 2147483647 h 678"/>
                  <a:gd name="T34" fmla="*/ 2147483647 w 600"/>
                  <a:gd name="T35" fmla="*/ 2147483647 h 678"/>
                  <a:gd name="T36" fmla="*/ 2147483647 w 600"/>
                  <a:gd name="T37" fmla="*/ 2147483647 h 678"/>
                  <a:gd name="T38" fmla="*/ 2147483647 w 600"/>
                  <a:gd name="T39" fmla="*/ 2147483647 h 678"/>
                  <a:gd name="T40" fmla="*/ 2147483647 w 600"/>
                  <a:gd name="T41" fmla="*/ 2147483647 h 678"/>
                  <a:gd name="T42" fmla="*/ 2147483647 w 600"/>
                  <a:gd name="T43" fmla="*/ 2147483647 h 678"/>
                  <a:gd name="T44" fmla="*/ 2147483647 w 600"/>
                  <a:gd name="T45" fmla="*/ 2147483647 h 678"/>
                  <a:gd name="T46" fmla="*/ 2147483647 w 600"/>
                  <a:gd name="T47" fmla="*/ 2147483647 h 678"/>
                  <a:gd name="T48" fmla="*/ 2147483647 w 600"/>
                  <a:gd name="T49" fmla="*/ 2147483647 h 678"/>
                  <a:gd name="T50" fmla="*/ 2147483647 w 600"/>
                  <a:gd name="T51" fmla="*/ 2147483647 h 678"/>
                  <a:gd name="T52" fmla="*/ 2147483647 w 600"/>
                  <a:gd name="T53" fmla="*/ 0 h 678"/>
                  <a:gd name="T54" fmla="*/ 2147483647 w 600"/>
                  <a:gd name="T55" fmla="*/ 2147483647 h 678"/>
                  <a:gd name="T56" fmla="*/ 2147483647 w 600"/>
                  <a:gd name="T57" fmla="*/ 2147483647 h 678"/>
                  <a:gd name="T58" fmla="*/ 0 w 600"/>
                  <a:gd name="T59" fmla="*/ 2147483647 h 678"/>
                  <a:gd name="T60" fmla="*/ 2147483647 w 600"/>
                  <a:gd name="T61" fmla="*/ 2147483647 h 678"/>
                  <a:gd name="T62" fmla="*/ 2147483647 w 600"/>
                  <a:gd name="T63" fmla="*/ 2147483647 h 678"/>
                  <a:gd name="T64" fmla="*/ 2147483647 w 600"/>
                  <a:gd name="T65" fmla="*/ 2147483647 h 678"/>
                  <a:gd name="T66" fmla="*/ 2147483647 w 600"/>
                  <a:gd name="T67" fmla="*/ 2147483647 h 678"/>
                  <a:gd name="T68" fmla="*/ 2147483647 w 600"/>
                  <a:gd name="T69" fmla="*/ 2147483647 h 678"/>
                  <a:gd name="T70" fmla="*/ 2147483647 w 600"/>
                  <a:gd name="T71" fmla="*/ 2147483647 h 678"/>
                  <a:gd name="T72" fmla="*/ 2147483647 w 600"/>
                  <a:gd name="T73" fmla="*/ 2147483647 h 678"/>
                  <a:gd name="T74" fmla="*/ 2147483647 w 600"/>
                  <a:gd name="T75" fmla="*/ 2147483647 h 678"/>
                  <a:gd name="T76" fmla="*/ 2147483647 w 600"/>
                  <a:gd name="T77" fmla="*/ 2147483647 h 678"/>
                  <a:gd name="T78" fmla="*/ 2147483647 w 600"/>
                  <a:gd name="T79" fmla="*/ 2147483647 h 678"/>
                  <a:gd name="T80" fmla="*/ 2147483647 w 600"/>
                  <a:gd name="T81" fmla="*/ 2147483647 h 678"/>
                  <a:gd name="T82" fmla="*/ 2147483647 w 600"/>
                  <a:gd name="T83" fmla="*/ 2147483647 h 678"/>
                  <a:gd name="T84" fmla="*/ 2147483647 w 600"/>
                  <a:gd name="T85" fmla="*/ 2147483647 h 678"/>
                  <a:gd name="T86" fmla="*/ 2147483647 w 600"/>
                  <a:gd name="T87" fmla="*/ 2147483647 h 678"/>
                  <a:gd name="T88" fmla="*/ 2147483647 w 600"/>
                  <a:gd name="T89" fmla="*/ 2147483647 h 678"/>
                  <a:gd name="T90" fmla="*/ 2147483647 w 600"/>
                  <a:gd name="T91" fmla="*/ 2147483647 h 678"/>
                  <a:gd name="T92" fmla="*/ 2147483647 w 600"/>
                  <a:gd name="T93" fmla="*/ 2147483647 h 678"/>
                  <a:gd name="T94" fmla="*/ 2147483647 w 600"/>
                  <a:gd name="T95" fmla="*/ 2147483647 h 678"/>
                  <a:gd name="T96" fmla="*/ 2147483647 w 600"/>
                  <a:gd name="T97" fmla="*/ 2147483647 h 678"/>
                  <a:gd name="T98" fmla="*/ 2147483647 w 600"/>
                  <a:gd name="T99" fmla="*/ 2147483647 h 678"/>
                  <a:gd name="T100" fmla="*/ 2147483647 w 600"/>
                  <a:gd name="T101" fmla="*/ 2147483647 h 678"/>
                  <a:gd name="T102" fmla="*/ 2147483647 w 600"/>
                  <a:gd name="T103" fmla="*/ 2147483647 h 678"/>
                  <a:gd name="T104" fmla="*/ 2147483647 w 600"/>
                  <a:gd name="T105" fmla="*/ 2147483647 h 678"/>
                  <a:gd name="T106" fmla="*/ 2147483647 w 600"/>
                  <a:gd name="T107" fmla="*/ 2147483647 h 678"/>
                  <a:gd name="T108" fmla="*/ 2147483647 w 600"/>
                  <a:gd name="T109" fmla="*/ 2147483647 h 678"/>
                  <a:gd name="T110" fmla="*/ 2147483647 w 600"/>
                  <a:gd name="T111" fmla="*/ 2147483647 h 678"/>
                  <a:gd name="T112" fmla="*/ 2147483647 w 600"/>
                  <a:gd name="T113" fmla="*/ 2147483647 h 678"/>
                  <a:gd name="T114" fmla="*/ 2147483647 w 600"/>
                  <a:gd name="T115" fmla="*/ 2147483647 h 678"/>
                  <a:gd name="T116" fmla="*/ 2147483647 w 600"/>
                  <a:gd name="T117" fmla="*/ 2147483647 h 678"/>
                  <a:gd name="T118" fmla="*/ 2147483647 w 600"/>
                  <a:gd name="T119" fmla="*/ 2147483647 h 67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00"/>
                  <a:gd name="T181" fmla="*/ 0 h 678"/>
                  <a:gd name="T182" fmla="*/ 600 w 600"/>
                  <a:gd name="T183" fmla="*/ 678 h 67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00" h="678">
                    <a:moveTo>
                      <a:pt x="480" y="660"/>
                    </a:moveTo>
                    <a:lnTo>
                      <a:pt x="492" y="678"/>
                    </a:lnTo>
                    <a:lnTo>
                      <a:pt x="492" y="660"/>
                    </a:lnTo>
                    <a:lnTo>
                      <a:pt x="498" y="654"/>
                    </a:lnTo>
                    <a:lnTo>
                      <a:pt x="510" y="654"/>
                    </a:lnTo>
                    <a:lnTo>
                      <a:pt x="516" y="660"/>
                    </a:lnTo>
                    <a:lnTo>
                      <a:pt x="516" y="666"/>
                    </a:lnTo>
                    <a:lnTo>
                      <a:pt x="522" y="660"/>
                    </a:lnTo>
                    <a:lnTo>
                      <a:pt x="534" y="636"/>
                    </a:lnTo>
                    <a:lnTo>
                      <a:pt x="546" y="624"/>
                    </a:lnTo>
                    <a:lnTo>
                      <a:pt x="552" y="624"/>
                    </a:lnTo>
                    <a:lnTo>
                      <a:pt x="558" y="618"/>
                    </a:lnTo>
                    <a:lnTo>
                      <a:pt x="570" y="612"/>
                    </a:lnTo>
                    <a:lnTo>
                      <a:pt x="576" y="600"/>
                    </a:lnTo>
                    <a:lnTo>
                      <a:pt x="588" y="594"/>
                    </a:lnTo>
                    <a:lnTo>
                      <a:pt x="588" y="516"/>
                    </a:lnTo>
                    <a:lnTo>
                      <a:pt x="582" y="498"/>
                    </a:lnTo>
                    <a:lnTo>
                      <a:pt x="582" y="486"/>
                    </a:lnTo>
                    <a:lnTo>
                      <a:pt x="588" y="474"/>
                    </a:lnTo>
                    <a:lnTo>
                      <a:pt x="588" y="468"/>
                    </a:lnTo>
                    <a:lnTo>
                      <a:pt x="594" y="462"/>
                    </a:lnTo>
                    <a:lnTo>
                      <a:pt x="594" y="432"/>
                    </a:lnTo>
                    <a:lnTo>
                      <a:pt x="600" y="414"/>
                    </a:lnTo>
                    <a:lnTo>
                      <a:pt x="600" y="396"/>
                    </a:lnTo>
                    <a:lnTo>
                      <a:pt x="594" y="384"/>
                    </a:lnTo>
                    <a:lnTo>
                      <a:pt x="582" y="372"/>
                    </a:lnTo>
                    <a:lnTo>
                      <a:pt x="570" y="366"/>
                    </a:lnTo>
                    <a:lnTo>
                      <a:pt x="558" y="366"/>
                    </a:lnTo>
                    <a:lnTo>
                      <a:pt x="540" y="384"/>
                    </a:lnTo>
                    <a:lnTo>
                      <a:pt x="528" y="384"/>
                    </a:lnTo>
                    <a:lnTo>
                      <a:pt x="516" y="378"/>
                    </a:lnTo>
                    <a:lnTo>
                      <a:pt x="504" y="354"/>
                    </a:lnTo>
                    <a:lnTo>
                      <a:pt x="504" y="336"/>
                    </a:lnTo>
                    <a:lnTo>
                      <a:pt x="498" y="318"/>
                    </a:lnTo>
                    <a:lnTo>
                      <a:pt x="498" y="294"/>
                    </a:lnTo>
                    <a:lnTo>
                      <a:pt x="492" y="276"/>
                    </a:lnTo>
                    <a:lnTo>
                      <a:pt x="492" y="252"/>
                    </a:lnTo>
                    <a:lnTo>
                      <a:pt x="486" y="246"/>
                    </a:lnTo>
                    <a:lnTo>
                      <a:pt x="474" y="240"/>
                    </a:lnTo>
                    <a:lnTo>
                      <a:pt x="402" y="240"/>
                    </a:lnTo>
                    <a:lnTo>
                      <a:pt x="360" y="234"/>
                    </a:lnTo>
                    <a:lnTo>
                      <a:pt x="324" y="222"/>
                    </a:lnTo>
                    <a:lnTo>
                      <a:pt x="318" y="216"/>
                    </a:lnTo>
                    <a:lnTo>
                      <a:pt x="312" y="204"/>
                    </a:lnTo>
                    <a:lnTo>
                      <a:pt x="312" y="162"/>
                    </a:lnTo>
                    <a:lnTo>
                      <a:pt x="318" y="150"/>
                    </a:lnTo>
                    <a:lnTo>
                      <a:pt x="318" y="132"/>
                    </a:lnTo>
                    <a:lnTo>
                      <a:pt x="306" y="132"/>
                    </a:lnTo>
                    <a:lnTo>
                      <a:pt x="306" y="96"/>
                    </a:lnTo>
                    <a:lnTo>
                      <a:pt x="294" y="90"/>
                    </a:lnTo>
                    <a:lnTo>
                      <a:pt x="288" y="84"/>
                    </a:lnTo>
                    <a:lnTo>
                      <a:pt x="288" y="78"/>
                    </a:lnTo>
                    <a:lnTo>
                      <a:pt x="270" y="42"/>
                    </a:lnTo>
                    <a:lnTo>
                      <a:pt x="216" y="0"/>
                    </a:lnTo>
                    <a:lnTo>
                      <a:pt x="138" y="12"/>
                    </a:lnTo>
                    <a:lnTo>
                      <a:pt x="36" y="30"/>
                    </a:lnTo>
                    <a:lnTo>
                      <a:pt x="30" y="60"/>
                    </a:lnTo>
                    <a:lnTo>
                      <a:pt x="18" y="72"/>
                    </a:lnTo>
                    <a:lnTo>
                      <a:pt x="6" y="78"/>
                    </a:lnTo>
                    <a:lnTo>
                      <a:pt x="0" y="84"/>
                    </a:lnTo>
                    <a:lnTo>
                      <a:pt x="0" y="96"/>
                    </a:lnTo>
                    <a:lnTo>
                      <a:pt x="12" y="120"/>
                    </a:lnTo>
                    <a:lnTo>
                      <a:pt x="12" y="126"/>
                    </a:lnTo>
                    <a:lnTo>
                      <a:pt x="18" y="132"/>
                    </a:lnTo>
                    <a:lnTo>
                      <a:pt x="18" y="156"/>
                    </a:lnTo>
                    <a:lnTo>
                      <a:pt x="6" y="228"/>
                    </a:lnTo>
                    <a:lnTo>
                      <a:pt x="6" y="246"/>
                    </a:lnTo>
                    <a:lnTo>
                      <a:pt x="24" y="264"/>
                    </a:lnTo>
                    <a:lnTo>
                      <a:pt x="24" y="270"/>
                    </a:lnTo>
                    <a:lnTo>
                      <a:pt x="30" y="276"/>
                    </a:lnTo>
                    <a:lnTo>
                      <a:pt x="36" y="288"/>
                    </a:lnTo>
                    <a:lnTo>
                      <a:pt x="48" y="294"/>
                    </a:lnTo>
                    <a:lnTo>
                      <a:pt x="54" y="306"/>
                    </a:lnTo>
                    <a:lnTo>
                      <a:pt x="60" y="312"/>
                    </a:lnTo>
                    <a:lnTo>
                      <a:pt x="84" y="324"/>
                    </a:lnTo>
                    <a:lnTo>
                      <a:pt x="102" y="342"/>
                    </a:lnTo>
                    <a:lnTo>
                      <a:pt x="114" y="348"/>
                    </a:lnTo>
                    <a:lnTo>
                      <a:pt x="120" y="366"/>
                    </a:lnTo>
                    <a:lnTo>
                      <a:pt x="126" y="366"/>
                    </a:lnTo>
                    <a:lnTo>
                      <a:pt x="132" y="372"/>
                    </a:lnTo>
                    <a:lnTo>
                      <a:pt x="168" y="390"/>
                    </a:lnTo>
                    <a:lnTo>
                      <a:pt x="198" y="390"/>
                    </a:lnTo>
                    <a:lnTo>
                      <a:pt x="210" y="396"/>
                    </a:lnTo>
                    <a:lnTo>
                      <a:pt x="216" y="402"/>
                    </a:lnTo>
                    <a:lnTo>
                      <a:pt x="228" y="408"/>
                    </a:lnTo>
                    <a:lnTo>
                      <a:pt x="234" y="414"/>
                    </a:lnTo>
                    <a:lnTo>
                      <a:pt x="240" y="414"/>
                    </a:lnTo>
                    <a:lnTo>
                      <a:pt x="246" y="420"/>
                    </a:lnTo>
                    <a:lnTo>
                      <a:pt x="258" y="426"/>
                    </a:lnTo>
                    <a:lnTo>
                      <a:pt x="276" y="438"/>
                    </a:lnTo>
                    <a:lnTo>
                      <a:pt x="312" y="456"/>
                    </a:lnTo>
                    <a:lnTo>
                      <a:pt x="318" y="462"/>
                    </a:lnTo>
                    <a:lnTo>
                      <a:pt x="330" y="462"/>
                    </a:lnTo>
                    <a:lnTo>
                      <a:pt x="342" y="468"/>
                    </a:lnTo>
                    <a:lnTo>
                      <a:pt x="360" y="474"/>
                    </a:lnTo>
                    <a:lnTo>
                      <a:pt x="372" y="480"/>
                    </a:lnTo>
                    <a:lnTo>
                      <a:pt x="378" y="486"/>
                    </a:lnTo>
                    <a:lnTo>
                      <a:pt x="372" y="492"/>
                    </a:lnTo>
                    <a:lnTo>
                      <a:pt x="372" y="504"/>
                    </a:lnTo>
                    <a:lnTo>
                      <a:pt x="366" y="510"/>
                    </a:lnTo>
                    <a:lnTo>
                      <a:pt x="360" y="522"/>
                    </a:lnTo>
                    <a:lnTo>
                      <a:pt x="366" y="528"/>
                    </a:lnTo>
                    <a:lnTo>
                      <a:pt x="372" y="540"/>
                    </a:lnTo>
                    <a:lnTo>
                      <a:pt x="372" y="546"/>
                    </a:lnTo>
                    <a:lnTo>
                      <a:pt x="366" y="552"/>
                    </a:lnTo>
                    <a:lnTo>
                      <a:pt x="348" y="552"/>
                    </a:lnTo>
                    <a:lnTo>
                      <a:pt x="348" y="588"/>
                    </a:lnTo>
                    <a:lnTo>
                      <a:pt x="342" y="594"/>
                    </a:lnTo>
                    <a:lnTo>
                      <a:pt x="336" y="606"/>
                    </a:lnTo>
                    <a:lnTo>
                      <a:pt x="330" y="612"/>
                    </a:lnTo>
                    <a:lnTo>
                      <a:pt x="324" y="624"/>
                    </a:lnTo>
                    <a:lnTo>
                      <a:pt x="324" y="636"/>
                    </a:lnTo>
                    <a:lnTo>
                      <a:pt x="330" y="642"/>
                    </a:lnTo>
                    <a:lnTo>
                      <a:pt x="354" y="642"/>
                    </a:lnTo>
                    <a:lnTo>
                      <a:pt x="366" y="636"/>
                    </a:lnTo>
                    <a:lnTo>
                      <a:pt x="372" y="636"/>
                    </a:lnTo>
                    <a:lnTo>
                      <a:pt x="384" y="642"/>
                    </a:lnTo>
                    <a:lnTo>
                      <a:pt x="390" y="648"/>
                    </a:lnTo>
                    <a:lnTo>
                      <a:pt x="402" y="654"/>
                    </a:lnTo>
                    <a:lnTo>
                      <a:pt x="420" y="660"/>
                    </a:lnTo>
                    <a:lnTo>
                      <a:pt x="480" y="6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6" name="Papua New Guinea" descr="© INSCALE GmbH, 05.05.2010&#10;http://www.presentationload.com/">
                <a:extLst>
                  <a:ext uri="{FF2B5EF4-FFF2-40B4-BE49-F238E27FC236}">
                    <a16:creationId xmlns:a16="http://schemas.microsoft.com/office/drawing/2014/main" id="{6F87EE88-3DBF-20A4-DA3B-EACEA4C08F94}"/>
                  </a:ext>
                </a:extLst>
              </p:cNvPr>
              <p:cNvSpPr>
                <a:spLocks noEditPoints="1"/>
              </p:cNvSpPr>
              <p:nvPr/>
            </p:nvSpPr>
            <p:spPr bwMode="gray">
              <a:xfrm>
                <a:off x="8022853" y="3274809"/>
                <a:ext cx="412099" cy="275723"/>
              </a:xfrm>
              <a:custGeom>
                <a:avLst/>
                <a:gdLst>
                  <a:gd name="T0" fmla="*/ 2147483647 w 1086"/>
                  <a:gd name="T1" fmla="*/ 2147483647 h 726"/>
                  <a:gd name="T2" fmla="*/ 2147483647 w 1086"/>
                  <a:gd name="T3" fmla="*/ 2147483647 h 726"/>
                  <a:gd name="T4" fmla="*/ 2147483647 w 1086"/>
                  <a:gd name="T5" fmla="*/ 2147483647 h 726"/>
                  <a:gd name="T6" fmla="*/ 2147483647 w 1086"/>
                  <a:gd name="T7" fmla="*/ 2147483647 h 726"/>
                  <a:gd name="T8" fmla="*/ 2147483647 w 1086"/>
                  <a:gd name="T9" fmla="*/ 2147483647 h 726"/>
                  <a:gd name="T10" fmla="*/ 2147483647 w 1086"/>
                  <a:gd name="T11" fmla="*/ 2147483647 h 726"/>
                  <a:gd name="T12" fmla="*/ 2147483647 w 1086"/>
                  <a:gd name="T13" fmla="*/ 2147483647 h 726"/>
                  <a:gd name="T14" fmla="*/ 2147483647 w 1086"/>
                  <a:gd name="T15" fmla="*/ 2147483647 h 726"/>
                  <a:gd name="T16" fmla="*/ 2147483647 w 1086"/>
                  <a:gd name="T17" fmla="*/ 2147483647 h 726"/>
                  <a:gd name="T18" fmla="*/ 2147483647 w 1086"/>
                  <a:gd name="T19" fmla="*/ 2147483647 h 726"/>
                  <a:gd name="T20" fmla="*/ 2147483647 w 1086"/>
                  <a:gd name="T21" fmla="*/ 2147483647 h 726"/>
                  <a:gd name="T22" fmla="*/ 2147483647 w 1086"/>
                  <a:gd name="T23" fmla="*/ 2147483647 h 726"/>
                  <a:gd name="T24" fmla="*/ 2147483647 w 1086"/>
                  <a:gd name="T25" fmla="*/ 2147483647 h 726"/>
                  <a:gd name="T26" fmla="*/ 2147483647 w 1086"/>
                  <a:gd name="T27" fmla="*/ 2147483647 h 726"/>
                  <a:gd name="T28" fmla="*/ 2147483647 w 1086"/>
                  <a:gd name="T29" fmla="*/ 2147483647 h 726"/>
                  <a:gd name="T30" fmla="*/ 2147483647 w 1086"/>
                  <a:gd name="T31" fmla="*/ 2147483647 h 726"/>
                  <a:gd name="T32" fmla="*/ 2147483647 w 1086"/>
                  <a:gd name="T33" fmla="*/ 2147483647 h 726"/>
                  <a:gd name="T34" fmla="*/ 2147483647 w 1086"/>
                  <a:gd name="T35" fmla="*/ 2147483647 h 726"/>
                  <a:gd name="T36" fmla="*/ 2147483647 w 1086"/>
                  <a:gd name="T37" fmla="*/ 2147483647 h 726"/>
                  <a:gd name="T38" fmla="*/ 2147483647 w 1086"/>
                  <a:gd name="T39" fmla="*/ 2147483647 h 726"/>
                  <a:gd name="T40" fmla="*/ 2147483647 w 1086"/>
                  <a:gd name="T41" fmla="*/ 2147483647 h 726"/>
                  <a:gd name="T42" fmla="*/ 2147483647 w 1086"/>
                  <a:gd name="T43" fmla="*/ 2147483647 h 726"/>
                  <a:gd name="T44" fmla="*/ 2147483647 w 1086"/>
                  <a:gd name="T45" fmla="*/ 2147483647 h 726"/>
                  <a:gd name="T46" fmla="*/ 2147483647 w 1086"/>
                  <a:gd name="T47" fmla="*/ 2147483647 h 726"/>
                  <a:gd name="T48" fmla="*/ 2147483647 w 1086"/>
                  <a:gd name="T49" fmla="*/ 2147483647 h 726"/>
                  <a:gd name="T50" fmla="*/ 2147483647 w 1086"/>
                  <a:gd name="T51" fmla="*/ 2147483647 h 726"/>
                  <a:gd name="T52" fmla="*/ 2147483647 w 1086"/>
                  <a:gd name="T53" fmla="*/ 2147483647 h 726"/>
                  <a:gd name="T54" fmla="*/ 2147483647 w 1086"/>
                  <a:gd name="T55" fmla="*/ 2147483647 h 726"/>
                  <a:gd name="T56" fmla="*/ 2147483647 w 1086"/>
                  <a:gd name="T57" fmla="*/ 2147483647 h 726"/>
                  <a:gd name="T58" fmla="*/ 2147483647 w 1086"/>
                  <a:gd name="T59" fmla="*/ 2147483647 h 726"/>
                  <a:gd name="T60" fmla="*/ 2147483647 w 1086"/>
                  <a:gd name="T61" fmla="*/ 2147483647 h 726"/>
                  <a:gd name="T62" fmla="*/ 2147483647 w 1086"/>
                  <a:gd name="T63" fmla="*/ 2147483647 h 726"/>
                  <a:gd name="T64" fmla="*/ 2147483647 w 1086"/>
                  <a:gd name="T65" fmla="*/ 2147483647 h 726"/>
                  <a:gd name="T66" fmla="*/ 2147483647 w 1086"/>
                  <a:gd name="T67" fmla="*/ 2147483647 h 726"/>
                  <a:gd name="T68" fmla="*/ 2147483647 w 1086"/>
                  <a:gd name="T69" fmla="*/ 2147483647 h 726"/>
                  <a:gd name="T70" fmla="*/ 2147483647 w 1086"/>
                  <a:gd name="T71" fmla="*/ 2147483647 h 726"/>
                  <a:gd name="T72" fmla="*/ 2147483647 w 1086"/>
                  <a:gd name="T73" fmla="*/ 2147483647 h 726"/>
                  <a:gd name="T74" fmla="*/ 2147483647 w 1086"/>
                  <a:gd name="T75" fmla="*/ 2147483647 h 726"/>
                  <a:gd name="T76" fmla="*/ 2147483647 w 1086"/>
                  <a:gd name="T77" fmla="*/ 2147483647 h 726"/>
                  <a:gd name="T78" fmla="*/ 2147483647 w 1086"/>
                  <a:gd name="T79" fmla="*/ 2147483647 h 726"/>
                  <a:gd name="T80" fmla="*/ 2147483647 w 1086"/>
                  <a:gd name="T81" fmla="*/ 2147483647 h 726"/>
                  <a:gd name="T82" fmla="*/ 2147483647 w 1086"/>
                  <a:gd name="T83" fmla="*/ 2147483647 h 726"/>
                  <a:gd name="T84" fmla="*/ 2147483647 w 1086"/>
                  <a:gd name="T85" fmla="*/ 2147483647 h 726"/>
                  <a:gd name="T86" fmla="*/ 2147483647 w 1086"/>
                  <a:gd name="T87" fmla="*/ 2147483647 h 726"/>
                  <a:gd name="T88" fmla="*/ 2147483647 w 1086"/>
                  <a:gd name="T89" fmla="*/ 2147483647 h 726"/>
                  <a:gd name="T90" fmla="*/ 2147483647 w 1086"/>
                  <a:gd name="T91" fmla="*/ 2147483647 h 726"/>
                  <a:gd name="T92" fmla="*/ 2147483647 w 1086"/>
                  <a:gd name="T93" fmla="*/ 2147483647 h 726"/>
                  <a:gd name="T94" fmla="*/ 2147483647 w 1086"/>
                  <a:gd name="T95" fmla="*/ 2147483647 h 726"/>
                  <a:gd name="T96" fmla="*/ 2147483647 w 1086"/>
                  <a:gd name="T97" fmla="*/ 2147483647 h 726"/>
                  <a:gd name="T98" fmla="*/ 2147483647 w 1086"/>
                  <a:gd name="T99" fmla="*/ 2147483647 h 726"/>
                  <a:gd name="T100" fmla="*/ 2147483647 w 1086"/>
                  <a:gd name="T101" fmla="*/ 2147483647 h 726"/>
                  <a:gd name="T102" fmla="*/ 2147483647 w 1086"/>
                  <a:gd name="T103" fmla="*/ 2147483647 h 726"/>
                  <a:gd name="T104" fmla="*/ 2147483647 w 1086"/>
                  <a:gd name="T105" fmla="*/ 2147483647 h 726"/>
                  <a:gd name="T106" fmla="*/ 2147483647 w 1086"/>
                  <a:gd name="T107" fmla="*/ 2147483647 h 726"/>
                  <a:gd name="T108" fmla="*/ 2147483647 w 1086"/>
                  <a:gd name="T109" fmla="*/ 2147483647 h 726"/>
                  <a:gd name="T110" fmla="*/ 2147483647 w 1086"/>
                  <a:gd name="T111" fmla="*/ 2147483647 h 726"/>
                  <a:gd name="T112" fmla="*/ 2147483647 w 1086"/>
                  <a:gd name="T113" fmla="*/ 2147483647 h 72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86"/>
                  <a:gd name="T172" fmla="*/ 0 h 726"/>
                  <a:gd name="T173" fmla="*/ 1086 w 1086"/>
                  <a:gd name="T174" fmla="*/ 726 h 72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86" h="726">
                    <a:moveTo>
                      <a:pt x="486" y="0"/>
                    </a:moveTo>
                    <a:lnTo>
                      <a:pt x="462" y="0"/>
                    </a:lnTo>
                    <a:lnTo>
                      <a:pt x="450" y="6"/>
                    </a:lnTo>
                    <a:lnTo>
                      <a:pt x="444" y="12"/>
                    </a:lnTo>
                    <a:lnTo>
                      <a:pt x="432" y="18"/>
                    </a:lnTo>
                    <a:lnTo>
                      <a:pt x="462" y="36"/>
                    </a:lnTo>
                    <a:lnTo>
                      <a:pt x="474" y="36"/>
                    </a:lnTo>
                    <a:lnTo>
                      <a:pt x="486" y="30"/>
                    </a:lnTo>
                    <a:lnTo>
                      <a:pt x="498" y="18"/>
                    </a:lnTo>
                    <a:lnTo>
                      <a:pt x="492" y="6"/>
                    </a:lnTo>
                    <a:lnTo>
                      <a:pt x="486" y="0"/>
                    </a:lnTo>
                    <a:close/>
                    <a:moveTo>
                      <a:pt x="756" y="216"/>
                    </a:moveTo>
                    <a:lnTo>
                      <a:pt x="750" y="222"/>
                    </a:lnTo>
                    <a:lnTo>
                      <a:pt x="750" y="228"/>
                    </a:lnTo>
                    <a:lnTo>
                      <a:pt x="756" y="234"/>
                    </a:lnTo>
                    <a:lnTo>
                      <a:pt x="768" y="240"/>
                    </a:lnTo>
                    <a:lnTo>
                      <a:pt x="774" y="246"/>
                    </a:lnTo>
                    <a:lnTo>
                      <a:pt x="774" y="264"/>
                    </a:lnTo>
                    <a:lnTo>
                      <a:pt x="702" y="300"/>
                    </a:lnTo>
                    <a:lnTo>
                      <a:pt x="666" y="300"/>
                    </a:lnTo>
                    <a:lnTo>
                      <a:pt x="630" y="312"/>
                    </a:lnTo>
                    <a:lnTo>
                      <a:pt x="594" y="330"/>
                    </a:lnTo>
                    <a:lnTo>
                      <a:pt x="588" y="336"/>
                    </a:lnTo>
                    <a:lnTo>
                      <a:pt x="570" y="336"/>
                    </a:lnTo>
                    <a:lnTo>
                      <a:pt x="564" y="342"/>
                    </a:lnTo>
                    <a:lnTo>
                      <a:pt x="588" y="378"/>
                    </a:lnTo>
                    <a:lnTo>
                      <a:pt x="684" y="378"/>
                    </a:lnTo>
                    <a:lnTo>
                      <a:pt x="702" y="366"/>
                    </a:lnTo>
                    <a:lnTo>
                      <a:pt x="738" y="366"/>
                    </a:lnTo>
                    <a:lnTo>
                      <a:pt x="750" y="360"/>
                    </a:lnTo>
                    <a:lnTo>
                      <a:pt x="774" y="336"/>
                    </a:lnTo>
                    <a:lnTo>
                      <a:pt x="774" y="330"/>
                    </a:lnTo>
                    <a:lnTo>
                      <a:pt x="804" y="324"/>
                    </a:lnTo>
                    <a:lnTo>
                      <a:pt x="798" y="300"/>
                    </a:lnTo>
                    <a:lnTo>
                      <a:pt x="822" y="300"/>
                    </a:lnTo>
                    <a:lnTo>
                      <a:pt x="822" y="288"/>
                    </a:lnTo>
                    <a:lnTo>
                      <a:pt x="828" y="258"/>
                    </a:lnTo>
                    <a:lnTo>
                      <a:pt x="828" y="228"/>
                    </a:lnTo>
                    <a:lnTo>
                      <a:pt x="822" y="198"/>
                    </a:lnTo>
                    <a:lnTo>
                      <a:pt x="816" y="192"/>
                    </a:lnTo>
                    <a:lnTo>
                      <a:pt x="804" y="186"/>
                    </a:lnTo>
                    <a:lnTo>
                      <a:pt x="792" y="192"/>
                    </a:lnTo>
                    <a:lnTo>
                      <a:pt x="786" y="198"/>
                    </a:lnTo>
                    <a:lnTo>
                      <a:pt x="762" y="210"/>
                    </a:lnTo>
                    <a:lnTo>
                      <a:pt x="756" y="216"/>
                    </a:lnTo>
                    <a:close/>
                    <a:moveTo>
                      <a:pt x="834" y="132"/>
                    </a:moveTo>
                    <a:lnTo>
                      <a:pt x="822" y="132"/>
                    </a:lnTo>
                    <a:lnTo>
                      <a:pt x="816" y="120"/>
                    </a:lnTo>
                    <a:lnTo>
                      <a:pt x="804" y="108"/>
                    </a:lnTo>
                    <a:lnTo>
                      <a:pt x="792" y="102"/>
                    </a:lnTo>
                    <a:lnTo>
                      <a:pt x="786" y="90"/>
                    </a:lnTo>
                    <a:lnTo>
                      <a:pt x="774" y="78"/>
                    </a:lnTo>
                    <a:lnTo>
                      <a:pt x="768" y="78"/>
                    </a:lnTo>
                    <a:lnTo>
                      <a:pt x="762" y="72"/>
                    </a:lnTo>
                    <a:lnTo>
                      <a:pt x="756" y="72"/>
                    </a:lnTo>
                    <a:lnTo>
                      <a:pt x="732" y="36"/>
                    </a:lnTo>
                    <a:lnTo>
                      <a:pt x="720" y="84"/>
                    </a:lnTo>
                    <a:lnTo>
                      <a:pt x="762" y="96"/>
                    </a:lnTo>
                    <a:lnTo>
                      <a:pt x="816" y="150"/>
                    </a:lnTo>
                    <a:lnTo>
                      <a:pt x="828" y="150"/>
                    </a:lnTo>
                    <a:lnTo>
                      <a:pt x="834" y="156"/>
                    </a:lnTo>
                    <a:lnTo>
                      <a:pt x="846" y="162"/>
                    </a:lnTo>
                    <a:lnTo>
                      <a:pt x="852" y="174"/>
                    </a:lnTo>
                    <a:lnTo>
                      <a:pt x="852" y="180"/>
                    </a:lnTo>
                    <a:lnTo>
                      <a:pt x="858" y="192"/>
                    </a:lnTo>
                    <a:lnTo>
                      <a:pt x="852" y="204"/>
                    </a:lnTo>
                    <a:lnTo>
                      <a:pt x="852" y="240"/>
                    </a:lnTo>
                    <a:lnTo>
                      <a:pt x="858" y="252"/>
                    </a:lnTo>
                    <a:lnTo>
                      <a:pt x="864" y="258"/>
                    </a:lnTo>
                    <a:lnTo>
                      <a:pt x="882" y="258"/>
                    </a:lnTo>
                    <a:lnTo>
                      <a:pt x="894" y="246"/>
                    </a:lnTo>
                    <a:lnTo>
                      <a:pt x="900" y="234"/>
                    </a:lnTo>
                    <a:lnTo>
                      <a:pt x="900" y="222"/>
                    </a:lnTo>
                    <a:lnTo>
                      <a:pt x="888" y="186"/>
                    </a:lnTo>
                    <a:lnTo>
                      <a:pt x="876" y="174"/>
                    </a:lnTo>
                    <a:lnTo>
                      <a:pt x="864" y="156"/>
                    </a:lnTo>
                    <a:lnTo>
                      <a:pt x="852" y="150"/>
                    </a:lnTo>
                    <a:lnTo>
                      <a:pt x="846" y="138"/>
                    </a:lnTo>
                    <a:lnTo>
                      <a:pt x="834" y="132"/>
                    </a:lnTo>
                    <a:close/>
                    <a:moveTo>
                      <a:pt x="1086" y="360"/>
                    </a:moveTo>
                    <a:lnTo>
                      <a:pt x="1020" y="294"/>
                    </a:lnTo>
                    <a:lnTo>
                      <a:pt x="1020" y="288"/>
                    </a:lnTo>
                    <a:lnTo>
                      <a:pt x="1002" y="270"/>
                    </a:lnTo>
                    <a:lnTo>
                      <a:pt x="984" y="270"/>
                    </a:lnTo>
                    <a:lnTo>
                      <a:pt x="978" y="276"/>
                    </a:lnTo>
                    <a:lnTo>
                      <a:pt x="978" y="300"/>
                    </a:lnTo>
                    <a:lnTo>
                      <a:pt x="996" y="330"/>
                    </a:lnTo>
                    <a:lnTo>
                      <a:pt x="1020" y="378"/>
                    </a:lnTo>
                    <a:lnTo>
                      <a:pt x="1086" y="438"/>
                    </a:lnTo>
                    <a:lnTo>
                      <a:pt x="1086" y="360"/>
                    </a:lnTo>
                    <a:close/>
                    <a:moveTo>
                      <a:pt x="672" y="672"/>
                    </a:moveTo>
                    <a:lnTo>
                      <a:pt x="630" y="642"/>
                    </a:lnTo>
                    <a:lnTo>
                      <a:pt x="648" y="630"/>
                    </a:lnTo>
                    <a:lnTo>
                      <a:pt x="636" y="630"/>
                    </a:lnTo>
                    <a:lnTo>
                      <a:pt x="624" y="624"/>
                    </a:lnTo>
                    <a:lnTo>
                      <a:pt x="612" y="624"/>
                    </a:lnTo>
                    <a:lnTo>
                      <a:pt x="600" y="618"/>
                    </a:lnTo>
                    <a:lnTo>
                      <a:pt x="594" y="606"/>
                    </a:lnTo>
                    <a:lnTo>
                      <a:pt x="594" y="594"/>
                    </a:lnTo>
                    <a:lnTo>
                      <a:pt x="600" y="582"/>
                    </a:lnTo>
                    <a:lnTo>
                      <a:pt x="600" y="564"/>
                    </a:lnTo>
                    <a:lnTo>
                      <a:pt x="588" y="570"/>
                    </a:lnTo>
                    <a:lnTo>
                      <a:pt x="582" y="570"/>
                    </a:lnTo>
                    <a:lnTo>
                      <a:pt x="570" y="576"/>
                    </a:lnTo>
                    <a:lnTo>
                      <a:pt x="564" y="576"/>
                    </a:lnTo>
                    <a:lnTo>
                      <a:pt x="552" y="582"/>
                    </a:lnTo>
                    <a:lnTo>
                      <a:pt x="552" y="552"/>
                    </a:lnTo>
                    <a:lnTo>
                      <a:pt x="528" y="540"/>
                    </a:lnTo>
                    <a:lnTo>
                      <a:pt x="528" y="492"/>
                    </a:lnTo>
                    <a:lnTo>
                      <a:pt x="474" y="456"/>
                    </a:lnTo>
                    <a:lnTo>
                      <a:pt x="450" y="402"/>
                    </a:lnTo>
                    <a:lnTo>
                      <a:pt x="474" y="390"/>
                    </a:lnTo>
                    <a:lnTo>
                      <a:pt x="480" y="384"/>
                    </a:lnTo>
                    <a:lnTo>
                      <a:pt x="492" y="378"/>
                    </a:lnTo>
                    <a:lnTo>
                      <a:pt x="504" y="366"/>
                    </a:lnTo>
                    <a:lnTo>
                      <a:pt x="504" y="360"/>
                    </a:lnTo>
                    <a:lnTo>
                      <a:pt x="492" y="336"/>
                    </a:lnTo>
                    <a:lnTo>
                      <a:pt x="468" y="324"/>
                    </a:lnTo>
                    <a:lnTo>
                      <a:pt x="462" y="318"/>
                    </a:lnTo>
                    <a:lnTo>
                      <a:pt x="456" y="318"/>
                    </a:lnTo>
                    <a:lnTo>
                      <a:pt x="450" y="312"/>
                    </a:lnTo>
                    <a:lnTo>
                      <a:pt x="438" y="312"/>
                    </a:lnTo>
                    <a:lnTo>
                      <a:pt x="402" y="300"/>
                    </a:lnTo>
                    <a:lnTo>
                      <a:pt x="390" y="300"/>
                    </a:lnTo>
                    <a:lnTo>
                      <a:pt x="378" y="294"/>
                    </a:lnTo>
                    <a:lnTo>
                      <a:pt x="372" y="294"/>
                    </a:lnTo>
                    <a:lnTo>
                      <a:pt x="372" y="234"/>
                    </a:lnTo>
                    <a:lnTo>
                      <a:pt x="366" y="222"/>
                    </a:lnTo>
                    <a:lnTo>
                      <a:pt x="354" y="210"/>
                    </a:lnTo>
                    <a:lnTo>
                      <a:pt x="342" y="210"/>
                    </a:lnTo>
                    <a:lnTo>
                      <a:pt x="288" y="156"/>
                    </a:lnTo>
                    <a:lnTo>
                      <a:pt x="252" y="162"/>
                    </a:lnTo>
                    <a:lnTo>
                      <a:pt x="216" y="126"/>
                    </a:lnTo>
                    <a:lnTo>
                      <a:pt x="186" y="120"/>
                    </a:lnTo>
                    <a:lnTo>
                      <a:pt x="66" y="60"/>
                    </a:lnTo>
                    <a:lnTo>
                      <a:pt x="42" y="72"/>
                    </a:lnTo>
                    <a:lnTo>
                      <a:pt x="0" y="42"/>
                    </a:lnTo>
                    <a:lnTo>
                      <a:pt x="42" y="72"/>
                    </a:lnTo>
                    <a:lnTo>
                      <a:pt x="36" y="102"/>
                    </a:lnTo>
                    <a:lnTo>
                      <a:pt x="36" y="240"/>
                    </a:lnTo>
                    <a:lnTo>
                      <a:pt x="30" y="258"/>
                    </a:lnTo>
                    <a:lnTo>
                      <a:pt x="30" y="372"/>
                    </a:lnTo>
                    <a:lnTo>
                      <a:pt x="24" y="378"/>
                    </a:lnTo>
                    <a:lnTo>
                      <a:pt x="12" y="384"/>
                    </a:lnTo>
                    <a:lnTo>
                      <a:pt x="0" y="396"/>
                    </a:lnTo>
                    <a:lnTo>
                      <a:pt x="0" y="402"/>
                    </a:lnTo>
                    <a:lnTo>
                      <a:pt x="6" y="408"/>
                    </a:lnTo>
                    <a:lnTo>
                      <a:pt x="18" y="414"/>
                    </a:lnTo>
                    <a:lnTo>
                      <a:pt x="30" y="414"/>
                    </a:lnTo>
                    <a:lnTo>
                      <a:pt x="30" y="444"/>
                    </a:lnTo>
                    <a:lnTo>
                      <a:pt x="24" y="456"/>
                    </a:lnTo>
                    <a:lnTo>
                      <a:pt x="24" y="480"/>
                    </a:lnTo>
                    <a:lnTo>
                      <a:pt x="18" y="492"/>
                    </a:lnTo>
                    <a:lnTo>
                      <a:pt x="18" y="504"/>
                    </a:lnTo>
                    <a:lnTo>
                      <a:pt x="12" y="510"/>
                    </a:lnTo>
                    <a:lnTo>
                      <a:pt x="12" y="516"/>
                    </a:lnTo>
                    <a:lnTo>
                      <a:pt x="18" y="540"/>
                    </a:lnTo>
                    <a:lnTo>
                      <a:pt x="18" y="588"/>
                    </a:lnTo>
                    <a:lnTo>
                      <a:pt x="30" y="594"/>
                    </a:lnTo>
                    <a:lnTo>
                      <a:pt x="48" y="594"/>
                    </a:lnTo>
                    <a:lnTo>
                      <a:pt x="60" y="588"/>
                    </a:lnTo>
                    <a:lnTo>
                      <a:pt x="90" y="588"/>
                    </a:lnTo>
                    <a:lnTo>
                      <a:pt x="96" y="582"/>
                    </a:lnTo>
                    <a:lnTo>
                      <a:pt x="102" y="582"/>
                    </a:lnTo>
                    <a:lnTo>
                      <a:pt x="126" y="600"/>
                    </a:lnTo>
                    <a:lnTo>
                      <a:pt x="132" y="600"/>
                    </a:lnTo>
                    <a:lnTo>
                      <a:pt x="138" y="594"/>
                    </a:lnTo>
                    <a:lnTo>
                      <a:pt x="156" y="588"/>
                    </a:lnTo>
                    <a:lnTo>
                      <a:pt x="168" y="582"/>
                    </a:lnTo>
                    <a:lnTo>
                      <a:pt x="180" y="570"/>
                    </a:lnTo>
                    <a:lnTo>
                      <a:pt x="180" y="564"/>
                    </a:lnTo>
                    <a:lnTo>
                      <a:pt x="168" y="552"/>
                    </a:lnTo>
                    <a:lnTo>
                      <a:pt x="150" y="540"/>
                    </a:lnTo>
                    <a:lnTo>
                      <a:pt x="138" y="534"/>
                    </a:lnTo>
                    <a:lnTo>
                      <a:pt x="120" y="522"/>
                    </a:lnTo>
                    <a:lnTo>
                      <a:pt x="108" y="516"/>
                    </a:lnTo>
                    <a:lnTo>
                      <a:pt x="102" y="510"/>
                    </a:lnTo>
                    <a:lnTo>
                      <a:pt x="96" y="510"/>
                    </a:lnTo>
                    <a:lnTo>
                      <a:pt x="108" y="510"/>
                    </a:lnTo>
                    <a:lnTo>
                      <a:pt x="138" y="516"/>
                    </a:lnTo>
                    <a:lnTo>
                      <a:pt x="204" y="516"/>
                    </a:lnTo>
                    <a:lnTo>
                      <a:pt x="204" y="510"/>
                    </a:lnTo>
                    <a:lnTo>
                      <a:pt x="198" y="504"/>
                    </a:lnTo>
                    <a:lnTo>
                      <a:pt x="198" y="498"/>
                    </a:lnTo>
                    <a:lnTo>
                      <a:pt x="186" y="486"/>
                    </a:lnTo>
                    <a:lnTo>
                      <a:pt x="192" y="492"/>
                    </a:lnTo>
                    <a:lnTo>
                      <a:pt x="204" y="492"/>
                    </a:lnTo>
                    <a:lnTo>
                      <a:pt x="210" y="498"/>
                    </a:lnTo>
                    <a:lnTo>
                      <a:pt x="216" y="498"/>
                    </a:lnTo>
                    <a:lnTo>
                      <a:pt x="222" y="492"/>
                    </a:lnTo>
                    <a:lnTo>
                      <a:pt x="222" y="486"/>
                    </a:lnTo>
                    <a:lnTo>
                      <a:pt x="216" y="480"/>
                    </a:lnTo>
                    <a:lnTo>
                      <a:pt x="216" y="468"/>
                    </a:lnTo>
                    <a:lnTo>
                      <a:pt x="210" y="462"/>
                    </a:lnTo>
                    <a:lnTo>
                      <a:pt x="222" y="468"/>
                    </a:lnTo>
                    <a:lnTo>
                      <a:pt x="228" y="474"/>
                    </a:lnTo>
                    <a:lnTo>
                      <a:pt x="246" y="474"/>
                    </a:lnTo>
                    <a:lnTo>
                      <a:pt x="252" y="468"/>
                    </a:lnTo>
                    <a:lnTo>
                      <a:pt x="264" y="462"/>
                    </a:lnTo>
                    <a:lnTo>
                      <a:pt x="270" y="456"/>
                    </a:lnTo>
                    <a:lnTo>
                      <a:pt x="288" y="474"/>
                    </a:lnTo>
                    <a:lnTo>
                      <a:pt x="300" y="480"/>
                    </a:lnTo>
                    <a:lnTo>
                      <a:pt x="306" y="486"/>
                    </a:lnTo>
                    <a:lnTo>
                      <a:pt x="312" y="486"/>
                    </a:lnTo>
                    <a:lnTo>
                      <a:pt x="330" y="492"/>
                    </a:lnTo>
                    <a:lnTo>
                      <a:pt x="342" y="492"/>
                    </a:lnTo>
                    <a:lnTo>
                      <a:pt x="378" y="504"/>
                    </a:lnTo>
                    <a:lnTo>
                      <a:pt x="390" y="510"/>
                    </a:lnTo>
                    <a:lnTo>
                      <a:pt x="402" y="534"/>
                    </a:lnTo>
                    <a:lnTo>
                      <a:pt x="402" y="558"/>
                    </a:lnTo>
                    <a:lnTo>
                      <a:pt x="408" y="570"/>
                    </a:lnTo>
                    <a:lnTo>
                      <a:pt x="420" y="582"/>
                    </a:lnTo>
                    <a:lnTo>
                      <a:pt x="438" y="582"/>
                    </a:lnTo>
                    <a:lnTo>
                      <a:pt x="450" y="594"/>
                    </a:lnTo>
                    <a:lnTo>
                      <a:pt x="450" y="606"/>
                    </a:lnTo>
                    <a:lnTo>
                      <a:pt x="456" y="618"/>
                    </a:lnTo>
                    <a:lnTo>
                      <a:pt x="468" y="654"/>
                    </a:lnTo>
                    <a:lnTo>
                      <a:pt x="486" y="672"/>
                    </a:lnTo>
                    <a:lnTo>
                      <a:pt x="516" y="678"/>
                    </a:lnTo>
                    <a:lnTo>
                      <a:pt x="558" y="684"/>
                    </a:lnTo>
                    <a:lnTo>
                      <a:pt x="618" y="684"/>
                    </a:lnTo>
                    <a:lnTo>
                      <a:pt x="630" y="690"/>
                    </a:lnTo>
                    <a:lnTo>
                      <a:pt x="654" y="714"/>
                    </a:lnTo>
                    <a:lnTo>
                      <a:pt x="678" y="726"/>
                    </a:lnTo>
                    <a:lnTo>
                      <a:pt x="684" y="726"/>
                    </a:lnTo>
                    <a:lnTo>
                      <a:pt x="684" y="720"/>
                    </a:lnTo>
                    <a:lnTo>
                      <a:pt x="678" y="708"/>
                    </a:lnTo>
                    <a:lnTo>
                      <a:pt x="678" y="702"/>
                    </a:lnTo>
                    <a:lnTo>
                      <a:pt x="672" y="690"/>
                    </a:lnTo>
                    <a:lnTo>
                      <a:pt x="666" y="684"/>
                    </a:lnTo>
                    <a:lnTo>
                      <a:pt x="672" y="67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7" name="Panama" descr="© INSCALE GmbH, 05.05.2010&#10;http://www.presentationload.com/">
                <a:extLst>
                  <a:ext uri="{FF2B5EF4-FFF2-40B4-BE49-F238E27FC236}">
                    <a16:creationId xmlns:a16="http://schemas.microsoft.com/office/drawing/2014/main" id="{F07BC062-1A45-5F08-ECC4-FFF5D378D875}"/>
                  </a:ext>
                </a:extLst>
              </p:cNvPr>
              <p:cNvSpPr>
                <a:spLocks/>
              </p:cNvSpPr>
              <p:nvPr/>
            </p:nvSpPr>
            <p:spPr bwMode="gray">
              <a:xfrm>
                <a:off x="2002938" y="2924967"/>
                <a:ext cx="154167" cy="74119"/>
              </a:xfrm>
              <a:custGeom>
                <a:avLst/>
                <a:gdLst>
                  <a:gd name="T0" fmla="*/ 2147483647 w 408"/>
                  <a:gd name="T1" fmla="*/ 2147483647 h 198"/>
                  <a:gd name="T2" fmla="*/ 2147483647 w 408"/>
                  <a:gd name="T3" fmla="*/ 2147483647 h 198"/>
                  <a:gd name="T4" fmla="*/ 2147483647 w 408"/>
                  <a:gd name="T5" fmla="*/ 2147483647 h 198"/>
                  <a:gd name="T6" fmla="*/ 2147483647 w 408"/>
                  <a:gd name="T7" fmla="*/ 2147483647 h 198"/>
                  <a:gd name="T8" fmla="*/ 2147483647 w 408"/>
                  <a:gd name="T9" fmla="*/ 2147483647 h 198"/>
                  <a:gd name="T10" fmla="*/ 2147483647 w 408"/>
                  <a:gd name="T11" fmla="*/ 2147483647 h 198"/>
                  <a:gd name="T12" fmla="*/ 2147483647 w 408"/>
                  <a:gd name="T13" fmla="*/ 2147483647 h 198"/>
                  <a:gd name="T14" fmla="*/ 2147483647 w 408"/>
                  <a:gd name="T15" fmla="*/ 2147483647 h 198"/>
                  <a:gd name="T16" fmla="*/ 2147483647 w 408"/>
                  <a:gd name="T17" fmla="*/ 2147483647 h 198"/>
                  <a:gd name="T18" fmla="*/ 2147483647 w 408"/>
                  <a:gd name="T19" fmla="*/ 2147483647 h 198"/>
                  <a:gd name="T20" fmla="*/ 2147483647 w 408"/>
                  <a:gd name="T21" fmla="*/ 2147483647 h 198"/>
                  <a:gd name="T22" fmla="*/ 2147483647 w 408"/>
                  <a:gd name="T23" fmla="*/ 2147483647 h 198"/>
                  <a:gd name="T24" fmla="*/ 2147483647 w 408"/>
                  <a:gd name="T25" fmla="*/ 2147483647 h 198"/>
                  <a:gd name="T26" fmla="*/ 2147483647 w 408"/>
                  <a:gd name="T27" fmla="*/ 2147483647 h 198"/>
                  <a:gd name="T28" fmla="*/ 2147483647 w 408"/>
                  <a:gd name="T29" fmla="*/ 2147483647 h 198"/>
                  <a:gd name="T30" fmla="*/ 2147483647 w 408"/>
                  <a:gd name="T31" fmla="*/ 2147483647 h 198"/>
                  <a:gd name="T32" fmla="*/ 2147483647 w 408"/>
                  <a:gd name="T33" fmla="*/ 0 h 198"/>
                  <a:gd name="T34" fmla="*/ 2147483647 w 408"/>
                  <a:gd name="T35" fmla="*/ 2147483647 h 198"/>
                  <a:gd name="T36" fmla="*/ 2147483647 w 408"/>
                  <a:gd name="T37" fmla="*/ 2147483647 h 198"/>
                  <a:gd name="T38" fmla="*/ 2147483647 w 408"/>
                  <a:gd name="T39" fmla="*/ 2147483647 h 198"/>
                  <a:gd name="T40" fmla="*/ 2147483647 w 408"/>
                  <a:gd name="T41" fmla="*/ 2147483647 h 198"/>
                  <a:gd name="T42" fmla="*/ 2147483647 w 408"/>
                  <a:gd name="T43" fmla="*/ 2147483647 h 198"/>
                  <a:gd name="T44" fmla="*/ 2147483647 w 408"/>
                  <a:gd name="T45" fmla="*/ 2147483647 h 198"/>
                  <a:gd name="T46" fmla="*/ 2147483647 w 408"/>
                  <a:gd name="T47" fmla="*/ 2147483647 h 198"/>
                  <a:gd name="T48" fmla="*/ 2147483647 w 408"/>
                  <a:gd name="T49" fmla="*/ 2147483647 h 198"/>
                  <a:gd name="T50" fmla="*/ 2147483647 w 408"/>
                  <a:gd name="T51" fmla="*/ 2147483647 h 198"/>
                  <a:gd name="T52" fmla="*/ 2147483647 w 408"/>
                  <a:gd name="T53" fmla="*/ 2147483647 h 198"/>
                  <a:gd name="T54" fmla="*/ 2147483647 w 408"/>
                  <a:gd name="T55" fmla="*/ 2147483647 h 198"/>
                  <a:gd name="T56" fmla="*/ 0 w 408"/>
                  <a:gd name="T57" fmla="*/ 2147483647 h 198"/>
                  <a:gd name="T58" fmla="*/ 2147483647 w 408"/>
                  <a:gd name="T59" fmla="*/ 2147483647 h 198"/>
                  <a:gd name="T60" fmla="*/ 2147483647 w 408"/>
                  <a:gd name="T61" fmla="*/ 2147483647 h 198"/>
                  <a:gd name="T62" fmla="*/ 2147483647 w 408"/>
                  <a:gd name="T63" fmla="*/ 2147483647 h 198"/>
                  <a:gd name="T64" fmla="*/ 0 w 408"/>
                  <a:gd name="T65" fmla="*/ 2147483647 h 198"/>
                  <a:gd name="T66" fmla="*/ 2147483647 w 408"/>
                  <a:gd name="T67" fmla="*/ 2147483647 h 198"/>
                  <a:gd name="T68" fmla="*/ 2147483647 w 408"/>
                  <a:gd name="T69" fmla="*/ 2147483647 h 198"/>
                  <a:gd name="T70" fmla="*/ 2147483647 w 408"/>
                  <a:gd name="T71" fmla="*/ 2147483647 h 198"/>
                  <a:gd name="T72" fmla="*/ 2147483647 w 408"/>
                  <a:gd name="T73" fmla="*/ 2147483647 h 198"/>
                  <a:gd name="T74" fmla="*/ 2147483647 w 408"/>
                  <a:gd name="T75" fmla="*/ 2147483647 h 198"/>
                  <a:gd name="T76" fmla="*/ 2147483647 w 408"/>
                  <a:gd name="T77" fmla="*/ 2147483647 h 198"/>
                  <a:gd name="T78" fmla="*/ 2147483647 w 408"/>
                  <a:gd name="T79" fmla="*/ 2147483647 h 198"/>
                  <a:gd name="T80" fmla="*/ 2147483647 w 408"/>
                  <a:gd name="T81" fmla="*/ 2147483647 h 198"/>
                  <a:gd name="T82" fmla="*/ 2147483647 w 408"/>
                  <a:gd name="T83" fmla="*/ 2147483647 h 198"/>
                  <a:gd name="T84" fmla="*/ 2147483647 w 408"/>
                  <a:gd name="T85" fmla="*/ 2147483647 h 198"/>
                  <a:gd name="T86" fmla="*/ 2147483647 w 408"/>
                  <a:gd name="T87" fmla="*/ 2147483647 h 198"/>
                  <a:gd name="T88" fmla="*/ 2147483647 w 408"/>
                  <a:gd name="T89" fmla="*/ 2147483647 h 198"/>
                  <a:gd name="T90" fmla="*/ 2147483647 w 408"/>
                  <a:gd name="T91" fmla="*/ 2147483647 h 198"/>
                  <a:gd name="T92" fmla="*/ 2147483647 w 408"/>
                  <a:gd name="T93" fmla="*/ 2147483647 h 198"/>
                  <a:gd name="T94" fmla="*/ 2147483647 w 408"/>
                  <a:gd name="T95" fmla="*/ 2147483647 h 198"/>
                  <a:gd name="T96" fmla="*/ 2147483647 w 408"/>
                  <a:gd name="T97" fmla="*/ 2147483647 h 198"/>
                  <a:gd name="T98" fmla="*/ 2147483647 w 408"/>
                  <a:gd name="T99" fmla="*/ 2147483647 h 198"/>
                  <a:gd name="T100" fmla="*/ 2147483647 w 408"/>
                  <a:gd name="T101" fmla="*/ 2147483647 h 19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408"/>
                  <a:gd name="T154" fmla="*/ 0 h 198"/>
                  <a:gd name="T155" fmla="*/ 408 w 408"/>
                  <a:gd name="T156" fmla="*/ 198 h 19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408" h="198">
                    <a:moveTo>
                      <a:pt x="306" y="66"/>
                    </a:moveTo>
                    <a:lnTo>
                      <a:pt x="318" y="78"/>
                    </a:lnTo>
                    <a:lnTo>
                      <a:pt x="324" y="90"/>
                    </a:lnTo>
                    <a:lnTo>
                      <a:pt x="330" y="96"/>
                    </a:lnTo>
                    <a:lnTo>
                      <a:pt x="342" y="90"/>
                    </a:lnTo>
                    <a:lnTo>
                      <a:pt x="372" y="120"/>
                    </a:lnTo>
                    <a:lnTo>
                      <a:pt x="342" y="102"/>
                    </a:lnTo>
                    <a:lnTo>
                      <a:pt x="342" y="120"/>
                    </a:lnTo>
                    <a:lnTo>
                      <a:pt x="336" y="132"/>
                    </a:lnTo>
                    <a:lnTo>
                      <a:pt x="336" y="162"/>
                    </a:lnTo>
                    <a:lnTo>
                      <a:pt x="342" y="168"/>
                    </a:lnTo>
                    <a:lnTo>
                      <a:pt x="348" y="180"/>
                    </a:lnTo>
                    <a:lnTo>
                      <a:pt x="354" y="186"/>
                    </a:lnTo>
                    <a:lnTo>
                      <a:pt x="360" y="186"/>
                    </a:lnTo>
                    <a:lnTo>
                      <a:pt x="372" y="156"/>
                    </a:lnTo>
                    <a:lnTo>
                      <a:pt x="378" y="162"/>
                    </a:lnTo>
                    <a:lnTo>
                      <a:pt x="390" y="168"/>
                    </a:lnTo>
                    <a:lnTo>
                      <a:pt x="396" y="162"/>
                    </a:lnTo>
                    <a:lnTo>
                      <a:pt x="408" y="138"/>
                    </a:lnTo>
                    <a:lnTo>
                      <a:pt x="408" y="126"/>
                    </a:lnTo>
                    <a:lnTo>
                      <a:pt x="396" y="120"/>
                    </a:lnTo>
                    <a:lnTo>
                      <a:pt x="390" y="108"/>
                    </a:lnTo>
                    <a:lnTo>
                      <a:pt x="390" y="90"/>
                    </a:lnTo>
                    <a:lnTo>
                      <a:pt x="396" y="84"/>
                    </a:lnTo>
                    <a:lnTo>
                      <a:pt x="372" y="66"/>
                    </a:lnTo>
                    <a:lnTo>
                      <a:pt x="372" y="60"/>
                    </a:lnTo>
                    <a:lnTo>
                      <a:pt x="366" y="54"/>
                    </a:lnTo>
                    <a:lnTo>
                      <a:pt x="366" y="42"/>
                    </a:lnTo>
                    <a:lnTo>
                      <a:pt x="360" y="30"/>
                    </a:lnTo>
                    <a:lnTo>
                      <a:pt x="348" y="24"/>
                    </a:lnTo>
                    <a:lnTo>
                      <a:pt x="330" y="18"/>
                    </a:lnTo>
                    <a:lnTo>
                      <a:pt x="288" y="18"/>
                    </a:lnTo>
                    <a:lnTo>
                      <a:pt x="282" y="0"/>
                    </a:lnTo>
                    <a:lnTo>
                      <a:pt x="246" y="0"/>
                    </a:lnTo>
                    <a:lnTo>
                      <a:pt x="234" y="6"/>
                    </a:lnTo>
                    <a:lnTo>
                      <a:pt x="228" y="12"/>
                    </a:lnTo>
                    <a:lnTo>
                      <a:pt x="222" y="24"/>
                    </a:lnTo>
                    <a:lnTo>
                      <a:pt x="210" y="36"/>
                    </a:lnTo>
                    <a:lnTo>
                      <a:pt x="204" y="36"/>
                    </a:lnTo>
                    <a:lnTo>
                      <a:pt x="198" y="30"/>
                    </a:lnTo>
                    <a:lnTo>
                      <a:pt x="192" y="30"/>
                    </a:lnTo>
                    <a:lnTo>
                      <a:pt x="168" y="42"/>
                    </a:lnTo>
                    <a:lnTo>
                      <a:pt x="144" y="66"/>
                    </a:lnTo>
                    <a:lnTo>
                      <a:pt x="132" y="72"/>
                    </a:lnTo>
                    <a:lnTo>
                      <a:pt x="120" y="72"/>
                    </a:lnTo>
                    <a:lnTo>
                      <a:pt x="114" y="66"/>
                    </a:lnTo>
                    <a:lnTo>
                      <a:pt x="102" y="60"/>
                    </a:lnTo>
                    <a:lnTo>
                      <a:pt x="90" y="42"/>
                    </a:lnTo>
                    <a:lnTo>
                      <a:pt x="78" y="54"/>
                    </a:lnTo>
                    <a:lnTo>
                      <a:pt x="60" y="54"/>
                    </a:lnTo>
                    <a:lnTo>
                      <a:pt x="48" y="42"/>
                    </a:lnTo>
                    <a:lnTo>
                      <a:pt x="48" y="18"/>
                    </a:lnTo>
                    <a:lnTo>
                      <a:pt x="36" y="6"/>
                    </a:lnTo>
                    <a:lnTo>
                      <a:pt x="24" y="6"/>
                    </a:lnTo>
                    <a:lnTo>
                      <a:pt x="18" y="12"/>
                    </a:lnTo>
                    <a:lnTo>
                      <a:pt x="6" y="12"/>
                    </a:lnTo>
                    <a:lnTo>
                      <a:pt x="0" y="18"/>
                    </a:lnTo>
                    <a:lnTo>
                      <a:pt x="0" y="36"/>
                    </a:lnTo>
                    <a:lnTo>
                      <a:pt x="6" y="42"/>
                    </a:lnTo>
                    <a:lnTo>
                      <a:pt x="6" y="48"/>
                    </a:lnTo>
                    <a:lnTo>
                      <a:pt x="24" y="48"/>
                    </a:lnTo>
                    <a:lnTo>
                      <a:pt x="30" y="54"/>
                    </a:lnTo>
                    <a:lnTo>
                      <a:pt x="12" y="72"/>
                    </a:lnTo>
                    <a:lnTo>
                      <a:pt x="6" y="72"/>
                    </a:lnTo>
                    <a:lnTo>
                      <a:pt x="6" y="96"/>
                    </a:lnTo>
                    <a:lnTo>
                      <a:pt x="0" y="102"/>
                    </a:lnTo>
                    <a:lnTo>
                      <a:pt x="6" y="108"/>
                    </a:lnTo>
                    <a:lnTo>
                      <a:pt x="48" y="102"/>
                    </a:lnTo>
                    <a:lnTo>
                      <a:pt x="60" y="120"/>
                    </a:lnTo>
                    <a:lnTo>
                      <a:pt x="90" y="114"/>
                    </a:lnTo>
                    <a:lnTo>
                      <a:pt x="90" y="126"/>
                    </a:lnTo>
                    <a:lnTo>
                      <a:pt x="84" y="132"/>
                    </a:lnTo>
                    <a:lnTo>
                      <a:pt x="84" y="150"/>
                    </a:lnTo>
                    <a:lnTo>
                      <a:pt x="90" y="156"/>
                    </a:lnTo>
                    <a:lnTo>
                      <a:pt x="108" y="156"/>
                    </a:lnTo>
                    <a:lnTo>
                      <a:pt x="114" y="150"/>
                    </a:lnTo>
                    <a:lnTo>
                      <a:pt x="120" y="150"/>
                    </a:lnTo>
                    <a:lnTo>
                      <a:pt x="120" y="132"/>
                    </a:lnTo>
                    <a:lnTo>
                      <a:pt x="138" y="126"/>
                    </a:lnTo>
                    <a:lnTo>
                      <a:pt x="138" y="150"/>
                    </a:lnTo>
                    <a:lnTo>
                      <a:pt x="144" y="168"/>
                    </a:lnTo>
                    <a:lnTo>
                      <a:pt x="144" y="180"/>
                    </a:lnTo>
                    <a:lnTo>
                      <a:pt x="150" y="192"/>
                    </a:lnTo>
                    <a:lnTo>
                      <a:pt x="156" y="198"/>
                    </a:lnTo>
                    <a:lnTo>
                      <a:pt x="162" y="198"/>
                    </a:lnTo>
                    <a:lnTo>
                      <a:pt x="180" y="192"/>
                    </a:lnTo>
                    <a:lnTo>
                      <a:pt x="198" y="174"/>
                    </a:lnTo>
                    <a:lnTo>
                      <a:pt x="204" y="174"/>
                    </a:lnTo>
                    <a:lnTo>
                      <a:pt x="198" y="168"/>
                    </a:lnTo>
                    <a:lnTo>
                      <a:pt x="186" y="162"/>
                    </a:lnTo>
                    <a:lnTo>
                      <a:pt x="180" y="150"/>
                    </a:lnTo>
                    <a:lnTo>
                      <a:pt x="174" y="144"/>
                    </a:lnTo>
                    <a:lnTo>
                      <a:pt x="168" y="132"/>
                    </a:lnTo>
                    <a:lnTo>
                      <a:pt x="162" y="126"/>
                    </a:lnTo>
                    <a:lnTo>
                      <a:pt x="186" y="102"/>
                    </a:lnTo>
                    <a:lnTo>
                      <a:pt x="222" y="84"/>
                    </a:lnTo>
                    <a:lnTo>
                      <a:pt x="228" y="72"/>
                    </a:lnTo>
                    <a:lnTo>
                      <a:pt x="246" y="54"/>
                    </a:lnTo>
                    <a:lnTo>
                      <a:pt x="258" y="48"/>
                    </a:lnTo>
                    <a:lnTo>
                      <a:pt x="276" y="54"/>
                    </a:lnTo>
                    <a:lnTo>
                      <a:pt x="288" y="60"/>
                    </a:lnTo>
                    <a:lnTo>
                      <a:pt x="306" y="6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8" name="Pakistan" descr="© INSCALE GmbH, 05.05.2010&#10;http://www.presentationload.com/">
                <a:extLst>
                  <a:ext uri="{FF2B5EF4-FFF2-40B4-BE49-F238E27FC236}">
                    <a16:creationId xmlns:a16="http://schemas.microsoft.com/office/drawing/2014/main" id="{D894009D-6034-9EF7-608F-33D422FE9A2E}"/>
                  </a:ext>
                </a:extLst>
              </p:cNvPr>
              <p:cNvSpPr>
                <a:spLocks/>
              </p:cNvSpPr>
              <p:nvPr/>
            </p:nvSpPr>
            <p:spPr bwMode="gray">
              <a:xfrm>
                <a:off x="5825977" y="2087424"/>
                <a:ext cx="398759" cy="400242"/>
              </a:xfrm>
              <a:custGeom>
                <a:avLst/>
                <a:gdLst>
                  <a:gd name="T0" fmla="*/ 2147483647 w 1050"/>
                  <a:gd name="T1" fmla="*/ 2147483647 h 1056"/>
                  <a:gd name="T2" fmla="*/ 2147483647 w 1050"/>
                  <a:gd name="T3" fmla="*/ 2147483647 h 1056"/>
                  <a:gd name="T4" fmla="*/ 2147483647 w 1050"/>
                  <a:gd name="T5" fmla="*/ 2147483647 h 1056"/>
                  <a:gd name="T6" fmla="*/ 2147483647 w 1050"/>
                  <a:gd name="T7" fmla="*/ 2147483647 h 1056"/>
                  <a:gd name="T8" fmla="*/ 2147483647 w 1050"/>
                  <a:gd name="T9" fmla="*/ 2147483647 h 1056"/>
                  <a:gd name="T10" fmla="*/ 2147483647 w 1050"/>
                  <a:gd name="T11" fmla="*/ 2147483647 h 1056"/>
                  <a:gd name="T12" fmla="*/ 2147483647 w 1050"/>
                  <a:gd name="T13" fmla="*/ 2147483647 h 1056"/>
                  <a:gd name="T14" fmla="*/ 2147483647 w 1050"/>
                  <a:gd name="T15" fmla="*/ 2147483647 h 1056"/>
                  <a:gd name="T16" fmla="*/ 2147483647 w 1050"/>
                  <a:gd name="T17" fmla="*/ 2147483647 h 1056"/>
                  <a:gd name="T18" fmla="*/ 2147483647 w 1050"/>
                  <a:gd name="T19" fmla="*/ 2147483647 h 1056"/>
                  <a:gd name="T20" fmla="*/ 2147483647 w 1050"/>
                  <a:gd name="T21" fmla="*/ 2147483647 h 1056"/>
                  <a:gd name="T22" fmla="*/ 2147483647 w 1050"/>
                  <a:gd name="T23" fmla="*/ 2147483647 h 1056"/>
                  <a:gd name="T24" fmla="*/ 2147483647 w 1050"/>
                  <a:gd name="T25" fmla="*/ 2147483647 h 1056"/>
                  <a:gd name="T26" fmla="*/ 2147483647 w 1050"/>
                  <a:gd name="T27" fmla="*/ 2147483647 h 1056"/>
                  <a:gd name="T28" fmla="*/ 2147483647 w 1050"/>
                  <a:gd name="T29" fmla="*/ 2147483647 h 1056"/>
                  <a:gd name="T30" fmla="*/ 2147483647 w 1050"/>
                  <a:gd name="T31" fmla="*/ 2147483647 h 1056"/>
                  <a:gd name="T32" fmla="*/ 2147483647 w 1050"/>
                  <a:gd name="T33" fmla="*/ 2147483647 h 1056"/>
                  <a:gd name="T34" fmla="*/ 2147483647 w 1050"/>
                  <a:gd name="T35" fmla="*/ 2147483647 h 1056"/>
                  <a:gd name="T36" fmla="*/ 2147483647 w 1050"/>
                  <a:gd name="T37" fmla="*/ 2147483647 h 1056"/>
                  <a:gd name="T38" fmla="*/ 2147483647 w 1050"/>
                  <a:gd name="T39" fmla="*/ 2147483647 h 1056"/>
                  <a:gd name="T40" fmla="*/ 2147483647 w 1050"/>
                  <a:gd name="T41" fmla="*/ 2147483647 h 1056"/>
                  <a:gd name="T42" fmla="*/ 2147483647 w 1050"/>
                  <a:gd name="T43" fmla="*/ 2147483647 h 1056"/>
                  <a:gd name="T44" fmla="*/ 0 w 1050"/>
                  <a:gd name="T45" fmla="*/ 2147483647 h 1056"/>
                  <a:gd name="T46" fmla="*/ 2147483647 w 1050"/>
                  <a:gd name="T47" fmla="*/ 2147483647 h 1056"/>
                  <a:gd name="T48" fmla="*/ 2147483647 w 1050"/>
                  <a:gd name="T49" fmla="*/ 2147483647 h 1056"/>
                  <a:gd name="T50" fmla="*/ 2147483647 w 1050"/>
                  <a:gd name="T51" fmla="*/ 2147483647 h 1056"/>
                  <a:gd name="T52" fmla="*/ 2147483647 w 1050"/>
                  <a:gd name="T53" fmla="*/ 2147483647 h 1056"/>
                  <a:gd name="T54" fmla="*/ 2147483647 w 1050"/>
                  <a:gd name="T55" fmla="*/ 2147483647 h 1056"/>
                  <a:gd name="T56" fmla="*/ 2147483647 w 1050"/>
                  <a:gd name="T57" fmla="*/ 2147483647 h 1056"/>
                  <a:gd name="T58" fmla="*/ 2147483647 w 1050"/>
                  <a:gd name="T59" fmla="*/ 2147483647 h 1056"/>
                  <a:gd name="T60" fmla="*/ 2147483647 w 1050"/>
                  <a:gd name="T61" fmla="*/ 2147483647 h 1056"/>
                  <a:gd name="T62" fmla="*/ 2147483647 w 1050"/>
                  <a:gd name="T63" fmla="*/ 2147483647 h 1056"/>
                  <a:gd name="T64" fmla="*/ 2147483647 w 1050"/>
                  <a:gd name="T65" fmla="*/ 2147483647 h 1056"/>
                  <a:gd name="T66" fmla="*/ 2147483647 w 1050"/>
                  <a:gd name="T67" fmla="*/ 2147483647 h 1056"/>
                  <a:gd name="T68" fmla="*/ 2147483647 w 1050"/>
                  <a:gd name="T69" fmla="*/ 2147483647 h 1056"/>
                  <a:gd name="T70" fmla="*/ 2147483647 w 1050"/>
                  <a:gd name="T71" fmla="*/ 2147483647 h 1056"/>
                  <a:gd name="T72" fmla="*/ 2147483647 w 1050"/>
                  <a:gd name="T73" fmla="*/ 2147483647 h 1056"/>
                  <a:gd name="T74" fmla="*/ 2147483647 w 1050"/>
                  <a:gd name="T75" fmla="*/ 2147483647 h 1056"/>
                  <a:gd name="T76" fmla="*/ 2147483647 w 1050"/>
                  <a:gd name="T77" fmla="*/ 2147483647 h 1056"/>
                  <a:gd name="T78" fmla="*/ 2147483647 w 1050"/>
                  <a:gd name="T79" fmla="*/ 2147483647 h 1056"/>
                  <a:gd name="T80" fmla="*/ 2147483647 w 1050"/>
                  <a:gd name="T81" fmla="*/ 2147483647 h 1056"/>
                  <a:gd name="T82" fmla="*/ 2147483647 w 1050"/>
                  <a:gd name="T83" fmla="*/ 2147483647 h 1056"/>
                  <a:gd name="T84" fmla="*/ 2147483647 w 1050"/>
                  <a:gd name="T85" fmla="*/ 2147483647 h 1056"/>
                  <a:gd name="T86" fmla="*/ 2147483647 w 1050"/>
                  <a:gd name="T87" fmla="*/ 2147483647 h 1056"/>
                  <a:gd name="T88" fmla="*/ 2147483647 w 1050"/>
                  <a:gd name="T89" fmla="*/ 2147483647 h 1056"/>
                  <a:gd name="T90" fmla="*/ 2147483647 w 1050"/>
                  <a:gd name="T91" fmla="*/ 2147483647 h 1056"/>
                  <a:gd name="T92" fmla="*/ 2147483647 w 1050"/>
                  <a:gd name="T93" fmla="*/ 2147483647 h 1056"/>
                  <a:gd name="T94" fmla="*/ 2147483647 w 1050"/>
                  <a:gd name="T95" fmla="*/ 2147483647 h 1056"/>
                  <a:gd name="T96" fmla="*/ 2147483647 w 1050"/>
                  <a:gd name="T97" fmla="*/ 2147483647 h 1056"/>
                  <a:gd name="T98" fmla="*/ 2147483647 w 1050"/>
                  <a:gd name="T99" fmla="*/ 2147483647 h 1056"/>
                  <a:gd name="T100" fmla="*/ 2147483647 w 1050"/>
                  <a:gd name="T101" fmla="*/ 2147483647 h 1056"/>
                  <a:gd name="T102" fmla="*/ 2147483647 w 1050"/>
                  <a:gd name="T103" fmla="*/ 2147483647 h 1056"/>
                  <a:gd name="T104" fmla="*/ 2147483647 w 1050"/>
                  <a:gd name="T105" fmla="*/ 2147483647 h 1056"/>
                  <a:gd name="T106" fmla="*/ 2147483647 w 1050"/>
                  <a:gd name="T107" fmla="*/ 2147483647 h 1056"/>
                  <a:gd name="T108" fmla="*/ 2147483647 w 1050"/>
                  <a:gd name="T109" fmla="*/ 2147483647 h 1056"/>
                  <a:gd name="T110" fmla="*/ 2147483647 w 1050"/>
                  <a:gd name="T111" fmla="*/ 2147483647 h 1056"/>
                  <a:gd name="T112" fmla="*/ 2147483647 w 1050"/>
                  <a:gd name="T113" fmla="*/ 2147483647 h 1056"/>
                  <a:gd name="T114" fmla="*/ 2147483647 w 1050"/>
                  <a:gd name="T115" fmla="*/ 2147483647 h 1056"/>
                  <a:gd name="T116" fmla="*/ 2147483647 w 1050"/>
                  <a:gd name="T117" fmla="*/ 2147483647 h 1056"/>
                  <a:gd name="T118" fmla="*/ 2147483647 w 1050"/>
                  <a:gd name="T119" fmla="*/ 2147483647 h 1056"/>
                  <a:gd name="T120" fmla="*/ 2147483647 w 1050"/>
                  <a:gd name="T121" fmla="*/ 2147483647 h 1056"/>
                  <a:gd name="T122" fmla="*/ 2147483647 w 1050"/>
                  <a:gd name="T123" fmla="*/ 2147483647 h 105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050"/>
                  <a:gd name="T187" fmla="*/ 0 h 1056"/>
                  <a:gd name="T188" fmla="*/ 1050 w 1050"/>
                  <a:gd name="T189" fmla="*/ 1056 h 105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050" h="1056">
                    <a:moveTo>
                      <a:pt x="1008" y="120"/>
                    </a:moveTo>
                    <a:lnTo>
                      <a:pt x="996" y="120"/>
                    </a:lnTo>
                    <a:lnTo>
                      <a:pt x="984" y="114"/>
                    </a:lnTo>
                    <a:lnTo>
                      <a:pt x="978" y="102"/>
                    </a:lnTo>
                    <a:lnTo>
                      <a:pt x="972" y="96"/>
                    </a:lnTo>
                    <a:lnTo>
                      <a:pt x="972" y="90"/>
                    </a:lnTo>
                    <a:lnTo>
                      <a:pt x="960" y="96"/>
                    </a:lnTo>
                    <a:lnTo>
                      <a:pt x="924" y="84"/>
                    </a:lnTo>
                    <a:lnTo>
                      <a:pt x="924" y="60"/>
                    </a:lnTo>
                    <a:lnTo>
                      <a:pt x="912" y="36"/>
                    </a:lnTo>
                    <a:lnTo>
                      <a:pt x="900" y="24"/>
                    </a:lnTo>
                    <a:lnTo>
                      <a:pt x="888" y="18"/>
                    </a:lnTo>
                    <a:lnTo>
                      <a:pt x="876" y="18"/>
                    </a:lnTo>
                    <a:lnTo>
                      <a:pt x="870" y="6"/>
                    </a:lnTo>
                    <a:lnTo>
                      <a:pt x="822" y="6"/>
                    </a:lnTo>
                    <a:lnTo>
                      <a:pt x="810" y="0"/>
                    </a:lnTo>
                    <a:lnTo>
                      <a:pt x="804" y="6"/>
                    </a:lnTo>
                    <a:lnTo>
                      <a:pt x="792" y="6"/>
                    </a:lnTo>
                    <a:lnTo>
                      <a:pt x="786" y="12"/>
                    </a:lnTo>
                    <a:lnTo>
                      <a:pt x="774" y="12"/>
                    </a:lnTo>
                    <a:lnTo>
                      <a:pt x="762" y="6"/>
                    </a:lnTo>
                    <a:lnTo>
                      <a:pt x="738" y="6"/>
                    </a:lnTo>
                    <a:lnTo>
                      <a:pt x="732" y="12"/>
                    </a:lnTo>
                    <a:lnTo>
                      <a:pt x="690" y="12"/>
                    </a:lnTo>
                    <a:lnTo>
                      <a:pt x="684" y="18"/>
                    </a:lnTo>
                    <a:lnTo>
                      <a:pt x="678" y="18"/>
                    </a:lnTo>
                    <a:lnTo>
                      <a:pt x="654" y="30"/>
                    </a:lnTo>
                    <a:lnTo>
                      <a:pt x="648" y="36"/>
                    </a:lnTo>
                    <a:lnTo>
                      <a:pt x="624" y="48"/>
                    </a:lnTo>
                    <a:lnTo>
                      <a:pt x="618" y="54"/>
                    </a:lnTo>
                    <a:lnTo>
                      <a:pt x="612" y="66"/>
                    </a:lnTo>
                    <a:lnTo>
                      <a:pt x="606" y="72"/>
                    </a:lnTo>
                    <a:lnTo>
                      <a:pt x="606" y="78"/>
                    </a:lnTo>
                    <a:lnTo>
                      <a:pt x="636" y="108"/>
                    </a:lnTo>
                    <a:lnTo>
                      <a:pt x="636" y="138"/>
                    </a:lnTo>
                    <a:lnTo>
                      <a:pt x="642" y="144"/>
                    </a:lnTo>
                    <a:lnTo>
                      <a:pt x="648" y="156"/>
                    </a:lnTo>
                    <a:lnTo>
                      <a:pt x="648" y="162"/>
                    </a:lnTo>
                    <a:lnTo>
                      <a:pt x="624" y="186"/>
                    </a:lnTo>
                    <a:lnTo>
                      <a:pt x="618" y="198"/>
                    </a:lnTo>
                    <a:lnTo>
                      <a:pt x="618" y="210"/>
                    </a:lnTo>
                    <a:lnTo>
                      <a:pt x="624" y="216"/>
                    </a:lnTo>
                    <a:lnTo>
                      <a:pt x="624" y="246"/>
                    </a:lnTo>
                    <a:lnTo>
                      <a:pt x="606" y="246"/>
                    </a:lnTo>
                    <a:lnTo>
                      <a:pt x="600" y="252"/>
                    </a:lnTo>
                    <a:lnTo>
                      <a:pt x="594" y="252"/>
                    </a:lnTo>
                    <a:lnTo>
                      <a:pt x="576" y="246"/>
                    </a:lnTo>
                    <a:lnTo>
                      <a:pt x="570" y="240"/>
                    </a:lnTo>
                    <a:lnTo>
                      <a:pt x="552" y="240"/>
                    </a:lnTo>
                    <a:lnTo>
                      <a:pt x="552" y="252"/>
                    </a:lnTo>
                    <a:lnTo>
                      <a:pt x="564" y="264"/>
                    </a:lnTo>
                    <a:lnTo>
                      <a:pt x="576" y="270"/>
                    </a:lnTo>
                    <a:lnTo>
                      <a:pt x="576" y="276"/>
                    </a:lnTo>
                    <a:lnTo>
                      <a:pt x="582" y="282"/>
                    </a:lnTo>
                    <a:lnTo>
                      <a:pt x="582" y="288"/>
                    </a:lnTo>
                    <a:lnTo>
                      <a:pt x="594" y="294"/>
                    </a:lnTo>
                    <a:lnTo>
                      <a:pt x="600" y="294"/>
                    </a:lnTo>
                    <a:lnTo>
                      <a:pt x="570" y="312"/>
                    </a:lnTo>
                    <a:lnTo>
                      <a:pt x="552" y="312"/>
                    </a:lnTo>
                    <a:lnTo>
                      <a:pt x="546" y="318"/>
                    </a:lnTo>
                    <a:lnTo>
                      <a:pt x="546" y="354"/>
                    </a:lnTo>
                    <a:lnTo>
                      <a:pt x="540" y="354"/>
                    </a:lnTo>
                    <a:lnTo>
                      <a:pt x="534" y="360"/>
                    </a:lnTo>
                    <a:lnTo>
                      <a:pt x="534" y="378"/>
                    </a:lnTo>
                    <a:lnTo>
                      <a:pt x="540" y="390"/>
                    </a:lnTo>
                    <a:lnTo>
                      <a:pt x="540" y="402"/>
                    </a:lnTo>
                    <a:lnTo>
                      <a:pt x="546" y="408"/>
                    </a:lnTo>
                    <a:lnTo>
                      <a:pt x="546" y="414"/>
                    </a:lnTo>
                    <a:lnTo>
                      <a:pt x="540" y="420"/>
                    </a:lnTo>
                    <a:lnTo>
                      <a:pt x="534" y="432"/>
                    </a:lnTo>
                    <a:lnTo>
                      <a:pt x="522" y="438"/>
                    </a:lnTo>
                    <a:lnTo>
                      <a:pt x="510" y="438"/>
                    </a:lnTo>
                    <a:lnTo>
                      <a:pt x="504" y="432"/>
                    </a:lnTo>
                    <a:lnTo>
                      <a:pt x="504" y="420"/>
                    </a:lnTo>
                    <a:lnTo>
                      <a:pt x="474" y="420"/>
                    </a:lnTo>
                    <a:lnTo>
                      <a:pt x="462" y="426"/>
                    </a:lnTo>
                    <a:lnTo>
                      <a:pt x="456" y="432"/>
                    </a:lnTo>
                    <a:lnTo>
                      <a:pt x="444" y="438"/>
                    </a:lnTo>
                    <a:lnTo>
                      <a:pt x="438" y="438"/>
                    </a:lnTo>
                    <a:lnTo>
                      <a:pt x="432" y="444"/>
                    </a:lnTo>
                    <a:lnTo>
                      <a:pt x="432" y="450"/>
                    </a:lnTo>
                    <a:lnTo>
                      <a:pt x="438" y="450"/>
                    </a:lnTo>
                    <a:lnTo>
                      <a:pt x="444" y="456"/>
                    </a:lnTo>
                    <a:lnTo>
                      <a:pt x="444" y="462"/>
                    </a:lnTo>
                    <a:lnTo>
                      <a:pt x="438" y="468"/>
                    </a:lnTo>
                    <a:lnTo>
                      <a:pt x="396" y="468"/>
                    </a:lnTo>
                    <a:lnTo>
                      <a:pt x="396" y="456"/>
                    </a:lnTo>
                    <a:lnTo>
                      <a:pt x="378" y="456"/>
                    </a:lnTo>
                    <a:lnTo>
                      <a:pt x="372" y="468"/>
                    </a:lnTo>
                    <a:lnTo>
                      <a:pt x="360" y="474"/>
                    </a:lnTo>
                    <a:lnTo>
                      <a:pt x="354" y="486"/>
                    </a:lnTo>
                    <a:lnTo>
                      <a:pt x="354" y="504"/>
                    </a:lnTo>
                    <a:lnTo>
                      <a:pt x="360" y="516"/>
                    </a:lnTo>
                    <a:lnTo>
                      <a:pt x="360" y="534"/>
                    </a:lnTo>
                    <a:lnTo>
                      <a:pt x="366" y="540"/>
                    </a:lnTo>
                    <a:lnTo>
                      <a:pt x="366" y="570"/>
                    </a:lnTo>
                    <a:lnTo>
                      <a:pt x="360" y="576"/>
                    </a:lnTo>
                    <a:lnTo>
                      <a:pt x="354" y="576"/>
                    </a:lnTo>
                    <a:lnTo>
                      <a:pt x="306" y="600"/>
                    </a:lnTo>
                    <a:lnTo>
                      <a:pt x="276" y="600"/>
                    </a:lnTo>
                    <a:lnTo>
                      <a:pt x="258" y="606"/>
                    </a:lnTo>
                    <a:lnTo>
                      <a:pt x="234" y="606"/>
                    </a:lnTo>
                    <a:lnTo>
                      <a:pt x="228" y="612"/>
                    </a:lnTo>
                    <a:lnTo>
                      <a:pt x="204" y="612"/>
                    </a:lnTo>
                    <a:lnTo>
                      <a:pt x="204" y="606"/>
                    </a:lnTo>
                    <a:lnTo>
                      <a:pt x="150" y="606"/>
                    </a:lnTo>
                    <a:lnTo>
                      <a:pt x="144" y="612"/>
                    </a:lnTo>
                    <a:lnTo>
                      <a:pt x="138" y="612"/>
                    </a:lnTo>
                    <a:lnTo>
                      <a:pt x="120" y="618"/>
                    </a:lnTo>
                    <a:lnTo>
                      <a:pt x="102" y="618"/>
                    </a:lnTo>
                    <a:lnTo>
                      <a:pt x="78" y="606"/>
                    </a:lnTo>
                    <a:lnTo>
                      <a:pt x="60" y="600"/>
                    </a:lnTo>
                    <a:lnTo>
                      <a:pt x="42" y="588"/>
                    </a:lnTo>
                    <a:lnTo>
                      <a:pt x="30" y="582"/>
                    </a:lnTo>
                    <a:lnTo>
                      <a:pt x="0" y="582"/>
                    </a:lnTo>
                    <a:lnTo>
                      <a:pt x="24" y="606"/>
                    </a:lnTo>
                    <a:lnTo>
                      <a:pt x="30" y="618"/>
                    </a:lnTo>
                    <a:lnTo>
                      <a:pt x="36" y="624"/>
                    </a:lnTo>
                    <a:lnTo>
                      <a:pt x="48" y="642"/>
                    </a:lnTo>
                    <a:lnTo>
                      <a:pt x="60" y="654"/>
                    </a:lnTo>
                    <a:lnTo>
                      <a:pt x="66" y="672"/>
                    </a:lnTo>
                    <a:lnTo>
                      <a:pt x="78" y="690"/>
                    </a:lnTo>
                    <a:lnTo>
                      <a:pt x="84" y="696"/>
                    </a:lnTo>
                    <a:lnTo>
                      <a:pt x="102" y="696"/>
                    </a:lnTo>
                    <a:lnTo>
                      <a:pt x="114" y="690"/>
                    </a:lnTo>
                    <a:lnTo>
                      <a:pt x="126" y="708"/>
                    </a:lnTo>
                    <a:lnTo>
                      <a:pt x="150" y="708"/>
                    </a:lnTo>
                    <a:lnTo>
                      <a:pt x="144" y="738"/>
                    </a:lnTo>
                    <a:lnTo>
                      <a:pt x="150" y="738"/>
                    </a:lnTo>
                    <a:lnTo>
                      <a:pt x="150" y="762"/>
                    </a:lnTo>
                    <a:lnTo>
                      <a:pt x="156" y="774"/>
                    </a:lnTo>
                    <a:lnTo>
                      <a:pt x="156" y="786"/>
                    </a:lnTo>
                    <a:lnTo>
                      <a:pt x="174" y="786"/>
                    </a:lnTo>
                    <a:lnTo>
                      <a:pt x="180" y="792"/>
                    </a:lnTo>
                    <a:lnTo>
                      <a:pt x="186" y="804"/>
                    </a:lnTo>
                    <a:lnTo>
                      <a:pt x="192" y="822"/>
                    </a:lnTo>
                    <a:lnTo>
                      <a:pt x="192" y="834"/>
                    </a:lnTo>
                    <a:lnTo>
                      <a:pt x="186" y="840"/>
                    </a:lnTo>
                    <a:lnTo>
                      <a:pt x="180" y="840"/>
                    </a:lnTo>
                    <a:lnTo>
                      <a:pt x="180" y="834"/>
                    </a:lnTo>
                    <a:lnTo>
                      <a:pt x="150" y="834"/>
                    </a:lnTo>
                    <a:lnTo>
                      <a:pt x="138" y="840"/>
                    </a:lnTo>
                    <a:lnTo>
                      <a:pt x="132" y="846"/>
                    </a:lnTo>
                    <a:lnTo>
                      <a:pt x="132" y="852"/>
                    </a:lnTo>
                    <a:lnTo>
                      <a:pt x="126" y="852"/>
                    </a:lnTo>
                    <a:lnTo>
                      <a:pt x="126" y="858"/>
                    </a:lnTo>
                    <a:lnTo>
                      <a:pt x="120" y="864"/>
                    </a:lnTo>
                    <a:lnTo>
                      <a:pt x="108" y="864"/>
                    </a:lnTo>
                    <a:lnTo>
                      <a:pt x="102" y="882"/>
                    </a:lnTo>
                    <a:lnTo>
                      <a:pt x="96" y="888"/>
                    </a:lnTo>
                    <a:lnTo>
                      <a:pt x="96" y="894"/>
                    </a:lnTo>
                    <a:lnTo>
                      <a:pt x="84" y="906"/>
                    </a:lnTo>
                    <a:lnTo>
                      <a:pt x="84" y="936"/>
                    </a:lnTo>
                    <a:lnTo>
                      <a:pt x="90" y="948"/>
                    </a:lnTo>
                    <a:lnTo>
                      <a:pt x="90" y="954"/>
                    </a:lnTo>
                    <a:lnTo>
                      <a:pt x="96" y="948"/>
                    </a:lnTo>
                    <a:lnTo>
                      <a:pt x="108" y="948"/>
                    </a:lnTo>
                    <a:lnTo>
                      <a:pt x="114" y="942"/>
                    </a:lnTo>
                    <a:lnTo>
                      <a:pt x="120" y="942"/>
                    </a:lnTo>
                    <a:lnTo>
                      <a:pt x="126" y="948"/>
                    </a:lnTo>
                    <a:lnTo>
                      <a:pt x="138" y="948"/>
                    </a:lnTo>
                    <a:lnTo>
                      <a:pt x="150" y="954"/>
                    </a:lnTo>
                    <a:lnTo>
                      <a:pt x="174" y="954"/>
                    </a:lnTo>
                    <a:lnTo>
                      <a:pt x="210" y="936"/>
                    </a:lnTo>
                    <a:lnTo>
                      <a:pt x="216" y="930"/>
                    </a:lnTo>
                    <a:lnTo>
                      <a:pt x="222" y="930"/>
                    </a:lnTo>
                    <a:lnTo>
                      <a:pt x="234" y="936"/>
                    </a:lnTo>
                    <a:lnTo>
                      <a:pt x="276" y="936"/>
                    </a:lnTo>
                    <a:lnTo>
                      <a:pt x="288" y="930"/>
                    </a:lnTo>
                    <a:lnTo>
                      <a:pt x="300" y="930"/>
                    </a:lnTo>
                    <a:lnTo>
                      <a:pt x="306" y="924"/>
                    </a:lnTo>
                    <a:lnTo>
                      <a:pt x="312" y="924"/>
                    </a:lnTo>
                    <a:lnTo>
                      <a:pt x="348" y="930"/>
                    </a:lnTo>
                    <a:lnTo>
                      <a:pt x="354" y="924"/>
                    </a:lnTo>
                    <a:lnTo>
                      <a:pt x="366" y="918"/>
                    </a:lnTo>
                    <a:lnTo>
                      <a:pt x="372" y="912"/>
                    </a:lnTo>
                    <a:lnTo>
                      <a:pt x="384" y="912"/>
                    </a:lnTo>
                    <a:lnTo>
                      <a:pt x="396" y="918"/>
                    </a:lnTo>
                    <a:lnTo>
                      <a:pt x="408" y="930"/>
                    </a:lnTo>
                    <a:lnTo>
                      <a:pt x="432" y="978"/>
                    </a:lnTo>
                    <a:lnTo>
                      <a:pt x="444" y="984"/>
                    </a:lnTo>
                    <a:lnTo>
                      <a:pt x="450" y="990"/>
                    </a:lnTo>
                    <a:lnTo>
                      <a:pt x="468" y="996"/>
                    </a:lnTo>
                    <a:lnTo>
                      <a:pt x="486" y="996"/>
                    </a:lnTo>
                    <a:lnTo>
                      <a:pt x="522" y="1008"/>
                    </a:lnTo>
                    <a:lnTo>
                      <a:pt x="540" y="1044"/>
                    </a:lnTo>
                    <a:lnTo>
                      <a:pt x="552" y="1056"/>
                    </a:lnTo>
                    <a:lnTo>
                      <a:pt x="570" y="1056"/>
                    </a:lnTo>
                    <a:lnTo>
                      <a:pt x="588" y="1050"/>
                    </a:lnTo>
                    <a:lnTo>
                      <a:pt x="582" y="1044"/>
                    </a:lnTo>
                    <a:lnTo>
                      <a:pt x="582" y="1032"/>
                    </a:lnTo>
                    <a:lnTo>
                      <a:pt x="594" y="1020"/>
                    </a:lnTo>
                    <a:lnTo>
                      <a:pt x="606" y="1020"/>
                    </a:lnTo>
                    <a:lnTo>
                      <a:pt x="618" y="1026"/>
                    </a:lnTo>
                    <a:lnTo>
                      <a:pt x="624" y="1032"/>
                    </a:lnTo>
                    <a:lnTo>
                      <a:pt x="648" y="1020"/>
                    </a:lnTo>
                    <a:lnTo>
                      <a:pt x="648" y="1026"/>
                    </a:lnTo>
                    <a:lnTo>
                      <a:pt x="654" y="1032"/>
                    </a:lnTo>
                    <a:lnTo>
                      <a:pt x="678" y="1032"/>
                    </a:lnTo>
                    <a:lnTo>
                      <a:pt x="690" y="1020"/>
                    </a:lnTo>
                    <a:lnTo>
                      <a:pt x="702" y="1014"/>
                    </a:lnTo>
                    <a:lnTo>
                      <a:pt x="708" y="1014"/>
                    </a:lnTo>
                    <a:lnTo>
                      <a:pt x="708" y="1026"/>
                    </a:lnTo>
                    <a:lnTo>
                      <a:pt x="714" y="1032"/>
                    </a:lnTo>
                    <a:lnTo>
                      <a:pt x="732" y="1032"/>
                    </a:lnTo>
                    <a:lnTo>
                      <a:pt x="738" y="1026"/>
                    </a:lnTo>
                    <a:lnTo>
                      <a:pt x="750" y="1020"/>
                    </a:lnTo>
                    <a:lnTo>
                      <a:pt x="750" y="996"/>
                    </a:lnTo>
                    <a:lnTo>
                      <a:pt x="744" y="990"/>
                    </a:lnTo>
                    <a:lnTo>
                      <a:pt x="738" y="978"/>
                    </a:lnTo>
                    <a:lnTo>
                      <a:pt x="714" y="936"/>
                    </a:lnTo>
                    <a:lnTo>
                      <a:pt x="714" y="912"/>
                    </a:lnTo>
                    <a:lnTo>
                      <a:pt x="690" y="912"/>
                    </a:lnTo>
                    <a:lnTo>
                      <a:pt x="678" y="900"/>
                    </a:lnTo>
                    <a:lnTo>
                      <a:pt x="672" y="888"/>
                    </a:lnTo>
                    <a:lnTo>
                      <a:pt x="666" y="882"/>
                    </a:lnTo>
                    <a:lnTo>
                      <a:pt x="672" y="852"/>
                    </a:lnTo>
                    <a:lnTo>
                      <a:pt x="672" y="834"/>
                    </a:lnTo>
                    <a:lnTo>
                      <a:pt x="642" y="840"/>
                    </a:lnTo>
                    <a:lnTo>
                      <a:pt x="636" y="840"/>
                    </a:lnTo>
                    <a:lnTo>
                      <a:pt x="624" y="834"/>
                    </a:lnTo>
                    <a:lnTo>
                      <a:pt x="618" y="828"/>
                    </a:lnTo>
                    <a:lnTo>
                      <a:pt x="618" y="804"/>
                    </a:lnTo>
                    <a:lnTo>
                      <a:pt x="624" y="792"/>
                    </a:lnTo>
                    <a:lnTo>
                      <a:pt x="636" y="780"/>
                    </a:lnTo>
                    <a:lnTo>
                      <a:pt x="642" y="768"/>
                    </a:lnTo>
                    <a:lnTo>
                      <a:pt x="648" y="762"/>
                    </a:lnTo>
                    <a:lnTo>
                      <a:pt x="654" y="750"/>
                    </a:lnTo>
                    <a:lnTo>
                      <a:pt x="654" y="744"/>
                    </a:lnTo>
                    <a:lnTo>
                      <a:pt x="666" y="732"/>
                    </a:lnTo>
                    <a:lnTo>
                      <a:pt x="678" y="726"/>
                    </a:lnTo>
                    <a:lnTo>
                      <a:pt x="684" y="726"/>
                    </a:lnTo>
                    <a:lnTo>
                      <a:pt x="690" y="732"/>
                    </a:lnTo>
                    <a:lnTo>
                      <a:pt x="690" y="744"/>
                    </a:lnTo>
                    <a:lnTo>
                      <a:pt x="696" y="750"/>
                    </a:lnTo>
                    <a:lnTo>
                      <a:pt x="702" y="750"/>
                    </a:lnTo>
                    <a:lnTo>
                      <a:pt x="726" y="738"/>
                    </a:lnTo>
                    <a:lnTo>
                      <a:pt x="732" y="732"/>
                    </a:lnTo>
                    <a:lnTo>
                      <a:pt x="738" y="738"/>
                    </a:lnTo>
                    <a:lnTo>
                      <a:pt x="756" y="738"/>
                    </a:lnTo>
                    <a:lnTo>
                      <a:pt x="762" y="732"/>
                    </a:lnTo>
                    <a:lnTo>
                      <a:pt x="768" y="720"/>
                    </a:lnTo>
                    <a:lnTo>
                      <a:pt x="774" y="714"/>
                    </a:lnTo>
                    <a:lnTo>
                      <a:pt x="774" y="708"/>
                    </a:lnTo>
                    <a:lnTo>
                      <a:pt x="792" y="696"/>
                    </a:lnTo>
                    <a:lnTo>
                      <a:pt x="792" y="678"/>
                    </a:lnTo>
                    <a:lnTo>
                      <a:pt x="798" y="672"/>
                    </a:lnTo>
                    <a:lnTo>
                      <a:pt x="798" y="666"/>
                    </a:lnTo>
                    <a:lnTo>
                      <a:pt x="804" y="660"/>
                    </a:lnTo>
                    <a:lnTo>
                      <a:pt x="828" y="648"/>
                    </a:lnTo>
                    <a:lnTo>
                      <a:pt x="840" y="636"/>
                    </a:lnTo>
                    <a:lnTo>
                      <a:pt x="846" y="618"/>
                    </a:lnTo>
                    <a:lnTo>
                      <a:pt x="846" y="606"/>
                    </a:lnTo>
                    <a:lnTo>
                      <a:pt x="852" y="588"/>
                    </a:lnTo>
                    <a:lnTo>
                      <a:pt x="852" y="576"/>
                    </a:lnTo>
                    <a:lnTo>
                      <a:pt x="858" y="570"/>
                    </a:lnTo>
                    <a:lnTo>
                      <a:pt x="870" y="564"/>
                    </a:lnTo>
                    <a:lnTo>
                      <a:pt x="876" y="558"/>
                    </a:lnTo>
                    <a:lnTo>
                      <a:pt x="888" y="558"/>
                    </a:lnTo>
                    <a:lnTo>
                      <a:pt x="870" y="534"/>
                    </a:lnTo>
                    <a:lnTo>
                      <a:pt x="894" y="498"/>
                    </a:lnTo>
                    <a:lnTo>
                      <a:pt x="924" y="480"/>
                    </a:lnTo>
                    <a:lnTo>
                      <a:pt x="924" y="474"/>
                    </a:lnTo>
                    <a:lnTo>
                      <a:pt x="912" y="462"/>
                    </a:lnTo>
                    <a:lnTo>
                      <a:pt x="906" y="450"/>
                    </a:lnTo>
                    <a:lnTo>
                      <a:pt x="906" y="414"/>
                    </a:lnTo>
                    <a:lnTo>
                      <a:pt x="912" y="408"/>
                    </a:lnTo>
                    <a:lnTo>
                      <a:pt x="924" y="408"/>
                    </a:lnTo>
                    <a:lnTo>
                      <a:pt x="948" y="396"/>
                    </a:lnTo>
                    <a:lnTo>
                      <a:pt x="954" y="390"/>
                    </a:lnTo>
                    <a:lnTo>
                      <a:pt x="954" y="384"/>
                    </a:lnTo>
                    <a:lnTo>
                      <a:pt x="948" y="378"/>
                    </a:lnTo>
                    <a:lnTo>
                      <a:pt x="936" y="372"/>
                    </a:lnTo>
                    <a:lnTo>
                      <a:pt x="900" y="372"/>
                    </a:lnTo>
                    <a:lnTo>
                      <a:pt x="894" y="336"/>
                    </a:lnTo>
                    <a:lnTo>
                      <a:pt x="876" y="336"/>
                    </a:lnTo>
                    <a:lnTo>
                      <a:pt x="864" y="318"/>
                    </a:lnTo>
                    <a:lnTo>
                      <a:pt x="846" y="318"/>
                    </a:lnTo>
                    <a:lnTo>
                      <a:pt x="846" y="306"/>
                    </a:lnTo>
                    <a:lnTo>
                      <a:pt x="852" y="294"/>
                    </a:lnTo>
                    <a:lnTo>
                      <a:pt x="852" y="288"/>
                    </a:lnTo>
                    <a:lnTo>
                      <a:pt x="846" y="288"/>
                    </a:lnTo>
                    <a:lnTo>
                      <a:pt x="834" y="276"/>
                    </a:lnTo>
                    <a:lnTo>
                      <a:pt x="834" y="270"/>
                    </a:lnTo>
                    <a:lnTo>
                      <a:pt x="840" y="264"/>
                    </a:lnTo>
                    <a:lnTo>
                      <a:pt x="846" y="252"/>
                    </a:lnTo>
                    <a:lnTo>
                      <a:pt x="852" y="246"/>
                    </a:lnTo>
                    <a:lnTo>
                      <a:pt x="822" y="240"/>
                    </a:lnTo>
                    <a:lnTo>
                      <a:pt x="828" y="228"/>
                    </a:lnTo>
                    <a:lnTo>
                      <a:pt x="804" y="210"/>
                    </a:lnTo>
                    <a:lnTo>
                      <a:pt x="804" y="204"/>
                    </a:lnTo>
                    <a:lnTo>
                      <a:pt x="810" y="192"/>
                    </a:lnTo>
                    <a:lnTo>
                      <a:pt x="834" y="180"/>
                    </a:lnTo>
                    <a:lnTo>
                      <a:pt x="876" y="180"/>
                    </a:lnTo>
                    <a:lnTo>
                      <a:pt x="894" y="186"/>
                    </a:lnTo>
                    <a:lnTo>
                      <a:pt x="912" y="186"/>
                    </a:lnTo>
                    <a:lnTo>
                      <a:pt x="918" y="192"/>
                    </a:lnTo>
                    <a:lnTo>
                      <a:pt x="918" y="204"/>
                    </a:lnTo>
                    <a:lnTo>
                      <a:pt x="930" y="204"/>
                    </a:lnTo>
                    <a:lnTo>
                      <a:pt x="942" y="198"/>
                    </a:lnTo>
                    <a:lnTo>
                      <a:pt x="948" y="192"/>
                    </a:lnTo>
                    <a:lnTo>
                      <a:pt x="960" y="186"/>
                    </a:lnTo>
                    <a:lnTo>
                      <a:pt x="966" y="180"/>
                    </a:lnTo>
                    <a:lnTo>
                      <a:pt x="972" y="186"/>
                    </a:lnTo>
                    <a:lnTo>
                      <a:pt x="978" y="180"/>
                    </a:lnTo>
                    <a:lnTo>
                      <a:pt x="1002" y="180"/>
                    </a:lnTo>
                    <a:lnTo>
                      <a:pt x="1002" y="162"/>
                    </a:lnTo>
                    <a:lnTo>
                      <a:pt x="1026" y="156"/>
                    </a:lnTo>
                    <a:lnTo>
                      <a:pt x="1050" y="120"/>
                    </a:lnTo>
                    <a:lnTo>
                      <a:pt x="1008" y="1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59" name="Parcel Islands" descr="© INSCALE GmbH, 05.05.2010&#10;http://www.presentationload.com/">
                <a:extLst>
                  <a:ext uri="{FF2B5EF4-FFF2-40B4-BE49-F238E27FC236}">
                    <a16:creationId xmlns:a16="http://schemas.microsoft.com/office/drawing/2014/main" id="{40E5CB24-57BF-D49E-2D08-572126174206}"/>
                  </a:ext>
                </a:extLst>
              </p:cNvPr>
              <p:cNvSpPr>
                <a:spLocks noEditPoints="1"/>
              </p:cNvSpPr>
              <p:nvPr/>
            </p:nvSpPr>
            <p:spPr bwMode="gray">
              <a:xfrm>
                <a:off x="7204583" y="2690751"/>
                <a:ext cx="35577" cy="23718"/>
              </a:xfrm>
              <a:custGeom>
                <a:avLst/>
                <a:gdLst>
                  <a:gd name="T0" fmla="*/ 2147483647 w 96"/>
                  <a:gd name="T1" fmla="*/ 2147483647 h 66"/>
                  <a:gd name="T2" fmla="*/ 2147483647 w 96"/>
                  <a:gd name="T3" fmla="*/ 2147483647 h 66"/>
                  <a:gd name="T4" fmla="*/ 0 w 96"/>
                  <a:gd name="T5" fmla="*/ 2147483647 h 66"/>
                  <a:gd name="T6" fmla="*/ 0 w 96"/>
                  <a:gd name="T7" fmla="*/ 2147483647 h 66"/>
                  <a:gd name="T8" fmla="*/ 2147483647 w 96"/>
                  <a:gd name="T9" fmla="*/ 2147483647 h 66"/>
                  <a:gd name="T10" fmla="*/ 2147483647 w 96"/>
                  <a:gd name="T11" fmla="*/ 2147483647 h 66"/>
                  <a:gd name="T12" fmla="*/ 2147483647 w 96"/>
                  <a:gd name="T13" fmla="*/ 2147483647 h 66"/>
                  <a:gd name="T14" fmla="*/ 2147483647 w 96"/>
                  <a:gd name="T15" fmla="*/ 2147483647 h 66"/>
                  <a:gd name="T16" fmla="*/ 2147483647 w 96"/>
                  <a:gd name="T17" fmla="*/ 2147483647 h 66"/>
                  <a:gd name="T18" fmla="*/ 2147483647 w 96"/>
                  <a:gd name="T19" fmla="*/ 0 h 66"/>
                  <a:gd name="T20" fmla="*/ 2147483647 w 96"/>
                  <a:gd name="T21" fmla="*/ 2147483647 h 66"/>
                  <a:gd name="T22" fmla="*/ 2147483647 w 96"/>
                  <a:gd name="T23" fmla="*/ 2147483647 h 66"/>
                  <a:gd name="T24" fmla="*/ 2147483647 w 96"/>
                  <a:gd name="T25" fmla="*/ 2147483647 h 66"/>
                  <a:gd name="T26" fmla="*/ 2147483647 w 96"/>
                  <a:gd name="T27" fmla="*/ 2147483647 h 66"/>
                  <a:gd name="T28" fmla="*/ 2147483647 w 96"/>
                  <a:gd name="T29" fmla="*/ 0 h 66"/>
                  <a:gd name="T30" fmla="*/ 2147483647 w 96"/>
                  <a:gd name="T31" fmla="*/ 0 h 66"/>
                  <a:gd name="T32" fmla="*/ 2147483647 w 96"/>
                  <a:gd name="T33" fmla="*/ 2147483647 h 66"/>
                  <a:gd name="T34" fmla="*/ 2147483647 w 96"/>
                  <a:gd name="T35" fmla="*/ 2147483647 h 66"/>
                  <a:gd name="T36" fmla="*/ 2147483647 w 96"/>
                  <a:gd name="T37" fmla="*/ 2147483647 h 66"/>
                  <a:gd name="T38" fmla="*/ 2147483647 w 96"/>
                  <a:gd name="T39" fmla="*/ 2147483647 h 66"/>
                  <a:gd name="T40" fmla="*/ 2147483647 w 96"/>
                  <a:gd name="T41" fmla="*/ 2147483647 h 66"/>
                  <a:gd name="T42" fmla="*/ 2147483647 w 96"/>
                  <a:gd name="T43" fmla="*/ 2147483647 h 66"/>
                  <a:gd name="T44" fmla="*/ 2147483647 w 96"/>
                  <a:gd name="T45" fmla="*/ 2147483647 h 6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96"/>
                  <a:gd name="T70" fmla="*/ 0 h 66"/>
                  <a:gd name="T71" fmla="*/ 96 w 96"/>
                  <a:gd name="T72" fmla="*/ 66 h 6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96" h="66">
                    <a:moveTo>
                      <a:pt x="12" y="42"/>
                    </a:moveTo>
                    <a:lnTo>
                      <a:pt x="6" y="42"/>
                    </a:lnTo>
                    <a:lnTo>
                      <a:pt x="0" y="48"/>
                    </a:lnTo>
                    <a:lnTo>
                      <a:pt x="0" y="60"/>
                    </a:lnTo>
                    <a:lnTo>
                      <a:pt x="6" y="66"/>
                    </a:lnTo>
                    <a:lnTo>
                      <a:pt x="12" y="66"/>
                    </a:lnTo>
                    <a:lnTo>
                      <a:pt x="24" y="54"/>
                    </a:lnTo>
                    <a:lnTo>
                      <a:pt x="24" y="42"/>
                    </a:lnTo>
                    <a:lnTo>
                      <a:pt x="12" y="42"/>
                    </a:lnTo>
                    <a:close/>
                    <a:moveTo>
                      <a:pt x="42" y="0"/>
                    </a:moveTo>
                    <a:lnTo>
                      <a:pt x="42" y="18"/>
                    </a:lnTo>
                    <a:lnTo>
                      <a:pt x="54" y="30"/>
                    </a:lnTo>
                    <a:lnTo>
                      <a:pt x="60" y="30"/>
                    </a:lnTo>
                    <a:lnTo>
                      <a:pt x="72" y="24"/>
                    </a:lnTo>
                    <a:lnTo>
                      <a:pt x="48" y="0"/>
                    </a:lnTo>
                    <a:lnTo>
                      <a:pt x="42" y="0"/>
                    </a:lnTo>
                    <a:close/>
                    <a:moveTo>
                      <a:pt x="96" y="36"/>
                    </a:moveTo>
                    <a:lnTo>
                      <a:pt x="78" y="36"/>
                    </a:lnTo>
                    <a:lnTo>
                      <a:pt x="72" y="42"/>
                    </a:lnTo>
                    <a:lnTo>
                      <a:pt x="72" y="54"/>
                    </a:lnTo>
                    <a:lnTo>
                      <a:pt x="84" y="60"/>
                    </a:lnTo>
                    <a:lnTo>
                      <a:pt x="96" y="48"/>
                    </a:lnTo>
                    <a:lnTo>
                      <a:pt x="96" y="3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0" name="Oman" descr="© INSCALE GmbH, 05.05.2010&#10;http://www.presentationload.com/">
                <a:extLst>
                  <a:ext uri="{FF2B5EF4-FFF2-40B4-BE49-F238E27FC236}">
                    <a16:creationId xmlns:a16="http://schemas.microsoft.com/office/drawing/2014/main" id="{00DE8986-E804-8BF4-395B-A0D57425363E}"/>
                  </a:ext>
                </a:extLst>
              </p:cNvPr>
              <p:cNvSpPr>
                <a:spLocks/>
              </p:cNvSpPr>
              <p:nvPr/>
            </p:nvSpPr>
            <p:spPr bwMode="gray">
              <a:xfrm>
                <a:off x="5621409" y="2453571"/>
                <a:ext cx="204568" cy="254968"/>
              </a:xfrm>
              <a:custGeom>
                <a:avLst/>
                <a:gdLst>
                  <a:gd name="T0" fmla="*/ 2147483647 w 540"/>
                  <a:gd name="T1" fmla="*/ 2147483647 h 672"/>
                  <a:gd name="T2" fmla="*/ 2147483647 w 540"/>
                  <a:gd name="T3" fmla="*/ 2147483647 h 672"/>
                  <a:gd name="T4" fmla="*/ 2147483647 w 540"/>
                  <a:gd name="T5" fmla="*/ 2147483647 h 672"/>
                  <a:gd name="T6" fmla="*/ 2147483647 w 540"/>
                  <a:gd name="T7" fmla="*/ 2147483647 h 672"/>
                  <a:gd name="T8" fmla="*/ 2147483647 w 540"/>
                  <a:gd name="T9" fmla="*/ 2147483647 h 672"/>
                  <a:gd name="T10" fmla="*/ 2147483647 w 540"/>
                  <a:gd name="T11" fmla="*/ 2147483647 h 672"/>
                  <a:gd name="T12" fmla="*/ 2147483647 w 540"/>
                  <a:gd name="T13" fmla="*/ 2147483647 h 672"/>
                  <a:gd name="T14" fmla="*/ 2147483647 w 540"/>
                  <a:gd name="T15" fmla="*/ 2147483647 h 672"/>
                  <a:gd name="T16" fmla="*/ 2147483647 w 540"/>
                  <a:gd name="T17" fmla="*/ 2147483647 h 672"/>
                  <a:gd name="T18" fmla="*/ 2147483647 w 540"/>
                  <a:gd name="T19" fmla="*/ 2147483647 h 672"/>
                  <a:gd name="T20" fmla="*/ 2147483647 w 540"/>
                  <a:gd name="T21" fmla="*/ 2147483647 h 672"/>
                  <a:gd name="T22" fmla="*/ 2147483647 w 540"/>
                  <a:gd name="T23" fmla="*/ 2147483647 h 672"/>
                  <a:gd name="T24" fmla="*/ 2147483647 w 540"/>
                  <a:gd name="T25" fmla="*/ 2147483647 h 672"/>
                  <a:gd name="T26" fmla="*/ 2147483647 w 540"/>
                  <a:gd name="T27" fmla="*/ 2147483647 h 672"/>
                  <a:gd name="T28" fmla="*/ 2147483647 w 540"/>
                  <a:gd name="T29" fmla="*/ 2147483647 h 672"/>
                  <a:gd name="T30" fmla="*/ 2147483647 w 540"/>
                  <a:gd name="T31" fmla="*/ 2147483647 h 672"/>
                  <a:gd name="T32" fmla="*/ 2147483647 w 540"/>
                  <a:gd name="T33" fmla="*/ 2147483647 h 672"/>
                  <a:gd name="T34" fmla="*/ 2147483647 w 540"/>
                  <a:gd name="T35" fmla="*/ 2147483647 h 672"/>
                  <a:gd name="T36" fmla="*/ 2147483647 w 540"/>
                  <a:gd name="T37" fmla="*/ 2147483647 h 672"/>
                  <a:gd name="T38" fmla="*/ 2147483647 w 540"/>
                  <a:gd name="T39" fmla="*/ 2147483647 h 672"/>
                  <a:gd name="T40" fmla="*/ 2147483647 w 540"/>
                  <a:gd name="T41" fmla="*/ 2147483647 h 672"/>
                  <a:gd name="T42" fmla="*/ 2147483647 w 540"/>
                  <a:gd name="T43" fmla="*/ 2147483647 h 672"/>
                  <a:gd name="T44" fmla="*/ 2147483647 w 540"/>
                  <a:gd name="T45" fmla="*/ 2147483647 h 672"/>
                  <a:gd name="T46" fmla="*/ 2147483647 w 540"/>
                  <a:gd name="T47" fmla="*/ 2147483647 h 672"/>
                  <a:gd name="T48" fmla="*/ 2147483647 w 540"/>
                  <a:gd name="T49" fmla="*/ 2147483647 h 672"/>
                  <a:gd name="T50" fmla="*/ 2147483647 w 540"/>
                  <a:gd name="T51" fmla="*/ 0 h 672"/>
                  <a:gd name="T52" fmla="*/ 2147483647 w 540"/>
                  <a:gd name="T53" fmla="*/ 2147483647 h 672"/>
                  <a:gd name="T54" fmla="*/ 2147483647 w 540"/>
                  <a:gd name="T55" fmla="*/ 2147483647 h 672"/>
                  <a:gd name="T56" fmla="*/ 2147483647 w 540"/>
                  <a:gd name="T57" fmla="*/ 2147483647 h 672"/>
                  <a:gd name="T58" fmla="*/ 2147483647 w 540"/>
                  <a:gd name="T59" fmla="*/ 2147483647 h 672"/>
                  <a:gd name="T60" fmla="*/ 2147483647 w 540"/>
                  <a:gd name="T61" fmla="*/ 2147483647 h 672"/>
                  <a:gd name="T62" fmla="*/ 2147483647 w 540"/>
                  <a:gd name="T63" fmla="*/ 2147483647 h 672"/>
                  <a:gd name="T64" fmla="*/ 2147483647 w 540"/>
                  <a:gd name="T65" fmla="*/ 2147483647 h 672"/>
                  <a:gd name="T66" fmla="*/ 2147483647 w 540"/>
                  <a:gd name="T67" fmla="*/ 2147483647 h 672"/>
                  <a:gd name="T68" fmla="*/ 2147483647 w 540"/>
                  <a:gd name="T69" fmla="*/ 2147483647 h 672"/>
                  <a:gd name="T70" fmla="*/ 2147483647 w 540"/>
                  <a:gd name="T71" fmla="*/ 2147483647 h 672"/>
                  <a:gd name="T72" fmla="*/ 2147483647 w 540"/>
                  <a:gd name="T73" fmla="*/ 2147483647 h 672"/>
                  <a:gd name="T74" fmla="*/ 2147483647 w 540"/>
                  <a:gd name="T75" fmla="*/ 2147483647 h 672"/>
                  <a:gd name="T76" fmla="*/ 2147483647 w 540"/>
                  <a:gd name="T77" fmla="*/ 2147483647 h 672"/>
                  <a:gd name="T78" fmla="*/ 2147483647 w 540"/>
                  <a:gd name="T79" fmla="*/ 2147483647 h 672"/>
                  <a:gd name="T80" fmla="*/ 2147483647 w 540"/>
                  <a:gd name="T81" fmla="*/ 2147483647 h 672"/>
                  <a:gd name="T82" fmla="*/ 2147483647 w 540"/>
                  <a:gd name="T83" fmla="*/ 2147483647 h 672"/>
                  <a:gd name="T84" fmla="*/ 2147483647 w 540"/>
                  <a:gd name="T85" fmla="*/ 2147483647 h 672"/>
                  <a:gd name="T86" fmla="*/ 2147483647 w 540"/>
                  <a:gd name="T87" fmla="*/ 2147483647 h 67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40"/>
                  <a:gd name="T133" fmla="*/ 0 h 672"/>
                  <a:gd name="T134" fmla="*/ 540 w 540"/>
                  <a:gd name="T135" fmla="*/ 672 h 67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40" h="672">
                    <a:moveTo>
                      <a:pt x="258" y="564"/>
                    </a:moveTo>
                    <a:lnTo>
                      <a:pt x="276" y="564"/>
                    </a:lnTo>
                    <a:lnTo>
                      <a:pt x="288" y="558"/>
                    </a:lnTo>
                    <a:lnTo>
                      <a:pt x="306" y="552"/>
                    </a:lnTo>
                    <a:lnTo>
                      <a:pt x="330" y="540"/>
                    </a:lnTo>
                    <a:lnTo>
                      <a:pt x="336" y="528"/>
                    </a:lnTo>
                    <a:lnTo>
                      <a:pt x="342" y="510"/>
                    </a:lnTo>
                    <a:lnTo>
                      <a:pt x="342" y="498"/>
                    </a:lnTo>
                    <a:lnTo>
                      <a:pt x="348" y="498"/>
                    </a:lnTo>
                    <a:lnTo>
                      <a:pt x="354" y="492"/>
                    </a:lnTo>
                    <a:lnTo>
                      <a:pt x="366" y="486"/>
                    </a:lnTo>
                    <a:lnTo>
                      <a:pt x="384" y="480"/>
                    </a:lnTo>
                    <a:lnTo>
                      <a:pt x="408" y="456"/>
                    </a:lnTo>
                    <a:lnTo>
                      <a:pt x="414" y="444"/>
                    </a:lnTo>
                    <a:lnTo>
                      <a:pt x="414" y="426"/>
                    </a:lnTo>
                    <a:lnTo>
                      <a:pt x="420" y="408"/>
                    </a:lnTo>
                    <a:lnTo>
                      <a:pt x="420" y="378"/>
                    </a:lnTo>
                    <a:lnTo>
                      <a:pt x="426" y="372"/>
                    </a:lnTo>
                    <a:lnTo>
                      <a:pt x="432" y="372"/>
                    </a:lnTo>
                    <a:lnTo>
                      <a:pt x="444" y="378"/>
                    </a:lnTo>
                    <a:lnTo>
                      <a:pt x="450" y="384"/>
                    </a:lnTo>
                    <a:lnTo>
                      <a:pt x="462" y="384"/>
                    </a:lnTo>
                    <a:lnTo>
                      <a:pt x="468" y="378"/>
                    </a:lnTo>
                    <a:lnTo>
                      <a:pt x="480" y="354"/>
                    </a:lnTo>
                    <a:lnTo>
                      <a:pt x="480" y="330"/>
                    </a:lnTo>
                    <a:lnTo>
                      <a:pt x="534" y="276"/>
                    </a:lnTo>
                    <a:lnTo>
                      <a:pt x="534" y="264"/>
                    </a:lnTo>
                    <a:lnTo>
                      <a:pt x="540" y="252"/>
                    </a:lnTo>
                    <a:lnTo>
                      <a:pt x="540" y="204"/>
                    </a:lnTo>
                    <a:lnTo>
                      <a:pt x="528" y="192"/>
                    </a:lnTo>
                    <a:lnTo>
                      <a:pt x="510" y="192"/>
                    </a:lnTo>
                    <a:lnTo>
                      <a:pt x="510" y="186"/>
                    </a:lnTo>
                    <a:lnTo>
                      <a:pt x="492" y="168"/>
                    </a:lnTo>
                    <a:lnTo>
                      <a:pt x="486" y="150"/>
                    </a:lnTo>
                    <a:lnTo>
                      <a:pt x="462" y="126"/>
                    </a:lnTo>
                    <a:lnTo>
                      <a:pt x="456" y="114"/>
                    </a:lnTo>
                    <a:lnTo>
                      <a:pt x="432" y="96"/>
                    </a:lnTo>
                    <a:lnTo>
                      <a:pt x="396" y="84"/>
                    </a:lnTo>
                    <a:lnTo>
                      <a:pt x="366" y="78"/>
                    </a:lnTo>
                    <a:lnTo>
                      <a:pt x="348" y="78"/>
                    </a:lnTo>
                    <a:lnTo>
                      <a:pt x="342" y="72"/>
                    </a:lnTo>
                    <a:lnTo>
                      <a:pt x="330" y="72"/>
                    </a:lnTo>
                    <a:lnTo>
                      <a:pt x="318" y="60"/>
                    </a:lnTo>
                    <a:lnTo>
                      <a:pt x="294" y="48"/>
                    </a:lnTo>
                    <a:lnTo>
                      <a:pt x="288" y="36"/>
                    </a:lnTo>
                    <a:lnTo>
                      <a:pt x="288" y="30"/>
                    </a:lnTo>
                    <a:lnTo>
                      <a:pt x="282" y="18"/>
                    </a:lnTo>
                    <a:lnTo>
                      <a:pt x="276" y="12"/>
                    </a:lnTo>
                    <a:lnTo>
                      <a:pt x="252" y="18"/>
                    </a:lnTo>
                    <a:lnTo>
                      <a:pt x="246" y="6"/>
                    </a:lnTo>
                    <a:lnTo>
                      <a:pt x="246" y="0"/>
                    </a:lnTo>
                    <a:lnTo>
                      <a:pt x="240" y="0"/>
                    </a:lnTo>
                    <a:lnTo>
                      <a:pt x="234" y="6"/>
                    </a:lnTo>
                    <a:lnTo>
                      <a:pt x="234" y="12"/>
                    </a:lnTo>
                    <a:lnTo>
                      <a:pt x="228" y="24"/>
                    </a:lnTo>
                    <a:lnTo>
                      <a:pt x="228" y="54"/>
                    </a:lnTo>
                    <a:lnTo>
                      <a:pt x="246" y="72"/>
                    </a:lnTo>
                    <a:lnTo>
                      <a:pt x="246" y="78"/>
                    </a:lnTo>
                    <a:lnTo>
                      <a:pt x="240" y="78"/>
                    </a:lnTo>
                    <a:lnTo>
                      <a:pt x="240" y="72"/>
                    </a:lnTo>
                    <a:lnTo>
                      <a:pt x="228" y="72"/>
                    </a:lnTo>
                    <a:lnTo>
                      <a:pt x="228" y="78"/>
                    </a:lnTo>
                    <a:lnTo>
                      <a:pt x="222" y="84"/>
                    </a:lnTo>
                    <a:lnTo>
                      <a:pt x="222" y="96"/>
                    </a:lnTo>
                    <a:lnTo>
                      <a:pt x="216" y="108"/>
                    </a:lnTo>
                    <a:lnTo>
                      <a:pt x="216" y="120"/>
                    </a:lnTo>
                    <a:lnTo>
                      <a:pt x="210" y="132"/>
                    </a:lnTo>
                    <a:lnTo>
                      <a:pt x="204" y="138"/>
                    </a:lnTo>
                    <a:lnTo>
                      <a:pt x="198" y="150"/>
                    </a:lnTo>
                    <a:lnTo>
                      <a:pt x="192" y="156"/>
                    </a:lnTo>
                    <a:lnTo>
                      <a:pt x="192" y="168"/>
                    </a:lnTo>
                    <a:lnTo>
                      <a:pt x="210" y="204"/>
                    </a:lnTo>
                    <a:lnTo>
                      <a:pt x="216" y="210"/>
                    </a:lnTo>
                    <a:lnTo>
                      <a:pt x="216" y="222"/>
                    </a:lnTo>
                    <a:lnTo>
                      <a:pt x="222" y="228"/>
                    </a:lnTo>
                    <a:lnTo>
                      <a:pt x="234" y="234"/>
                    </a:lnTo>
                    <a:lnTo>
                      <a:pt x="240" y="240"/>
                    </a:lnTo>
                    <a:lnTo>
                      <a:pt x="204" y="414"/>
                    </a:lnTo>
                    <a:lnTo>
                      <a:pt x="0" y="486"/>
                    </a:lnTo>
                    <a:lnTo>
                      <a:pt x="84" y="672"/>
                    </a:lnTo>
                    <a:lnTo>
                      <a:pt x="114" y="660"/>
                    </a:lnTo>
                    <a:lnTo>
                      <a:pt x="198" y="636"/>
                    </a:lnTo>
                    <a:lnTo>
                      <a:pt x="228" y="624"/>
                    </a:lnTo>
                    <a:lnTo>
                      <a:pt x="246" y="618"/>
                    </a:lnTo>
                    <a:lnTo>
                      <a:pt x="252" y="606"/>
                    </a:lnTo>
                    <a:lnTo>
                      <a:pt x="252" y="594"/>
                    </a:lnTo>
                    <a:lnTo>
                      <a:pt x="258" y="582"/>
                    </a:lnTo>
                    <a:lnTo>
                      <a:pt x="258" y="56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1" name="Norway" descr="© INSCALE GmbH, 05.05.2010&#10;http://www.presentationload.com/">
                <a:extLst>
                  <a:ext uri="{FF2B5EF4-FFF2-40B4-BE49-F238E27FC236}">
                    <a16:creationId xmlns:a16="http://schemas.microsoft.com/office/drawing/2014/main" id="{8A9D3013-9A69-1B5E-7771-EC0DFBC29359}"/>
                  </a:ext>
                </a:extLst>
              </p:cNvPr>
              <p:cNvSpPr>
                <a:spLocks noEditPoints="1"/>
              </p:cNvSpPr>
              <p:nvPr/>
            </p:nvSpPr>
            <p:spPr bwMode="gray">
              <a:xfrm>
                <a:off x="4399935" y="895592"/>
                <a:ext cx="515865" cy="567751"/>
              </a:xfrm>
              <a:custGeom>
                <a:avLst/>
                <a:gdLst>
                  <a:gd name="T0" fmla="*/ 2147483647 w 1362"/>
                  <a:gd name="T1" fmla="*/ 2147483647 h 1500"/>
                  <a:gd name="T2" fmla="*/ 2147483647 w 1362"/>
                  <a:gd name="T3" fmla="*/ 2147483647 h 1500"/>
                  <a:gd name="T4" fmla="*/ 2147483647 w 1362"/>
                  <a:gd name="T5" fmla="*/ 2147483647 h 1500"/>
                  <a:gd name="T6" fmla="*/ 2147483647 w 1362"/>
                  <a:gd name="T7" fmla="*/ 2147483647 h 1500"/>
                  <a:gd name="T8" fmla="*/ 2147483647 w 1362"/>
                  <a:gd name="T9" fmla="*/ 0 h 1500"/>
                  <a:gd name="T10" fmla="*/ 2147483647 w 1362"/>
                  <a:gd name="T11" fmla="*/ 2147483647 h 1500"/>
                  <a:gd name="T12" fmla="*/ 2147483647 w 1362"/>
                  <a:gd name="T13" fmla="*/ 2147483647 h 1500"/>
                  <a:gd name="T14" fmla="*/ 2147483647 w 1362"/>
                  <a:gd name="T15" fmla="*/ 2147483647 h 1500"/>
                  <a:gd name="T16" fmla="*/ 2147483647 w 1362"/>
                  <a:gd name="T17" fmla="*/ 2147483647 h 1500"/>
                  <a:gd name="T18" fmla="*/ 2147483647 w 1362"/>
                  <a:gd name="T19" fmla="*/ 2147483647 h 1500"/>
                  <a:gd name="T20" fmla="*/ 2147483647 w 1362"/>
                  <a:gd name="T21" fmla="*/ 2147483647 h 1500"/>
                  <a:gd name="T22" fmla="*/ 2147483647 w 1362"/>
                  <a:gd name="T23" fmla="*/ 2147483647 h 1500"/>
                  <a:gd name="T24" fmla="*/ 2147483647 w 1362"/>
                  <a:gd name="T25" fmla="*/ 2147483647 h 1500"/>
                  <a:gd name="T26" fmla="*/ 2147483647 w 1362"/>
                  <a:gd name="T27" fmla="*/ 2147483647 h 1500"/>
                  <a:gd name="T28" fmla="*/ 2147483647 w 1362"/>
                  <a:gd name="T29" fmla="*/ 2147483647 h 1500"/>
                  <a:gd name="T30" fmla="*/ 2147483647 w 1362"/>
                  <a:gd name="T31" fmla="*/ 2147483647 h 1500"/>
                  <a:gd name="T32" fmla="*/ 2147483647 w 1362"/>
                  <a:gd name="T33" fmla="*/ 2147483647 h 1500"/>
                  <a:gd name="T34" fmla="*/ 2147483647 w 1362"/>
                  <a:gd name="T35" fmla="*/ 2147483647 h 1500"/>
                  <a:gd name="T36" fmla="*/ 2147483647 w 1362"/>
                  <a:gd name="T37" fmla="*/ 2147483647 h 1500"/>
                  <a:gd name="T38" fmla="*/ 2147483647 w 1362"/>
                  <a:gd name="T39" fmla="*/ 2147483647 h 1500"/>
                  <a:gd name="T40" fmla="*/ 2147483647 w 1362"/>
                  <a:gd name="T41" fmla="*/ 2147483647 h 1500"/>
                  <a:gd name="T42" fmla="*/ 2147483647 w 1362"/>
                  <a:gd name="T43" fmla="*/ 2147483647 h 1500"/>
                  <a:gd name="T44" fmla="*/ 2147483647 w 1362"/>
                  <a:gd name="T45" fmla="*/ 2147483647 h 1500"/>
                  <a:gd name="T46" fmla="*/ 2147483647 w 1362"/>
                  <a:gd name="T47" fmla="*/ 2147483647 h 1500"/>
                  <a:gd name="T48" fmla="*/ 2147483647 w 1362"/>
                  <a:gd name="T49" fmla="*/ 2147483647 h 1500"/>
                  <a:gd name="T50" fmla="*/ 2147483647 w 1362"/>
                  <a:gd name="T51" fmla="*/ 2147483647 h 1500"/>
                  <a:gd name="T52" fmla="*/ 2147483647 w 1362"/>
                  <a:gd name="T53" fmla="*/ 2147483647 h 1500"/>
                  <a:gd name="T54" fmla="*/ 2147483647 w 1362"/>
                  <a:gd name="T55" fmla="*/ 2147483647 h 1500"/>
                  <a:gd name="T56" fmla="*/ 2147483647 w 1362"/>
                  <a:gd name="T57" fmla="*/ 2147483647 h 1500"/>
                  <a:gd name="T58" fmla="*/ 2147483647 w 1362"/>
                  <a:gd name="T59" fmla="*/ 2147483647 h 1500"/>
                  <a:gd name="T60" fmla="*/ 2147483647 w 1362"/>
                  <a:gd name="T61" fmla="*/ 2147483647 h 1500"/>
                  <a:gd name="T62" fmla="*/ 2147483647 w 1362"/>
                  <a:gd name="T63" fmla="*/ 2147483647 h 1500"/>
                  <a:gd name="T64" fmla="*/ 2147483647 w 1362"/>
                  <a:gd name="T65" fmla="*/ 2147483647 h 1500"/>
                  <a:gd name="T66" fmla="*/ 2147483647 w 1362"/>
                  <a:gd name="T67" fmla="*/ 2147483647 h 1500"/>
                  <a:gd name="T68" fmla="*/ 2147483647 w 1362"/>
                  <a:gd name="T69" fmla="*/ 2147483647 h 1500"/>
                  <a:gd name="T70" fmla="*/ 2147483647 w 1362"/>
                  <a:gd name="T71" fmla="*/ 2147483647 h 1500"/>
                  <a:gd name="T72" fmla="*/ 2147483647 w 1362"/>
                  <a:gd name="T73" fmla="*/ 2147483647 h 1500"/>
                  <a:gd name="T74" fmla="*/ 2147483647 w 1362"/>
                  <a:gd name="T75" fmla="*/ 2147483647 h 1500"/>
                  <a:gd name="T76" fmla="*/ 2147483647 w 1362"/>
                  <a:gd name="T77" fmla="*/ 2147483647 h 1500"/>
                  <a:gd name="T78" fmla="*/ 2147483647 w 1362"/>
                  <a:gd name="T79" fmla="*/ 2147483647 h 1500"/>
                  <a:gd name="T80" fmla="*/ 2147483647 w 1362"/>
                  <a:gd name="T81" fmla="*/ 2147483647 h 1500"/>
                  <a:gd name="T82" fmla="*/ 2147483647 w 1362"/>
                  <a:gd name="T83" fmla="*/ 2147483647 h 1500"/>
                  <a:gd name="T84" fmla="*/ 2147483647 w 1362"/>
                  <a:gd name="T85" fmla="*/ 2147483647 h 1500"/>
                  <a:gd name="T86" fmla="*/ 2147483647 w 1362"/>
                  <a:gd name="T87" fmla="*/ 2147483647 h 1500"/>
                  <a:gd name="T88" fmla="*/ 2147483647 w 1362"/>
                  <a:gd name="T89" fmla="*/ 2147483647 h 1500"/>
                  <a:gd name="T90" fmla="*/ 2147483647 w 1362"/>
                  <a:gd name="T91" fmla="*/ 2147483647 h 1500"/>
                  <a:gd name="T92" fmla="*/ 2147483647 w 1362"/>
                  <a:gd name="T93" fmla="*/ 2147483647 h 1500"/>
                  <a:gd name="T94" fmla="*/ 2147483647 w 1362"/>
                  <a:gd name="T95" fmla="*/ 2147483647 h 1500"/>
                  <a:gd name="T96" fmla="*/ 2147483647 w 1362"/>
                  <a:gd name="T97" fmla="*/ 2147483647 h 1500"/>
                  <a:gd name="T98" fmla="*/ 2147483647 w 1362"/>
                  <a:gd name="T99" fmla="*/ 2147483647 h 1500"/>
                  <a:gd name="T100" fmla="*/ 2147483647 w 1362"/>
                  <a:gd name="T101" fmla="*/ 2147483647 h 1500"/>
                  <a:gd name="T102" fmla="*/ 2147483647 w 1362"/>
                  <a:gd name="T103" fmla="*/ 2147483647 h 1500"/>
                  <a:gd name="T104" fmla="*/ 2147483647 w 1362"/>
                  <a:gd name="T105" fmla="*/ 2147483647 h 1500"/>
                  <a:gd name="T106" fmla="*/ 2147483647 w 1362"/>
                  <a:gd name="T107" fmla="*/ 2147483647 h 1500"/>
                  <a:gd name="T108" fmla="*/ 2147483647 w 1362"/>
                  <a:gd name="T109" fmla="*/ 2147483647 h 1500"/>
                  <a:gd name="T110" fmla="*/ 2147483647 w 1362"/>
                  <a:gd name="T111" fmla="*/ 2147483647 h 1500"/>
                  <a:gd name="T112" fmla="*/ 2147483647 w 1362"/>
                  <a:gd name="T113" fmla="*/ 2147483647 h 1500"/>
                  <a:gd name="T114" fmla="*/ 2147483647 w 1362"/>
                  <a:gd name="T115" fmla="*/ 2147483647 h 150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62"/>
                  <a:gd name="T175" fmla="*/ 0 h 1500"/>
                  <a:gd name="T176" fmla="*/ 1362 w 1362"/>
                  <a:gd name="T177" fmla="*/ 1500 h 150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62" h="1500">
                    <a:moveTo>
                      <a:pt x="324" y="120"/>
                    </a:moveTo>
                    <a:lnTo>
                      <a:pt x="336" y="126"/>
                    </a:lnTo>
                    <a:lnTo>
                      <a:pt x="354" y="132"/>
                    </a:lnTo>
                    <a:lnTo>
                      <a:pt x="378" y="132"/>
                    </a:lnTo>
                    <a:lnTo>
                      <a:pt x="294" y="90"/>
                    </a:lnTo>
                    <a:lnTo>
                      <a:pt x="294" y="102"/>
                    </a:lnTo>
                    <a:lnTo>
                      <a:pt x="306" y="108"/>
                    </a:lnTo>
                    <a:lnTo>
                      <a:pt x="312" y="114"/>
                    </a:lnTo>
                    <a:lnTo>
                      <a:pt x="324" y="120"/>
                    </a:lnTo>
                    <a:close/>
                    <a:moveTo>
                      <a:pt x="684" y="48"/>
                    </a:moveTo>
                    <a:lnTo>
                      <a:pt x="732" y="48"/>
                    </a:lnTo>
                    <a:lnTo>
                      <a:pt x="738" y="54"/>
                    </a:lnTo>
                    <a:lnTo>
                      <a:pt x="750" y="54"/>
                    </a:lnTo>
                    <a:lnTo>
                      <a:pt x="774" y="66"/>
                    </a:lnTo>
                    <a:lnTo>
                      <a:pt x="786" y="66"/>
                    </a:lnTo>
                    <a:lnTo>
                      <a:pt x="798" y="60"/>
                    </a:lnTo>
                    <a:lnTo>
                      <a:pt x="804" y="60"/>
                    </a:lnTo>
                    <a:lnTo>
                      <a:pt x="816" y="54"/>
                    </a:lnTo>
                    <a:lnTo>
                      <a:pt x="828" y="54"/>
                    </a:lnTo>
                    <a:lnTo>
                      <a:pt x="840" y="60"/>
                    </a:lnTo>
                    <a:lnTo>
                      <a:pt x="876" y="72"/>
                    </a:lnTo>
                    <a:lnTo>
                      <a:pt x="888" y="78"/>
                    </a:lnTo>
                    <a:lnTo>
                      <a:pt x="894" y="84"/>
                    </a:lnTo>
                    <a:lnTo>
                      <a:pt x="900" y="84"/>
                    </a:lnTo>
                    <a:lnTo>
                      <a:pt x="924" y="60"/>
                    </a:lnTo>
                    <a:lnTo>
                      <a:pt x="984" y="66"/>
                    </a:lnTo>
                    <a:lnTo>
                      <a:pt x="984" y="42"/>
                    </a:lnTo>
                    <a:lnTo>
                      <a:pt x="1014" y="42"/>
                    </a:lnTo>
                    <a:lnTo>
                      <a:pt x="1026" y="36"/>
                    </a:lnTo>
                    <a:lnTo>
                      <a:pt x="1032" y="24"/>
                    </a:lnTo>
                    <a:lnTo>
                      <a:pt x="1038" y="18"/>
                    </a:lnTo>
                    <a:lnTo>
                      <a:pt x="1032" y="12"/>
                    </a:lnTo>
                    <a:lnTo>
                      <a:pt x="1002" y="12"/>
                    </a:lnTo>
                    <a:lnTo>
                      <a:pt x="990" y="18"/>
                    </a:lnTo>
                    <a:lnTo>
                      <a:pt x="984" y="18"/>
                    </a:lnTo>
                    <a:lnTo>
                      <a:pt x="972" y="6"/>
                    </a:lnTo>
                    <a:lnTo>
                      <a:pt x="960" y="0"/>
                    </a:lnTo>
                    <a:lnTo>
                      <a:pt x="918" y="0"/>
                    </a:lnTo>
                    <a:lnTo>
                      <a:pt x="900" y="6"/>
                    </a:lnTo>
                    <a:lnTo>
                      <a:pt x="882" y="18"/>
                    </a:lnTo>
                    <a:lnTo>
                      <a:pt x="870" y="18"/>
                    </a:lnTo>
                    <a:lnTo>
                      <a:pt x="864" y="12"/>
                    </a:lnTo>
                    <a:lnTo>
                      <a:pt x="864" y="6"/>
                    </a:lnTo>
                    <a:lnTo>
                      <a:pt x="858" y="6"/>
                    </a:lnTo>
                    <a:lnTo>
                      <a:pt x="852" y="0"/>
                    </a:lnTo>
                    <a:lnTo>
                      <a:pt x="822" y="0"/>
                    </a:lnTo>
                    <a:lnTo>
                      <a:pt x="804" y="18"/>
                    </a:lnTo>
                    <a:lnTo>
                      <a:pt x="738" y="0"/>
                    </a:lnTo>
                    <a:lnTo>
                      <a:pt x="726" y="0"/>
                    </a:lnTo>
                    <a:lnTo>
                      <a:pt x="708" y="6"/>
                    </a:lnTo>
                    <a:lnTo>
                      <a:pt x="690" y="6"/>
                    </a:lnTo>
                    <a:lnTo>
                      <a:pt x="672" y="12"/>
                    </a:lnTo>
                    <a:lnTo>
                      <a:pt x="660" y="12"/>
                    </a:lnTo>
                    <a:lnTo>
                      <a:pt x="660" y="6"/>
                    </a:lnTo>
                    <a:lnTo>
                      <a:pt x="666" y="0"/>
                    </a:lnTo>
                    <a:lnTo>
                      <a:pt x="630" y="12"/>
                    </a:lnTo>
                    <a:lnTo>
                      <a:pt x="648" y="36"/>
                    </a:lnTo>
                    <a:lnTo>
                      <a:pt x="684" y="48"/>
                    </a:lnTo>
                    <a:close/>
                    <a:moveTo>
                      <a:pt x="324" y="66"/>
                    </a:moveTo>
                    <a:lnTo>
                      <a:pt x="342" y="66"/>
                    </a:lnTo>
                    <a:lnTo>
                      <a:pt x="348" y="72"/>
                    </a:lnTo>
                    <a:lnTo>
                      <a:pt x="360" y="72"/>
                    </a:lnTo>
                    <a:lnTo>
                      <a:pt x="360" y="78"/>
                    </a:lnTo>
                    <a:lnTo>
                      <a:pt x="342" y="96"/>
                    </a:lnTo>
                    <a:lnTo>
                      <a:pt x="336" y="96"/>
                    </a:lnTo>
                    <a:lnTo>
                      <a:pt x="378" y="114"/>
                    </a:lnTo>
                    <a:lnTo>
                      <a:pt x="390" y="120"/>
                    </a:lnTo>
                    <a:lnTo>
                      <a:pt x="396" y="126"/>
                    </a:lnTo>
                    <a:lnTo>
                      <a:pt x="414" y="126"/>
                    </a:lnTo>
                    <a:lnTo>
                      <a:pt x="426" y="132"/>
                    </a:lnTo>
                    <a:lnTo>
                      <a:pt x="438" y="132"/>
                    </a:lnTo>
                    <a:lnTo>
                      <a:pt x="462" y="108"/>
                    </a:lnTo>
                    <a:lnTo>
                      <a:pt x="504" y="96"/>
                    </a:lnTo>
                    <a:lnTo>
                      <a:pt x="534" y="120"/>
                    </a:lnTo>
                    <a:lnTo>
                      <a:pt x="528" y="120"/>
                    </a:lnTo>
                    <a:lnTo>
                      <a:pt x="516" y="126"/>
                    </a:lnTo>
                    <a:lnTo>
                      <a:pt x="504" y="126"/>
                    </a:lnTo>
                    <a:lnTo>
                      <a:pt x="480" y="132"/>
                    </a:lnTo>
                    <a:lnTo>
                      <a:pt x="468" y="138"/>
                    </a:lnTo>
                    <a:lnTo>
                      <a:pt x="456" y="150"/>
                    </a:lnTo>
                    <a:lnTo>
                      <a:pt x="486" y="150"/>
                    </a:lnTo>
                    <a:lnTo>
                      <a:pt x="498" y="156"/>
                    </a:lnTo>
                    <a:lnTo>
                      <a:pt x="522" y="156"/>
                    </a:lnTo>
                    <a:lnTo>
                      <a:pt x="516" y="162"/>
                    </a:lnTo>
                    <a:lnTo>
                      <a:pt x="504" y="162"/>
                    </a:lnTo>
                    <a:lnTo>
                      <a:pt x="486" y="168"/>
                    </a:lnTo>
                    <a:lnTo>
                      <a:pt x="474" y="174"/>
                    </a:lnTo>
                    <a:lnTo>
                      <a:pt x="468" y="180"/>
                    </a:lnTo>
                    <a:lnTo>
                      <a:pt x="462" y="180"/>
                    </a:lnTo>
                    <a:lnTo>
                      <a:pt x="516" y="198"/>
                    </a:lnTo>
                    <a:lnTo>
                      <a:pt x="522" y="198"/>
                    </a:lnTo>
                    <a:lnTo>
                      <a:pt x="528" y="204"/>
                    </a:lnTo>
                    <a:lnTo>
                      <a:pt x="540" y="210"/>
                    </a:lnTo>
                    <a:lnTo>
                      <a:pt x="558" y="210"/>
                    </a:lnTo>
                    <a:lnTo>
                      <a:pt x="576" y="216"/>
                    </a:lnTo>
                    <a:lnTo>
                      <a:pt x="594" y="210"/>
                    </a:lnTo>
                    <a:lnTo>
                      <a:pt x="606" y="204"/>
                    </a:lnTo>
                    <a:lnTo>
                      <a:pt x="612" y="204"/>
                    </a:lnTo>
                    <a:lnTo>
                      <a:pt x="618" y="198"/>
                    </a:lnTo>
                    <a:lnTo>
                      <a:pt x="612" y="192"/>
                    </a:lnTo>
                    <a:lnTo>
                      <a:pt x="612" y="186"/>
                    </a:lnTo>
                    <a:lnTo>
                      <a:pt x="606" y="180"/>
                    </a:lnTo>
                    <a:lnTo>
                      <a:pt x="606" y="174"/>
                    </a:lnTo>
                    <a:lnTo>
                      <a:pt x="612" y="168"/>
                    </a:lnTo>
                    <a:lnTo>
                      <a:pt x="618" y="168"/>
                    </a:lnTo>
                    <a:lnTo>
                      <a:pt x="630" y="162"/>
                    </a:lnTo>
                    <a:lnTo>
                      <a:pt x="648" y="162"/>
                    </a:lnTo>
                    <a:lnTo>
                      <a:pt x="648" y="144"/>
                    </a:lnTo>
                    <a:lnTo>
                      <a:pt x="678" y="132"/>
                    </a:lnTo>
                    <a:lnTo>
                      <a:pt x="690" y="102"/>
                    </a:lnTo>
                    <a:lnTo>
                      <a:pt x="714" y="114"/>
                    </a:lnTo>
                    <a:lnTo>
                      <a:pt x="738" y="102"/>
                    </a:lnTo>
                    <a:lnTo>
                      <a:pt x="750" y="114"/>
                    </a:lnTo>
                    <a:lnTo>
                      <a:pt x="762" y="120"/>
                    </a:lnTo>
                    <a:lnTo>
                      <a:pt x="780" y="126"/>
                    </a:lnTo>
                    <a:lnTo>
                      <a:pt x="792" y="138"/>
                    </a:lnTo>
                    <a:lnTo>
                      <a:pt x="792" y="144"/>
                    </a:lnTo>
                    <a:lnTo>
                      <a:pt x="786" y="150"/>
                    </a:lnTo>
                    <a:lnTo>
                      <a:pt x="786" y="162"/>
                    </a:lnTo>
                    <a:lnTo>
                      <a:pt x="774" y="174"/>
                    </a:lnTo>
                    <a:lnTo>
                      <a:pt x="828" y="174"/>
                    </a:lnTo>
                    <a:lnTo>
                      <a:pt x="834" y="180"/>
                    </a:lnTo>
                    <a:lnTo>
                      <a:pt x="846" y="186"/>
                    </a:lnTo>
                    <a:lnTo>
                      <a:pt x="852" y="192"/>
                    </a:lnTo>
                    <a:lnTo>
                      <a:pt x="858" y="192"/>
                    </a:lnTo>
                    <a:lnTo>
                      <a:pt x="864" y="186"/>
                    </a:lnTo>
                    <a:lnTo>
                      <a:pt x="876" y="186"/>
                    </a:lnTo>
                    <a:lnTo>
                      <a:pt x="894" y="174"/>
                    </a:lnTo>
                    <a:lnTo>
                      <a:pt x="906" y="168"/>
                    </a:lnTo>
                    <a:lnTo>
                      <a:pt x="924" y="162"/>
                    </a:lnTo>
                    <a:lnTo>
                      <a:pt x="936" y="156"/>
                    </a:lnTo>
                    <a:lnTo>
                      <a:pt x="942" y="150"/>
                    </a:lnTo>
                    <a:lnTo>
                      <a:pt x="942" y="144"/>
                    </a:lnTo>
                    <a:lnTo>
                      <a:pt x="936" y="144"/>
                    </a:lnTo>
                    <a:lnTo>
                      <a:pt x="924" y="138"/>
                    </a:lnTo>
                    <a:lnTo>
                      <a:pt x="888" y="138"/>
                    </a:lnTo>
                    <a:lnTo>
                      <a:pt x="882" y="120"/>
                    </a:lnTo>
                    <a:lnTo>
                      <a:pt x="828" y="114"/>
                    </a:lnTo>
                    <a:lnTo>
                      <a:pt x="828" y="96"/>
                    </a:lnTo>
                    <a:lnTo>
                      <a:pt x="798" y="102"/>
                    </a:lnTo>
                    <a:lnTo>
                      <a:pt x="798" y="84"/>
                    </a:lnTo>
                    <a:lnTo>
                      <a:pt x="726" y="84"/>
                    </a:lnTo>
                    <a:lnTo>
                      <a:pt x="720" y="72"/>
                    </a:lnTo>
                    <a:lnTo>
                      <a:pt x="684" y="72"/>
                    </a:lnTo>
                    <a:lnTo>
                      <a:pt x="678" y="60"/>
                    </a:lnTo>
                    <a:lnTo>
                      <a:pt x="654" y="48"/>
                    </a:lnTo>
                    <a:lnTo>
                      <a:pt x="624" y="48"/>
                    </a:lnTo>
                    <a:lnTo>
                      <a:pt x="624" y="30"/>
                    </a:lnTo>
                    <a:lnTo>
                      <a:pt x="618" y="30"/>
                    </a:lnTo>
                    <a:lnTo>
                      <a:pt x="612" y="24"/>
                    </a:lnTo>
                    <a:lnTo>
                      <a:pt x="540" y="24"/>
                    </a:lnTo>
                    <a:lnTo>
                      <a:pt x="534" y="30"/>
                    </a:lnTo>
                    <a:lnTo>
                      <a:pt x="534" y="36"/>
                    </a:lnTo>
                    <a:lnTo>
                      <a:pt x="540" y="42"/>
                    </a:lnTo>
                    <a:lnTo>
                      <a:pt x="546" y="54"/>
                    </a:lnTo>
                    <a:lnTo>
                      <a:pt x="564" y="72"/>
                    </a:lnTo>
                    <a:lnTo>
                      <a:pt x="552" y="66"/>
                    </a:lnTo>
                    <a:lnTo>
                      <a:pt x="546" y="60"/>
                    </a:lnTo>
                    <a:lnTo>
                      <a:pt x="528" y="48"/>
                    </a:lnTo>
                    <a:lnTo>
                      <a:pt x="492" y="30"/>
                    </a:lnTo>
                    <a:lnTo>
                      <a:pt x="480" y="30"/>
                    </a:lnTo>
                    <a:lnTo>
                      <a:pt x="474" y="36"/>
                    </a:lnTo>
                    <a:lnTo>
                      <a:pt x="468" y="48"/>
                    </a:lnTo>
                    <a:lnTo>
                      <a:pt x="462" y="54"/>
                    </a:lnTo>
                    <a:lnTo>
                      <a:pt x="450" y="54"/>
                    </a:lnTo>
                    <a:lnTo>
                      <a:pt x="438" y="48"/>
                    </a:lnTo>
                    <a:lnTo>
                      <a:pt x="420" y="48"/>
                    </a:lnTo>
                    <a:lnTo>
                      <a:pt x="420" y="42"/>
                    </a:lnTo>
                    <a:lnTo>
                      <a:pt x="426" y="42"/>
                    </a:lnTo>
                    <a:lnTo>
                      <a:pt x="438" y="30"/>
                    </a:lnTo>
                    <a:lnTo>
                      <a:pt x="384" y="30"/>
                    </a:lnTo>
                    <a:lnTo>
                      <a:pt x="372" y="42"/>
                    </a:lnTo>
                    <a:lnTo>
                      <a:pt x="366" y="30"/>
                    </a:lnTo>
                    <a:lnTo>
                      <a:pt x="354" y="30"/>
                    </a:lnTo>
                    <a:lnTo>
                      <a:pt x="318" y="48"/>
                    </a:lnTo>
                    <a:lnTo>
                      <a:pt x="318" y="60"/>
                    </a:lnTo>
                    <a:lnTo>
                      <a:pt x="324" y="66"/>
                    </a:lnTo>
                    <a:close/>
                    <a:moveTo>
                      <a:pt x="642" y="708"/>
                    </a:moveTo>
                    <a:lnTo>
                      <a:pt x="666" y="696"/>
                    </a:lnTo>
                    <a:lnTo>
                      <a:pt x="666" y="690"/>
                    </a:lnTo>
                    <a:lnTo>
                      <a:pt x="678" y="690"/>
                    </a:lnTo>
                    <a:lnTo>
                      <a:pt x="678" y="678"/>
                    </a:lnTo>
                    <a:lnTo>
                      <a:pt x="672" y="672"/>
                    </a:lnTo>
                    <a:lnTo>
                      <a:pt x="630" y="690"/>
                    </a:lnTo>
                    <a:lnTo>
                      <a:pt x="642" y="708"/>
                    </a:lnTo>
                    <a:close/>
                    <a:moveTo>
                      <a:pt x="774" y="648"/>
                    </a:moveTo>
                    <a:lnTo>
                      <a:pt x="780" y="642"/>
                    </a:lnTo>
                    <a:lnTo>
                      <a:pt x="786" y="642"/>
                    </a:lnTo>
                    <a:lnTo>
                      <a:pt x="792" y="636"/>
                    </a:lnTo>
                    <a:lnTo>
                      <a:pt x="792" y="630"/>
                    </a:lnTo>
                    <a:lnTo>
                      <a:pt x="786" y="624"/>
                    </a:lnTo>
                    <a:lnTo>
                      <a:pt x="774" y="624"/>
                    </a:lnTo>
                    <a:lnTo>
                      <a:pt x="768" y="630"/>
                    </a:lnTo>
                    <a:lnTo>
                      <a:pt x="768" y="642"/>
                    </a:lnTo>
                    <a:lnTo>
                      <a:pt x="774" y="648"/>
                    </a:lnTo>
                    <a:close/>
                    <a:moveTo>
                      <a:pt x="594" y="696"/>
                    </a:moveTo>
                    <a:lnTo>
                      <a:pt x="576" y="696"/>
                    </a:lnTo>
                    <a:lnTo>
                      <a:pt x="552" y="708"/>
                    </a:lnTo>
                    <a:lnTo>
                      <a:pt x="546" y="714"/>
                    </a:lnTo>
                    <a:lnTo>
                      <a:pt x="570" y="720"/>
                    </a:lnTo>
                    <a:lnTo>
                      <a:pt x="576" y="714"/>
                    </a:lnTo>
                    <a:lnTo>
                      <a:pt x="588" y="714"/>
                    </a:lnTo>
                    <a:lnTo>
                      <a:pt x="600" y="702"/>
                    </a:lnTo>
                    <a:lnTo>
                      <a:pt x="594" y="696"/>
                    </a:lnTo>
                    <a:close/>
                    <a:moveTo>
                      <a:pt x="918" y="612"/>
                    </a:moveTo>
                    <a:lnTo>
                      <a:pt x="936" y="618"/>
                    </a:lnTo>
                    <a:lnTo>
                      <a:pt x="942" y="606"/>
                    </a:lnTo>
                    <a:lnTo>
                      <a:pt x="948" y="600"/>
                    </a:lnTo>
                    <a:lnTo>
                      <a:pt x="948" y="594"/>
                    </a:lnTo>
                    <a:lnTo>
                      <a:pt x="918" y="594"/>
                    </a:lnTo>
                    <a:lnTo>
                      <a:pt x="918" y="612"/>
                    </a:lnTo>
                    <a:close/>
                    <a:moveTo>
                      <a:pt x="486" y="756"/>
                    </a:moveTo>
                    <a:lnTo>
                      <a:pt x="474" y="756"/>
                    </a:lnTo>
                    <a:lnTo>
                      <a:pt x="438" y="774"/>
                    </a:lnTo>
                    <a:lnTo>
                      <a:pt x="432" y="780"/>
                    </a:lnTo>
                    <a:lnTo>
                      <a:pt x="432" y="786"/>
                    </a:lnTo>
                    <a:lnTo>
                      <a:pt x="444" y="786"/>
                    </a:lnTo>
                    <a:lnTo>
                      <a:pt x="456" y="780"/>
                    </a:lnTo>
                    <a:lnTo>
                      <a:pt x="462" y="774"/>
                    </a:lnTo>
                    <a:lnTo>
                      <a:pt x="474" y="768"/>
                    </a:lnTo>
                    <a:lnTo>
                      <a:pt x="510" y="768"/>
                    </a:lnTo>
                    <a:lnTo>
                      <a:pt x="510" y="762"/>
                    </a:lnTo>
                    <a:lnTo>
                      <a:pt x="504" y="762"/>
                    </a:lnTo>
                    <a:lnTo>
                      <a:pt x="504" y="756"/>
                    </a:lnTo>
                    <a:lnTo>
                      <a:pt x="486" y="756"/>
                    </a:lnTo>
                    <a:close/>
                    <a:moveTo>
                      <a:pt x="1356" y="660"/>
                    </a:moveTo>
                    <a:lnTo>
                      <a:pt x="1326" y="666"/>
                    </a:lnTo>
                    <a:lnTo>
                      <a:pt x="1290" y="654"/>
                    </a:lnTo>
                    <a:lnTo>
                      <a:pt x="1260" y="642"/>
                    </a:lnTo>
                    <a:lnTo>
                      <a:pt x="1302" y="642"/>
                    </a:lnTo>
                    <a:lnTo>
                      <a:pt x="1326" y="630"/>
                    </a:lnTo>
                    <a:lnTo>
                      <a:pt x="1344" y="630"/>
                    </a:lnTo>
                    <a:lnTo>
                      <a:pt x="1350" y="624"/>
                    </a:lnTo>
                    <a:lnTo>
                      <a:pt x="1356" y="624"/>
                    </a:lnTo>
                    <a:lnTo>
                      <a:pt x="1344" y="618"/>
                    </a:lnTo>
                    <a:lnTo>
                      <a:pt x="1338" y="612"/>
                    </a:lnTo>
                    <a:lnTo>
                      <a:pt x="1320" y="606"/>
                    </a:lnTo>
                    <a:lnTo>
                      <a:pt x="1308" y="600"/>
                    </a:lnTo>
                    <a:lnTo>
                      <a:pt x="1284" y="600"/>
                    </a:lnTo>
                    <a:lnTo>
                      <a:pt x="1260" y="588"/>
                    </a:lnTo>
                    <a:lnTo>
                      <a:pt x="1254" y="588"/>
                    </a:lnTo>
                    <a:lnTo>
                      <a:pt x="1242" y="582"/>
                    </a:lnTo>
                    <a:lnTo>
                      <a:pt x="1242" y="588"/>
                    </a:lnTo>
                    <a:lnTo>
                      <a:pt x="1236" y="594"/>
                    </a:lnTo>
                    <a:lnTo>
                      <a:pt x="1236" y="600"/>
                    </a:lnTo>
                    <a:lnTo>
                      <a:pt x="1218" y="618"/>
                    </a:lnTo>
                    <a:lnTo>
                      <a:pt x="1206" y="618"/>
                    </a:lnTo>
                    <a:lnTo>
                      <a:pt x="1200" y="612"/>
                    </a:lnTo>
                    <a:lnTo>
                      <a:pt x="1224" y="588"/>
                    </a:lnTo>
                    <a:lnTo>
                      <a:pt x="1158" y="564"/>
                    </a:lnTo>
                    <a:lnTo>
                      <a:pt x="1158" y="576"/>
                    </a:lnTo>
                    <a:lnTo>
                      <a:pt x="1152" y="594"/>
                    </a:lnTo>
                    <a:lnTo>
                      <a:pt x="1134" y="630"/>
                    </a:lnTo>
                    <a:lnTo>
                      <a:pt x="1128" y="630"/>
                    </a:lnTo>
                    <a:lnTo>
                      <a:pt x="1122" y="624"/>
                    </a:lnTo>
                    <a:lnTo>
                      <a:pt x="1116" y="612"/>
                    </a:lnTo>
                    <a:lnTo>
                      <a:pt x="1116" y="594"/>
                    </a:lnTo>
                    <a:lnTo>
                      <a:pt x="1122" y="582"/>
                    </a:lnTo>
                    <a:lnTo>
                      <a:pt x="1116" y="594"/>
                    </a:lnTo>
                    <a:lnTo>
                      <a:pt x="1104" y="600"/>
                    </a:lnTo>
                    <a:lnTo>
                      <a:pt x="1080" y="624"/>
                    </a:lnTo>
                    <a:lnTo>
                      <a:pt x="1056" y="636"/>
                    </a:lnTo>
                    <a:lnTo>
                      <a:pt x="1050" y="636"/>
                    </a:lnTo>
                    <a:lnTo>
                      <a:pt x="1050" y="630"/>
                    </a:lnTo>
                    <a:lnTo>
                      <a:pt x="1056" y="618"/>
                    </a:lnTo>
                    <a:lnTo>
                      <a:pt x="1086" y="588"/>
                    </a:lnTo>
                    <a:lnTo>
                      <a:pt x="1092" y="576"/>
                    </a:lnTo>
                    <a:lnTo>
                      <a:pt x="1104" y="570"/>
                    </a:lnTo>
                    <a:lnTo>
                      <a:pt x="1068" y="570"/>
                    </a:lnTo>
                    <a:lnTo>
                      <a:pt x="1050" y="582"/>
                    </a:lnTo>
                    <a:lnTo>
                      <a:pt x="1026" y="582"/>
                    </a:lnTo>
                    <a:lnTo>
                      <a:pt x="984" y="606"/>
                    </a:lnTo>
                    <a:lnTo>
                      <a:pt x="960" y="606"/>
                    </a:lnTo>
                    <a:lnTo>
                      <a:pt x="954" y="636"/>
                    </a:lnTo>
                    <a:lnTo>
                      <a:pt x="918" y="624"/>
                    </a:lnTo>
                    <a:lnTo>
                      <a:pt x="882" y="630"/>
                    </a:lnTo>
                    <a:lnTo>
                      <a:pt x="894" y="660"/>
                    </a:lnTo>
                    <a:lnTo>
                      <a:pt x="846" y="648"/>
                    </a:lnTo>
                    <a:lnTo>
                      <a:pt x="828" y="654"/>
                    </a:lnTo>
                    <a:lnTo>
                      <a:pt x="834" y="678"/>
                    </a:lnTo>
                    <a:lnTo>
                      <a:pt x="792" y="690"/>
                    </a:lnTo>
                    <a:lnTo>
                      <a:pt x="792" y="654"/>
                    </a:lnTo>
                    <a:lnTo>
                      <a:pt x="762" y="654"/>
                    </a:lnTo>
                    <a:lnTo>
                      <a:pt x="774" y="678"/>
                    </a:lnTo>
                    <a:lnTo>
                      <a:pt x="750" y="660"/>
                    </a:lnTo>
                    <a:lnTo>
                      <a:pt x="750" y="690"/>
                    </a:lnTo>
                    <a:lnTo>
                      <a:pt x="726" y="690"/>
                    </a:lnTo>
                    <a:lnTo>
                      <a:pt x="726" y="660"/>
                    </a:lnTo>
                    <a:lnTo>
                      <a:pt x="738" y="654"/>
                    </a:lnTo>
                    <a:lnTo>
                      <a:pt x="744" y="648"/>
                    </a:lnTo>
                    <a:lnTo>
                      <a:pt x="708" y="642"/>
                    </a:lnTo>
                    <a:lnTo>
                      <a:pt x="708" y="684"/>
                    </a:lnTo>
                    <a:lnTo>
                      <a:pt x="678" y="696"/>
                    </a:lnTo>
                    <a:lnTo>
                      <a:pt x="696" y="708"/>
                    </a:lnTo>
                    <a:lnTo>
                      <a:pt x="660" y="714"/>
                    </a:lnTo>
                    <a:lnTo>
                      <a:pt x="672" y="726"/>
                    </a:lnTo>
                    <a:lnTo>
                      <a:pt x="630" y="726"/>
                    </a:lnTo>
                    <a:lnTo>
                      <a:pt x="630" y="738"/>
                    </a:lnTo>
                    <a:lnTo>
                      <a:pt x="660" y="750"/>
                    </a:lnTo>
                    <a:lnTo>
                      <a:pt x="654" y="762"/>
                    </a:lnTo>
                    <a:lnTo>
                      <a:pt x="618" y="744"/>
                    </a:lnTo>
                    <a:lnTo>
                      <a:pt x="600" y="750"/>
                    </a:lnTo>
                    <a:lnTo>
                      <a:pt x="624" y="762"/>
                    </a:lnTo>
                    <a:lnTo>
                      <a:pt x="606" y="780"/>
                    </a:lnTo>
                    <a:lnTo>
                      <a:pt x="594" y="762"/>
                    </a:lnTo>
                    <a:lnTo>
                      <a:pt x="576" y="768"/>
                    </a:lnTo>
                    <a:lnTo>
                      <a:pt x="576" y="780"/>
                    </a:lnTo>
                    <a:lnTo>
                      <a:pt x="546" y="780"/>
                    </a:lnTo>
                    <a:lnTo>
                      <a:pt x="540" y="792"/>
                    </a:lnTo>
                    <a:lnTo>
                      <a:pt x="564" y="804"/>
                    </a:lnTo>
                    <a:lnTo>
                      <a:pt x="564" y="822"/>
                    </a:lnTo>
                    <a:lnTo>
                      <a:pt x="528" y="810"/>
                    </a:lnTo>
                    <a:lnTo>
                      <a:pt x="522" y="822"/>
                    </a:lnTo>
                    <a:lnTo>
                      <a:pt x="552" y="834"/>
                    </a:lnTo>
                    <a:lnTo>
                      <a:pt x="504" y="834"/>
                    </a:lnTo>
                    <a:lnTo>
                      <a:pt x="504" y="852"/>
                    </a:lnTo>
                    <a:lnTo>
                      <a:pt x="492" y="846"/>
                    </a:lnTo>
                    <a:lnTo>
                      <a:pt x="486" y="846"/>
                    </a:lnTo>
                    <a:lnTo>
                      <a:pt x="474" y="852"/>
                    </a:lnTo>
                    <a:lnTo>
                      <a:pt x="468" y="858"/>
                    </a:lnTo>
                    <a:lnTo>
                      <a:pt x="456" y="858"/>
                    </a:lnTo>
                    <a:lnTo>
                      <a:pt x="456" y="870"/>
                    </a:lnTo>
                    <a:lnTo>
                      <a:pt x="462" y="876"/>
                    </a:lnTo>
                    <a:lnTo>
                      <a:pt x="456" y="876"/>
                    </a:lnTo>
                    <a:lnTo>
                      <a:pt x="450" y="882"/>
                    </a:lnTo>
                    <a:lnTo>
                      <a:pt x="444" y="882"/>
                    </a:lnTo>
                    <a:lnTo>
                      <a:pt x="444" y="900"/>
                    </a:lnTo>
                    <a:lnTo>
                      <a:pt x="480" y="900"/>
                    </a:lnTo>
                    <a:lnTo>
                      <a:pt x="468" y="912"/>
                    </a:lnTo>
                    <a:lnTo>
                      <a:pt x="432" y="906"/>
                    </a:lnTo>
                    <a:lnTo>
                      <a:pt x="420" y="912"/>
                    </a:lnTo>
                    <a:lnTo>
                      <a:pt x="414" y="918"/>
                    </a:lnTo>
                    <a:lnTo>
                      <a:pt x="414" y="930"/>
                    </a:lnTo>
                    <a:lnTo>
                      <a:pt x="420" y="936"/>
                    </a:lnTo>
                    <a:lnTo>
                      <a:pt x="420" y="948"/>
                    </a:lnTo>
                    <a:lnTo>
                      <a:pt x="408" y="954"/>
                    </a:lnTo>
                    <a:lnTo>
                      <a:pt x="390" y="954"/>
                    </a:lnTo>
                    <a:lnTo>
                      <a:pt x="390" y="972"/>
                    </a:lnTo>
                    <a:lnTo>
                      <a:pt x="408" y="990"/>
                    </a:lnTo>
                    <a:lnTo>
                      <a:pt x="408" y="996"/>
                    </a:lnTo>
                    <a:lnTo>
                      <a:pt x="402" y="1002"/>
                    </a:lnTo>
                    <a:lnTo>
                      <a:pt x="366" y="1002"/>
                    </a:lnTo>
                    <a:lnTo>
                      <a:pt x="360" y="1008"/>
                    </a:lnTo>
                    <a:lnTo>
                      <a:pt x="360" y="1026"/>
                    </a:lnTo>
                    <a:lnTo>
                      <a:pt x="354" y="1032"/>
                    </a:lnTo>
                    <a:lnTo>
                      <a:pt x="342" y="1032"/>
                    </a:lnTo>
                    <a:lnTo>
                      <a:pt x="336" y="1026"/>
                    </a:lnTo>
                    <a:lnTo>
                      <a:pt x="318" y="1026"/>
                    </a:lnTo>
                    <a:lnTo>
                      <a:pt x="294" y="1050"/>
                    </a:lnTo>
                    <a:lnTo>
                      <a:pt x="282" y="1050"/>
                    </a:lnTo>
                    <a:lnTo>
                      <a:pt x="270" y="1062"/>
                    </a:lnTo>
                    <a:lnTo>
                      <a:pt x="270" y="1068"/>
                    </a:lnTo>
                    <a:lnTo>
                      <a:pt x="276" y="1074"/>
                    </a:lnTo>
                    <a:lnTo>
                      <a:pt x="276" y="1080"/>
                    </a:lnTo>
                    <a:lnTo>
                      <a:pt x="264" y="1092"/>
                    </a:lnTo>
                    <a:lnTo>
                      <a:pt x="252" y="1092"/>
                    </a:lnTo>
                    <a:lnTo>
                      <a:pt x="246" y="1086"/>
                    </a:lnTo>
                    <a:lnTo>
                      <a:pt x="234" y="1080"/>
                    </a:lnTo>
                    <a:lnTo>
                      <a:pt x="234" y="1074"/>
                    </a:lnTo>
                    <a:lnTo>
                      <a:pt x="228" y="1074"/>
                    </a:lnTo>
                    <a:lnTo>
                      <a:pt x="204" y="1086"/>
                    </a:lnTo>
                    <a:lnTo>
                      <a:pt x="198" y="1092"/>
                    </a:lnTo>
                    <a:lnTo>
                      <a:pt x="180" y="1092"/>
                    </a:lnTo>
                    <a:lnTo>
                      <a:pt x="180" y="1110"/>
                    </a:lnTo>
                    <a:lnTo>
                      <a:pt x="186" y="1116"/>
                    </a:lnTo>
                    <a:lnTo>
                      <a:pt x="192" y="1116"/>
                    </a:lnTo>
                    <a:lnTo>
                      <a:pt x="192" y="1128"/>
                    </a:lnTo>
                    <a:lnTo>
                      <a:pt x="186" y="1128"/>
                    </a:lnTo>
                    <a:lnTo>
                      <a:pt x="174" y="1116"/>
                    </a:lnTo>
                    <a:lnTo>
                      <a:pt x="162" y="1116"/>
                    </a:lnTo>
                    <a:lnTo>
                      <a:pt x="156" y="1122"/>
                    </a:lnTo>
                    <a:lnTo>
                      <a:pt x="156" y="1134"/>
                    </a:lnTo>
                    <a:lnTo>
                      <a:pt x="168" y="1134"/>
                    </a:lnTo>
                    <a:lnTo>
                      <a:pt x="174" y="1140"/>
                    </a:lnTo>
                    <a:lnTo>
                      <a:pt x="180" y="1140"/>
                    </a:lnTo>
                    <a:lnTo>
                      <a:pt x="180" y="1152"/>
                    </a:lnTo>
                    <a:lnTo>
                      <a:pt x="138" y="1152"/>
                    </a:lnTo>
                    <a:lnTo>
                      <a:pt x="138" y="1146"/>
                    </a:lnTo>
                    <a:lnTo>
                      <a:pt x="132" y="1146"/>
                    </a:lnTo>
                    <a:lnTo>
                      <a:pt x="126" y="1158"/>
                    </a:lnTo>
                    <a:lnTo>
                      <a:pt x="126" y="1170"/>
                    </a:lnTo>
                    <a:lnTo>
                      <a:pt x="120" y="1164"/>
                    </a:lnTo>
                    <a:lnTo>
                      <a:pt x="102" y="1164"/>
                    </a:lnTo>
                    <a:lnTo>
                      <a:pt x="96" y="1158"/>
                    </a:lnTo>
                    <a:lnTo>
                      <a:pt x="90" y="1158"/>
                    </a:lnTo>
                    <a:lnTo>
                      <a:pt x="90" y="1164"/>
                    </a:lnTo>
                    <a:lnTo>
                      <a:pt x="96" y="1170"/>
                    </a:lnTo>
                    <a:lnTo>
                      <a:pt x="120" y="1182"/>
                    </a:lnTo>
                    <a:lnTo>
                      <a:pt x="132" y="1182"/>
                    </a:lnTo>
                    <a:lnTo>
                      <a:pt x="108" y="1200"/>
                    </a:lnTo>
                    <a:lnTo>
                      <a:pt x="108" y="1188"/>
                    </a:lnTo>
                    <a:lnTo>
                      <a:pt x="90" y="1188"/>
                    </a:lnTo>
                    <a:lnTo>
                      <a:pt x="84" y="1194"/>
                    </a:lnTo>
                    <a:lnTo>
                      <a:pt x="60" y="1182"/>
                    </a:lnTo>
                    <a:lnTo>
                      <a:pt x="54" y="1194"/>
                    </a:lnTo>
                    <a:lnTo>
                      <a:pt x="66" y="1200"/>
                    </a:lnTo>
                    <a:lnTo>
                      <a:pt x="30" y="1194"/>
                    </a:lnTo>
                    <a:lnTo>
                      <a:pt x="30" y="1212"/>
                    </a:lnTo>
                    <a:lnTo>
                      <a:pt x="78" y="1212"/>
                    </a:lnTo>
                    <a:lnTo>
                      <a:pt x="54" y="1218"/>
                    </a:lnTo>
                    <a:lnTo>
                      <a:pt x="18" y="1212"/>
                    </a:lnTo>
                    <a:lnTo>
                      <a:pt x="6" y="1224"/>
                    </a:lnTo>
                    <a:lnTo>
                      <a:pt x="6" y="1230"/>
                    </a:lnTo>
                    <a:lnTo>
                      <a:pt x="18" y="1242"/>
                    </a:lnTo>
                    <a:lnTo>
                      <a:pt x="36" y="1242"/>
                    </a:lnTo>
                    <a:lnTo>
                      <a:pt x="18" y="1248"/>
                    </a:lnTo>
                    <a:lnTo>
                      <a:pt x="12" y="1254"/>
                    </a:lnTo>
                    <a:lnTo>
                      <a:pt x="12" y="1260"/>
                    </a:lnTo>
                    <a:lnTo>
                      <a:pt x="66" y="1260"/>
                    </a:lnTo>
                    <a:lnTo>
                      <a:pt x="78" y="1272"/>
                    </a:lnTo>
                    <a:lnTo>
                      <a:pt x="96" y="1260"/>
                    </a:lnTo>
                    <a:lnTo>
                      <a:pt x="108" y="1272"/>
                    </a:lnTo>
                    <a:lnTo>
                      <a:pt x="138" y="1260"/>
                    </a:lnTo>
                    <a:lnTo>
                      <a:pt x="132" y="1266"/>
                    </a:lnTo>
                    <a:lnTo>
                      <a:pt x="126" y="1278"/>
                    </a:lnTo>
                    <a:lnTo>
                      <a:pt x="60" y="1278"/>
                    </a:lnTo>
                    <a:lnTo>
                      <a:pt x="54" y="1272"/>
                    </a:lnTo>
                    <a:lnTo>
                      <a:pt x="24" y="1272"/>
                    </a:lnTo>
                    <a:lnTo>
                      <a:pt x="12" y="1278"/>
                    </a:lnTo>
                    <a:lnTo>
                      <a:pt x="0" y="1278"/>
                    </a:lnTo>
                    <a:lnTo>
                      <a:pt x="6" y="1284"/>
                    </a:lnTo>
                    <a:lnTo>
                      <a:pt x="6" y="1296"/>
                    </a:lnTo>
                    <a:lnTo>
                      <a:pt x="12" y="1296"/>
                    </a:lnTo>
                    <a:lnTo>
                      <a:pt x="18" y="1302"/>
                    </a:lnTo>
                    <a:lnTo>
                      <a:pt x="30" y="1302"/>
                    </a:lnTo>
                    <a:lnTo>
                      <a:pt x="24" y="1308"/>
                    </a:lnTo>
                    <a:lnTo>
                      <a:pt x="18" y="1320"/>
                    </a:lnTo>
                    <a:lnTo>
                      <a:pt x="36" y="1338"/>
                    </a:lnTo>
                    <a:lnTo>
                      <a:pt x="48" y="1338"/>
                    </a:lnTo>
                    <a:lnTo>
                      <a:pt x="72" y="1320"/>
                    </a:lnTo>
                    <a:lnTo>
                      <a:pt x="102" y="1314"/>
                    </a:lnTo>
                    <a:lnTo>
                      <a:pt x="90" y="1338"/>
                    </a:lnTo>
                    <a:lnTo>
                      <a:pt x="78" y="1332"/>
                    </a:lnTo>
                    <a:lnTo>
                      <a:pt x="66" y="1350"/>
                    </a:lnTo>
                    <a:lnTo>
                      <a:pt x="30" y="1350"/>
                    </a:lnTo>
                    <a:lnTo>
                      <a:pt x="48" y="1368"/>
                    </a:lnTo>
                    <a:lnTo>
                      <a:pt x="24" y="1380"/>
                    </a:lnTo>
                    <a:lnTo>
                      <a:pt x="6" y="1380"/>
                    </a:lnTo>
                    <a:lnTo>
                      <a:pt x="6" y="1398"/>
                    </a:lnTo>
                    <a:lnTo>
                      <a:pt x="66" y="1398"/>
                    </a:lnTo>
                    <a:lnTo>
                      <a:pt x="54" y="1422"/>
                    </a:lnTo>
                    <a:lnTo>
                      <a:pt x="66" y="1422"/>
                    </a:lnTo>
                    <a:lnTo>
                      <a:pt x="54" y="1440"/>
                    </a:lnTo>
                    <a:lnTo>
                      <a:pt x="42" y="1434"/>
                    </a:lnTo>
                    <a:lnTo>
                      <a:pt x="36" y="1434"/>
                    </a:lnTo>
                    <a:lnTo>
                      <a:pt x="30" y="1428"/>
                    </a:lnTo>
                    <a:lnTo>
                      <a:pt x="18" y="1428"/>
                    </a:lnTo>
                    <a:lnTo>
                      <a:pt x="18" y="1440"/>
                    </a:lnTo>
                    <a:lnTo>
                      <a:pt x="24" y="1452"/>
                    </a:lnTo>
                    <a:lnTo>
                      <a:pt x="36" y="1464"/>
                    </a:lnTo>
                    <a:lnTo>
                      <a:pt x="84" y="1482"/>
                    </a:lnTo>
                    <a:lnTo>
                      <a:pt x="78" y="1488"/>
                    </a:lnTo>
                    <a:lnTo>
                      <a:pt x="84" y="1494"/>
                    </a:lnTo>
                    <a:lnTo>
                      <a:pt x="126" y="1494"/>
                    </a:lnTo>
                    <a:lnTo>
                      <a:pt x="132" y="1500"/>
                    </a:lnTo>
                    <a:lnTo>
                      <a:pt x="144" y="1500"/>
                    </a:lnTo>
                    <a:lnTo>
                      <a:pt x="192" y="1476"/>
                    </a:lnTo>
                    <a:lnTo>
                      <a:pt x="204" y="1464"/>
                    </a:lnTo>
                    <a:lnTo>
                      <a:pt x="216" y="1458"/>
                    </a:lnTo>
                    <a:lnTo>
                      <a:pt x="222" y="1452"/>
                    </a:lnTo>
                    <a:lnTo>
                      <a:pt x="258" y="1422"/>
                    </a:lnTo>
                    <a:lnTo>
                      <a:pt x="282" y="1422"/>
                    </a:lnTo>
                    <a:lnTo>
                      <a:pt x="294" y="1416"/>
                    </a:lnTo>
                    <a:lnTo>
                      <a:pt x="300" y="1410"/>
                    </a:lnTo>
                    <a:lnTo>
                      <a:pt x="300" y="1386"/>
                    </a:lnTo>
                    <a:lnTo>
                      <a:pt x="294" y="1380"/>
                    </a:lnTo>
                    <a:lnTo>
                      <a:pt x="294" y="1374"/>
                    </a:lnTo>
                    <a:lnTo>
                      <a:pt x="312" y="1368"/>
                    </a:lnTo>
                    <a:lnTo>
                      <a:pt x="306" y="1374"/>
                    </a:lnTo>
                    <a:lnTo>
                      <a:pt x="306" y="1380"/>
                    </a:lnTo>
                    <a:lnTo>
                      <a:pt x="300" y="1386"/>
                    </a:lnTo>
                    <a:lnTo>
                      <a:pt x="300" y="1392"/>
                    </a:lnTo>
                    <a:lnTo>
                      <a:pt x="312" y="1404"/>
                    </a:lnTo>
                    <a:lnTo>
                      <a:pt x="330" y="1410"/>
                    </a:lnTo>
                    <a:lnTo>
                      <a:pt x="342" y="1410"/>
                    </a:lnTo>
                    <a:lnTo>
                      <a:pt x="348" y="1416"/>
                    </a:lnTo>
                    <a:lnTo>
                      <a:pt x="354" y="1416"/>
                    </a:lnTo>
                    <a:lnTo>
                      <a:pt x="372" y="1434"/>
                    </a:lnTo>
                    <a:lnTo>
                      <a:pt x="378" y="1422"/>
                    </a:lnTo>
                    <a:lnTo>
                      <a:pt x="384" y="1416"/>
                    </a:lnTo>
                    <a:lnTo>
                      <a:pt x="384" y="1398"/>
                    </a:lnTo>
                    <a:lnTo>
                      <a:pt x="372" y="1386"/>
                    </a:lnTo>
                    <a:lnTo>
                      <a:pt x="372" y="1380"/>
                    </a:lnTo>
                    <a:lnTo>
                      <a:pt x="378" y="1374"/>
                    </a:lnTo>
                    <a:lnTo>
                      <a:pt x="384" y="1374"/>
                    </a:lnTo>
                    <a:lnTo>
                      <a:pt x="384" y="1368"/>
                    </a:lnTo>
                    <a:lnTo>
                      <a:pt x="378" y="1356"/>
                    </a:lnTo>
                    <a:lnTo>
                      <a:pt x="414" y="1356"/>
                    </a:lnTo>
                    <a:lnTo>
                      <a:pt x="420" y="1350"/>
                    </a:lnTo>
                    <a:lnTo>
                      <a:pt x="420" y="1326"/>
                    </a:lnTo>
                    <a:lnTo>
                      <a:pt x="426" y="1326"/>
                    </a:lnTo>
                    <a:lnTo>
                      <a:pt x="420" y="1314"/>
                    </a:lnTo>
                    <a:lnTo>
                      <a:pt x="420" y="1308"/>
                    </a:lnTo>
                    <a:lnTo>
                      <a:pt x="414" y="1302"/>
                    </a:lnTo>
                    <a:lnTo>
                      <a:pt x="414" y="1296"/>
                    </a:lnTo>
                    <a:lnTo>
                      <a:pt x="408" y="1284"/>
                    </a:lnTo>
                    <a:lnTo>
                      <a:pt x="402" y="1278"/>
                    </a:lnTo>
                    <a:lnTo>
                      <a:pt x="426" y="1272"/>
                    </a:lnTo>
                    <a:lnTo>
                      <a:pt x="438" y="1260"/>
                    </a:lnTo>
                    <a:lnTo>
                      <a:pt x="438" y="1248"/>
                    </a:lnTo>
                    <a:lnTo>
                      <a:pt x="420" y="1230"/>
                    </a:lnTo>
                    <a:lnTo>
                      <a:pt x="414" y="1230"/>
                    </a:lnTo>
                    <a:lnTo>
                      <a:pt x="402" y="1218"/>
                    </a:lnTo>
                    <a:lnTo>
                      <a:pt x="402" y="1200"/>
                    </a:lnTo>
                    <a:lnTo>
                      <a:pt x="408" y="1188"/>
                    </a:lnTo>
                    <a:lnTo>
                      <a:pt x="408" y="1176"/>
                    </a:lnTo>
                    <a:lnTo>
                      <a:pt x="384" y="1152"/>
                    </a:lnTo>
                    <a:lnTo>
                      <a:pt x="384" y="1140"/>
                    </a:lnTo>
                    <a:lnTo>
                      <a:pt x="390" y="1134"/>
                    </a:lnTo>
                    <a:lnTo>
                      <a:pt x="396" y="1134"/>
                    </a:lnTo>
                    <a:lnTo>
                      <a:pt x="402" y="1128"/>
                    </a:lnTo>
                    <a:lnTo>
                      <a:pt x="402" y="1122"/>
                    </a:lnTo>
                    <a:lnTo>
                      <a:pt x="396" y="1116"/>
                    </a:lnTo>
                    <a:lnTo>
                      <a:pt x="390" y="1116"/>
                    </a:lnTo>
                    <a:lnTo>
                      <a:pt x="384" y="1110"/>
                    </a:lnTo>
                    <a:lnTo>
                      <a:pt x="426" y="1068"/>
                    </a:lnTo>
                    <a:lnTo>
                      <a:pt x="438" y="1062"/>
                    </a:lnTo>
                    <a:lnTo>
                      <a:pt x="444" y="1056"/>
                    </a:lnTo>
                    <a:lnTo>
                      <a:pt x="456" y="1050"/>
                    </a:lnTo>
                    <a:lnTo>
                      <a:pt x="498" y="1050"/>
                    </a:lnTo>
                    <a:lnTo>
                      <a:pt x="504" y="1044"/>
                    </a:lnTo>
                    <a:lnTo>
                      <a:pt x="504" y="1038"/>
                    </a:lnTo>
                    <a:lnTo>
                      <a:pt x="486" y="1020"/>
                    </a:lnTo>
                    <a:lnTo>
                      <a:pt x="474" y="1014"/>
                    </a:lnTo>
                    <a:lnTo>
                      <a:pt x="486" y="1008"/>
                    </a:lnTo>
                    <a:lnTo>
                      <a:pt x="492" y="1008"/>
                    </a:lnTo>
                    <a:lnTo>
                      <a:pt x="522" y="978"/>
                    </a:lnTo>
                    <a:lnTo>
                      <a:pt x="528" y="936"/>
                    </a:lnTo>
                    <a:lnTo>
                      <a:pt x="528" y="900"/>
                    </a:lnTo>
                    <a:lnTo>
                      <a:pt x="546" y="912"/>
                    </a:lnTo>
                    <a:lnTo>
                      <a:pt x="558" y="906"/>
                    </a:lnTo>
                    <a:lnTo>
                      <a:pt x="564" y="906"/>
                    </a:lnTo>
                    <a:lnTo>
                      <a:pt x="570" y="900"/>
                    </a:lnTo>
                    <a:lnTo>
                      <a:pt x="576" y="900"/>
                    </a:lnTo>
                    <a:lnTo>
                      <a:pt x="576" y="894"/>
                    </a:lnTo>
                    <a:lnTo>
                      <a:pt x="570" y="888"/>
                    </a:lnTo>
                    <a:lnTo>
                      <a:pt x="570" y="882"/>
                    </a:lnTo>
                    <a:lnTo>
                      <a:pt x="564" y="876"/>
                    </a:lnTo>
                    <a:lnTo>
                      <a:pt x="582" y="876"/>
                    </a:lnTo>
                    <a:lnTo>
                      <a:pt x="588" y="870"/>
                    </a:lnTo>
                    <a:lnTo>
                      <a:pt x="588" y="864"/>
                    </a:lnTo>
                    <a:lnTo>
                      <a:pt x="594" y="858"/>
                    </a:lnTo>
                    <a:lnTo>
                      <a:pt x="606" y="852"/>
                    </a:lnTo>
                    <a:lnTo>
                      <a:pt x="612" y="852"/>
                    </a:lnTo>
                    <a:lnTo>
                      <a:pt x="618" y="834"/>
                    </a:lnTo>
                    <a:lnTo>
                      <a:pt x="612" y="828"/>
                    </a:lnTo>
                    <a:lnTo>
                      <a:pt x="600" y="822"/>
                    </a:lnTo>
                    <a:lnTo>
                      <a:pt x="600" y="810"/>
                    </a:lnTo>
                    <a:lnTo>
                      <a:pt x="606" y="810"/>
                    </a:lnTo>
                    <a:lnTo>
                      <a:pt x="618" y="804"/>
                    </a:lnTo>
                    <a:lnTo>
                      <a:pt x="636" y="786"/>
                    </a:lnTo>
                    <a:lnTo>
                      <a:pt x="678" y="780"/>
                    </a:lnTo>
                    <a:lnTo>
                      <a:pt x="696" y="780"/>
                    </a:lnTo>
                    <a:lnTo>
                      <a:pt x="702" y="774"/>
                    </a:lnTo>
                    <a:lnTo>
                      <a:pt x="702" y="744"/>
                    </a:lnTo>
                    <a:lnTo>
                      <a:pt x="714" y="732"/>
                    </a:lnTo>
                    <a:lnTo>
                      <a:pt x="720" y="738"/>
                    </a:lnTo>
                    <a:lnTo>
                      <a:pt x="720" y="750"/>
                    </a:lnTo>
                    <a:lnTo>
                      <a:pt x="744" y="744"/>
                    </a:lnTo>
                    <a:lnTo>
                      <a:pt x="768" y="750"/>
                    </a:lnTo>
                    <a:lnTo>
                      <a:pt x="792" y="750"/>
                    </a:lnTo>
                    <a:lnTo>
                      <a:pt x="798" y="756"/>
                    </a:lnTo>
                    <a:lnTo>
                      <a:pt x="810" y="756"/>
                    </a:lnTo>
                    <a:lnTo>
                      <a:pt x="816" y="750"/>
                    </a:lnTo>
                    <a:lnTo>
                      <a:pt x="810" y="750"/>
                    </a:lnTo>
                    <a:lnTo>
                      <a:pt x="798" y="738"/>
                    </a:lnTo>
                    <a:lnTo>
                      <a:pt x="798" y="732"/>
                    </a:lnTo>
                    <a:lnTo>
                      <a:pt x="810" y="732"/>
                    </a:lnTo>
                    <a:lnTo>
                      <a:pt x="810" y="708"/>
                    </a:lnTo>
                    <a:lnTo>
                      <a:pt x="840" y="714"/>
                    </a:lnTo>
                    <a:lnTo>
                      <a:pt x="834" y="708"/>
                    </a:lnTo>
                    <a:lnTo>
                      <a:pt x="840" y="702"/>
                    </a:lnTo>
                    <a:lnTo>
                      <a:pt x="858" y="708"/>
                    </a:lnTo>
                    <a:lnTo>
                      <a:pt x="858" y="696"/>
                    </a:lnTo>
                    <a:lnTo>
                      <a:pt x="864" y="690"/>
                    </a:lnTo>
                    <a:lnTo>
                      <a:pt x="882" y="690"/>
                    </a:lnTo>
                    <a:lnTo>
                      <a:pt x="888" y="696"/>
                    </a:lnTo>
                    <a:lnTo>
                      <a:pt x="894" y="708"/>
                    </a:lnTo>
                    <a:lnTo>
                      <a:pt x="906" y="714"/>
                    </a:lnTo>
                    <a:lnTo>
                      <a:pt x="918" y="726"/>
                    </a:lnTo>
                    <a:lnTo>
                      <a:pt x="930" y="726"/>
                    </a:lnTo>
                    <a:lnTo>
                      <a:pt x="942" y="732"/>
                    </a:lnTo>
                    <a:lnTo>
                      <a:pt x="960" y="732"/>
                    </a:lnTo>
                    <a:lnTo>
                      <a:pt x="966" y="738"/>
                    </a:lnTo>
                    <a:lnTo>
                      <a:pt x="978" y="738"/>
                    </a:lnTo>
                    <a:lnTo>
                      <a:pt x="990" y="732"/>
                    </a:lnTo>
                    <a:lnTo>
                      <a:pt x="996" y="726"/>
                    </a:lnTo>
                    <a:lnTo>
                      <a:pt x="1026" y="726"/>
                    </a:lnTo>
                    <a:lnTo>
                      <a:pt x="1038" y="732"/>
                    </a:lnTo>
                    <a:lnTo>
                      <a:pt x="1044" y="738"/>
                    </a:lnTo>
                    <a:lnTo>
                      <a:pt x="1062" y="738"/>
                    </a:lnTo>
                    <a:lnTo>
                      <a:pt x="1062" y="726"/>
                    </a:lnTo>
                    <a:lnTo>
                      <a:pt x="1068" y="720"/>
                    </a:lnTo>
                    <a:lnTo>
                      <a:pt x="1068" y="714"/>
                    </a:lnTo>
                    <a:lnTo>
                      <a:pt x="1092" y="714"/>
                    </a:lnTo>
                    <a:lnTo>
                      <a:pt x="1092" y="678"/>
                    </a:lnTo>
                    <a:lnTo>
                      <a:pt x="1098" y="672"/>
                    </a:lnTo>
                    <a:lnTo>
                      <a:pt x="1098" y="660"/>
                    </a:lnTo>
                    <a:lnTo>
                      <a:pt x="1110" y="654"/>
                    </a:lnTo>
                    <a:lnTo>
                      <a:pt x="1116" y="654"/>
                    </a:lnTo>
                    <a:lnTo>
                      <a:pt x="1128" y="648"/>
                    </a:lnTo>
                    <a:lnTo>
                      <a:pt x="1158" y="648"/>
                    </a:lnTo>
                    <a:lnTo>
                      <a:pt x="1170" y="642"/>
                    </a:lnTo>
                    <a:lnTo>
                      <a:pt x="1206" y="642"/>
                    </a:lnTo>
                    <a:lnTo>
                      <a:pt x="1206" y="654"/>
                    </a:lnTo>
                    <a:lnTo>
                      <a:pt x="1242" y="660"/>
                    </a:lnTo>
                    <a:lnTo>
                      <a:pt x="1248" y="660"/>
                    </a:lnTo>
                    <a:lnTo>
                      <a:pt x="1260" y="672"/>
                    </a:lnTo>
                    <a:lnTo>
                      <a:pt x="1266" y="684"/>
                    </a:lnTo>
                    <a:lnTo>
                      <a:pt x="1266" y="702"/>
                    </a:lnTo>
                    <a:lnTo>
                      <a:pt x="1260" y="702"/>
                    </a:lnTo>
                    <a:lnTo>
                      <a:pt x="1260" y="696"/>
                    </a:lnTo>
                    <a:lnTo>
                      <a:pt x="1254" y="696"/>
                    </a:lnTo>
                    <a:lnTo>
                      <a:pt x="1254" y="708"/>
                    </a:lnTo>
                    <a:lnTo>
                      <a:pt x="1278" y="708"/>
                    </a:lnTo>
                    <a:lnTo>
                      <a:pt x="1284" y="696"/>
                    </a:lnTo>
                    <a:lnTo>
                      <a:pt x="1284" y="690"/>
                    </a:lnTo>
                    <a:lnTo>
                      <a:pt x="1308" y="684"/>
                    </a:lnTo>
                    <a:lnTo>
                      <a:pt x="1314" y="672"/>
                    </a:lnTo>
                    <a:lnTo>
                      <a:pt x="1350" y="672"/>
                    </a:lnTo>
                    <a:lnTo>
                      <a:pt x="1362" y="660"/>
                    </a:lnTo>
                    <a:lnTo>
                      <a:pt x="1356" y="660"/>
                    </a:lnTo>
                    <a:close/>
                    <a:moveTo>
                      <a:pt x="564" y="726"/>
                    </a:moveTo>
                    <a:lnTo>
                      <a:pt x="540" y="738"/>
                    </a:lnTo>
                    <a:lnTo>
                      <a:pt x="546" y="756"/>
                    </a:lnTo>
                    <a:lnTo>
                      <a:pt x="576" y="756"/>
                    </a:lnTo>
                    <a:lnTo>
                      <a:pt x="570" y="738"/>
                    </a:lnTo>
                    <a:lnTo>
                      <a:pt x="564" y="726"/>
                    </a:lnTo>
                    <a:close/>
                    <a:moveTo>
                      <a:pt x="522" y="714"/>
                    </a:moveTo>
                    <a:lnTo>
                      <a:pt x="516" y="720"/>
                    </a:lnTo>
                    <a:lnTo>
                      <a:pt x="510" y="732"/>
                    </a:lnTo>
                    <a:lnTo>
                      <a:pt x="510" y="750"/>
                    </a:lnTo>
                    <a:lnTo>
                      <a:pt x="528" y="768"/>
                    </a:lnTo>
                    <a:lnTo>
                      <a:pt x="528" y="756"/>
                    </a:lnTo>
                    <a:lnTo>
                      <a:pt x="534" y="744"/>
                    </a:lnTo>
                    <a:lnTo>
                      <a:pt x="534" y="720"/>
                    </a:lnTo>
                    <a:lnTo>
                      <a:pt x="528" y="714"/>
                    </a:lnTo>
                    <a:lnTo>
                      <a:pt x="522" y="714"/>
                    </a:lnTo>
                    <a:close/>
                    <a:moveTo>
                      <a:pt x="606" y="738"/>
                    </a:moveTo>
                    <a:lnTo>
                      <a:pt x="618" y="732"/>
                    </a:lnTo>
                    <a:lnTo>
                      <a:pt x="624" y="732"/>
                    </a:lnTo>
                    <a:lnTo>
                      <a:pt x="630" y="726"/>
                    </a:lnTo>
                    <a:lnTo>
                      <a:pt x="618" y="720"/>
                    </a:lnTo>
                    <a:lnTo>
                      <a:pt x="588" y="720"/>
                    </a:lnTo>
                    <a:lnTo>
                      <a:pt x="576" y="732"/>
                    </a:lnTo>
                    <a:lnTo>
                      <a:pt x="582" y="744"/>
                    </a:lnTo>
                    <a:lnTo>
                      <a:pt x="606" y="73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2" name="Nigeria" descr="© INSCALE GmbH, 05.05.2010&#10;http://www.presentationload.com/">
                <a:extLst>
                  <a:ext uri="{FF2B5EF4-FFF2-40B4-BE49-F238E27FC236}">
                    <a16:creationId xmlns:a16="http://schemas.microsoft.com/office/drawing/2014/main" id="{051DC8FF-E979-669E-A574-C8E3EB874594}"/>
                  </a:ext>
                </a:extLst>
              </p:cNvPr>
              <p:cNvSpPr>
                <a:spLocks/>
              </p:cNvSpPr>
              <p:nvPr/>
            </p:nvSpPr>
            <p:spPr bwMode="gray">
              <a:xfrm>
                <a:off x="4309510" y="2794518"/>
                <a:ext cx="317228" cy="292029"/>
              </a:xfrm>
              <a:custGeom>
                <a:avLst/>
                <a:gdLst>
                  <a:gd name="T0" fmla="*/ 2147483647 w 840"/>
                  <a:gd name="T1" fmla="*/ 2147483647 h 768"/>
                  <a:gd name="T2" fmla="*/ 2147483647 w 840"/>
                  <a:gd name="T3" fmla="*/ 2147483647 h 768"/>
                  <a:gd name="T4" fmla="*/ 2147483647 w 840"/>
                  <a:gd name="T5" fmla="*/ 2147483647 h 768"/>
                  <a:gd name="T6" fmla="*/ 2147483647 w 840"/>
                  <a:gd name="T7" fmla="*/ 2147483647 h 768"/>
                  <a:gd name="T8" fmla="*/ 2147483647 w 840"/>
                  <a:gd name="T9" fmla="*/ 2147483647 h 768"/>
                  <a:gd name="T10" fmla="*/ 2147483647 w 840"/>
                  <a:gd name="T11" fmla="*/ 2147483647 h 768"/>
                  <a:gd name="T12" fmla="*/ 2147483647 w 840"/>
                  <a:gd name="T13" fmla="*/ 2147483647 h 768"/>
                  <a:gd name="T14" fmla="*/ 2147483647 w 840"/>
                  <a:gd name="T15" fmla="*/ 2147483647 h 768"/>
                  <a:gd name="T16" fmla="*/ 2147483647 w 840"/>
                  <a:gd name="T17" fmla="*/ 2147483647 h 768"/>
                  <a:gd name="T18" fmla="*/ 2147483647 w 840"/>
                  <a:gd name="T19" fmla="*/ 2147483647 h 768"/>
                  <a:gd name="T20" fmla="*/ 2147483647 w 840"/>
                  <a:gd name="T21" fmla="*/ 2147483647 h 768"/>
                  <a:gd name="T22" fmla="*/ 2147483647 w 840"/>
                  <a:gd name="T23" fmla="*/ 2147483647 h 768"/>
                  <a:gd name="T24" fmla="*/ 2147483647 w 840"/>
                  <a:gd name="T25" fmla="*/ 2147483647 h 768"/>
                  <a:gd name="T26" fmla="*/ 2147483647 w 840"/>
                  <a:gd name="T27" fmla="*/ 2147483647 h 768"/>
                  <a:gd name="T28" fmla="*/ 2147483647 w 840"/>
                  <a:gd name="T29" fmla="*/ 2147483647 h 768"/>
                  <a:gd name="T30" fmla="*/ 2147483647 w 840"/>
                  <a:gd name="T31" fmla="*/ 2147483647 h 768"/>
                  <a:gd name="T32" fmla="*/ 2147483647 w 840"/>
                  <a:gd name="T33" fmla="*/ 2147483647 h 768"/>
                  <a:gd name="T34" fmla="*/ 2147483647 w 840"/>
                  <a:gd name="T35" fmla="*/ 2147483647 h 768"/>
                  <a:gd name="T36" fmla="*/ 2147483647 w 840"/>
                  <a:gd name="T37" fmla="*/ 2147483647 h 768"/>
                  <a:gd name="T38" fmla="*/ 2147483647 w 840"/>
                  <a:gd name="T39" fmla="*/ 2147483647 h 768"/>
                  <a:gd name="T40" fmla="*/ 2147483647 w 840"/>
                  <a:gd name="T41" fmla="*/ 2147483647 h 768"/>
                  <a:gd name="T42" fmla="*/ 2147483647 w 840"/>
                  <a:gd name="T43" fmla="*/ 2147483647 h 768"/>
                  <a:gd name="T44" fmla="*/ 2147483647 w 840"/>
                  <a:gd name="T45" fmla="*/ 2147483647 h 768"/>
                  <a:gd name="T46" fmla="*/ 2147483647 w 840"/>
                  <a:gd name="T47" fmla="*/ 2147483647 h 768"/>
                  <a:gd name="T48" fmla="*/ 2147483647 w 840"/>
                  <a:gd name="T49" fmla="*/ 2147483647 h 768"/>
                  <a:gd name="T50" fmla="*/ 2147483647 w 840"/>
                  <a:gd name="T51" fmla="*/ 2147483647 h 768"/>
                  <a:gd name="T52" fmla="*/ 2147483647 w 840"/>
                  <a:gd name="T53" fmla="*/ 2147483647 h 768"/>
                  <a:gd name="T54" fmla="*/ 2147483647 w 840"/>
                  <a:gd name="T55" fmla="*/ 2147483647 h 768"/>
                  <a:gd name="T56" fmla="*/ 2147483647 w 840"/>
                  <a:gd name="T57" fmla="*/ 2147483647 h 768"/>
                  <a:gd name="T58" fmla="*/ 2147483647 w 840"/>
                  <a:gd name="T59" fmla="*/ 2147483647 h 768"/>
                  <a:gd name="T60" fmla="*/ 2147483647 w 840"/>
                  <a:gd name="T61" fmla="*/ 2147483647 h 768"/>
                  <a:gd name="T62" fmla="*/ 2147483647 w 840"/>
                  <a:gd name="T63" fmla="*/ 2147483647 h 768"/>
                  <a:gd name="T64" fmla="*/ 2147483647 w 840"/>
                  <a:gd name="T65" fmla="*/ 2147483647 h 768"/>
                  <a:gd name="T66" fmla="*/ 2147483647 w 840"/>
                  <a:gd name="T67" fmla="*/ 2147483647 h 768"/>
                  <a:gd name="T68" fmla="*/ 2147483647 w 840"/>
                  <a:gd name="T69" fmla="*/ 2147483647 h 768"/>
                  <a:gd name="T70" fmla="*/ 2147483647 w 840"/>
                  <a:gd name="T71" fmla="*/ 2147483647 h 768"/>
                  <a:gd name="T72" fmla="*/ 2147483647 w 840"/>
                  <a:gd name="T73" fmla="*/ 2147483647 h 768"/>
                  <a:gd name="T74" fmla="*/ 2147483647 w 840"/>
                  <a:gd name="T75" fmla="*/ 2147483647 h 768"/>
                  <a:gd name="T76" fmla="*/ 2147483647 w 840"/>
                  <a:gd name="T77" fmla="*/ 2147483647 h 768"/>
                  <a:gd name="T78" fmla="*/ 2147483647 w 840"/>
                  <a:gd name="T79" fmla="*/ 2147483647 h 768"/>
                  <a:gd name="T80" fmla="*/ 2147483647 w 840"/>
                  <a:gd name="T81" fmla="*/ 2147483647 h 768"/>
                  <a:gd name="T82" fmla="*/ 2147483647 w 840"/>
                  <a:gd name="T83" fmla="*/ 2147483647 h 768"/>
                  <a:gd name="T84" fmla="*/ 2147483647 w 840"/>
                  <a:gd name="T85" fmla="*/ 2147483647 h 768"/>
                  <a:gd name="T86" fmla="*/ 2147483647 w 840"/>
                  <a:gd name="T87" fmla="*/ 2147483647 h 768"/>
                  <a:gd name="T88" fmla="*/ 2147483647 w 840"/>
                  <a:gd name="T89" fmla="*/ 2147483647 h 768"/>
                  <a:gd name="T90" fmla="*/ 2147483647 w 840"/>
                  <a:gd name="T91" fmla="*/ 2147483647 h 768"/>
                  <a:gd name="T92" fmla="*/ 2147483647 w 840"/>
                  <a:gd name="T93" fmla="*/ 2147483647 h 768"/>
                  <a:gd name="T94" fmla="*/ 2147483647 w 840"/>
                  <a:gd name="T95" fmla="*/ 2147483647 h 768"/>
                  <a:gd name="T96" fmla="*/ 2147483647 w 840"/>
                  <a:gd name="T97" fmla="*/ 2147483647 h 768"/>
                  <a:gd name="T98" fmla="*/ 2147483647 w 840"/>
                  <a:gd name="T99" fmla="*/ 2147483647 h 768"/>
                  <a:gd name="T100" fmla="*/ 2147483647 w 840"/>
                  <a:gd name="T101" fmla="*/ 2147483647 h 768"/>
                  <a:gd name="T102" fmla="*/ 2147483647 w 840"/>
                  <a:gd name="T103" fmla="*/ 2147483647 h 768"/>
                  <a:gd name="T104" fmla="*/ 2147483647 w 840"/>
                  <a:gd name="T105" fmla="*/ 2147483647 h 768"/>
                  <a:gd name="T106" fmla="*/ 2147483647 w 840"/>
                  <a:gd name="T107" fmla="*/ 2147483647 h 768"/>
                  <a:gd name="T108" fmla="*/ 2147483647 w 840"/>
                  <a:gd name="T109" fmla="*/ 2147483647 h 768"/>
                  <a:gd name="T110" fmla="*/ 2147483647 w 840"/>
                  <a:gd name="T111" fmla="*/ 2147483647 h 768"/>
                  <a:gd name="T112" fmla="*/ 2147483647 w 840"/>
                  <a:gd name="T113" fmla="*/ 2147483647 h 768"/>
                  <a:gd name="T114" fmla="*/ 2147483647 w 840"/>
                  <a:gd name="T115" fmla="*/ 2147483647 h 768"/>
                  <a:gd name="T116" fmla="*/ 2147483647 w 840"/>
                  <a:gd name="T117" fmla="*/ 2147483647 h 768"/>
                  <a:gd name="T118" fmla="*/ 2147483647 w 840"/>
                  <a:gd name="T119" fmla="*/ 2147483647 h 76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0"/>
                  <a:gd name="T181" fmla="*/ 0 h 768"/>
                  <a:gd name="T182" fmla="*/ 840 w 840"/>
                  <a:gd name="T183" fmla="*/ 768 h 76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0" h="768">
                    <a:moveTo>
                      <a:pt x="420" y="738"/>
                    </a:moveTo>
                    <a:lnTo>
                      <a:pt x="420" y="732"/>
                    </a:lnTo>
                    <a:lnTo>
                      <a:pt x="426" y="726"/>
                    </a:lnTo>
                    <a:lnTo>
                      <a:pt x="426" y="714"/>
                    </a:lnTo>
                    <a:lnTo>
                      <a:pt x="432" y="702"/>
                    </a:lnTo>
                    <a:lnTo>
                      <a:pt x="432" y="648"/>
                    </a:lnTo>
                    <a:lnTo>
                      <a:pt x="498" y="594"/>
                    </a:lnTo>
                    <a:lnTo>
                      <a:pt x="498" y="588"/>
                    </a:lnTo>
                    <a:lnTo>
                      <a:pt x="504" y="582"/>
                    </a:lnTo>
                    <a:lnTo>
                      <a:pt x="516" y="558"/>
                    </a:lnTo>
                    <a:lnTo>
                      <a:pt x="522" y="552"/>
                    </a:lnTo>
                    <a:lnTo>
                      <a:pt x="528" y="552"/>
                    </a:lnTo>
                    <a:lnTo>
                      <a:pt x="534" y="558"/>
                    </a:lnTo>
                    <a:lnTo>
                      <a:pt x="546" y="564"/>
                    </a:lnTo>
                    <a:lnTo>
                      <a:pt x="552" y="564"/>
                    </a:lnTo>
                    <a:lnTo>
                      <a:pt x="558" y="558"/>
                    </a:lnTo>
                    <a:lnTo>
                      <a:pt x="558" y="546"/>
                    </a:lnTo>
                    <a:lnTo>
                      <a:pt x="552" y="540"/>
                    </a:lnTo>
                    <a:lnTo>
                      <a:pt x="564" y="540"/>
                    </a:lnTo>
                    <a:lnTo>
                      <a:pt x="570" y="552"/>
                    </a:lnTo>
                    <a:lnTo>
                      <a:pt x="582" y="564"/>
                    </a:lnTo>
                    <a:lnTo>
                      <a:pt x="588" y="576"/>
                    </a:lnTo>
                    <a:lnTo>
                      <a:pt x="588" y="582"/>
                    </a:lnTo>
                    <a:lnTo>
                      <a:pt x="594" y="594"/>
                    </a:lnTo>
                    <a:lnTo>
                      <a:pt x="600" y="600"/>
                    </a:lnTo>
                    <a:lnTo>
                      <a:pt x="606" y="600"/>
                    </a:lnTo>
                    <a:lnTo>
                      <a:pt x="624" y="582"/>
                    </a:lnTo>
                    <a:lnTo>
                      <a:pt x="624" y="570"/>
                    </a:lnTo>
                    <a:lnTo>
                      <a:pt x="630" y="558"/>
                    </a:lnTo>
                    <a:lnTo>
                      <a:pt x="642" y="552"/>
                    </a:lnTo>
                    <a:lnTo>
                      <a:pt x="648" y="546"/>
                    </a:lnTo>
                    <a:lnTo>
                      <a:pt x="648" y="516"/>
                    </a:lnTo>
                    <a:lnTo>
                      <a:pt x="672" y="486"/>
                    </a:lnTo>
                    <a:lnTo>
                      <a:pt x="684" y="438"/>
                    </a:lnTo>
                    <a:lnTo>
                      <a:pt x="696" y="432"/>
                    </a:lnTo>
                    <a:lnTo>
                      <a:pt x="702" y="426"/>
                    </a:lnTo>
                    <a:lnTo>
                      <a:pt x="714" y="420"/>
                    </a:lnTo>
                    <a:lnTo>
                      <a:pt x="720" y="414"/>
                    </a:lnTo>
                    <a:lnTo>
                      <a:pt x="720" y="402"/>
                    </a:lnTo>
                    <a:lnTo>
                      <a:pt x="726" y="384"/>
                    </a:lnTo>
                    <a:lnTo>
                      <a:pt x="726" y="354"/>
                    </a:lnTo>
                    <a:lnTo>
                      <a:pt x="744" y="354"/>
                    </a:lnTo>
                    <a:lnTo>
                      <a:pt x="750" y="348"/>
                    </a:lnTo>
                    <a:lnTo>
                      <a:pt x="756" y="330"/>
                    </a:lnTo>
                    <a:lnTo>
                      <a:pt x="756" y="300"/>
                    </a:lnTo>
                    <a:lnTo>
                      <a:pt x="762" y="294"/>
                    </a:lnTo>
                    <a:lnTo>
                      <a:pt x="768" y="264"/>
                    </a:lnTo>
                    <a:lnTo>
                      <a:pt x="774" y="252"/>
                    </a:lnTo>
                    <a:lnTo>
                      <a:pt x="786" y="240"/>
                    </a:lnTo>
                    <a:lnTo>
                      <a:pt x="786" y="234"/>
                    </a:lnTo>
                    <a:lnTo>
                      <a:pt x="792" y="228"/>
                    </a:lnTo>
                    <a:lnTo>
                      <a:pt x="792" y="222"/>
                    </a:lnTo>
                    <a:lnTo>
                      <a:pt x="798" y="216"/>
                    </a:lnTo>
                    <a:lnTo>
                      <a:pt x="798" y="210"/>
                    </a:lnTo>
                    <a:lnTo>
                      <a:pt x="810" y="210"/>
                    </a:lnTo>
                    <a:lnTo>
                      <a:pt x="822" y="204"/>
                    </a:lnTo>
                    <a:lnTo>
                      <a:pt x="840" y="186"/>
                    </a:lnTo>
                    <a:lnTo>
                      <a:pt x="840" y="174"/>
                    </a:lnTo>
                    <a:lnTo>
                      <a:pt x="834" y="168"/>
                    </a:lnTo>
                    <a:lnTo>
                      <a:pt x="834" y="162"/>
                    </a:lnTo>
                    <a:lnTo>
                      <a:pt x="840" y="156"/>
                    </a:lnTo>
                    <a:lnTo>
                      <a:pt x="840" y="126"/>
                    </a:lnTo>
                    <a:lnTo>
                      <a:pt x="810" y="126"/>
                    </a:lnTo>
                    <a:lnTo>
                      <a:pt x="810" y="120"/>
                    </a:lnTo>
                    <a:lnTo>
                      <a:pt x="804" y="108"/>
                    </a:lnTo>
                    <a:lnTo>
                      <a:pt x="804" y="60"/>
                    </a:lnTo>
                    <a:lnTo>
                      <a:pt x="774" y="12"/>
                    </a:lnTo>
                    <a:lnTo>
                      <a:pt x="756" y="12"/>
                    </a:lnTo>
                    <a:lnTo>
                      <a:pt x="750" y="18"/>
                    </a:lnTo>
                    <a:lnTo>
                      <a:pt x="750" y="24"/>
                    </a:lnTo>
                    <a:lnTo>
                      <a:pt x="744" y="30"/>
                    </a:lnTo>
                    <a:lnTo>
                      <a:pt x="744" y="36"/>
                    </a:lnTo>
                    <a:lnTo>
                      <a:pt x="720" y="36"/>
                    </a:lnTo>
                    <a:lnTo>
                      <a:pt x="714" y="42"/>
                    </a:lnTo>
                    <a:lnTo>
                      <a:pt x="702" y="48"/>
                    </a:lnTo>
                    <a:lnTo>
                      <a:pt x="696" y="54"/>
                    </a:lnTo>
                    <a:lnTo>
                      <a:pt x="684" y="60"/>
                    </a:lnTo>
                    <a:lnTo>
                      <a:pt x="654" y="60"/>
                    </a:lnTo>
                    <a:lnTo>
                      <a:pt x="648" y="54"/>
                    </a:lnTo>
                    <a:lnTo>
                      <a:pt x="636" y="48"/>
                    </a:lnTo>
                    <a:lnTo>
                      <a:pt x="600" y="36"/>
                    </a:lnTo>
                    <a:lnTo>
                      <a:pt x="546" y="36"/>
                    </a:lnTo>
                    <a:lnTo>
                      <a:pt x="528" y="42"/>
                    </a:lnTo>
                    <a:lnTo>
                      <a:pt x="516" y="54"/>
                    </a:lnTo>
                    <a:lnTo>
                      <a:pt x="504" y="60"/>
                    </a:lnTo>
                    <a:lnTo>
                      <a:pt x="492" y="84"/>
                    </a:lnTo>
                    <a:lnTo>
                      <a:pt x="486" y="90"/>
                    </a:lnTo>
                    <a:lnTo>
                      <a:pt x="480" y="90"/>
                    </a:lnTo>
                    <a:lnTo>
                      <a:pt x="468" y="84"/>
                    </a:lnTo>
                    <a:lnTo>
                      <a:pt x="438" y="84"/>
                    </a:lnTo>
                    <a:lnTo>
                      <a:pt x="414" y="72"/>
                    </a:lnTo>
                    <a:lnTo>
                      <a:pt x="402" y="60"/>
                    </a:lnTo>
                    <a:lnTo>
                      <a:pt x="390" y="54"/>
                    </a:lnTo>
                    <a:lnTo>
                      <a:pt x="384" y="48"/>
                    </a:lnTo>
                    <a:lnTo>
                      <a:pt x="372" y="42"/>
                    </a:lnTo>
                    <a:lnTo>
                      <a:pt x="360" y="42"/>
                    </a:lnTo>
                    <a:lnTo>
                      <a:pt x="336" y="54"/>
                    </a:lnTo>
                    <a:lnTo>
                      <a:pt x="324" y="66"/>
                    </a:lnTo>
                    <a:lnTo>
                      <a:pt x="312" y="72"/>
                    </a:lnTo>
                    <a:lnTo>
                      <a:pt x="306" y="72"/>
                    </a:lnTo>
                    <a:lnTo>
                      <a:pt x="294" y="66"/>
                    </a:lnTo>
                    <a:lnTo>
                      <a:pt x="288" y="60"/>
                    </a:lnTo>
                    <a:lnTo>
                      <a:pt x="288" y="54"/>
                    </a:lnTo>
                    <a:lnTo>
                      <a:pt x="282" y="48"/>
                    </a:lnTo>
                    <a:lnTo>
                      <a:pt x="282" y="42"/>
                    </a:lnTo>
                    <a:lnTo>
                      <a:pt x="258" y="18"/>
                    </a:lnTo>
                    <a:lnTo>
                      <a:pt x="222" y="18"/>
                    </a:lnTo>
                    <a:lnTo>
                      <a:pt x="222" y="12"/>
                    </a:lnTo>
                    <a:lnTo>
                      <a:pt x="210" y="0"/>
                    </a:lnTo>
                    <a:lnTo>
                      <a:pt x="198" y="0"/>
                    </a:lnTo>
                    <a:lnTo>
                      <a:pt x="186" y="6"/>
                    </a:lnTo>
                    <a:lnTo>
                      <a:pt x="180" y="6"/>
                    </a:lnTo>
                    <a:lnTo>
                      <a:pt x="180" y="12"/>
                    </a:lnTo>
                    <a:lnTo>
                      <a:pt x="126" y="12"/>
                    </a:lnTo>
                    <a:lnTo>
                      <a:pt x="102" y="36"/>
                    </a:lnTo>
                    <a:lnTo>
                      <a:pt x="102" y="60"/>
                    </a:lnTo>
                    <a:lnTo>
                      <a:pt x="96" y="78"/>
                    </a:lnTo>
                    <a:lnTo>
                      <a:pt x="90" y="90"/>
                    </a:lnTo>
                    <a:lnTo>
                      <a:pt x="84" y="96"/>
                    </a:lnTo>
                    <a:lnTo>
                      <a:pt x="78" y="108"/>
                    </a:lnTo>
                    <a:lnTo>
                      <a:pt x="72" y="114"/>
                    </a:lnTo>
                    <a:lnTo>
                      <a:pt x="66" y="114"/>
                    </a:lnTo>
                    <a:lnTo>
                      <a:pt x="66" y="168"/>
                    </a:lnTo>
                    <a:lnTo>
                      <a:pt x="60" y="180"/>
                    </a:lnTo>
                    <a:lnTo>
                      <a:pt x="60" y="186"/>
                    </a:lnTo>
                    <a:lnTo>
                      <a:pt x="54" y="192"/>
                    </a:lnTo>
                    <a:lnTo>
                      <a:pt x="66" y="216"/>
                    </a:lnTo>
                    <a:lnTo>
                      <a:pt x="72" y="222"/>
                    </a:lnTo>
                    <a:lnTo>
                      <a:pt x="78" y="234"/>
                    </a:lnTo>
                    <a:lnTo>
                      <a:pt x="78" y="246"/>
                    </a:lnTo>
                    <a:lnTo>
                      <a:pt x="84" y="252"/>
                    </a:lnTo>
                    <a:lnTo>
                      <a:pt x="84" y="264"/>
                    </a:lnTo>
                    <a:lnTo>
                      <a:pt x="78" y="270"/>
                    </a:lnTo>
                    <a:lnTo>
                      <a:pt x="72" y="270"/>
                    </a:lnTo>
                    <a:lnTo>
                      <a:pt x="60" y="276"/>
                    </a:lnTo>
                    <a:lnTo>
                      <a:pt x="60" y="318"/>
                    </a:lnTo>
                    <a:lnTo>
                      <a:pt x="48" y="324"/>
                    </a:lnTo>
                    <a:lnTo>
                      <a:pt x="42" y="336"/>
                    </a:lnTo>
                    <a:lnTo>
                      <a:pt x="36" y="342"/>
                    </a:lnTo>
                    <a:lnTo>
                      <a:pt x="36" y="372"/>
                    </a:lnTo>
                    <a:lnTo>
                      <a:pt x="24" y="396"/>
                    </a:lnTo>
                    <a:lnTo>
                      <a:pt x="6" y="396"/>
                    </a:lnTo>
                    <a:lnTo>
                      <a:pt x="0" y="426"/>
                    </a:lnTo>
                    <a:lnTo>
                      <a:pt x="6" y="462"/>
                    </a:lnTo>
                    <a:lnTo>
                      <a:pt x="0" y="492"/>
                    </a:lnTo>
                    <a:lnTo>
                      <a:pt x="0" y="606"/>
                    </a:lnTo>
                    <a:lnTo>
                      <a:pt x="6" y="612"/>
                    </a:lnTo>
                    <a:lnTo>
                      <a:pt x="30" y="612"/>
                    </a:lnTo>
                    <a:lnTo>
                      <a:pt x="54" y="600"/>
                    </a:lnTo>
                    <a:lnTo>
                      <a:pt x="60" y="594"/>
                    </a:lnTo>
                    <a:lnTo>
                      <a:pt x="66" y="600"/>
                    </a:lnTo>
                    <a:lnTo>
                      <a:pt x="108" y="600"/>
                    </a:lnTo>
                    <a:lnTo>
                      <a:pt x="126" y="606"/>
                    </a:lnTo>
                    <a:lnTo>
                      <a:pt x="138" y="618"/>
                    </a:lnTo>
                    <a:lnTo>
                      <a:pt x="150" y="636"/>
                    </a:lnTo>
                    <a:lnTo>
                      <a:pt x="156" y="648"/>
                    </a:lnTo>
                    <a:lnTo>
                      <a:pt x="168" y="660"/>
                    </a:lnTo>
                    <a:lnTo>
                      <a:pt x="186" y="660"/>
                    </a:lnTo>
                    <a:lnTo>
                      <a:pt x="180" y="666"/>
                    </a:lnTo>
                    <a:lnTo>
                      <a:pt x="180" y="678"/>
                    </a:lnTo>
                    <a:lnTo>
                      <a:pt x="174" y="684"/>
                    </a:lnTo>
                    <a:lnTo>
                      <a:pt x="186" y="684"/>
                    </a:lnTo>
                    <a:lnTo>
                      <a:pt x="198" y="678"/>
                    </a:lnTo>
                    <a:lnTo>
                      <a:pt x="198" y="684"/>
                    </a:lnTo>
                    <a:lnTo>
                      <a:pt x="192" y="690"/>
                    </a:lnTo>
                    <a:lnTo>
                      <a:pt x="186" y="702"/>
                    </a:lnTo>
                    <a:lnTo>
                      <a:pt x="186" y="714"/>
                    </a:lnTo>
                    <a:lnTo>
                      <a:pt x="204" y="750"/>
                    </a:lnTo>
                    <a:lnTo>
                      <a:pt x="216" y="762"/>
                    </a:lnTo>
                    <a:lnTo>
                      <a:pt x="234" y="768"/>
                    </a:lnTo>
                    <a:lnTo>
                      <a:pt x="270" y="768"/>
                    </a:lnTo>
                    <a:lnTo>
                      <a:pt x="276" y="762"/>
                    </a:lnTo>
                    <a:lnTo>
                      <a:pt x="282" y="762"/>
                    </a:lnTo>
                    <a:lnTo>
                      <a:pt x="288" y="738"/>
                    </a:lnTo>
                    <a:lnTo>
                      <a:pt x="312" y="750"/>
                    </a:lnTo>
                    <a:lnTo>
                      <a:pt x="336" y="744"/>
                    </a:lnTo>
                    <a:lnTo>
                      <a:pt x="354" y="756"/>
                    </a:lnTo>
                    <a:lnTo>
                      <a:pt x="396" y="756"/>
                    </a:lnTo>
                    <a:lnTo>
                      <a:pt x="396" y="732"/>
                    </a:lnTo>
                    <a:lnTo>
                      <a:pt x="420" y="732"/>
                    </a:lnTo>
                    <a:lnTo>
                      <a:pt x="420" y="73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3" name="Niger" descr="© INSCALE GmbH, 05.05.2010&#10;http://www.presentationload.com/">
                <a:extLst>
                  <a:ext uri="{FF2B5EF4-FFF2-40B4-BE49-F238E27FC236}">
                    <a16:creationId xmlns:a16="http://schemas.microsoft.com/office/drawing/2014/main" id="{C4E93A9D-0EB2-0468-5706-F28B822C86E5}"/>
                  </a:ext>
                </a:extLst>
              </p:cNvPr>
              <p:cNvSpPr>
                <a:spLocks/>
              </p:cNvSpPr>
              <p:nvPr/>
            </p:nvSpPr>
            <p:spPr bwMode="gray">
              <a:xfrm>
                <a:off x="4242803" y="2501007"/>
                <a:ext cx="420993" cy="357254"/>
              </a:xfrm>
              <a:custGeom>
                <a:avLst/>
                <a:gdLst>
                  <a:gd name="T0" fmla="*/ 2147483647 w 1110"/>
                  <a:gd name="T1" fmla="*/ 2147483647 h 942"/>
                  <a:gd name="T2" fmla="*/ 2147483647 w 1110"/>
                  <a:gd name="T3" fmla="*/ 2147483647 h 942"/>
                  <a:gd name="T4" fmla="*/ 2147483647 w 1110"/>
                  <a:gd name="T5" fmla="*/ 2147483647 h 942"/>
                  <a:gd name="T6" fmla="*/ 2147483647 w 1110"/>
                  <a:gd name="T7" fmla="*/ 2147483647 h 942"/>
                  <a:gd name="T8" fmla="*/ 2147483647 w 1110"/>
                  <a:gd name="T9" fmla="*/ 2147483647 h 942"/>
                  <a:gd name="T10" fmla="*/ 2147483647 w 1110"/>
                  <a:gd name="T11" fmla="*/ 2147483647 h 942"/>
                  <a:gd name="T12" fmla="*/ 2147483647 w 1110"/>
                  <a:gd name="T13" fmla="*/ 2147483647 h 942"/>
                  <a:gd name="T14" fmla="*/ 2147483647 w 1110"/>
                  <a:gd name="T15" fmla="*/ 2147483647 h 942"/>
                  <a:gd name="T16" fmla="*/ 2147483647 w 1110"/>
                  <a:gd name="T17" fmla="*/ 2147483647 h 942"/>
                  <a:gd name="T18" fmla="*/ 2147483647 w 1110"/>
                  <a:gd name="T19" fmla="*/ 2147483647 h 942"/>
                  <a:gd name="T20" fmla="*/ 2147483647 w 1110"/>
                  <a:gd name="T21" fmla="*/ 2147483647 h 942"/>
                  <a:gd name="T22" fmla="*/ 2147483647 w 1110"/>
                  <a:gd name="T23" fmla="*/ 2147483647 h 942"/>
                  <a:gd name="T24" fmla="*/ 2147483647 w 1110"/>
                  <a:gd name="T25" fmla="*/ 2147483647 h 942"/>
                  <a:gd name="T26" fmla="*/ 2147483647 w 1110"/>
                  <a:gd name="T27" fmla="*/ 2147483647 h 942"/>
                  <a:gd name="T28" fmla="*/ 2147483647 w 1110"/>
                  <a:gd name="T29" fmla="*/ 2147483647 h 942"/>
                  <a:gd name="T30" fmla="*/ 2147483647 w 1110"/>
                  <a:gd name="T31" fmla="*/ 2147483647 h 942"/>
                  <a:gd name="T32" fmla="*/ 2147483647 w 1110"/>
                  <a:gd name="T33" fmla="*/ 2147483647 h 942"/>
                  <a:gd name="T34" fmla="*/ 2147483647 w 1110"/>
                  <a:gd name="T35" fmla="*/ 2147483647 h 942"/>
                  <a:gd name="T36" fmla="*/ 2147483647 w 1110"/>
                  <a:gd name="T37" fmla="*/ 2147483647 h 942"/>
                  <a:gd name="T38" fmla="*/ 2147483647 w 1110"/>
                  <a:gd name="T39" fmla="*/ 2147483647 h 942"/>
                  <a:gd name="T40" fmla="*/ 2147483647 w 1110"/>
                  <a:gd name="T41" fmla="*/ 2147483647 h 942"/>
                  <a:gd name="T42" fmla="*/ 2147483647 w 1110"/>
                  <a:gd name="T43" fmla="*/ 2147483647 h 942"/>
                  <a:gd name="T44" fmla="*/ 2147483647 w 1110"/>
                  <a:gd name="T45" fmla="*/ 2147483647 h 942"/>
                  <a:gd name="T46" fmla="*/ 2147483647 w 1110"/>
                  <a:gd name="T47" fmla="*/ 2147483647 h 942"/>
                  <a:gd name="T48" fmla="*/ 2147483647 w 1110"/>
                  <a:gd name="T49" fmla="*/ 2147483647 h 942"/>
                  <a:gd name="T50" fmla="*/ 2147483647 w 1110"/>
                  <a:gd name="T51" fmla="*/ 2147483647 h 942"/>
                  <a:gd name="T52" fmla="*/ 2147483647 w 1110"/>
                  <a:gd name="T53" fmla="*/ 2147483647 h 942"/>
                  <a:gd name="T54" fmla="*/ 2147483647 w 1110"/>
                  <a:gd name="T55" fmla="*/ 2147483647 h 942"/>
                  <a:gd name="T56" fmla="*/ 2147483647 w 1110"/>
                  <a:gd name="T57" fmla="*/ 2147483647 h 942"/>
                  <a:gd name="T58" fmla="*/ 2147483647 w 1110"/>
                  <a:gd name="T59" fmla="*/ 2147483647 h 942"/>
                  <a:gd name="T60" fmla="*/ 2147483647 w 1110"/>
                  <a:gd name="T61" fmla="*/ 2147483647 h 942"/>
                  <a:gd name="T62" fmla="*/ 2147483647 w 1110"/>
                  <a:gd name="T63" fmla="*/ 2147483647 h 942"/>
                  <a:gd name="T64" fmla="*/ 2147483647 w 1110"/>
                  <a:gd name="T65" fmla="*/ 2147483647 h 942"/>
                  <a:gd name="T66" fmla="*/ 2147483647 w 1110"/>
                  <a:gd name="T67" fmla="*/ 2147483647 h 942"/>
                  <a:gd name="T68" fmla="*/ 2147483647 w 1110"/>
                  <a:gd name="T69" fmla="*/ 2147483647 h 942"/>
                  <a:gd name="T70" fmla="*/ 2147483647 w 1110"/>
                  <a:gd name="T71" fmla="*/ 2147483647 h 942"/>
                  <a:gd name="T72" fmla="*/ 2147483647 w 1110"/>
                  <a:gd name="T73" fmla="*/ 2147483647 h 942"/>
                  <a:gd name="T74" fmla="*/ 2147483647 w 1110"/>
                  <a:gd name="T75" fmla="*/ 2147483647 h 942"/>
                  <a:gd name="T76" fmla="*/ 2147483647 w 1110"/>
                  <a:gd name="T77" fmla="*/ 2147483647 h 942"/>
                  <a:gd name="T78" fmla="*/ 2147483647 w 1110"/>
                  <a:gd name="T79" fmla="*/ 2147483647 h 942"/>
                  <a:gd name="T80" fmla="*/ 2147483647 w 1110"/>
                  <a:gd name="T81" fmla="*/ 2147483647 h 942"/>
                  <a:gd name="T82" fmla="*/ 2147483647 w 1110"/>
                  <a:gd name="T83" fmla="*/ 2147483647 h 942"/>
                  <a:gd name="T84" fmla="*/ 2147483647 w 1110"/>
                  <a:gd name="T85" fmla="*/ 2147483647 h 942"/>
                  <a:gd name="T86" fmla="*/ 2147483647 w 1110"/>
                  <a:gd name="T87" fmla="*/ 2147483647 h 942"/>
                  <a:gd name="T88" fmla="*/ 2147483647 w 1110"/>
                  <a:gd name="T89" fmla="*/ 2147483647 h 942"/>
                  <a:gd name="T90" fmla="*/ 2147483647 w 1110"/>
                  <a:gd name="T91" fmla="*/ 2147483647 h 942"/>
                  <a:gd name="T92" fmla="*/ 2147483647 w 1110"/>
                  <a:gd name="T93" fmla="*/ 2147483647 h 942"/>
                  <a:gd name="T94" fmla="*/ 2147483647 w 1110"/>
                  <a:gd name="T95" fmla="*/ 2147483647 h 942"/>
                  <a:gd name="T96" fmla="*/ 2147483647 w 1110"/>
                  <a:gd name="T97" fmla="*/ 2147483647 h 942"/>
                  <a:gd name="T98" fmla="*/ 0 w 1110"/>
                  <a:gd name="T99" fmla="*/ 2147483647 h 942"/>
                  <a:gd name="T100" fmla="*/ 2147483647 w 1110"/>
                  <a:gd name="T101" fmla="*/ 2147483647 h 94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110"/>
                  <a:gd name="T154" fmla="*/ 0 h 942"/>
                  <a:gd name="T155" fmla="*/ 1110 w 1110"/>
                  <a:gd name="T156" fmla="*/ 942 h 94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110" h="942">
                    <a:moveTo>
                      <a:pt x="54" y="792"/>
                    </a:moveTo>
                    <a:lnTo>
                      <a:pt x="54" y="810"/>
                    </a:lnTo>
                    <a:lnTo>
                      <a:pt x="66" y="810"/>
                    </a:lnTo>
                    <a:lnTo>
                      <a:pt x="48" y="828"/>
                    </a:lnTo>
                    <a:lnTo>
                      <a:pt x="48" y="834"/>
                    </a:lnTo>
                    <a:lnTo>
                      <a:pt x="72" y="858"/>
                    </a:lnTo>
                    <a:lnTo>
                      <a:pt x="84" y="864"/>
                    </a:lnTo>
                    <a:lnTo>
                      <a:pt x="90" y="876"/>
                    </a:lnTo>
                    <a:lnTo>
                      <a:pt x="108" y="876"/>
                    </a:lnTo>
                    <a:lnTo>
                      <a:pt x="120" y="864"/>
                    </a:lnTo>
                    <a:lnTo>
                      <a:pt x="132" y="864"/>
                    </a:lnTo>
                    <a:lnTo>
                      <a:pt x="144" y="876"/>
                    </a:lnTo>
                    <a:lnTo>
                      <a:pt x="150" y="888"/>
                    </a:lnTo>
                    <a:lnTo>
                      <a:pt x="126" y="894"/>
                    </a:lnTo>
                    <a:lnTo>
                      <a:pt x="150" y="930"/>
                    </a:lnTo>
                    <a:lnTo>
                      <a:pt x="150" y="906"/>
                    </a:lnTo>
                    <a:lnTo>
                      <a:pt x="180" y="894"/>
                    </a:lnTo>
                    <a:lnTo>
                      <a:pt x="192" y="906"/>
                    </a:lnTo>
                    <a:lnTo>
                      <a:pt x="198" y="918"/>
                    </a:lnTo>
                    <a:lnTo>
                      <a:pt x="204" y="924"/>
                    </a:lnTo>
                    <a:lnTo>
                      <a:pt x="210" y="924"/>
                    </a:lnTo>
                    <a:lnTo>
                      <a:pt x="216" y="930"/>
                    </a:lnTo>
                    <a:lnTo>
                      <a:pt x="222" y="930"/>
                    </a:lnTo>
                    <a:lnTo>
                      <a:pt x="234" y="936"/>
                    </a:lnTo>
                    <a:lnTo>
                      <a:pt x="240" y="942"/>
                    </a:lnTo>
                    <a:lnTo>
                      <a:pt x="240" y="888"/>
                    </a:lnTo>
                    <a:lnTo>
                      <a:pt x="246" y="888"/>
                    </a:lnTo>
                    <a:lnTo>
                      <a:pt x="252" y="882"/>
                    </a:lnTo>
                    <a:lnTo>
                      <a:pt x="258" y="870"/>
                    </a:lnTo>
                    <a:lnTo>
                      <a:pt x="264" y="864"/>
                    </a:lnTo>
                    <a:lnTo>
                      <a:pt x="270" y="852"/>
                    </a:lnTo>
                    <a:lnTo>
                      <a:pt x="276" y="834"/>
                    </a:lnTo>
                    <a:lnTo>
                      <a:pt x="276" y="810"/>
                    </a:lnTo>
                    <a:lnTo>
                      <a:pt x="300" y="786"/>
                    </a:lnTo>
                    <a:lnTo>
                      <a:pt x="354" y="786"/>
                    </a:lnTo>
                    <a:lnTo>
                      <a:pt x="354" y="780"/>
                    </a:lnTo>
                    <a:lnTo>
                      <a:pt x="360" y="780"/>
                    </a:lnTo>
                    <a:lnTo>
                      <a:pt x="372" y="774"/>
                    </a:lnTo>
                    <a:lnTo>
                      <a:pt x="384" y="774"/>
                    </a:lnTo>
                    <a:lnTo>
                      <a:pt x="396" y="786"/>
                    </a:lnTo>
                    <a:lnTo>
                      <a:pt x="396" y="792"/>
                    </a:lnTo>
                    <a:lnTo>
                      <a:pt x="432" y="792"/>
                    </a:lnTo>
                    <a:lnTo>
                      <a:pt x="456" y="816"/>
                    </a:lnTo>
                    <a:lnTo>
                      <a:pt x="456" y="822"/>
                    </a:lnTo>
                    <a:lnTo>
                      <a:pt x="462" y="828"/>
                    </a:lnTo>
                    <a:lnTo>
                      <a:pt x="462" y="834"/>
                    </a:lnTo>
                    <a:lnTo>
                      <a:pt x="468" y="840"/>
                    </a:lnTo>
                    <a:lnTo>
                      <a:pt x="480" y="846"/>
                    </a:lnTo>
                    <a:lnTo>
                      <a:pt x="486" y="846"/>
                    </a:lnTo>
                    <a:lnTo>
                      <a:pt x="498" y="840"/>
                    </a:lnTo>
                    <a:lnTo>
                      <a:pt x="510" y="828"/>
                    </a:lnTo>
                    <a:lnTo>
                      <a:pt x="534" y="816"/>
                    </a:lnTo>
                    <a:lnTo>
                      <a:pt x="546" y="816"/>
                    </a:lnTo>
                    <a:lnTo>
                      <a:pt x="558" y="822"/>
                    </a:lnTo>
                    <a:lnTo>
                      <a:pt x="564" y="828"/>
                    </a:lnTo>
                    <a:lnTo>
                      <a:pt x="576" y="834"/>
                    </a:lnTo>
                    <a:lnTo>
                      <a:pt x="588" y="846"/>
                    </a:lnTo>
                    <a:lnTo>
                      <a:pt x="612" y="858"/>
                    </a:lnTo>
                    <a:lnTo>
                      <a:pt x="642" y="858"/>
                    </a:lnTo>
                    <a:lnTo>
                      <a:pt x="654" y="864"/>
                    </a:lnTo>
                    <a:lnTo>
                      <a:pt x="660" y="864"/>
                    </a:lnTo>
                    <a:lnTo>
                      <a:pt x="666" y="858"/>
                    </a:lnTo>
                    <a:lnTo>
                      <a:pt x="678" y="834"/>
                    </a:lnTo>
                    <a:lnTo>
                      <a:pt x="690" y="828"/>
                    </a:lnTo>
                    <a:lnTo>
                      <a:pt x="702" y="816"/>
                    </a:lnTo>
                    <a:lnTo>
                      <a:pt x="720" y="810"/>
                    </a:lnTo>
                    <a:lnTo>
                      <a:pt x="774" y="810"/>
                    </a:lnTo>
                    <a:lnTo>
                      <a:pt x="810" y="822"/>
                    </a:lnTo>
                    <a:lnTo>
                      <a:pt x="822" y="828"/>
                    </a:lnTo>
                    <a:lnTo>
                      <a:pt x="828" y="834"/>
                    </a:lnTo>
                    <a:lnTo>
                      <a:pt x="858" y="834"/>
                    </a:lnTo>
                    <a:lnTo>
                      <a:pt x="870" y="828"/>
                    </a:lnTo>
                    <a:lnTo>
                      <a:pt x="876" y="822"/>
                    </a:lnTo>
                    <a:lnTo>
                      <a:pt x="888" y="816"/>
                    </a:lnTo>
                    <a:lnTo>
                      <a:pt x="894" y="810"/>
                    </a:lnTo>
                    <a:lnTo>
                      <a:pt x="918" y="810"/>
                    </a:lnTo>
                    <a:lnTo>
                      <a:pt x="918" y="804"/>
                    </a:lnTo>
                    <a:lnTo>
                      <a:pt x="924" y="798"/>
                    </a:lnTo>
                    <a:lnTo>
                      <a:pt x="924" y="792"/>
                    </a:lnTo>
                    <a:lnTo>
                      <a:pt x="930" y="786"/>
                    </a:lnTo>
                    <a:lnTo>
                      <a:pt x="936" y="786"/>
                    </a:lnTo>
                    <a:lnTo>
                      <a:pt x="930" y="726"/>
                    </a:lnTo>
                    <a:lnTo>
                      <a:pt x="948" y="720"/>
                    </a:lnTo>
                    <a:lnTo>
                      <a:pt x="948" y="714"/>
                    </a:lnTo>
                    <a:lnTo>
                      <a:pt x="954" y="708"/>
                    </a:lnTo>
                    <a:lnTo>
                      <a:pt x="954" y="696"/>
                    </a:lnTo>
                    <a:lnTo>
                      <a:pt x="960" y="678"/>
                    </a:lnTo>
                    <a:lnTo>
                      <a:pt x="966" y="666"/>
                    </a:lnTo>
                    <a:lnTo>
                      <a:pt x="978" y="648"/>
                    </a:lnTo>
                    <a:lnTo>
                      <a:pt x="984" y="636"/>
                    </a:lnTo>
                    <a:lnTo>
                      <a:pt x="1002" y="618"/>
                    </a:lnTo>
                    <a:lnTo>
                      <a:pt x="1026" y="588"/>
                    </a:lnTo>
                    <a:lnTo>
                      <a:pt x="1050" y="564"/>
                    </a:lnTo>
                    <a:lnTo>
                      <a:pt x="1068" y="540"/>
                    </a:lnTo>
                    <a:lnTo>
                      <a:pt x="1074" y="534"/>
                    </a:lnTo>
                    <a:lnTo>
                      <a:pt x="1092" y="288"/>
                    </a:lnTo>
                    <a:lnTo>
                      <a:pt x="1110" y="252"/>
                    </a:lnTo>
                    <a:lnTo>
                      <a:pt x="1080" y="216"/>
                    </a:lnTo>
                    <a:lnTo>
                      <a:pt x="1074" y="192"/>
                    </a:lnTo>
                    <a:lnTo>
                      <a:pt x="1044" y="156"/>
                    </a:lnTo>
                    <a:lnTo>
                      <a:pt x="1056" y="108"/>
                    </a:lnTo>
                    <a:lnTo>
                      <a:pt x="1038" y="42"/>
                    </a:lnTo>
                    <a:lnTo>
                      <a:pt x="1020" y="48"/>
                    </a:lnTo>
                    <a:lnTo>
                      <a:pt x="1002" y="60"/>
                    </a:lnTo>
                    <a:lnTo>
                      <a:pt x="990" y="66"/>
                    </a:lnTo>
                    <a:lnTo>
                      <a:pt x="984" y="66"/>
                    </a:lnTo>
                    <a:lnTo>
                      <a:pt x="978" y="60"/>
                    </a:lnTo>
                    <a:lnTo>
                      <a:pt x="966" y="54"/>
                    </a:lnTo>
                    <a:lnTo>
                      <a:pt x="960" y="42"/>
                    </a:lnTo>
                    <a:lnTo>
                      <a:pt x="954" y="36"/>
                    </a:lnTo>
                    <a:lnTo>
                      <a:pt x="942" y="30"/>
                    </a:lnTo>
                    <a:lnTo>
                      <a:pt x="936" y="24"/>
                    </a:lnTo>
                    <a:lnTo>
                      <a:pt x="930" y="24"/>
                    </a:lnTo>
                    <a:lnTo>
                      <a:pt x="918" y="18"/>
                    </a:lnTo>
                    <a:lnTo>
                      <a:pt x="900" y="12"/>
                    </a:lnTo>
                    <a:lnTo>
                      <a:pt x="888" y="12"/>
                    </a:lnTo>
                    <a:lnTo>
                      <a:pt x="876" y="6"/>
                    </a:lnTo>
                    <a:lnTo>
                      <a:pt x="864" y="6"/>
                    </a:lnTo>
                    <a:lnTo>
                      <a:pt x="828" y="0"/>
                    </a:lnTo>
                    <a:lnTo>
                      <a:pt x="816" y="6"/>
                    </a:lnTo>
                    <a:lnTo>
                      <a:pt x="786" y="30"/>
                    </a:lnTo>
                    <a:lnTo>
                      <a:pt x="738" y="66"/>
                    </a:lnTo>
                    <a:lnTo>
                      <a:pt x="684" y="102"/>
                    </a:lnTo>
                    <a:lnTo>
                      <a:pt x="624" y="144"/>
                    </a:lnTo>
                    <a:lnTo>
                      <a:pt x="576" y="180"/>
                    </a:lnTo>
                    <a:lnTo>
                      <a:pt x="534" y="210"/>
                    </a:lnTo>
                    <a:lnTo>
                      <a:pt x="510" y="222"/>
                    </a:lnTo>
                    <a:lnTo>
                      <a:pt x="480" y="246"/>
                    </a:lnTo>
                    <a:lnTo>
                      <a:pt x="450" y="282"/>
                    </a:lnTo>
                    <a:lnTo>
                      <a:pt x="414" y="312"/>
                    </a:lnTo>
                    <a:lnTo>
                      <a:pt x="390" y="330"/>
                    </a:lnTo>
                    <a:lnTo>
                      <a:pt x="366" y="336"/>
                    </a:lnTo>
                    <a:lnTo>
                      <a:pt x="324" y="342"/>
                    </a:lnTo>
                    <a:lnTo>
                      <a:pt x="282" y="354"/>
                    </a:lnTo>
                    <a:lnTo>
                      <a:pt x="282" y="558"/>
                    </a:lnTo>
                    <a:lnTo>
                      <a:pt x="264" y="582"/>
                    </a:lnTo>
                    <a:lnTo>
                      <a:pt x="264" y="594"/>
                    </a:lnTo>
                    <a:lnTo>
                      <a:pt x="258" y="606"/>
                    </a:lnTo>
                    <a:lnTo>
                      <a:pt x="258" y="624"/>
                    </a:lnTo>
                    <a:lnTo>
                      <a:pt x="252" y="636"/>
                    </a:lnTo>
                    <a:lnTo>
                      <a:pt x="240" y="642"/>
                    </a:lnTo>
                    <a:lnTo>
                      <a:pt x="222" y="648"/>
                    </a:lnTo>
                    <a:lnTo>
                      <a:pt x="198" y="648"/>
                    </a:lnTo>
                    <a:lnTo>
                      <a:pt x="186" y="654"/>
                    </a:lnTo>
                    <a:lnTo>
                      <a:pt x="138" y="648"/>
                    </a:lnTo>
                    <a:lnTo>
                      <a:pt x="138" y="666"/>
                    </a:lnTo>
                    <a:lnTo>
                      <a:pt x="72" y="660"/>
                    </a:lnTo>
                    <a:lnTo>
                      <a:pt x="48" y="678"/>
                    </a:lnTo>
                    <a:lnTo>
                      <a:pt x="0" y="690"/>
                    </a:lnTo>
                    <a:lnTo>
                      <a:pt x="0" y="726"/>
                    </a:lnTo>
                    <a:lnTo>
                      <a:pt x="6" y="738"/>
                    </a:lnTo>
                    <a:lnTo>
                      <a:pt x="6" y="762"/>
                    </a:lnTo>
                    <a:lnTo>
                      <a:pt x="18" y="786"/>
                    </a:lnTo>
                    <a:lnTo>
                      <a:pt x="30" y="792"/>
                    </a:lnTo>
                    <a:lnTo>
                      <a:pt x="54" y="79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4" name="Nicaragua" descr="© INSCALE GmbH, 05.05.2010&#10;http://www.presentationload.com/">
                <a:extLst>
                  <a:ext uri="{FF2B5EF4-FFF2-40B4-BE49-F238E27FC236}">
                    <a16:creationId xmlns:a16="http://schemas.microsoft.com/office/drawing/2014/main" id="{3C7646CD-95BE-7B25-4CB9-D76367ACBD3A}"/>
                  </a:ext>
                </a:extLst>
              </p:cNvPr>
              <p:cNvSpPr>
                <a:spLocks/>
              </p:cNvSpPr>
              <p:nvPr/>
            </p:nvSpPr>
            <p:spPr bwMode="gray">
              <a:xfrm>
                <a:off x="1888796" y="2764871"/>
                <a:ext cx="123038" cy="126003"/>
              </a:xfrm>
              <a:custGeom>
                <a:avLst/>
                <a:gdLst>
                  <a:gd name="T0" fmla="*/ 2147483647 w 324"/>
                  <a:gd name="T1" fmla="*/ 2147483647 h 330"/>
                  <a:gd name="T2" fmla="*/ 2147483647 w 324"/>
                  <a:gd name="T3" fmla="*/ 0 h 330"/>
                  <a:gd name="T4" fmla="*/ 2147483647 w 324"/>
                  <a:gd name="T5" fmla="*/ 2147483647 h 330"/>
                  <a:gd name="T6" fmla="*/ 2147483647 w 324"/>
                  <a:gd name="T7" fmla="*/ 2147483647 h 330"/>
                  <a:gd name="T8" fmla="*/ 2147483647 w 324"/>
                  <a:gd name="T9" fmla="*/ 0 h 330"/>
                  <a:gd name="T10" fmla="*/ 2147483647 w 324"/>
                  <a:gd name="T11" fmla="*/ 2147483647 h 330"/>
                  <a:gd name="T12" fmla="*/ 2147483647 w 324"/>
                  <a:gd name="T13" fmla="*/ 2147483647 h 330"/>
                  <a:gd name="T14" fmla="*/ 2147483647 w 324"/>
                  <a:gd name="T15" fmla="*/ 2147483647 h 330"/>
                  <a:gd name="T16" fmla="*/ 2147483647 w 324"/>
                  <a:gd name="T17" fmla="*/ 2147483647 h 330"/>
                  <a:gd name="T18" fmla="*/ 2147483647 w 324"/>
                  <a:gd name="T19" fmla="*/ 2147483647 h 330"/>
                  <a:gd name="T20" fmla="*/ 2147483647 w 324"/>
                  <a:gd name="T21" fmla="*/ 2147483647 h 330"/>
                  <a:gd name="T22" fmla="*/ 2147483647 w 324"/>
                  <a:gd name="T23" fmla="*/ 2147483647 h 330"/>
                  <a:gd name="T24" fmla="*/ 2147483647 w 324"/>
                  <a:gd name="T25" fmla="*/ 2147483647 h 330"/>
                  <a:gd name="T26" fmla="*/ 2147483647 w 324"/>
                  <a:gd name="T27" fmla="*/ 2147483647 h 330"/>
                  <a:gd name="T28" fmla="*/ 2147483647 w 324"/>
                  <a:gd name="T29" fmla="*/ 2147483647 h 330"/>
                  <a:gd name="T30" fmla="*/ 2147483647 w 324"/>
                  <a:gd name="T31" fmla="*/ 2147483647 h 330"/>
                  <a:gd name="T32" fmla="*/ 2147483647 w 324"/>
                  <a:gd name="T33" fmla="*/ 2147483647 h 330"/>
                  <a:gd name="T34" fmla="*/ 2147483647 w 324"/>
                  <a:gd name="T35" fmla="*/ 2147483647 h 330"/>
                  <a:gd name="T36" fmla="*/ 2147483647 w 324"/>
                  <a:gd name="T37" fmla="*/ 2147483647 h 330"/>
                  <a:gd name="T38" fmla="*/ 2147483647 w 324"/>
                  <a:gd name="T39" fmla="*/ 2147483647 h 330"/>
                  <a:gd name="T40" fmla="*/ 2147483647 w 324"/>
                  <a:gd name="T41" fmla="*/ 2147483647 h 330"/>
                  <a:gd name="T42" fmla="*/ 2147483647 w 324"/>
                  <a:gd name="T43" fmla="*/ 2147483647 h 330"/>
                  <a:gd name="T44" fmla="*/ 2147483647 w 324"/>
                  <a:gd name="T45" fmla="*/ 2147483647 h 330"/>
                  <a:gd name="T46" fmla="*/ 2147483647 w 324"/>
                  <a:gd name="T47" fmla="*/ 2147483647 h 330"/>
                  <a:gd name="T48" fmla="*/ 2147483647 w 324"/>
                  <a:gd name="T49" fmla="*/ 2147483647 h 330"/>
                  <a:gd name="T50" fmla="*/ 2147483647 w 324"/>
                  <a:gd name="T51" fmla="*/ 2147483647 h 330"/>
                  <a:gd name="T52" fmla="*/ 2147483647 w 324"/>
                  <a:gd name="T53" fmla="*/ 2147483647 h 330"/>
                  <a:gd name="T54" fmla="*/ 2147483647 w 324"/>
                  <a:gd name="T55" fmla="*/ 2147483647 h 330"/>
                  <a:gd name="T56" fmla="*/ 2147483647 w 324"/>
                  <a:gd name="T57" fmla="*/ 2147483647 h 330"/>
                  <a:gd name="T58" fmla="*/ 2147483647 w 324"/>
                  <a:gd name="T59" fmla="*/ 2147483647 h 330"/>
                  <a:gd name="T60" fmla="*/ 2147483647 w 324"/>
                  <a:gd name="T61" fmla="*/ 2147483647 h 330"/>
                  <a:gd name="T62" fmla="*/ 2147483647 w 324"/>
                  <a:gd name="T63" fmla="*/ 2147483647 h 330"/>
                  <a:gd name="T64" fmla="*/ 2147483647 w 324"/>
                  <a:gd name="T65" fmla="*/ 2147483647 h 330"/>
                  <a:gd name="T66" fmla="*/ 2147483647 w 324"/>
                  <a:gd name="T67" fmla="*/ 2147483647 h 330"/>
                  <a:gd name="T68" fmla="*/ 2147483647 w 324"/>
                  <a:gd name="T69" fmla="*/ 2147483647 h 330"/>
                  <a:gd name="T70" fmla="*/ 2147483647 w 324"/>
                  <a:gd name="T71" fmla="*/ 2147483647 h 330"/>
                  <a:gd name="T72" fmla="*/ 2147483647 w 324"/>
                  <a:gd name="T73" fmla="*/ 2147483647 h 330"/>
                  <a:gd name="T74" fmla="*/ 2147483647 w 324"/>
                  <a:gd name="T75" fmla="*/ 2147483647 h 330"/>
                  <a:gd name="T76" fmla="*/ 2147483647 w 324"/>
                  <a:gd name="T77" fmla="*/ 2147483647 h 330"/>
                  <a:gd name="T78" fmla="*/ 2147483647 w 324"/>
                  <a:gd name="T79" fmla="*/ 2147483647 h 330"/>
                  <a:gd name="T80" fmla="*/ 2147483647 w 324"/>
                  <a:gd name="T81" fmla="*/ 2147483647 h 33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24"/>
                  <a:gd name="T124" fmla="*/ 0 h 330"/>
                  <a:gd name="T125" fmla="*/ 324 w 324"/>
                  <a:gd name="T126" fmla="*/ 330 h 33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24" h="330">
                    <a:moveTo>
                      <a:pt x="324" y="18"/>
                    </a:moveTo>
                    <a:lnTo>
                      <a:pt x="318" y="12"/>
                    </a:lnTo>
                    <a:lnTo>
                      <a:pt x="318" y="6"/>
                    </a:lnTo>
                    <a:lnTo>
                      <a:pt x="312" y="0"/>
                    </a:lnTo>
                    <a:lnTo>
                      <a:pt x="264" y="0"/>
                    </a:lnTo>
                    <a:lnTo>
                      <a:pt x="264" y="6"/>
                    </a:lnTo>
                    <a:lnTo>
                      <a:pt x="252" y="18"/>
                    </a:lnTo>
                    <a:lnTo>
                      <a:pt x="240" y="18"/>
                    </a:lnTo>
                    <a:lnTo>
                      <a:pt x="222" y="0"/>
                    </a:lnTo>
                    <a:lnTo>
                      <a:pt x="210" y="0"/>
                    </a:lnTo>
                    <a:lnTo>
                      <a:pt x="198" y="12"/>
                    </a:lnTo>
                    <a:lnTo>
                      <a:pt x="198" y="30"/>
                    </a:lnTo>
                    <a:lnTo>
                      <a:pt x="180" y="30"/>
                    </a:lnTo>
                    <a:lnTo>
                      <a:pt x="168" y="54"/>
                    </a:lnTo>
                    <a:lnTo>
                      <a:pt x="144" y="78"/>
                    </a:lnTo>
                    <a:lnTo>
                      <a:pt x="126" y="78"/>
                    </a:lnTo>
                    <a:lnTo>
                      <a:pt x="120" y="72"/>
                    </a:lnTo>
                    <a:lnTo>
                      <a:pt x="120" y="66"/>
                    </a:lnTo>
                    <a:lnTo>
                      <a:pt x="108" y="66"/>
                    </a:lnTo>
                    <a:lnTo>
                      <a:pt x="102" y="72"/>
                    </a:lnTo>
                    <a:lnTo>
                      <a:pt x="96" y="84"/>
                    </a:lnTo>
                    <a:lnTo>
                      <a:pt x="60" y="84"/>
                    </a:lnTo>
                    <a:lnTo>
                      <a:pt x="54" y="90"/>
                    </a:lnTo>
                    <a:lnTo>
                      <a:pt x="54" y="102"/>
                    </a:lnTo>
                    <a:lnTo>
                      <a:pt x="60" y="108"/>
                    </a:lnTo>
                    <a:lnTo>
                      <a:pt x="60" y="120"/>
                    </a:lnTo>
                    <a:lnTo>
                      <a:pt x="66" y="126"/>
                    </a:lnTo>
                    <a:lnTo>
                      <a:pt x="48" y="126"/>
                    </a:lnTo>
                    <a:lnTo>
                      <a:pt x="48" y="144"/>
                    </a:lnTo>
                    <a:lnTo>
                      <a:pt x="36" y="150"/>
                    </a:lnTo>
                    <a:lnTo>
                      <a:pt x="0" y="150"/>
                    </a:lnTo>
                    <a:lnTo>
                      <a:pt x="48" y="204"/>
                    </a:lnTo>
                    <a:lnTo>
                      <a:pt x="48" y="210"/>
                    </a:lnTo>
                    <a:lnTo>
                      <a:pt x="54" y="216"/>
                    </a:lnTo>
                    <a:lnTo>
                      <a:pt x="54" y="228"/>
                    </a:lnTo>
                    <a:lnTo>
                      <a:pt x="66" y="252"/>
                    </a:lnTo>
                    <a:lnTo>
                      <a:pt x="72" y="258"/>
                    </a:lnTo>
                    <a:lnTo>
                      <a:pt x="96" y="270"/>
                    </a:lnTo>
                    <a:lnTo>
                      <a:pt x="108" y="282"/>
                    </a:lnTo>
                    <a:lnTo>
                      <a:pt x="114" y="294"/>
                    </a:lnTo>
                    <a:lnTo>
                      <a:pt x="138" y="294"/>
                    </a:lnTo>
                    <a:lnTo>
                      <a:pt x="132" y="294"/>
                    </a:lnTo>
                    <a:lnTo>
                      <a:pt x="120" y="282"/>
                    </a:lnTo>
                    <a:lnTo>
                      <a:pt x="120" y="276"/>
                    </a:lnTo>
                    <a:lnTo>
                      <a:pt x="126" y="270"/>
                    </a:lnTo>
                    <a:lnTo>
                      <a:pt x="138" y="270"/>
                    </a:lnTo>
                    <a:lnTo>
                      <a:pt x="138" y="264"/>
                    </a:lnTo>
                    <a:lnTo>
                      <a:pt x="132" y="258"/>
                    </a:lnTo>
                    <a:lnTo>
                      <a:pt x="126" y="258"/>
                    </a:lnTo>
                    <a:lnTo>
                      <a:pt x="120" y="264"/>
                    </a:lnTo>
                    <a:lnTo>
                      <a:pt x="114" y="264"/>
                    </a:lnTo>
                    <a:lnTo>
                      <a:pt x="114" y="222"/>
                    </a:lnTo>
                    <a:lnTo>
                      <a:pt x="120" y="222"/>
                    </a:lnTo>
                    <a:lnTo>
                      <a:pt x="132" y="228"/>
                    </a:lnTo>
                    <a:lnTo>
                      <a:pt x="144" y="240"/>
                    </a:lnTo>
                    <a:lnTo>
                      <a:pt x="156" y="246"/>
                    </a:lnTo>
                    <a:lnTo>
                      <a:pt x="180" y="270"/>
                    </a:lnTo>
                    <a:lnTo>
                      <a:pt x="192" y="306"/>
                    </a:lnTo>
                    <a:lnTo>
                      <a:pt x="210" y="306"/>
                    </a:lnTo>
                    <a:lnTo>
                      <a:pt x="216" y="312"/>
                    </a:lnTo>
                    <a:lnTo>
                      <a:pt x="222" y="312"/>
                    </a:lnTo>
                    <a:lnTo>
                      <a:pt x="222" y="318"/>
                    </a:lnTo>
                    <a:lnTo>
                      <a:pt x="234" y="330"/>
                    </a:lnTo>
                    <a:lnTo>
                      <a:pt x="270" y="330"/>
                    </a:lnTo>
                    <a:lnTo>
                      <a:pt x="270" y="324"/>
                    </a:lnTo>
                    <a:lnTo>
                      <a:pt x="258" y="312"/>
                    </a:lnTo>
                    <a:lnTo>
                      <a:pt x="252" y="300"/>
                    </a:lnTo>
                    <a:lnTo>
                      <a:pt x="252" y="276"/>
                    </a:lnTo>
                    <a:lnTo>
                      <a:pt x="264" y="264"/>
                    </a:lnTo>
                    <a:lnTo>
                      <a:pt x="270" y="264"/>
                    </a:lnTo>
                    <a:lnTo>
                      <a:pt x="270" y="246"/>
                    </a:lnTo>
                    <a:lnTo>
                      <a:pt x="264" y="234"/>
                    </a:lnTo>
                    <a:lnTo>
                      <a:pt x="264" y="222"/>
                    </a:lnTo>
                    <a:lnTo>
                      <a:pt x="270" y="174"/>
                    </a:lnTo>
                    <a:lnTo>
                      <a:pt x="282" y="192"/>
                    </a:lnTo>
                    <a:lnTo>
                      <a:pt x="288" y="108"/>
                    </a:lnTo>
                    <a:lnTo>
                      <a:pt x="288" y="102"/>
                    </a:lnTo>
                    <a:lnTo>
                      <a:pt x="294" y="96"/>
                    </a:lnTo>
                    <a:lnTo>
                      <a:pt x="306" y="72"/>
                    </a:lnTo>
                    <a:lnTo>
                      <a:pt x="312" y="66"/>
                    </a:lnTo>
                    <a:lnTo>
                      <a:pt x="324" y="42"/>
                    </a:lnTo>
                    <a:lnTo>
                      <a:pt x="324"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5" name="New Zealand" descr="© INSCALE GmbH, 05.05.2010&#10;http://www.presentationload.com/">
                <a:extLst>
                  <a:ext uri="{FF2B5EF4-FFF2-40B4-BE49-F238E27FC236}">
                    <a16:creationId xmlns:a16="http://schemas.microsoft.com/office/drawing/2014/main" id="{BE75EBE0-C3EC-1ED8-CEF9-F06C53EF63DF}"/>
                  </a:ext>
                </a:extLst>
              </p:cNvPr>
              <p:cNvSpPr>
                <a:spLocks noEditPoints="1"/>
              </p:cNvSpPr>
              <p:nvPr/>
            </p:nvSpPr>
            <p:spPr bwMode="gray">
              <a:xfrm>
                <a:off x="8260033" y="4266520"/>
                <a:ext cx="481772" cy="372078"/>
              </a:xfrm>
              <a:custGeom>
                <a:avLst/>
                <a:gdLst>
                  <a:gd name="T0" fmla="*/ 2147483647 w 1272"/>
                  <a:gd name="T1" fmla="*/ 2147483647 h 984"/>
                  <a:gd name="T2" fmla="*/ 2147483647 w 1272"/>
                  <a:gd name="T3" fmla="*/ 2147483647 h 984"/>
                  <a:gd name="T4" fmla="*/ 2147483647 w 1272"/>
                  <a:gd name="T5" fmla="*/ 2147483647 h 984"/>
                  <a:gd name="T6" fmla="*/ 2147483647 w 1272"/>
                  <a:gd name="T7" fmla="*/ 2147483647 h 984"/>
                  <a:gd name="T8" fmla="*/ 2147483647 w 1272"/>
                  <a:gd name="T9" fmla="*/ 2147483647 h 984"/>
                  <a:gd name="T10" fmla="*/ 2147483647 w 1272"/>
                  <a:gd name="T11" fmla="*/ 2147483647 h 984"/>
                  <a:gd name="T12" fmla="*/ 2147483647 w 1272"/>
                  <a:gd name="T13" fmla="*/ 2147483647 h 984"/>
                  <a:gd name="T14" fmla="*/ 2147483647 w 1272"/>
                  <a:gd name="T15" fmla="*/ 2147483647 h 984"/>
                  <a:gd name="T16" fmla="*/ 2147483647 w 1272"/>
                  <a:gd name="T17" fmla="*/ 2147483647 h 984"/>
                  <a:gd name="T18" fmla="*/ 2147483647 w 1272"/>
                  <a:gd name="T19" fmla="*/ 2147483647 h 984"/>
                  <a:gd name="T20" fmla="*/ 2147483647 w 1272"/>
                  <a:gd name="T21" fmla="*/ 2147483647 h 984"/>
                  <a:gd name="T22" fmla="*/ 2147483647 w 1272"/>
                  <a:gd name="T23" fmla="*/ 2147483647 h 984"/>
                  <a:gd name="T24" fmla="*/ 2147483647 w 1272"/>
                  <a:gd name="T25" fmla="*/ 2147483647 h 984"/>
                  <a:gd name="T26" fmla="*/ 2147483647 w 1272"/>
                  <a:gd name="T27" fmla="*/ 2147483647 h 984"/>
                  <a:gd name="T28" fmla="*/ 2147483647 w 1272"/>
                  <a:gd name="T29" fmla="*/ 2147483647 h 984"/>
                  <a:gd name="T30" fmla="*/ 2147483647 w 1272"/>
                  <a:gd name="T31" fmla="*/ 2147483647 h 984"/>
                  <a:gd name="T32" fmla="*/ 2147483647 w 1272"/>
                  <a:gd name="T33" fmla="*/ 2147483647 h 984"/>
                  <a:gd name="T34" fmla="*/ 2147483647 w 1272"/>
                  <a:gd name="T35" fmla="*/ 2147483647 h 984"/>
                  <a:gd name="T36" fmla="*/ 2147483647 w 1272"/>
                  <a:gd name="T37" fmla="*/ 2147483647 h 984"/>
                  <a:gd name="T38" fmla="*/ 2147483647 w 1272"/>
                  <a:gd name="T39" fmla="*/ 2147483647 h 984"/>
                  <a:gd name="T40" fmla="*/ 2147483647 w 1272"/>
                  <a:gd name="T41" fmla="*/ 2147483647 h 984"/>
                  <a:gd name="T42" fmla="*/ 2147483647 w 1272"/>
                  <a:gd name="T43" fmla="*/ 2147483647 h 984"/>
                  <a:gd name="T44" fmla="*/ 2147483647 w 1272"/>
                  <a:gd name="T45" fmla="*/ 2147483647 h 984"/>
                  <a:gd name="T46" fmla="*/ 2147483647 w 1272"/>
                  <a:gd name="T47" fmla="*/ 2147483647 h 984"/>
                  <a:gd name="T48" fmla="*/ 2147483647 w 1272"/>
                  <a:gd name="T49" fmla="*/ 2147483647 h 984"/>
                  <a:gd name="T50" fmla="*/ 2147483647 w 1272"/>
                  <a:gd name="T51" fmla="*/ 2147483647 h 984"/>
                  <a:gd name="T52" fmla="*/ 2147483647 w 1272"/>
                  <a:gd name="T53" fmla="*/ 2147483647 h 984"/>
                  <a:gd name="T54" fmla="*/ 2147483647 w 1272"/>
                  <a:gd name="T55" fmla="*/ 2147483647 h 984"/>
                  <a:gd name="T56" fmla="*/ 2147483647 w 1272"/>
                  <a:gd name="T57" fmla="*/ 2147483647 h 984"/>
                  <a:gd name="T58" fmla="*/ 2147483647 w 1272"/>
                  <a:gd name="T59" fmla="*/ 2147483647 h 984"/>
                  <a:gd name="T60" fmla="*/ 2147483647 w 1272"/>
                  <a:gd name="T61" fmla="*/ 2147483647 h 984"/>
                  <a:gd name="T62" fmla="*/ 2147483647 w 1272"/>
                  <a:gd name="T63" fmla="*/ 2147483647 h 984"/>
                  <a:gd name="T64" fmla="*/ 2147483647 w 1272"/>
                  <a:gd name="T65" fmla="*/ 2147483647 h 984"/>
                  <a:gd name="T66" fmla="*/ 2147483647 w 1272"/>
                  <a:gd name="T67" fmla="*/ 2147483647 h 984"/>
                  <a:gd name="T68" fmla="*/ 2147483647 w 1272"/>
                  <a:gd name="T69" fmla="*/ 2147483647 h 984"/>
                  <a:gd name="T70" fmla="*/ 2147483647 w 1272"/>
                  <a:gd name="T71" fmla="*/ 2147483647 h 984"/>
                  <a:gd name="T72" fmla="*/ 2147483647 w 1272"/>
                  <a:gd name="T73" fmla="*/ 2147483647 h 984"/>
                  <a:gd name="T74" fmla="*/ 2147483647 w 1272"/>
                  <a:gd name="T75" fmla="*/ 2147483647 h 984"/>
                  <a:gd name="T76" fmla="*/ 2147483647 w 1272"/>
                  <a:gd name="T77" fmla="*/ 2147483647 h 984"/>
                  <a:gd name="T78" fmla="*/ 2147483647 w 1272"/>
                  <a:gd name="T79" fmla="*/ 2147483647 h 984"/>
                  <a:gd name="T80" fmla="*/ 2147483647 w 1272"/>
                  <a:gd name="T81" fmla="*/ 2147483647 h 984"/>
                  <a:gd name="T82" fmla="*/ 2147483647 w 1272"/>
                  <a:gd name="T83" fmla="*/ 2147483647 h 984"/>
                  <a:gd name="T84" fmla="*/ 2147483647 w 1272"/>
                  <a:gd name="T85" fmla="*/ 2147483647 h 984"/>
                  <a:gd name="T86" fmla="*/ 2147483647 w 1272"/>
                  <a:gd name="T87" fmla="*/ 2147483647 h 984"/>
                  <a:gd name="T88" fmla="*/ 2147483647 w 1272"/>
                  <a:gd name="T89" fmla="*/ 2147483647 h 984"/>
                  <a:gd name="T90" fmla="*/ 2147483647 w 1272"/>
                  <a:gd name="T91" fmla="*/ 2147483647 h 984"/>
                  <a:gd name="T92" fmla="*/ 2147483647 w 1272"/>
                  <a:gd name="T93" fmla="*/ 2147483647 h 984"/>
                  <a:gd name="T94" fmla="*/ 2147483647 w 1272"/>
                  <a:gd name="T95" fmla="*/ 2147483647 h 984"/>
                  <a:gd name="T96" fmla="*/ 2147483647 w 1272"/>
                  <a:gd name="T97" fmla="*/ 2147483647 h 984"/>
                  <a:gd name="T98" fmla="*/ 2147483647 w 1272"/>
                  <a:gd name="T99" fmla="*/ 2147483647 h 984"/>
                  <a:gd name="T100" fmla="*/ 2147483647 w 1272"/>
                  <a:gd name="T101" fmla="*/ 2147483647 h 984"/>
                  <a:gd name="T102" fmla="*/ 2147483647 w 1272"/>
                  <a:gd name="T103" fmla="*/ 2147483647 h 984"/>
                  <a:gd name="T104" fmla="*/ 2147483647 w 1272"/>
                  <a:gd name="T105" fmla="*/ 2147483647 h 984"/>
                  <a:gd name="T106" fmla="*/ 2147483647 w 1272"/>
                  <a:gd name="T107" fmla="*/ 2147483647 h 984"/>
                  <a:gd name="T108" fmla="*/ 2147483647 w 1272"/>
                  <a:gd name="T109" fmla="*/ 2147483647 h 984"/>
                  <a:gd name="T110" fmla="*/ 2147483647 w 1272"/>
                  <a:gd name="T111" fmla="*/ 2147483647 h 984"/>
                  <a:gd name="T112" fmla="*/ 2147483647 w 1272"/>
                  <a:gd name="T113" fmla="*/ 2147483647 h 984"/>
                  <a:gd name="T114" fmla="*/ 2147483647 w 1272"/>
                  <a:gd name="T115" fmla="*/ 2147483647 h 984"/>
                  <a:gd name="T116" fmla="*/ 2147483647 w 1272"/>
                  <a:gd name="T117" fmla="*/ 2147483647 h 984"/>
                  <a:gd name="T118" fmla="*/ 2147483647 w 1272"/>
                  <a:gd name="T119" fmla="*/ 2147483647 h 984"/>
                  <a:gd name="T120" fmla="*/ 2147483647 w 1272"/>
                  <a:gd name="T121" fmla="*/ 2147483647 h 98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272"/>
                  <a:gd name="T184" fmla="*/ 0 h 984"/>
                  <a:gd name="T185" fmla="*/ 1272 w 1272"/>
                  <a:gd name="T186" fmla="*/ 984 h 98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272" h="984">
                    <a:moveTo>
                      <a:pt x="750" y="564"/>
                    </a:moveTo>
                    <a:lnTo>
                      <a:pt x="738" y="564"/>
                    </a:lnTo>
                    <a:lnTo>
                      <a:pt x="744" y="528"/>
                    </a:lnTo>
                    <a:lnTo>
                      <a:pt x="720" y="546"/>
                    </a:lnTo>
                    <a:lnTo>
                      <a:pt x="726" y="540"/>
                    </a:lnTo>
                    <a:lnTo>
                      <a:pt x="726" y="504"/>
                    </a:lnTo>
                    <a:lnTo>
                      <a:pt x="708" y="504"/>
                    </a:lnTo>
                    <a:lnTo>
                      <a:pt x="702" y="510"/>
                    </a:lnTo>
                    <a:lnTo>
                      <a:pt x="696" y="522"/>
                    </a:lnTo>
                    <a:lnTo>
                      <a:pt x="690" y="528"/>
                    </a:lnTo>
                    <a:lnTo>
                      <a:pt x="672" y="540"/>
                    </a:lnTo>
                    <a:lnTo>
                      <a:pt x="660" y="546"/>
                    </a:lnTo>
                    <a:lnTo>
                      <a:pt x="654" y="558"/>
                    </a:lnTo>
                    <a:lnTo>
                      <a:pt x="642" y="570"/>
                    </a:lnTo>
                    <a:lnTo>
                      <a:pt x="630" y="576"/>
                    </a:lnTo>
                    <a:lnTo>
                      <a:pt x="618" y="588"/>
                    </a:lnTo>
                    <a:lnTo>
                      <a:pt x="606" y="588"/>
                    </a:lnTo>
                    <a:lnTo>
                      <a:pt x="588" y="600"/>
                    </a:lnTo>
                    <a:lnTo>
                      <a:pt x="576" y="606"/>
                    </a:lnTo>
                    <a:lnTo>
                      <a:pt x="546" y="636"/>
                    </a:lnTo>
                    <a:lnTo>
                      <a:pt x="540" y="648"/>
                    </a:lnTo>
                    <a:lnTo>
                      <a:pt x="534" y="648"/>
                    </a:lnTo>
                    <a:lnTo>
                      <a:pt x="528" y="654"/>
                    </a:lnTo>
                    <a:lnTo>
                      <a:pt x="510" y="660"/>
                    </a:lnTo>
                    <a:lnTo>
                      <a:pt x="498" y="666"/>
                    </a:lnTo>
                    <a:lnTo>
                      <a:pt x="462" y="678"/>
                    </a:lnTo>
                    <a:lnTo>
                      <a:pt x="438" y="690"/>
                    </a:lnTo>
                    <a:lnTo>
                      <a:pt x="426" y="702"/>
                    </a:lnTo>
                    <a:lnTo>
                      <a:pt x="414" y="708"/>
                    </a:lnTo>
                    <a:lnTo>
                      <a:pt x="408" y="720"/>
                    </a:lnTo>
                    <a:lnTo>
                      <a:pt x="396" y="726"/>
                    </a:lnTo>
                    <a:lnTo>
                      <a:pt x="378" y="726"/>
                    </a:lnTo>
                    <a:lnTo>
                      <a:pt x="366" y="732"/>
                    </a:lnTo>
                    <a:lnTo>
                      <a:pt x="312" y="750"/>
                    </a:lnTo>
                    <a:lnTo>
                      <a:pt x="288" y="762"/>
                    </a:lnTo>
                    <a:lnTo>
                      <a:pt x="270" y="774"/>
                    </a:lnTo>
                    <a:lnTo>
                      <a:pt x="246" y="786"/>
                    </a:lnTo>
                    <a:lnTo>
                      <a:pt x="222" y="792"/>
                    </a:lnTo>
                    <a:lnTo>
                      <a:pt x="198" y="804"/>
                    </a:lnTo>
                    <a:lnTo>
                      <a:pt x="180" y="810"/>
                    </a:lnTo>
                    <a:lnTo>
                      <a:pt x="174" y="816"/>
                    </a:lnTo>
                    <a:lnTo>
                      <a:pt x="168" y="828"/>
                    </a:lnTo>
                    <a:lnTo>
                      <a:pt x="168" y="846"/>
                    </a:lnTo>
                    <a:lnTo>
                      <a:pt x="156" y="834"/>
                    </a:lnTo>
                    <a:lnTo>
                      <a:pt x="150" y="834"/>
                    </a:lnTo>
                    <a:lnTo>
                      <a:pt x="144" y="840"/>
                    </a:lnTo>
                    <a:lnTo>
                      <a:pt x="120" y="852"/>
                    </a:lnTo>
                    <a:lnTo>
                      <a:pt x="108" y="864"/>
                    </a:lnTo>
                    <a:lnTo>
                      <a:pt x="72" y="882"/>
                    </a:lnTo>
                    <a:lnTo>
                      <a:pt x="66" y="882"/>
                    </a:lnTo>
                    <a:lnTo>
                      <a:pt x="54" y="888"/>
                    </a:lnTo>
                    <a:lnTo>
                      <a:pt x="36" y="888"/>
                    </a:lnTo>
                    <a:lnTo>
                      <a:pt x="18" y="894"/>
                    </a:lnTo>
                    <a:lnTo>
                      <a:pt x="12" y="906"/>
                    </a:lnTo>
                    <a:lnTo>
                      <a:pt x="0" y="912"/>
                    </a:lnTo>
                    <a:lnTo>
                      <a:pt x="18" y="912"/>
                    </a:lnTo>
                    <a:lnTo>
                      <a:pt x="24" y="918"/>
                    </a:lnTo>
                    <a:lnTo>
                      <a:pt x="30" y="918"/>
                    </a:lnTo>
                    <a:lnTo>
                      <a:pt x="24" y="924"/>
                    </a:lnTo>
                    <a:lnTo>
                      <a:pt x="24" y="942"/>
                    </a:lnTo>
                    <a:lnTo>
                      <a:pt x="30" y="948"/>
                    </a:lnTo>
                    <a:lnTo>
                      <a:pt x="42" y="948"/>
                    </a:lnTo>
                    <a:lnTo>
                      <a:pt x="54" y="942"/>
                    </a:lnTo>
                    <a:lnTo>
                      <a:pt x="60" y="936"/>
                    </a:lnTo>
                    <a:lnTo>
                      <a:pt x="72" y="948"/>
                    </a:lnTo>
                    <a:lnTo>
                      <a:pt x="96" y="948"/>
                    </a:lnTo>
                    <a:lnTo>
                      <a:pt x="102" y="954"/>
                    </a:lnTo>
                    <a:lnTo>
                      <a:pt x="132" y="954"/>
                    </a:lnTo>
                    <a:lnTo>
                      <a:pt x="150" y="972"/>
                    </a:lnTo>
                    <a:lnTo>
                      <a:pt x="180" y="966"/>
                    </a:lnTo>
                    <a:lnTo>
                      <a:pt x="192" y="972"/>
                    </a:lnTo>
                    <a:lnTo>
                      <a:pt x="198" y="978"/>
                    </a:lnTo>
                    <a:lnTo>
                      <a:pt x="216" y="984"/>
                    </a:lnTo>
                    <a:lnTo>
                      <a:pt x="228" y="984"/>
                    </a:lnTo>
                    <a:lnTo>
                      <a:pt x="252" y="972"/>
                    </a:lnTo>
                    <a:lnTo>
                      <a:pt x="264" y="948"/>
                    </a:lnTo>
                    <a:lnTo>
                      <a:pt x="288" y="936"/>
                    </a:lnTo>
                    <a:lnTo>
                      <a:pt x="312" y="936"/>
                    </a:lnTo>
                    <a:lnTo>
                      <a:pt x="336" y="924"/>
                    </a:lnTo>
                    <a:lnTo>
                      <a:pt x="342" y="912"/>
                    </a:lnTo>
                    <a:lnTo>
                      <a:pt x="342" y="894"/>
                    </a:lnTo>
                    <a:lnTo>
                      <a:pt x="348" y="882"/>
                    </a:lnTo>
                    <a:lnTo>
                      <a:pt x="372" y="870"/>
                    </a:lnTo>
                    <a:lnTo>
                      <a:pt x="396" y="870"/>
                    </a:lnTo>
                    <a:lnTo>
                      <a:pt x="408" y="858"/>
                    </a:lnTo>
                    <a:lnTo>
                      <a:pt x="408" y="846"/>
                    </a:lnTo>
                    <a:lnTo>
                      <a:pt x="402" y="840"/>
                    </a:lnTo>
                    <a:lnTo>
                      <a:pt x="420" y="840"/>
                    </a:lnTo>
                    <a:lnTo>
                      <a:pt x="480" y="792"/>
                    </a:lnTo>
                    <a:lnTo>
                      <a:pt x="462" y="774"/>
                    </a:lnTo>
                    <a:lnTo>
                      <a:pt x="504" y="792"/>
                    </a:lnTo>
                    <a:lnTo>
                      <a:pt x="504" y="774"/>
                    </a:lnTo>
                    <a:lnTo>
                      <a:pt x="510" y="768"/>
                    </a:lnTo>
                    <a:lnTo>
                      <a:pt x="540" y="768"/>
                    </a:lnTo>
                    <a:lnTo>
                      <a:pt x="546" y="774"/>
                    </a:lnTo>
                    <a:lnTo>
                      <a:pt x="558" y="780"/>
                    </a:lnTo>
                    <a:lnTo>
                      <a:pt x="570" y="780"/>
                    </a:lnTo>
                    <a:lnTo>
                      <a:pt x="576" y="774"/>
                    </a:lnTo>
                    <a:lnTo>
                      <a:pt x="576" y="768"/>
                    </a:lnTo>
                    <a:lnTo>
                      <a:pt x="582" y="762"/>
                    </a:lnTo>
                    <a:lnTo>
                      <a:pt x="582" y="756"/>
                    </a:lnTo>
                    <a:lnTo>
                      <a:pt x="570" y="744"/>
                    </a:lnTo>
                    <a:lnTo>
                      <a:pt x="612" y="702"/>
                    </a:lnTo>
                    <a:lnTo>
                      <a:pt x="618" y="702"/>
                    </a:lnTo>
                    <a:lnTo>
                      <a:pt x="624" y="696"/>
                    </a:lnTo>
                    <a:lnTo>
                      <a:pt x="660" y="678"/>
                    </a:lnTo>
                    <a:lnTo>
                      <a:pt x="666" y="666"/>
                    </a:lnTo>
                    <a:lnTo>
                      <a:pt x="672" y="660"/>
                    </a:lnTo>
                    <a:lnTo>
                      <a:pt x="672" y="654"/>
                    </a:lnTo>
                    <a:lnTo>
                      <a:pt x="696" y="654"/>
                    </a:lnTo>
                    <a:lnTo>
                      <a:pt x="708" y="648"/>
                    </a:lnTo>
                    <a:lnTo>
                      <a:pt x="738" y="618"/>
                    </a:lnTo>
                    <a:lnTo>
                      <a:pt x="738" y="612"/>
                    </a:lnTo>
                    <a:lnTo>
                      <a:pt x="744" y="612"/>
                    </a:lnTo>
                    <a:lnTo>
                      <a:pt x="750" y="606"/>
                    </a:lnTo>
                    <a:lnTo>
                      <a:pt x="768" y="594"/>
                    </a:lnTo>
                    <a:lnTo>
                      <a:pt x="780" y="582"/>
                    </a:lnTo>
                    <a:lnTo>
                      <a:pt x="786" y="570"/>
                    </a:lnTo>
                    <a:lnTo>
                      <a:pt x="786" y="546"/>
                    </a:lnTo>
                    <a:lnTo>
                      <a:pt x="780" y="540"/>
                    </a:lnTo>
                    <a:lnTo>
                      <a:pt x="780" y="534"/>
                    </a:lnTo>
                    <a:lnTo>
                      <a:pt x="750" y="564"/>
                    </a:lnTo>
                    <a:close/>
                    <a:moveTo>
                      <a:pt x="1224" y="324"/>
                    </a:moveTo>
                    <a:lnTo>
                      <a:pt x="1236" y="318"/>
                    </a:lnTo>
                    <a:lnTo>
                      <a:pt x="1242" y="318"/>
                    </a:lnTo>
                    <a:lnTo>
                      <a:pt x="1266" y="306"/>
                    </a:lnTo>
                    <a:lnTo>
                      <a:pt x="1272" y="300"/>
                    </a:lnTo>
                    <a:lnTo>
                      <a:pt x="1272" y="282"/>
                    </a:lnTo>
                    <a:lnTo>
                      <a:pt x="1266" y="270"/>
                    </a:lnTo>
                    <a:lnTo>
                      <a:pt x="1260" y="264"/>
                    </a:lnTo>
                    <a:lnTo>
                      <a:pt x="1248" y="264"/>
                    </a:lnTo>
                    <a:lnTo>
                      <a:pt x="1236" y="276"/>
                    </a:lnTo>
                    <a:lnTo>
                      <a:pt x="1236" y="282"/>
                    </a:lnTo>
                    <a:lnTo>
                      <a:pt x="1224" y="282"/>
                    </a:lnTo>
                    <a:lnTo>
                      <a:pt x="1212" y="276"/>
                    </a:lnTo>
                    <a:lnTo>
                      <a:pt x="1200" y="276"/>
                    </a:lnTo>
                    <a:lnTo>
                      <a:pt x="1194" y="282"/>
                    </a:lnTo>
                    <a:lnTo>
                      <a:pt x="1176" y="288"/>
                    </a:lnTo>
                    <a:lnTo>
                      <a:pt x="1158" y="288"/>
                    </a:lnTo>
                    <a:lnTo>
                      <a:pt x="1146" y="276"/>
                    </a:lnTo>
                    <a:lnTo>
                      <a:pt x="1146" y="222"/>
                    </a:lnTo>
                    <a:lnTo>
                      <a:pt x="1170" y="180"/>
                    </a:lnTo>
                    <a:lnTo>
                      <a:pt x="1170" y="174"/>
                    </a:lnTo>
                    <a:lnTo>
                      <a:pt x="1164" y="162"/>
                    </a:lnTo>
                    <a:lnTo>
                      <a:pt x="1158" y="156"/>
                    </a:lnTo>
                    <a:lnTo>
                      <a:pt x="1146" y="156"/>
                    </a:lnTo>
                    <a:lnTo>
                      <a:pt x="1140" y="168"/>
                    </a:lnTo>
                    <a:lnTo>
                      <a:pt x="1134" y="174"/>
                    </a:lnTo>
                    <a:lnTo>
                      <a:pt x="1134" y="204"/>
                    </a:lnTo>
                    <a:lnTo>
                      <a:pt x="1128" y="216"/>
                    </a:lnTo>
                    <a:lnTo>
                      <a:pt x="1116" y="222"/>
                    </a:lnTo>
                    <a:lnTo>
                      <a:pt x="1116" y="192"/>
                    </a:lnTo>
                    <a:lnTo>
                      <a:pt x="1092" y="174"/>
                    </a:lnTo>
                    <a:lnTo>
                      <a:pt x="1104" y="150"/>
                    </a:lnTo>
                    <a:lnTo>
                      <a:pt x="1116" y="138"/>
                    </a:lnTo>
                    <a:lnTo>
                      <a:pt x="1122" y="126"/>
                    </a:lnTo>
                    <a:lnTo>
                      <a:pt x="1128" y="108"/>
                    </a:lnTo>
                    <a:lnTo>
                      <a:pt x="1128" y="84"/>
                    </a:lnTo>
                    <a:lnTo>
                      <a:pt x="1116" y="78"/>
                    </a:lnTo>
                    <a:lnTo>
                      <a:pt x="1110" y="72"/>
                    </a:lnTo>
                    <a:lnTo>
                      <a:pt x="1098" y="66"/>
                    </a:lnTo>
                    <a:lnTo>
                      <a:pt x="1092" y="60"/>
                    </a:lnTo>
                    <a:lnTo>
                      <a:pt x="1080" y="60"/>
                    </a:lnTo>
                    <a:lnTo>
                      <a:pt x="1086" y="42"/>
                    </a:lnTo>
                    <a:lnTo>
                      <a:pt x="1062" y="42"/>
                    </a:lnTo>
                    <a:lnTo>
                      <a:pt x="1044" y="18"/>
                    </a:lnTo>
                    <a:lnTo>
                      <a:pt x="1050" y="0"/>
                    </a:lnTo>
                    <a:lnTo>
                      <a:pt x="1020" y="18"/>
                    </a:lnTo>
                    <a:lnTo>
                      <a:pt x="1044" y="54"/>
                    </a:lnTo>
                    <a:lnTo>
                      <a:pt x="1032" y="90"/>
                    </a:lnTo>
                    <a:lnTo>
                      <a:pt x="1056" y="102"/>
                    </a:lnTo>
                    <a:lnTo>
                      <a:pt x="1044" y="108"/>
                    </a:lnTo>
                    <a:lnTo>
                      <a:pt x="1044" y="126"/>
                    </a:lnTo>
                    <a:lnTo>
                      <a:pt x="1068" y="132"/>
                    </a:lnTo>
                    <a:lnTo>
                      <a:pt x="1044" y="150"/>
                    </a:lnTo>
                    <a:lnTo>
                      <a:pt x="1062" y="156"/>
                    </a:lnTo>
                    <a:lnTo>
                      <a:pt x="1062" y="168"/>
                    </a:lnTo>
                    <a:lnTo>
                      <a:pt x="1056" y="174"/>
                    </a:lnTo>
                    <a:lnTo>
                      <a:pt x="1056" y="192"/>
                    </a:lnTo>
                    <a:lnTo>
                      <a:pt x="1068" y="198"/>
                    </a:lnTo>
                    <a:lnTo>
                      <a:pt x="1074" y="204"/>
                    </a:lnTo>
                    <a:lnTo>
                      <a:pt x="1056" y="210"/>
                    </a:lnTo>
                    <a:lnTo>
                      <a:pt x="1044" y="222"/>
                    </a:lnTo>
                    <a:lnTo>
                      <a:pt x="1062" y="234"/>
                    </a:lnTo>
                    <a:lnTo>
                      <a:pt x="1038" y="258"/>
                    </a:lnTo>
                    <a:lnTo>
                      <a:pt x="1032" y="270"/>
                    </a:lnTo>
                    <a:lnTo>
                      <a:pt x="1026" y="276"/>
                    </a:lnTo>
                    <a:lnTo>
                      <a:pt x="1026" y="288"/>
                    </a:lnTo>
                    <a:lnTo>
                      <a:pt x="1038" y="300"/>
                    </a:lnTo>
                    <a:lnTo>
                      <a:pt x="1026" y="300"/>
                    </a:lnTo>
                    <a:lnTo>
                      <a:pt x="1014" y="306"/>
                    </a:lnTo>
                    <a:lnTo>
                      <a:pt x="1002" y="306"/>
                    </a:lnTo>
                    <a:lnTo>
                      <a:pt x="978" y="318"/>
                    </a:lnTo>
                    <a:lnTo>
                      <a:pt x="948" y="348"/>
                    </a:lnTo>
                    <a:lnTo>
                      <a:pt x="930" y="360"/>
                    </a:lnTo>
                    <a:lnTo>
                      <a:pt x="894" y="372"/>
                    </a:lnTo>
                    <a:lnTo>
                      <a:pt x="870" y="384"/>
                    </a:lnTo>
                    <a:lnTo>
                      <a:pt x="858" y="396"/>
                    </a:lnTo>
                    <a:lnTo>
                      <a:pt x="858" y="432"/>
                    </a:lnTo>
                    <a:lnTo>
                      <a:pt x="864" y="444"/>
                    </a:lnTo>
                    <a:lnTo>
                      <a:pt x="870" y="450"/>
                    </a:lnTo>
                    <a:lnTo>
                      <a:pt x="870" y="456"/>
                    </a:lnTo>
                    <a:lnTo>
                      <a:pt x="924" y="456"/>
                    </a:lnTo>
                    <a:lnTo>
                      <a:pt x="924" y="474"/>
                    </a:lnTo>
                    <a:lnTo>
                      <a:pt x="918" y="486"/>
                    </a:lnTo>
                    <a:lnTo>
                      <a:pt x="918" y="522"/>
                    </a:lnTo>
                    <a:lnTo>
                      <a:pt x="894" y="534"/>
                    </a:lnTo>
                    <a:lnTo>
                      <a:pt x="882" y="534"/>
                    </a:lnTo>
                    <a:lnTo>
                      <a:pt x="864" y="540"/>
                    </a:lnTo>
                    <a:lnTo>
                      <a:pt x="852" y="546"/>
                    </a:lnTo>
                    <a:lnTo>
                      <a:pt x="852" y="558"/>
                    </a:lnTo>
                    <a:lnTo>
                      <a:pt x="840" y="570"/>
                    </a:lnTo>
                    <a:lnTo>
                      <a:pt x="852" y="576"/>
                    </a:lnTo>
                    <a:lnTo>
                      <a:pt x="858" y="582"/>
                    </a:lnTo>
                    <a:lnTo>
                      <a:pt x="876" y="588"/>
                    </a:lnTo>
                    <a:lnTo>
                      <a:pt x="888" y="588"/>
                    </a:lnTo>
                    <a:lnTo>
                      <a:pt x="912" y="576"/>
                    </a:lnTo>
                    <a:lnTo>
                      <a:pt x="924" y="558"/>
                    </a:lnTo>
                    <a:lnTo>
                      <a:pt x="972" y="510"/>
                    </a:lnTo>
                    <a:lnTo>
                      <a:pt x="996" y="498"/>
                    </a:lnTo>
                    <a:lnTo>
                      <a:pt x="1014" y="492"/>
                    </a:lnTo>
                    <a:lnTo>
                      <a:pt x="1026" y="486"/>
                    </a:lnTo>
                    <a:lnTo>
                      <a:pt x="1032" y="480"/>
                    </a:lnTo>
                    <a:lnTo>
                      <a:pt x="1038" y="480"/>
                    </a:lnTo>
                    <a:lnTo>
                      <a:pt x="1044" y="474"/>
                    </a:lnTo>
                    <a:lnTo>
                      <a:pt x="1050" y="462"/>
                    </a:lnTo>
                    <a:lnTo>
                      <a:pt x="1056" y="462"/>
                    </a:lnTo>
                    <a:lnTo>
                      <a:pt x="1062" y="456"/>
                    </a:lnTo>
                    <a:lnTo>
                      <a:pt x="1074" y="450"/>
                    </a:lnTo>
                    <a:lnTo>
                      <a:pt x="1080" y="444"/>
                    </a:lnTo>
                    <a:lnTo>
                      <a:pt x="1080" y="420"/>
                    </a:lnTo>
                    <a:lnTo>
                      <a:pt x="1074" y="414"/>
                    </a:lnTo>
                    <a:lnTo>
                      <a:pt x="1080" y="414"/>
                    </a:lnTo>
                    <a:lnTo>
                      <a:pt x="1086" y="408"/>
                    </a:lnTo>
                    <a:lnTo>
                      <a:pt x="1110" y="396"/>
                    </a:lnTo>
                    <a:lnTo>
                      <a:pt x="1140" y="396"/>
                    </a:lnTo>
                    <a:lnTo>
                      <a:pt x="1152" y="402"/>
                    </a:lnTo>
                    <a:lnTo>
                      <a:pt x="1164" y="402"/>
                    </a:lnTo>
                    <a:lnTo>
                      <a:pt x="1176" y="390"/>
                    </a:lnTo>
                    <a:lnTo>
                      <a:pt x="1176" y="360"/>
                    </a:lnTo>
                    <a:lnTo>
                      <a:pt x="1200" y="360"/>
                    </a:lnTo>
                    <a:lnTo>
                      <a:pt x="1212" y="354"/>
                    </a:lnTo>
                    <a:lnTo>
                      <a:pt x="1218" y="354"/>
                    </a:lnTo>
                    <a:lnTo>
                      <a:pt x="1224" y="348"/>
                    </a:lnTo>
                    <a:lnTo>
                      <a:pt x="1224" y="3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6" name="Newfoundland" descr="© INSCALE GmbH, 05.05.2010&#10;http://www.presentationload.com/">
                <a:extLst>
                  <a:ext uri="{FF2B5EF4-FFF2-40B4-BE49-F238E27FC236}">
                    <a16:creationId xmlns:a16="http://schemas.microsoft.com/office/drawing/2014/main" id="{16C16F1F-3C68-A773-E9DE-C85C205F5741}"/>
                  </a:ext>
                </a:extLst>
              </p:cNvPr>
              <p:cNvSpPr>
                <a:spLocks/>
              </p:cNvSpPr>
              <p:nvPr/>
            </p:nvSpPr>
            <p:spPr bwMode="gray">
              <a:xfrm>
                <a:off x="2855303" y="1653087"/>
                <a:ext cx="161579" cy="145273"/>
              </a:xfrm>
              <a:custGeom>
                <a:avLst/>
                <a:gdLst>
                  <a:gd name="T0" fmla="*/ 2147483647 w 426"/>
                  <a:gd name="T1" fmla="*/ 2147483647 h 384"/>
                  <a:gd name="T2" fmla="*/ 2147483647 w 426"/>
                  <a:gd name="T3" fmla="*/ 2147483647 h 384"/>
                  <a:gd name="T4" fmla="*/ 2147483647 w 426"/>
                  <a:gd name="T5" fmla="*/ 0 h 384"/>
                  <a:gd name="T6" fmla="*/ 2147483647 w 426"/>
                  <a:gd name="T7" fmla="*/ 2147483647 h 384"/>
                  <a:gd name="T8" fmla="*/ 2147483647 w 426"/>
                  <a:gd name="T9" fmla="*/ 2147483647 h 384"/>
                  <a:gd name="T10" fmla="*/ 2147483647 w 426"/>
                  <a:gd name="T11" fmla="*/ 2147483647 h 384"/>
                  <a:gd name="T12" fmla="*/ 2147483647 w 426"/>
                  <a:gd name="T13" fmla="*/ 2147483647 h 384"/>
                  <a:gd name="T14" fmla="*/ 2147483647 w 426"/>
                  <a:gd name="T15" fmla="*/ 2147483647 h 384"/>
                  <a:gd name="T16" fmla="*/ 2147483647 w 426"/>
                  <a:gd name="T17" fmla="*/ 2147483647 h 384"/>
                  <a:gd name="T18" fmla="*/ 2147483647 w 426"/>
                  <a:gd name="T19" fmla="*/ 2147483647 h 384"/>
                  <a:gd name="T20" fmla="*/ 2147483647 w 426"/>
                  <a:gd name="T21" fmla="*/ 2147483647 h 384"/>
                  <a:gd name="T22" fmla="*/ 2147483647 w 426"/>
                  <a:gd name="T23" fmla="*/ 2147483647 h 384"/>
                  <a:gd name="T24" fmla="*/ 2147483647 w 426"/>
                  <a:gd name="T25" fmla="*/ 2147483647 h 384"/>
                  <a:gd name="T26" fmla="*/ 2147483647 w 426"/>
                  <a:gd name="T27" fmla="*/ 2147483647 h 384"/>
                  <a:gd name="T28" fmla="*/ 2147483647 w 426"/>
                  <a:gd name="T29" fmla="*/ 2147483647 h 384"/>
                  <a:gd name="T30" fmla="*/ 2147483647 w 426"/>
                  <a:gd name="T31" fmla="*/ 2147483647 h 384"/>
                  <a:gd name="T32" fmla="*/ 2147483647 w 426"/>
                  <a:gd name="T33" fmla="*/ 2147483647 h 384"/>
                  <a:gd name="T34" fmla="*/ 2147483647 w 426"/>
                  <a:gd name="T35" fmla="*/ 2147483647 h 384"/>
                  <a:gd name="T36" fmla="*/ 2147483647 w 426"/>
                  <a:gd name="T37" fmla="*/ 2147483647 h 384"/>
                  <a:gd name="T38" fmla="*/ 2147483647 w 426"/>
                  <a:gd name="T39" fmla="*/ 2147483647 h 384"/>
                  <a:gd name="T40" fmla="*/ 2147483647 w 426"/>
                  <a:gd name="T41" fmla="*/ 2147483647 h 384"/>
                  <a:gd name="T42" fmla="*/ 2147483647 w 426"/>
                  <a:gd name="T43" fmla="*/ 2147483647 h 384"/>
                  <a:gd name="T44" fmla="*/ 2147483647 w 426"/>
                  <a:gd name="T45" fmla="*/ 2147483647 h 384"/>
                  <a:gd name="T46" fmla="*/ 2147483647 w 426"/>
                  <a:gd name="T47" fmla="*/ 2147483647 h 384"/>
                  <a:gd name="T48" fmla="*/ 2147483647 w 426"/>
                  <a:gd name="T49" fmla="*/ 2147483647 h 384"/>
                  <a:gd name="T50" fmla="*/ 2147483647 w 426"/>
                  <a:gd name="T51" fmla="*/ 2147483647 h 384"/>
                  <a:gd name="T52" fmla="*/ 2147483647 w 426"/>
                  <a:gd name="T53" fmla="*/ 2147483647 h 384"/>
                  <a:gd name="T54" fmla="*/ 2147483647 w 426"/>
                  <a:gd name="T55" fmla="*/ 2147483647 h 384"/>
                  <a:gd name="T56" fmla="*/ 2147483647 w 426"/>
                  <a:gd name="T57" fmla="*/ 2147483647 h 384"/>
                  <a:gd name="T58" fmla="*/ 2147483647 w 426"/>
                  <a:gd name="T59" fmla="*/ 2147483647 h 384"/>
                  <a:gd name="T60" fmla="*/ 2147483647 w 426"/>
                  <a:gd name="T61" fmla="*/ 2147483647 h 384"/>
                  <a:gd name="T62" fmla="*/ 2147483647 w 426"/>
                  <a:gd name="T63" fmla="*/ 2147483647 h 384"/>
                  <a:gd name="T64" fmla="*/ 2147483647 w 426"/>
                  <a:gd name="T65" fmla="*/ 2147483647 h 384"/>
                  <a:gd name="T66" fmla="*/ 2147483647 w 426"/>
                  <a:gd name="T67" fmla="*/ 2147483647 h 384"/>
                  <a:gd name="T68" fmla="*/ 2147483647 w 426"/>
                  <a:gd name="T69" fmla="*/ 2147483647 h 384"/>
                  <a:gd name="T70" fmla="*/ 2147483647 w 426"/>
                  <a:gd name="T71" fmla="*/ 2147483647 h 384"/>
                  <a:gd name="T72" fmla="*/ 2147483647 w 426"/>
                  <a:gd name="T73" fmla="*/ 2147483647 h 384"/>
                  <a:gd name="T74" fmla="*/ 2147483647 w 426"/>
                  <a:gd name="T75" fmla="*/ 2147483647 h 384"/>
                  <a:gd name="T76" fmla="*/ 2147483647 w 426"/>
                  <a:gd name="T77" fmla="*/ 2147483647 h 384"/>
                  <a:gd name="T78" fmla="*/ 2147483647 w 426"/>
                  <a:gd name="T79" fmla="*/ 2147483647 h 384"/>
                  <a:gd name="T80" fmla="*/ 2147483647 w 426"/>
                  <a:gd name="T81" fmla="*/ 2147483647 h 384"/>
                  <a:gd name="T82" fmla="*/ 2147483647 w 426"/>
                  <a:gd name="T83" fmla="*/ 2147483647 h 3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6"/>
                  <a:gd name="T127" fmla="*/ 0 h 384"/>
                  <a:gd name="T128" fmla="*/ 426 w 426"/>
                  <a:gd name="T129" fmla="*/ 384 h 3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6" h="384">
                    <a:moveTo>
                      <a:pt x="258" y="18"/>
                    </a:moveTo>
                    <a:lnTo>
                      <a:pt x="270" y="12"/>
                    </a:lnTo>
                    <a:lnTo>
                      <a:pt x="276" y="12"/>
                    </a:lnTo>
                    <a:lnTo>
                      <a:pt x="294" y="6"/>
                    </a:lnTo>
                    <a:lnTo>
                      <a:pt x="306" y="0"/>
                    </a:lnTo>
                    <a:lnTo>
                      <a:pt x="330" y="0"/>
                    </a:lnTo>
                    <a:lnTo>
                      <a:pt x="342" y="6"/>
                    </a:lnTo>
                    <a:lnTo>
                      <a:pt x="342" y="18"/>
                    </a:lnTo>
                    <a:lnTo>
                      <a:pt x="336" y="24"/>
                    </a:lnTo>
                    <a:lnTo>
                      <a:pt x="312" y="42"/>
                    </a:lnTo>
                    <a:lnTo>
                      <a:pt x="312" y="48"/>
                    </a:lnTo>
                    <a:lnTo>
                      <a:pt x="306" y="54"/>
                    </a:lnTo>
                    <a:lnTo>
                      <a:pt x="300" y="72"/>
                    </a:lnTo>
                    <a:lnTo>
                      <a:pt x="276" y="96"/>
                    </a:lnTo>
                    <a:lnTo>
                      <a:pt x="258" y="102"/>
                    </a:lnTo>
                    <a:lnTo>
                      <a:pt x="246" y="102"/>
                    </a:lnTo>
                    <a:lnTo>
                      <a:pt x="210" y="150"/>
                    </a:lnTo>
                    <a:lnTo>
                      <a:pt x="210" y="174"/>
                    </a:lnTo>
                    <a:lnTo>
                      <a:pt x="234" y="156"/>
                    </a:lnTo>
                    <a:lnTo>
                      <a:pt x="264" y="108"/>
                    </a:lnTo>
                    <a:lnTo>
                      <a:pt x="282" y="126"/>
                    </a:lnTo>
                    <a:lnTo>
                      <a:pt x="306" y="138"/>
                    </a:lnTo>
                    <a:lnTo>
                      <a:pt x="294" y="168"/>
                    </a:lnTo>
                    <a:lnTo>
                      <a:pt x="324" y="168"/>
                    </a:lnTo>
                    <a:lnTo>
                      <a:pt x="330" y="192"/>
                    </a:lnTo>
                    <a:lnTo>
                      <a:pt x="384" y="162"/>
                    </a:lnTo>
                    <a:lnTo>
                      <a:pt x="402" y="174"/>
                    </a:lnTo>
                    <a:lnTo>
                      <a:pt x="396" y="180"/>
                    </a:lnTo>
                    <a:lnTo>
                      <a:pt x="390" y="192"/>
                    </a:lnTo>
                    <a:lnTo>
                      <a:pt x="378" y="204"/>
                    </a:lnTo>
                    <a:lnTo>
                      <a:pt x="372" y="204"/>
                    </a:lnTo>
                    <a:lnTo>
                      <a:pt x="384" y="204"/>
                    </a:lnTo>
                    <a:lnTo>
                      <a:pt x="396" y="210"/>
                    </a:lnTo>
                    <a:lnTo>
                      <a:pt x="408" y="210"/>
                    </a:lnTo>
                    <a:lnTo>
                      <a:pt x="408" y="216"/>
                    </a:lnTo>
                    <a:lnTo>
                      <a:pt x="396" y="240"/>
                    </a:lnTo>
                    <a:lnTo>
                      <a:pt x="384" y="252"/>
                    </a:lnTo>
                    <a:lnTo>
                      <a:pt x="378" y="264"/>
                    </a:lnTo>
                    <a:lnTo>
                      <a:pt x="366" y="276"/>
                    </a:lnTo>
                    <a:lnTo>
                      <a:pt x="360" y="288"/>
                    </a:lnTo>
                    <a:lnTo>
                      <a:pt x="354" y="294"/>
                    </a:lnTo>
                    <a:lnTo>
                      <a:pt x="390" y="294"/>
                    </a:lnTo>
                    <a:lnTo>
                      <a:pt x="354" y="312"/>
                    </a:lnTo>
                    <a:lnTo>
                      <a:pt x="384" y="312"/>
                    </a:lnTo>
                    <a:lnTo>
                      <a:pt x="420" y="300"/>
                    </a:lnTo>
                    <a:lnTo>
                      <a:pt x="426" y="324"/>
                    </a:lnTo>
                    <a:lnTo>
                      <a:pt x="360" y="384"/>
                    </a:lnTo>
                    <a:lnTo>
                      <a:pt x="318" y="378"/>
                    </a:lnTo>
                    <a:lnTo>
                      <a:pt x="336" y="354"/>
                    </a:lnTo>
                    <a:lnTo>
                      <a:pt x="306" y="360"/>
                    </a:lnTo>
                    <a:lnTo>
                      <a:pt x="300" y="348"/>
                    </a:lnTo>
                    <a:lnTo>
                      <a:pt x="228" y="360"/>
                    </a:lnTo>
                    <a:lnTo>
                      <a:pt x="192" y="354"/>
                    </a:lnTo>
                    <a:lnTo>
                      <a:pt x="186" y="348"/>
                    </a:lnTo>
                    <a:lnTo>
                      <a:pt x="228" y="336"/>
                    </a:lnTo>
                    <a:lnTo>
                      <a:pt x="234" y="330"/>
                    </a:lnTo>
                    <a:lnTo>
                      <a:pt x="234" y="324"/>
                    </a:lnTo>
                    <a:lnTo>
                      <a:pt x="228" y="324"/>
                    </a:lnTo>
                    <a:lnTo>
                      <a:pt x="222" y="318"/>
                    </a:lnTo>
                    <a:lnTo>
                      <a:pt x="198" y="318"/>
                    </a:lnTo>
                    <a:lnTo>
                      <a:pt x="162" y="312"/>
                    </a:lnTo>
                    <a:lnTo>
                      <a:pt x="126" y="300"/>
                    </a:lnTo>
                    <a:lnTo>
                      <a:pt x="96" y="294"/>
                    </a:lnTo>
                    <a:lnTo>
                      <a:pt x="78" y="294"/>
                    </a:lnTo>
                    <a:lnTo>
                      <a:pt x="72" y="300"/>
                    </a:lnTo>
                    <a:lnTo>
                      <a:pt x="48" y="300"/>
                    </a:lnTo>
                    <a:lnTo>
                      <a:pt x="36" y="306"/>
                    </a:lnTo>
                    <a:lnTo>
                      <a:pt x="24" y="306"/>
                    </a:lnTo>
                    <a:lnTo>
                      <a:pt x="12" y="300"/>
                    </a:lnTo>
                    <a:lnTo>
                      <a:pt x="6" y="294"/>
                    </a:lnTo>
                    <a:lnTo>
                      <a:pt x="18" y="282"/>
                    </a:lnTo>
                    <a:lnTo>
                      <a:pt x="24" y="282"/>
                    </a:lnTo>
                    <a:lnTo>
                      <a:pt x="30" y="276"/>
                    </a:lnTo>
                    <a:lnTo>
                      <a:pt x="42" y="276"/>
                    </a:lnTo>
                    <a:lnTo>
                      <a:pt x="30" y="276"/>
                    </a:lnTo>
                    <a:lnTo>
                      <a:pt x="12" y="270"/>
                    </a:lnTo>
                    <a:lnTo>
                      <a:pt x="0" y="258"/>
                    </a:lnTo>
                    <a:lnTo>
                      <a:pt x="6" y="252"/>
                    </a:lnTo>
                    <a:lnTo>
                      <a:pt x="18" y="252"/>
                    </a:lnTo>
                    <a:lnTo>
                      <a:pt x="54" y="234"/>
                    </a:lnTo>
                    <a:lnTo>
                      <a:pt x="60" y="228"/>
                    </a:lnTo>
                    <a:lnTo>
                      <a:pt x="66" y="228"/>
                    </a:lnTo>
                    <a:lnTo>
                      <a:pt x="204" y="90"/>
                    </a:lnTo>
                    <a:lnTo>
                      <a:pt x="258"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7" name="Netherlands" descr="© INSCALE GmbH, 05.05.2010&#10;http://www.presentationload.com/">
                <a:extLst>
                  <a:ext uri="{FF2B5EF4-FFF2-40B4-BE49-F238E27FC236}">
                    <a16:creationId xmlns:a16="http://schemas.microsoft.com/office/drawing/2014/main" id="{1594AAD4-2214-6884-A64C-68D72FABC02A}"/>
                  </a:ext>
                </a:extLst>
              </p:cNvPr>
              <p:cNvSpPr>
                <a:spLocks/>
              </p:cNvSpPr>
              <p:nvPr/>
            </p:nvSpPr>
            <p:spPr bwMode="gray">
              <a:xfrm>
                <a:off x="4340640" y="1595275"/>
                <a:ext cx="102284" cy="80048"/>
              </a:xfrm>
              <a:custGeom>
                <a:avLst/>
                <a:gdLst>
                  <a:gd name="T0" fmla="*/ 0 w 270"/>
                  <a:gd name="T1" fmla="*/ 2147483647 h 210"/>
                  <a:gd name="T2" fmla="*/ 2147483647 w 270"/>
                  <a:gd name="T3" fmla="*/ 2147483647 h 210"/>
                  <a:gd name="T4" fmla="*/ 2147483647 w 270"/>
                  <a:gd name="T5" fmla="*/ 2147483647 h 210"/>
                  <a:gd name="T6" fmla="*/ 2147483647 w 270"/>
                  <a:gd name="T7" fmla="*/ 2147483647 h 210"/>
                  <a:gd name="T8" fmla="*/ 2147483647 w 270"/>
                  <a:gd name="T9" fmla="*/ 2147483647 h 210"/>
                  <a:gd name="T10" fmla="*/ 2147483647 w 270"/>
                  <a:gd name="T11" fmla="*/ 2147483647 h 210"/>
                  <a:gd name="T12" fmla="*/ 2147483647 w 270"/>
                  <a:gd name="T13" fmla="*/ 2147483647 h 210"/>
                  <a:gd name="T14" fmla="*/ 2147483647 w 270"/>
                  <a:gd name="T15" fmla="*/ 2147483647 h 210"/>
                  <a:gd name="T16" fmla="*/ 2147483647 w 270"/>
                  <a:gd name="T17" fmla="*/ 2147483647 h 210"/>
                  <a:gd name="T18" fmla="*/ 2147483647 w 270"/>
                  <a:gd name="T19" fmla="*/ 2147483647 h 210"/>
                  <a:gd name="T20" fmla="*/ 2147483647 w 270"/>
                  <a:gd name="T21" fmla="*/ 2147483647 h 210"/>
                  <a:gd name="T22" fmla="*/ 2147483647 w 270"/>
                  <a:gd name="T23" fmla="*/ 2147483647 h 210"/>
                  <a:gd name="T24" fmla="*/ 2147483647 w 270"/>
                  <a:gd name="T25" fmla="*/ 2147483647 h 210"/>
                  <a:gd name="T26" fmla="*/ 2147483647 w 270"/>
                  <a:gd name="T27" fmla="*/ 2147483647 h 210"/>
                  <a:gd name="T28" fmla="*/ 2147483647 w 270"/>
                  <a:gd name="T29" fmla="*/ 2147483647 h 210"/>
                  <a:gd name="T30" fmla="*/ 2147483647 w 270"/>
                  <a:gd name="T31" fmla="*/ 2147483647 h 210"/>
                  <a:gd name="T32" fmla="*/ 2147483647 w 270"/>
                  <a:gd name="T33" fmla="*/ 2147483647 h 210"/>
                  <a:gd name="T34" fmla="*/ 2147483647 w 270"/>
                  <a:gd name="T35" fmla="*/ 2147483647 h 210"/>
                  <a:gd name="T36" fmla="*/ 2147483647 w 270"/>
                  <a:gd name="T37" fmla="*/ 2147483647 h 210"/>
                  <a:gd name="T38" fmla="*/ 2147483647 w 270"/>
                  <a:gd name="T39" fmla="*/ 2147483647 h 210"/>
                  <a:gd name="T40" fmla="*/ 2147483647 w 270"/>
                  <a:gd name="T41" fmla="*/ 2147483647 h 210"/>
                  <a:gd name="T42" fmla="*/ 2147483647 w 270"/>
                  <a:gd name="T43" fmla="*/ 2147483647 h 210"/>
                  <a:gd name="T44" fmla="*/ 2147483647 w 270"/>
                  <a:gd name="T45" fmla="*/ 2147483647 h 210"/>
                  <a:gd name="T46" fmla="*/ 2147483647 w 270"/>
                  <a:gd name="T47" fmla="*/ 2147483647 h 210"/>
                  <a:gd name="T48" fmla="*/ 2147483647 w 270"/>
                  <a:gd name="T49" fmla="*/ 2147483647 h 210"/>
                  <a:gd name="T50" fmla="*/ 2147483647 w 270"/>
                  <a:gd name="T51" fmla="*/ 2147483647 h 210"/>
                  <a:gd name="T52" fmla="*/ 2147483647 w 270"/>
                  <a:gd name="T53" fmla="*/ 2147483647 h 210"/>
                  <a:gd name="T54" fmla="*/ 2147483647 w 270"/>
                  <a:gd name="T55" fmla="*/ 2147483647 h 210"/>
                  <a:gd name="T56" fmla="*/ 2147483647 w 270"/>
                  <a:gd name="T57" fmla="*/ 2147483647 h 210"/>
                  <a:gd name="T58" fmla="*/ 2147483647 w 270"/>
                  <a:gd name="T59" fmla="*/ 0 h 210"/>
                  <a:gd name="T60" fmla="*/ 2147483647 w 270"/>
                  <a:gd name="T61" fmla="*/ 2147483647 h 210"/>
                  <a:gd name="T62" fmla="*/ 2147483647 w 270"/>
                  <a:gd name="T63" fmla="*/ 2147483647 h 210"/>
                  <a:gd name="T64" fmla="*/ 2147483647 w 270"/>
                  <a:gd name="T65" fmla="*/ 2147483647 h 210"/>
                  <a:gd name="T66" fmla="*/ 2147483647 w 270"/>
                  <a:gd name="T67" fmla="*/ 2147483647 h 210"/>
                  <a:gd name="T68" fmla="*/ 2147483647 w 270"/>
                  <a:gd name="T69" fmla="*/ 2147483647 h 210"/>
                  <a:gd name="T70" fmla="*/ 2147483647 w 270"/>
                  <a:gd name="T71" fmla="*/ 2147483647 h 210"/>
                  <a:gd name="T72" fmla="*/ 2147483647 w 270"/>
                  <a:gd name="T73" fmla="*/ 2147483647 h 210"/>
                  <a:gd name="T74" fmla="*/ 2147483647 w 270"/>
                  <a:gd name="T75" fmla="*/ 2147483647 h 210"/>
                  <a:gd name="T76" fmla="*/ 2147483647 w 270"/>
                  <a:gd name="T77" fmla="*/ 2147483647 h 210"/>
                  <a:gd name="T78" fmla="*/ 2147483647 w 270"/>
                  <a:gd name="T79" fmla="*/ 2147483647 h 210"/>
                  <a:gd name="T80" fmla="*/ 2147483647 w 270"/>
                  <a:gd name="T81" fmla="*/ 2147483647 h 210"/>
                  <a:gd name="T82" fmla="*/ 2147483647 w 270"/>
                  <a:gd name="T83" fmla="*/ 2147483647 h 210"/>
                  <a:gd name="T84" fmla="*/ 2147483647 w 270"/>
                  <a:gd name="T85" fmla="*/ 2147483647 h 210"/>
                  <a:gd name="T86" fmla="*/ 2147483647 w 270"/>
                  <a:gd name="T87" fmla="*/ 2147483647 h 210"/>
                  <a:gd name="T88" fmla="*/ 2147483647 w 270"/>
                  <a:gd name="T89" fmla="*/ 2147483647 h 21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270"/>
                  <a:gd name="T136" fmla="*/ 0 h 210"/>
                  <a:gd name="T137" fmla="*/ 270 w 270"/>
                  <a:gd name="T138" fmla="*/ 210 h 21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270" h="210">
                    <a:moveTo>
                      <a:pt x="18" y="156"/>
                    </a:moveTo>
                    <a:lnTo>
                      <a:pt x="0" y="174"/>
                    </a:lnTo>
                    <a:lnTo>
                      <a:pt x="12" y="162"/>
                    </a:lnTo>
                    <a:lnTo>
                      <a:pt x="24" y="162"/>
                    </a:lnTo>
                    <a:lnTo>
                      <a:pt x="30" y="168"/>
                    </a:lnTo>
                    <a:lnTo>
                      <a:pt x="54" y="168"/>
                    </a:lnTo>
                    <a:lnTo>
                      <a:pt x="60" y="174"/>
                    </a:lnTo>
                    <a:lnTo>
                      <a:pt x="66" y="162"/>
                    </a:lnTo>
                    <a:lnTo>
                      <a:pt x="84" y="168"/>
                    </a:lnTo>
                    <a:lnTo>
                      <a:pt x="84" y="156"/>
                    </a:lnTo>
                    <a:lnTo>
                      <a:pt x="96" y="162"/>
                    </a:lnTo>
                    <a:lnTo>
                      <a:pt x="96" y="156"/>
                    </a:lnTo>
                    <a:lnTo>
                      <a:pt x="132" y="156"/>
                    </a:lnTo>
                    <a:lnTo>
                      <a:pt x="132" y="168"/>
                    </a:lnTo>
                    <a:lnTo>
                      <a:pt x="138" y="174"/>
                    </a:lnTo>
                    <a:lnTo>
                      <a:pt x="150" y="174"/>
                    </a:lnTo>
                    <a:lnTo>
                      <a:pt x="162" y="168"/>
                    </a:lnTo>
                    <a:lnTo>
                      <a:pt x="168" y="168"/>
                    </a:lnTo>
                    <a:lnTo>
                      <a:pt x="174" y="174"/>
                    </a:lnTo>
                    <a:lnTo>
                      <a:pt x="174" y="192"/>
                    </a:lnTo>
                    <a:lnTo>
                      <a:pt x="168" y="198"/>
                    </a:lnTo>
                    <a:lnTo>
                      <a:pt x="168" y="210"/>
                    </a:lnTo>
                    <a:lnTo>
                      <a:pt x="180" y="210"/>
                    </a:lnTo>
                    <a:lnTo>
                      <a:pt x="180" y="198"/>
                    </a:lnTo>
                    <a:lnTo>
                      <a:pt x="186" y="192"/>
                    </a:lnTo>
                    <a:lnTo>
                      <a:pt x="186" y="180"/>
                    </a:lnTo>
                    <a:lnTo>
                      <a:pt x="180" y="174"/>
                    </a:lnTo>
                    <a:lnTo>
                      <a:pt x="186" y="168"/>
                    </a:lnTo>
                    <a:lnTo>
                      <a:pt x="198" y="162"/>
                    </a:lnTo>
                    <a:lnTo>
                      <a:pt x="198" y="156"/>
                    </a:lnTo>
                    <a:lnTo>
                      <a:pt x="192" y="150"/>
                    </a:lnTo>
                    <a:lnTo>
                      <a:pt x="192" y="144"/>
                    </a:lnTo>
                    <a:lnTo>
                      <a:pt x="186" y="120"/>
                    </a:lnTo>
                    <a:lnTo>
                      <a:pt x="192" y="120"/>
                    </a:lnTo>
                    <a:lnTo>
                      <a:pt x="198" y="126"/>
                    </a:lnTo>
                    <a:lnTo>
                      <a:pt x="222" y="126"/>
                    </a:lnTo>
                    <a:lnTo>
                      <a:pt x="222" y="120"/>
                    </a:lnTo>
                    <a:lnTo>
                      <a:pt x="228" y="114"/>
                    </a:lnTo>
                    <a:lnTo>
                      <a:pt x="234" y="114"/>
                    </a:lnTo>
                    <a:lnTo>
                      <a:pt x="240" y="102"/>
                    </a:lnTo>
                    <a:lnTo>
                      <a:pt x="246" y="96"/>
                    </a:lnTo>
                    <a:lnTo>
                      <a:pt x="252" y="96"/>
                    </a:lnTo>
                    <a:lnTo>
                      <a:pt x="252" y="90"/>
                    </a:lnTo>
                    <a:lnTo>
                      <a:pt x="240" y="78"/>
                    </a:lnTo>
                    <a:lnTo>
                      <a:pt x="234" y="78"/>
                    </a:lnTo>
                    <a:lnTo>
                      <a:pt x="228" y="72"/>
                    </a:lnTo>
                    <a:lnTo>
                      <a:pt x="228" y="66"/>
                    </a:lnTo>
                    <a:lnTo>
                      <a:pt x="234" y="66"/>
                    </a:lnTo>
                    <a:lnTo>
                      <a:pt x="246" y="60"/>
                    </a:lnTo>
                    <a:lnTo>
                      <a:pt x="258" y="60"/>
                    </a:lnTo>
                    <a:lnTo>
                      <a:pt x="252" y="54"/>
                    </a:lnTo>
                    <a:lnTo>
                      <a:pt x="252" y="36"/>
                    </a:lnTo>
                    <a:lnTo>
                      <a:pt x="258" y="36"/>
                    </a:lnTo>
                    <a:lnTo>
                      <a:pt x="270" y="30"/>
                    </a:lnTo>
                    <a:lnTo>
                      <a:pt x="264" y="18"/>
                    </a:lnTo>
                    <a:lnTo>
                      <a:pt x="270" y="12"/>
                    </a:lnTo>
                    <a:lnTo>
                      <a:pt x="264" y="12"/>
                    </a:lnTo>
                    <a:lnTo>
                      <a:pt x="252" y="6"/>
                    </a:lnTo>
                    <a:lnTo>
                      <a:pt x="246" y="6"/>
                    </a:lnTo>
                    <a:lnTo>
                      <a:pt x="234" y="0"/>
                    </a:lnTo>
                    <a:lnTo>
                      <a:pt x="180" y="0"/>
                    </a:lnTo>
                    <a:lnTo>
                      <a:pt x="168" y="12"/>
                    </a:lnTo>
                    <a:lnTo>
                      <a:pt x="156" y="18"/>
                    </a:lnTo>
                    <a:lnTo>
                      <a:pt x="156" y="30"/>
                    </a:lnTo>
                    <a:lnTo>
                      <a:pt x="162" y="36"/>
                    </a:lnTo>
                    <a:lnTo>
                      <a:pt x="162" y="54"/>
                    </a:lnTo>
                    <a:lnTo>
                      <a:pt x="168" y="60"/>
                    </a:lnTo>
                    <a:lnTo>
                      <a:pt x="174" y="60"/>
                    </a:lnTo>
                    <a:lnTo>
                      <a:pt x="180" y="66"/>
                    </a:lnTo>
                    <a:lnTo>
                      <a:pt x="180" y="78"/>
                    </a:lnTo>
                    <a:lnTo>
                      <a:pt x="168" y="84"/>
                    </a:lnTo>
                    <a:lnTo>
                      <a:pt x="162" y="90"/>
                    </a:lnTo>
                    <a:lnTo>
                      <a:pt x="144" y="90"/>
                    </a:lnTo>
                    <a:lnTo>
                      <a:pt x="138" y="84"/>
                    </a:lnTo>
                    <a:lnTo>
                      <a:pt x="138" y="66"/>
                    </a:lnTo>
                    <a:lnTo>
                      <a:pt x="150" y="54"/>
                    </a:lnTo>
                    <a:lnTo>
                      <a:pt x="150" y="36"/>
                    </a:lnTo>
                    <a:lnTo>
                      <a:pt x="144" y="30"/>
                    </a:lnTo>
                    <a:lnTo>
                      <a:pt x="144" y="24"/>
                    </a:lnTo>
                    <a:lnTo>
                      <a:pt x="132" y="36"/>
                    </a:lnTo>
                    <a:lnTo>
                      <a:pt x="120" y="42"/>
                    </a:lnTo>
                    <a:lnTo>
                      <a:pt x="114" y="48"/>
                    </a:lnTo>
                    <a:lnTo>
                      <a:pt x="102" y="54"/>
                    </a:lnTo>
                    <a:lnTo>
                      <a:pt x="96" y="66"/>
                    </a:lnTo>
                    <a:lnTo>
                      <a:pt x="96" y="84"/>
                    </a:lnTo>
                    <a:lnTo>
                      <a:pt x="90" y="90"/>
                    </a:lnTo>
                    <a:lnTo>
                      <a:pt x="90" y="102"/>
                    </a:lnTo>
                    <a:lnTo>
                      <a:pt x="60" y="132"/>
                    </a:lnTo>
                    <a:lnTo>
                      <a:pt x="72" y="144"/>
                    </a:lnTo>
                    <a:lnTo>
                      <a:pt x="42" y="144"/>
                    </a:lnTo>
                    <a:lnTo>
                      <a:pt x="18" y="15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8" name="Nepal" descr="© INSCALE GmbH, 05.05.2010&#10;http://www.presentationload.com/">
                <a:extLst>
                  <a:ext uri="{FF2B5EF4-FFF2-40B4-BE49-F238E27FC236}">
                    <a16:creationId xmlns:a16="http://schemas.microsoft.com/office/drawing/2014/main" id="{E14DD731-EEA3-F940-FBA4-61CB7DD672F3}"/>
                  </a:ext>
                </a:extLst>
              </p:cNvPr>
              <p:cNvSpPr>
                <a:spLocks/>
              </p:cNvSpPr>
              <p:nvPr/>
            </p:nvSpPr>
            <p:spPr bwMode="gray">
              <a:xfrm>
                <a:off x="6327019" y="2287544"/>
                <a:ext cx="222356" cy="124520"/>
              </a:xfrm>
              <a:custGeom>
                <a:avLst/>
                <a:gdLst>
                  <a:gd name="T0" fmla="*/ 2147483647 w 588"/>
                  <a:gd name="T1" fmla="*/ 2147483647 h 330"/>
                  <a:gd name="T2" fmla="*/ 2147483647 w 588"/>
                  <a:gd name="T3" fmla="*/ 2147483647 h 330"/>
                  <a:gd name="T4" fmla="*/ 2147483647 w 588"/>
                  <a:gd name="T5" fmla="*/ 2147483647 h 330"/>
                  <a:gd name="T6" fmla="*/ 2147483647 w 588"/>
                  <a:gd name="T7" fmla="*/ 2147483647 h 330"/>
                  <a:gd name="T8" fmla="*/ 2147483647 w 588"/>
                  <a:gd name="T9" fmla="*/ 2147483647 h 330"/>
                  <a:gd name="T10" fmla="*/ 2147483647 w 588"/>
                  <a:gd name="T11" fmla="*/ 2147483647 h 330"/>
                  <a:gd name="T12" fmla="*/ 2147483647 w 588"/>
                  <a:gd name="T13" fmla="*/ 2147483647 h 330"/>
                  <a:gd name="T14" fmla="*/ 2147483647 w 588"/>
                  <a:gd name="T15" fmla="*/ 2147483647 h 330"/>
                  <a:gd name="T16" fmla="*/ 2147483647 w 588"/>
                  <a:gd name="T17" fmla="*/ 2147483647 h 330"/>
                  <a:gd name="T18" fmla="*/ 2147483647 w 588"/>
                  <a:gd name="T19" fmla="*/ 2147483647 h 330"/>
                  <a:gd name="T20" fmla="*/ 2147483647 w 588"/>
                  <a:gd name="T21" fmla="*/ 2147483647 h 330"/>
                  <a:gd name="T22" fmla="*/ 2147483647 w 588"/>
                  <a:gd name="T23" fmla="*/ 2147483647 h 330"/>
                  <a:gd name="T24" fmla="*/ 2147483647 w 588"/>
                  <a:gd name="T25" fmla="*/ 2147483647 h 330"/>
                  <a:gd name="T26" fmla="*/ 2147483647 w 588"/>
                  <a:gd name="T27" fmla="*/ 2147483647 h 330"/>
                  <a:gd name="T28" fmla="*/ 2147483647 w 588"/>
                  <a:gd name="T29" fmla="*/ 2147483647 h 330"/>
                  <a:gd name="T30" fmla="*/ 2147483647 w 588"/>
                  <a:gd name="T31" fmla="*/ 2147483647 h 330"/>
                  <a:gd name="T32" fmla="*/ 2147483647 w 588"/>
                  <a:gd name="T33" fmla="*/ 2147483647 h 330"/>
                  <a:gd name="T34" fmla="*/ 2147483647 w 588"/>
                  <a:gd name="T35" fmla="*/ 2147483647 h 330"/>
                  <a:gd name="T36" fmla="*/ 2147483647 w 588"/>
                  <a:gd name="T37" fmla="*/ 2147483647 h 330"/>
                  <a:gd name="T38" fmla="*/ 2147483647 w 588"/>
                  <a:gd name="T39" fmla="*/ 2147483647 h 330"/>
                  <a:gd name="T40" fmla="*/ 2147483647 w 588"/>
                  <a:gd name="T41" fmla="*/ 2147483647 h 330"/>
                  <a:gd name="T42" fmla="*/ 2147483647 w 588"/>
                  <a:gd name="T43" fmla="*/ 2147483647 h 330"/>
                  <a:gd name="T44" fmla="*/ 2147483647 w 588"/>
                  <a:gd name="T45" fmla="*/ 2147483647 h 330"/>
                  <a:gd name="T46" fmla="*/ 2147483647 w 588"/>
                  <a:gd name="T47" fmla="*/ 2147483647 h 330"/>
                  <a:gd name="T48" fmla="*/ 2147483647 w 588"/>
                  <a:gd name="T49" fmla="*/ 2147483647 h 330"/>
                  <a:gd name="T50" fmla="*/ 2147483647 w 588"/>
                  <a:gd name="T51" fmla="*/ 2147483647 h 330"/>
                  <a:gd name="T52" fmla="*/ 2147483647 w 588"/>
                  <a:gd name="T53" fmla="*/ 2147483647 h 330"/>
                  <a:gd name="T54" fmla="*/ 2147483647 w 588"/>
                  <a:gd name="T55" fmla="*/ 2147483647 h 330"/>
                  <a:gd name="T56" fmla="*/ 2147483647 w 588"/>
                  <a:gd name="T57" fmla="*/ 2147483647 h 330"/>
                  <a:gd name="T58" fmla="*/ 2147483647 w 588"/>
                  <a:gd name="T59" fmla="*/ 2147483647 h 330"/>
                  <a:gd name="T60" fmla="*/ 2147483647 w 588"/>
                  <a:gd name="T61" fmla="*/ 2147483647 h 330"/>
                  <a:gd name="T62" fmla="*/ 2147483647 w 588"/>
                  <a:gd name="T63" fmla="*/ 2147483647 h 330"/>
                  <a:gd name="T64" fmla="*/ 2147483647 w 588"/>
                  <a:gd name="T65" fmla="*/ 2147483647 h 330"/>
                  <a:gd name="T66" fmla="*/ 2147483647 w 588"/>
                  <a:gd name="T67" fmla="*/ 2147483647 h 330"/>
                  <a:gd name="T68" fmla="*/ 2147483647 w 588"/>
                  <a:gd name="T69" fmla="*/ 2147483647 h 330"/>
                  <a:gd name="T70" fmla="*/ 2147483647 w 588"/>
                  <a:gd name="T71" fmla="*/ 0 h 330"/>
                  <a:gd name="T72" fmla="*/ 2147483647 w 588"/>
                  <a:gd name="T73" fmla="*/ 2147483647 h 330"/>
                  <a:gd name="T74" fmla="*/ 2147483647 w 588"/>
                  <a:gd name="T75" fmla="*/ 2147483647 h 330"/>
                  <a:gd name="T76" fmla="*/ 2147483647 w 588"/>
                  <a:gd name="T77" fmla="*/ 2147483647 h 330"/>
                  <a:gd name="T78" fmla="*/ 2147483647 w 588"/>
                  <a:gd name="T79" fmla="*/ 2147483647 h 330"/>
                  <a:gd name="T80" fmla="*/ 2147483647 w 588"/>
                  <a:gd name="T81" fmla="*/ 2147483647 h 330"/>
                  <a:gd name="T82" fmla="*/ 2147483647 w 588"/>
                  <a:gd name="T83" fmla="*/ 2147483647 h 330"/>
                  <a:gd name="T84" fmla="*/ 0 w 588"/>
                  <a:gd name="T85" fmla="*/ 2147483647 h 330"/>
                  <a:gd name="T86" fmla="*/ 2147483647 w 588"/>
                  <a:gd name="T87" fmla="*/ 2147483647 h 330"/>
                  <a:gd name="T88" fmla="*/ 2147483647 w 588"/>
                  <a:gd name="T89" fmla="*/ 2147483647 h 330"/>
                  <a:gd name="T90" fmla="*/ 2147483647 w 588"/>
                  <a:gd name="T91" fmla="*/ 2147483647 h 330"/>
                  <a:gd name="T92" fmla="*/ 2147483647 w 588"/>
                  <a:gd name="T93" fmla="*/ 2147483647 h 330"/>
                  <a:gd name="T94" fmla="*/ 2147483647 w 588"/>
                  <a:gd name="T95" fmla="*/ 2147483647 h 330"/>
                  <a:gd name="T96" fmla="*/ 2147483647 w 588"/>
                  <a:gd name="T97" fmla="*/ 2147483647 h 330"/>
                  <a:gd name="T98" fmla="*/ 2147483647 w 588"/>
                  <a:gd name="T99" fmla="*/ 2147483647 h 330"/>
                  <a:gd name="T100" fmla="*/ 2147483647 w 588"/>
                  <a:gd name="T101" fmla="*/ 2147483647 h 330"/>
                  <a:gd name="T102" fmla="*/ 2147483647 w 588"/>
                  <a:gd name="T103" fmla="*/ 2147483647 h 330"/>
                  <a:gd name="T104" fmla="*/ 2147483647 w 588"/>
                  <a:gd name="T105" fmla="*/ 2147483647 h 330"/>
                  <a:gd name="T106" fmla="*/ 2147483647 w 588"/>
                  <a:gd name="T107" fmla="*/ 2147483647 h 330"/>
                  <a:gd name="T108" fmla="*/ 2147483647 w 588"/>
                  <a:gd name="T109" fmla="*/ 2147483647 h 33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588"/>
                  <a:gd name="T166" fmla="*/ 0 h 330"/>
                  <a:gd name="T167" fmla="*/ 588 w 588"/>
                  <a:gd name="T168" fmla="*/ 330 h 33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588" h="330">
                    <a:moveTo>
                      <a:pt x="294" y="234"/>
                    </a:moveTo>
                    <a:lnTo>
                      <a:pt x="306" y="246"/>
                    </a:lnTo>
                    <a:lnTo>
                      <a:pt x="306" y="252"/>
                    </a:lnTo>
                    <a:lnTo>
                      <a:pt x="330" y="252"/>
                    </a:lnTo>
                    <a:lnTo>
                      <a:pt x="384" y="306"/>
                    </a:lnTo>
                    <a:lnTo>
                      <a:pt x="402" y="294"/>
                    </a:lnTo>
                    <a:lnTo>
                      <a:pt x="432" y="312"/>
                    </a:lnTo>
                    <a:lnTo>
                      <a:pt x="438" y="306"/>
                    </a:lnTo>
                    <a:lnTo>
                      <a:pt x="456" y="306"/>
                    </a:lnTo>
                    <a:lnTo>
                      <a:pt x="474" y="312"/>
                    </a:lnTo>
                    <a:lnTo>
                      <a:pt x="486" y="318"/>
                    </a:lnTo>
                    <a:lnTo>
                      <a:pt x="492" y="330"/>
                    </a:lnTo>
                    <a:lnTo>
                      <a:pt x="498" y="318"/>
                    </a:lnTo>
                    <a:lnTo>
                      <a:pt x="510" y="312"/>
                    </a:lnTo>
                    <a:lnTo>
                      <a:pt x="516" y="312"/>
                    </a:lnTo>
                    <a:lnTo>
                      <a:pt x="522" y="318"/>
                    </a:lnTo>
                    <a:lnTo>
                      <a:pt x="522" y="330"/>
                    </a:lnTo>
                    <a:lnTo>
                      <a:pt x="588" y="330"/>
                    </a:lnTo>
                    <a:lnTo>
                      <a:pt x="588" y="294"/>
                    </a:lnTo>
                    <a:lnTo>
                      <a:pt x="576" y="270"/>
                    </a:lnTo>
                    <a:lnTo>
                      <a:pt x="576" y="222"/>
                    </a:lnTo>
                    <a:lnTo>
                      <a:pt x="564" y="204"/>
                    </a:lnTo>
                    <a:lnTo>
                      <a:pt x="540" y="216"/>
                    </a:lnTo>
                    <a:lnTo>
                      <a:pt x="522" y="216"/>
                    </a:lnTo>
                    <a:lnTo>
                      <a:pt x="498" y="204"/>
                    </a:lnTo>
                    <a:lnTo>
                      <a:pt x="480" y="198"/>
                    </a:lnTo>
                    <a:lnTo>
                      <a:pt x="474" y="192"/>
                    </a:lnTo>
                    <a:lnTo>
                      <a:pt x="462" y="186"/>
                    </a:lnTo>
                    <a:lnTo>
                      <a:pt x="462" y="192"/>
                    </a:lnTo>
                    <a:lnTo>
                      <a:pt x="456" y="198"/>
                    </a:lnTo>
                    <a:lnTo>
                      <a:pt x="438" y="198"/>
                    </a:lnTo>
                    <a:lnTo>
                      <a:pt x="432" y="192"/>
                    </a:lnTo>
                    <a:lnTo>
                      <a:pt x="432" y="180"/>
                    </a:lnTo>
                    <a:lnTo>
                      <a:pt x="432" y="186"/>
                    </a:lnTo>
                    <a:lnTo>
                      <a:pt x="420" y="198"/>
                    </a:lnTo>
                    <a:lnTo>
                      <a:pt x="408" y="198"/>
                    </a:lnTo>
                    <a:lnTo>
                      <a:pt x="402" y="192"/>
                    </a:lnTo>
                    <a:lnTo>
                      <a:pt x="402" y="174"/>
                    </a:lnTo>
                    <a:lnTo>
                      <a:pt x="396" y="174"/>
                    </a:lnTo>
                    <a:lnTo>
                      <a:pt x="390" y="180"/>
                    </a:lnTo>
                    <a:lnTo>
                      <a:pt x="378" y="180"/>
                    </a:lnTo>
                    <a:lnTo>
                      <a:pt x="360" y="174"/>
                    </a:lnTo>
                    <a:lnTo>
                      <a:pt x="354" y="168"/>
                    </a:lnTo>
                    <a:lnTo>
                      <a:pt x="348" y="168"/>
                    </a:lnTo>
                    <a:lnTo>
                      <a:pt x="348" y="162"/>
                    </a:lnTo>
                    <a:lnTo>
                      <a:pt x="354" y="156"/>
                    </a:lnTo>
                    <a:lnTo>
                      <a:pt x="354" y="150"/>
                    </a:lnTo>
                    <a:lnTo>
                      <a:pt x="348" y="144"/>
                    </a:lnTo>
                    <a:lnTo>
                      <a:pt x="342" y="144"/>
                    </a:lnTo>
                    <a:lnTo>
                      <a:pt x="330" y="150"/>
                    </a:lnTo>
                    <a:lnTo>
                      <a:pt x="324" y="156"/>
                    </a:lnTo>
                    <a:lnTo>
                      <a:pt x="312" y="150"/>
                    </a:lnTo>
                    <a:lnTo>
                      <a:pt x="282" y="120"/>
                    </a:lnTo>
                    <a:lnTo>
                      <a:pt x="282" y="102"/>
                    </a:lnTo>
                    <a:lnTo>
                      <a:pt x="276" y="90"/>
                    </a:lnTo>
                    <a:lnTo>
                      <a:pt x="270" y="84"/>
                    </a:lnTo>
                    <a:lnTo>
                      <a:pt x="258" y="84"/>
                    </a:lnTo>
                    <a:lnTo>
                      <a:pt x="252" y="96"/>
                    </a:lnTo>
                    <a:lnTo>
                      <a:pt x="246" y="102"/>
                    </a:lnTo>
                    <a:lnTo>
                      <a:pt x="246" y="108"/>
                    </a:lnTo>
                    <a:lnTo>
                      <a:pt x="234" y="108"/>
                    </a:lnTo>
                    <a:lnTo>
                      <a:pt x="234" y="96"/>
                    </a:lnTo>
                    <a:lnTo>
                      <a:pt x="228" y="90"/>
                    </a:lnTo>
                    <a:lnTo>
                      <a:pt x="222" y="78"/>
                    </a:lnTo>
                    <a:lnTo>
                      <a:pt x="216" y="72"/>
                    </a:lnTo>
                    <a:lnTo>
                      <a:pt x="210" y="60"/>
                    </a:lnTo>
                    <a:lnTo>
                      <a:pt x="168" y="54"/>
                    </a:lnTo>
                    <a:lnTo>
                      <a:pt x="150" y="36"/>
                    </a:lnTo>
                    <a:lnTo>
                      <a:pt x="138" y="30"/>
                    </a:lnTo>
                    <a:lnTo>
                      <a:pt x="132" y="18"/>
                    </a:lnTo>
                    <a:lnTo>
                      <a:pt x="120" y="6"/>
                    </a:lnTo>
                    <a:lnTo>
                      <a:pt x="108" y="0"/>
                    </a:lnTo>
                    <a:lnTo>
                      <a:pt x="96" y="0"/>
                    </a:lnTo>
                    <a:lnTo>
                      <a:pt x="84" y="6"/>
                    </a:lnTo>
                    <a:lnTo>
                      <a:pt x="78" y="12"/>
                    </a:lnTo>
                    <a:lnTo>
                      <a:pt x="54" y="30"/>
                    </a:lnTo>
                    <a:lnTo>
                      <a:pt x="36" y="12"/>
                    </a:lnTo>
                    <a:lnTo>
                      <a:pt x="30" y="36"/>
                    </a:lnTo>
                    <a:lnTo>
                      <a:pt x="6" y="60"/>
                    </a:lnTo>
                    <a:lnTo>
                      <a:pt x="12" y="72"/>
                    </a:lnTo>
                    <a:lnTo>
                      <a:pt x="6" y="78"/>
                    </a:lnTo>
                    <a:lnTo>
                      <a:pt x="6" y="84"/>
                    </a:lnTo>
                    <a:lnTo>
                      <a:pt x="18" y="96"/>
                    </a:lnTo>
                    <a:lnTo>
                      <a:pt x="12" y="96"/>
                    </a:lnTo>
                    <a:lnTo>
                      <a:pt x="0" y="108"/>
                    </a:lnTo>
                    <a:lnTo>
                      <a:pt x="0" y="120"/>
                    </a:lnTo>
                    <a:lnTo>
                      <a:pt x="30" y="150"/>
                    </a:lnTo>
                    <a:lnTo>
                      <a:pt x="42" y="144"/>
                    </a:lnTo>
                    <a:lnTo>
                      <a:pt x="60" y="168"/>
                    </a:lnTo>
                    <a:lnTo>
                      <a:pt x="84" y="168"/>
                    </a:lnTo>
                    <a:lnTo>
                      <a:pt x="96" y="186"/>
                    </a:lnTo>
                    <a:lnTo>
                      <a:pt x="138" y="204"/>
                    </a:lnTo>
                    <a:lnTo>
                      <a:pt x="150" y="204"/>
                    </a:lnTo>
                    <a:lnTo>
                      <a:pt x="156" y="210"/>
                    </a:lnTo>
                    <a:lnTo>
                      <a:pt x="162" y="222"/>
                    </a:lnTo>
                    <a:lnTo>
                      <a:pt x="168" y="228"/>
                    </a:lnTo>
                    <a:lnTo>
                      <a:pt x="186" y="228"/>
                    </a:lnTo>
                    <a:lnTo>
                      <a:pt x="192" y="222"/>
                    </a:lnTo>
                    <a:lnTo>
                      <a:pt x="204" y="222"/>
                    </a:lnTo>
                    <a:lnTo>
                      <a:pt x="204" y="234"/>
                    </a:lnTo>
                    <a:lnTo>
                      <a:pt x="210" y="240"/>
                    </a:lnTo>
                    <a:lnTo>
                      <a:pt x="234" y="240"/>
                    </a:lnTo>
                    <a:lnTo>
                      <a:pt x="240" y="246"/>
                    </a:lnTo>
                    <a:lnTo>
                      <a:pt x="246" y="258"/>
                    </a:lnTo>
                    <a:lnTo>
                      <a:pt x="258" y="246"/>
                    </a:lnTo>
                    <a:lnTo>
                      <a:pt x="276" y="246"/>
                    </a:lnTo>
                    <a:lnTo>
                      <a:pt x="282" y="252"/>
                    </a:lnTo>
                    <a:lnTo>
                      <a:pt x="282" y="258"/>
                    </a:lnTo>
                    <a:lnTo>
                      <a:pt x="282" y="240"/>
                    </a:lnTo>
                    <a:lnTo>
                      <a:pt x="288" y="234"/>
                    </a:lnTo>
                    <a:lnTo>
                      <a:pt x="294" y="23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69" name="Namibia" descr="© INSCALE GmbH, 05.05.2010&#10;http://www.presentationload.com/">
                <a:extLst>
                  <a:ext uri="{FF2B5EF4-FFF2-40B4-BE49-F238E27FC236}">
                    <a16:creationId xmlns:a16="http://schemas.microsoft.com/office/drawing/2014/main" id="{3457765A-BF0E-176D-B155-1F56C5D80460}"/>
                  </a:ext>
                </a:extLst>
              </p:cNvPr>
              <p:cNvSpPr>
                <a:spLocks/>
              </p:cNvSpPr>
              <p:nvPr/>
            </p:nvSpPr>
            <p:spPr bwMode="gray">
              <a:xfrm>
                <a:off x="4548172" y="3735829"/>
                <a:ext cx="361698" cy="369113"/>
              </a:xfrm>
              <a:custGeom>
                <a:avLst/>
                <a:gdLst>
                  <a:gd name="T0" fmla="*/ 2147483647 w 954"/>
                  <a:gd name="T1" fmla="*/ 2147483647 h 972"/>
                  <a:gd name="T2" fmla="*/ 2147483647 w 954"/>
                  <a:gd name="T3" fmla="*/ 2147483647 h 972"/>
                  <a:gd name="T4" fmla="*/ 2147483647 w 954"/>
                  <a:gd name="T5" fmla="*/ 2147483647 h 972"/>
                  <a:gd name="T6" fmla="*/ 2147483647 w 954"/>
                  <a:gd name="T7" fmla="*/ 2147483647 h 972"/>
                  <a:gd name="T8" fmla="*/ 2147483647 w 954"/>
                  <a:gd name="T9" fmla="*/ 2147483647 h 972"/>
                  <a:gd name="T10" fmla="*/ 2147483647 w 954"/>
                  <a:gd name="T11" fmla="*/ 2147483647 h 972"/>
                  <a:gd name="T12" fmla="*/ 2147483647 w 954"/>
                  <a:gd name="T13" fmla="*/ 2147483647 h 972"/>
                  <a:gd name="T14" fmla="*/ 2147483647 w 954"/>
                  <a:gd name="T15" fmla="*/ 2147483647 h 972"/>
                  <a:gd name="T16" fmla="*/ 2147483647 w 954"/>
                  <a:gd name="T17" fmla="*/ 2147483647 h 972"/>
                  <a:gd name="T18" fmla="*/ 2147483647 w 954"/>
                  <a:gd name="T19" fmla="*/ 2147483647 h 972"/>
                  <a:gd name="T20" fmla="*/ 2147483647 w 954"/>
                  <a:gd name="T21" fmla="*/ 2147483647 h 972"/>
                  <a:gd name="T22" fmla="*/ 2147483647 w 954"/>
                  <a:gd name="T23" fmla="*/ 2147483647 h 972"/>
                  <a:gd name="T24" fmla="*/ 2147483647 w 954"/>
                  <a:gd name="T25" fmla="*/ 2147483647 h 972"/>
                  <a:gd name="T26" fmla="*/ 2147483647 w 954"/>
                  <a:gd name="T27" fmla="*/ 2147483647 h 972"/>
                  <a:gd name="T28" fmla="*/ 2147483647 w 954"/>
                  <a:gd name="T29" fmla="*/ 2147483647 h 972"/>
                  <a:gd name="T30" fmla="*/ 2147483647 w 954"/>
                  <a:gd name="T31" fmla="*/ 2147483647 h 972"/>
                  <a:gd name="T32" fmla="*/ 2147483647 w 954"/>
                  <a:gd name="T33" fmla="*/ 2147483647 h 972"/>
                  <a:gd name="T34" fmla="*/ 2147483647 w 954"/>
                  <a:gd name="T35" fmla="*/ 2147483647 h 972"/>
                  <a:gd name="T36" fmla="*/ 2147483647 w 954"/>
                  <a:gd name="T37" fmla="*/ 2147483647 h 972"/>
                  <a:gd name="T38" fmla="*/ 2147483647 w 954"/>
                  <a:gd name="T39" fmla="*/ 2147483647 h 972"/>
                  <a:gd name="T40" fmla="*/ 2147483647 w 954"/>
                  <a:gd name="T41" fmla="*/ 2147483647 h 972"/>
                  <a:gd name="T42" fmla="*/ 2147483647 w 954"/>
                  <a:gd name="T43" fmla="*/ 2147483647 h 972"/>
                  <a:gd name="T44" fmla="*/ 2147483647 w 954"/>
                  <a:gd name="T45" fmla="*/ 2147483647 h 972"/>
                  <a:gd name="T46" fmla="*/ 2147483647 w 954"/>
                  <a:gd name="T47" fmla="*/ 2147483647 h 972"/>
                  <a:gd name="T48" fmla="*/ 2147483647 w 954"/>
                  <a:gd name="T49" fmla="*/ 2147483647 h 972"/>
                  <a:gd name="T50" fmla="*/ 2147483647 w 954"/>
                  <a:gd name="T51" fmla="*/ 2147483647 h 972"/>
                  <a:gd name="T52" fmla="*/ 2147483647 w 954"/>
                  <a:gd name="T53" fmla="*/ 2147483647 h 972"/>
                  <a:gd name="T54" fmla="*/ 2147483647 w 954"/>
                  <a:gd name="T55" fmla="*/ 2147483647 h 972"/>
                  <a:gd name="T56" fmla="*/ 2147483647 w 954"/>
                  <a:gd name="T57" fmla="*/ 2147483647 h 972"/>
                  <a:gd name="T58" fmla="*/ 2147483647 w 954"/>
                  <a:gd name="T59" fmla="*/ 2147483647 h 972"/>
                  <a:gd name="T60" fmla="*/ 2147483647 w 954"/>
                  <a:gd name="T61" fmla="*/ 2147483647 h 972"/>
                  <a:gd name="T62" fmla="*/ 2147483647 w 954"/>
                  <a:gd name="T63" fmla="*/ 2147483647 h 972"/>
                  <a:gd name="T64" fmla="*/ 2147483647 w 954"/>
                  <a:gd name="T65" fmla="*/ 2147483647 h 972"/>
                  <a:gd name="T66" fmla="*/ 2147483647 w 954"/>
                  <a:gd name="T67" fmla="*/ 0 h 972"/>
                  <a:gd name="T68" fmla="*/ 2147483647 w 954"/>
                  <a:gd name="T69" fmla="*/ 2147483647 h 972"/>
                  <a:gd name="T70" fmla="*/ 2147483647 w 954"/>
                  <a:gd name="T71" fmla="*/ 2147483647 h 972"/>
                  <a:gd name="T72" fmla="*/ 0 w 954"/>
                  <a:gd name="T73" fmla="*/ 2147483647 h 972"/>
                  <a:gd name="T74" fmla="*/ 2147483647 w 954"/>
                  <a:gd name="T75" fmla="*/ 2147483647 h 972"/>
                  <a:gd name="T76" fmla="*/ 2147483647 w 954"/>
                  <a:gd name="T77" fmla="*/ 2147483647 h 972"/>
                  <a:gd name="T78" fmla="*/ 2147483647 w 954"/>
                  <a:gd name="T79" fmla="*/ 2147483647 h 972"/>
                  <a:gd name="T80" fmla="*/ 2147483647 w 954"/>
                  <a:gd name="T81" fmla="*/ 2147483647 h 972"/>
                  <a:gd name="T82" fmla="*/ 2147483647 w 954"/>
                  <a:gd name="T83" fmla="*/ 2147483647 h 972"/>
                  <a:gd name="T84" fmla="*/ 2147483647 w 954"/>
                  <a:gd name="T85" fmla="*/ 2147483647 h 972"/>
                  <a:gd name="T86" fmla="*/ 2147483647 w 954"/>
                  <a:gd name="T87" fmla="*/ 2147483647 h 972"/>
                  <a:gd name="T88" fmla="*/ 2147483647 w 954"/>
                  <a:gd name="T89" fmla="*/ 2147483647 h 972"/>
                  <a:gd name="T90" fmla="*/ 2147483647 w 954"/>
                  <a:gd name="T91" fmla="*/ 2147483647 h 972"/>
                  <a:gd name="T92" fmla="*/ 2147483647 w 954"/>
                  <a:gd name="T93" fmla="*/ 2147483647 h 972"/>
                  <a:gd name="T94" fmla="*/ 2147483647 w 954"/>
                  <a:gd name="T95" fmla="*/ 2147483647 h 972"/>
                  <a:gd name="T96" fmla="*/ 2147483647 w 954"/>
                  <a:gd name="T97" fmla="*/ 2147483647 h 972"/>
                  <a:gd name="T98" fmla="*/ 2147483647 w 954"/>
                  <a:gd name="T99" fmla="*/ 2147483647 h 972"/>
                  <a:gd name="T100" fmla="*/ 2147483647 w 954"/>
                  <a:gd name="T101" fmla="*/ 2147483647 h 972"/>
                  <a:gd name="T102" fmla="*/ 2147483647 w 954"/>
                  <a:gd name="T103" fmla="*/ 2147483647 h 972"/>
                  <a:gd name="T104" fmla="*/ 2147483647 w 954"/>
                  <a:gd name="T105" fmla="*/ 2147483647 h 972"/>
                  <a:gd name="T106" fmla="*/ 2147483647 w 954"/>
                  <a:gd name="T107" fmla="*/ 2147483647 h 972"/>
                  <a:gd name="T108" fmla="*/ 2147483647 w 954"/>
                  <a:gd name="T109" fmla="*/ 2147483647 h 972"/>
                  <a:gd name="T110" fmla="*/ 2147483647 w 954"/>
                  <a:gd name="T111" fmla="*/ 2147483647 h 972"/>
                  <a:gd name="T112" fmla="*/ 2147483647 w 954"/>
                  <a:gd name="T113" fmla="*/ 2147483647 h 972"/>
                  <a:gd name="T114" fmla="*/ 2147483647 w 954"/>
                  <a:gd name="T115" fmla="*/ 2147483647 h 972"/>
                  <a:gd name="T116" fmla="*/ 2147483647 w 954"/>
                  <a:gd name="T117" fmla="*/ 2147483647 h 972"/>
                  <a:gd name="T118" fmla="*/ 2147483647 w 954"/>
                  <a:gd name="T119" fmla="*/ 2147483647 h 97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72"/>
                  <a:gd name="T182" fmla="*/ 954 w 954"/>
                  <a:gd name="T183" fmla="*/ 972 h 97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72">
                    <a:moveTo>
                      <a:pt x="366" y="894"/>
                    </a:moveTo>
                    <a:lnTo>
                      <a:pt x="372" y="894"/>
                    </a:lnTo>
                    <a:lnTo>
                      <a:pt x="390" y="912"/>
                    </a:lnTo>
                    <a:lnTo>
                      <a:pt x="390" y="936"/>
                    </a:lnTo>
                    <a:lnTo>
                      <a:pt x="396" y="948"/>
                    </a:lnTo>
                    <a:lnTo>
                      <a:pt x="402" y="954"/>
                    </a:lnTo>
                    <a:lnTo>
                      <a:pt x="426" y="954"/>
                    </a:lnTo>
                    <a:lnTo>
                      <a:pt x="432" y="960"/>
                    </a:lnTo>
                    <a:lnTo>
                      <a:pt x="432" y="966"/>
                    </a:lnTo>
                    <a:lnTo>
                      <a:pt x="438" y="972"/>
                    </a:lnTo>
                    <a:lnTo>
                      <a:pt x="462" y="972"/>
                    </a:lnTo>
                    <a:lnTo>
                      <a:pt x="474" y="960"/>
                    </a:lnTo>
                    <a:lnTo>
                      <a:pt x="486" y="960"/>
                    </a:lnTo>
                    <a:lnTo>
                      <a:pt x="498" y="972"/>
                    </a:lnTo>
                    <a:lnTo>
                      <a:pt x="522" y="972"/>
                    </a:lnTo>
                    <a:lnTo>
                      <a:pt x="522" y="948"/>
                    </a:lnTo>
                    <a:lnTo>
                      <a:pt x="534" y="948"/>
                    </a:lnTo>
                    <a:lnTo>
                      <a:pt x="534" y="942"/>
                    </a:lnTo>
                    <a:lnTo>
                      <a:pt x="540" y="936"/>
                    </a:lnTo>
                    <a:lnTo>
                      <a:pt x="552" y="930"/>
                    </a:lnTo>
                    <a:lnTo>
                      <a:pt x="570" y="930"/>
                    </a:lnTo>
                    <a:lnTo>
                      <a:pt x="582" y="414"/>
                    </a:lnTo>
                    <a:lnTo>
                      <a:pt x="654" y="414"/>
                    </a:lnTo>
                    <a:lnTo>
                      <a:pt x="648" y="288"/>
                    </a:lnTo>
                    <a:lnTo>
                      <a:pt x="654" y="282"/>
                    </a:lnTo>
                    <a:lnTo>
                      <a:pt x="654" y="108"/>
                    </a:lnTo>
                    <a:lnTo>
                      <a:pt x="690" y="108"/>
                    </a:lnTo>
                    <a:lnTo>
                      <a:pt x="708" y="102"/>
                    </a:lnTo>
                    <a:lnTo>
                      <a:pt x="744" y="102"/>
                    </a:lnTo>
                    <a:lnTo>
                      <a:pt x="792" y="90"/>
                    </a:lnTo>
                    <a:lnTo>
                      <a:pt x="804" y="84"/>
                    </a:lnTo>
                    <a:lnTo>
                      <a:pt x="822" y="84"/>
                    </a:lnTo>
                    <a:lnTo>
                      <a:pt x="828" y="90"/>
                    </a:lnTo>
                    <a:lnTo>
                      <a:pt x="828" y="108"/>
                    </a:lnTo>
                    <a:lnTo>
                      <a:pt x="834" y="108"/>
                    </a:lnTo>
                    <a:lnTo>
                      <a:pt x="834" y="126"/>
                    </a:lnTo>
                    <a:lnTo>
                      <a:pt x="840" y="126"/>
                    </a:lnTo>
                    <a:lnTo>
                      <a:pt x="882" y="84"/>
                    </a:lnTo>
                    <a:lnTo>
                      <a:pt x="906" y="84"/>
                    </a:lnTo>
                    <a:lnTo>
                      <a:pt x="918" y="72"/>
                    </a:lnTo>
                    <a:lnTo>
                      <a:pt x="954" y="66"/>
                    </a:lnTo>
                    <a:lnTo>
                      <a:pt x="936" y="48"/>
                    </a:lnTo>
                    <a:lnTo>
                      <a:pt x="906" y="54"/>
                    </a:lnTo>
                    <a:lnTo>
                      <a:pt x="906" y="48"/>
                    </a:lnTo>
                    <a:lnTo>
                      <a:pt x="900" y="42"/>
                    </a:lnTo>
                    <a:lnTo>
                      <a:pt x="882" y="42"/>
                    </a:lnTo>
                    <a:lnTo>
                      <a:pt x="876" y="48"/>
                    </a:lnTo>
                    <a:lnTo>
                      <a:pt x="870" y="48"/>
                    </a:lnTo>
                    <a:lnTo>
                      <a:pt x="846" y="60"/>
                    </a:lnTo>
                    <a:lnTo>
                      <a:pt x="828" y="54"/>
                    </a:lnTo>
                    <a:lnTo>
                      <a:pt x="816" y="60"/>
                    </a:lnTo>
                    <a:lnTo>
                      <a:pt x="780" y="72"/>
                    </a:lnTo>
                    <a:lnTo>
                      <a:pt x="732" y="78"/>
                    </a:lnTo>
                    <a:lnTo>
                      <a:pt x="696" y="84"/>
                    </a:lnTo>
                    <a:lnTo>
                      <a:pt x="624" y="84"/>
                    </a:lnTo>
                    <a:lnTo>
                      <a:pt x="618" y="72"/>
                    </a:lnTo>
                    <a:lnTo>
                      <a:pt x="546" y="78"/>
                    </a:lnTo>
                    <a:lnTo>
                      <a:pt x="540" y="66"/>
                    </a:lnTo>
                    <a:lnTo>
                      <a:pt x="504" y="66"/>
                    </a:lnTo>
                    <a:lnTo>
                      <a:pt x="480" y="42"/>
                    </a:lnTo>
                    <a:lnTo>
                      <a:pt x="480" y="36"/>
                    </a:lnTo>
                    <a:lnTo>
                      <a:pt x="174" y="36"/>
                    </a:lnTo>
                    <a:lnTo>
                      <a:pt x="168" y="30"/>
                    </a:lnTo>
                    <a:lnTo>
                      <a:pt x="156" y="30"/>
                    </a:lnTo>
                    <a:lnTo>
                      <a:pt x="132" y="18"/>
                    </a:lnTo>
                    <a:lnTo>
                      <a:pt x="126" y="6"/>
                    </a:lnTo>
                    <a:lnTo>
                      <a:pt x="120" y="0"/>
                    </a:lnTo>
                    <a:lnTo>
                      <a:pt x="90" y="0"/>
                    </a:lnTo>
                    <a:lnTo>
                      <a:pt x="90" y="6"/>
                    </a:lnTo>
                    <a:lnTo>
                      <a:pt x="72" y="24"/>
                    </a:lnTo>
                    <a:lnTo>
                      <a:pt x="42" y="24"/>
                    </a:lnTo>
                    <a:lnTo>
                      <a:pt x="36" y="18"/>
                    </a:lnTo>
                    <a:lnTo>
                      <a:pt x="18" y="24"/>
                    </a:lnTo>
                    <a:lnTo>
                      <a:pt x="0" y="24"/>
                    </a:lnTo>
                    <a:lnTo>
                      <a:pt x="6" y="96"/>
                    </a:lnTo>
                    <a:lnTo>
                      <a:pt x="12" y="108"/>
                    </a:lnTo>
                    <a:lnTo>
                      <a:pt x="30" y="126"/>
                    </a:lnTo>
                    <a:lnTo>
                      <a:pt x="36" y="138"/>
                    </a:lnTo>
                    <a:lnTo>
                      <a:pt x="54" y="162"/>
                    </a:lnTo>
                    <a:lnTo>
                      <a:pt x="72" y="192"/>
                    </a:lnTo>
                    <a:lnTo>
                      <a:pt x="96" y="228"/>
                    </a:lnTo>
                    <a:lnTo>
                      <a:pt x="102" y="258"/>
                    </a:lnTo>
                    <a:lnTo>
                      <a:pt x="102" y="276"/>
                    </a:lnTo>
                    <a:lnTo>
                      <a:pt x="114" y="294"/>
                    </a:lnTo>
                    <a:lnTo>
                      <a:pt x="120" y="312"/>
                    </a:lnTo>
                    <a:lnTo>
                      <a:pt x="138" y="348"/>
                    </a:lnTo>
                    <a:lnTo>
                      <a:pt x="156" y="366"/>
                    </a:lnTo>
                    <a:lnTo>
                      <a:pt x="156" y="390"/>
                    </a:lnTo>
                    <a:lnTo>
                      <a:pt x="162" y="396"/>
                    </a:lnTo>
                    <a:lnTo>
                      <a:pt x="174" y="402"/>
                    </a:lnTo>
                    <a:lnTo>
                      <a:pt x="180" y="414"/>
                    </a:lnTo>
                    <a:lnTo>
                      <a:pt x="192" y="420"/>
                    </a:lnTo>
                    <a:lnTo>
                      <a:pt x="198" y="432"/>
                    </a:lnTo>
                    <a:lnTo>
                      <a:pt x="198" y="582"/>
                    </a:lnTo>
                    <a:lnTo>
                      <a:pt x="222" y="630"/>
                    </a:lnTo>
                    <a:lnTo>
                      <a:pt x="222" y="678"/>
                    </a:lnTo>
                    <a:lnTo>
                      <a:pt x="216" y="678"/>
                    </a:lnTo>
                    <a:lnTo>
                      <a:pt x="228" y="726"/>
                    </a:lnTo>
                    <a:lnTo>
                      <a:pt x="228" y="762"/>
                    </a:lnTo>
                    <a:lnTo>
                      <a:pt x="240" y="762"/>
                    </a:lnTo>
                    <a:lnTo>
                      <a:pt x="240" y="804"/>
                    </a:lnTo>
                    <a:lnTo>
                      <a:pt x="252" y="810"/>
                    </a:lnTo>
                    <a:lnTo>
                      <a:pt x="258" y="816"/>
                    </a:lnTo>
                    <a:lnTo>
                      <a:pt x="258" y="846"/>
                    </a:lnTo>
                    <a:lnTo>
                      <a:pt x="264" y="858"/>
                    </a:lnTo>
                    <a:lnTo>
                      <a:pt x="270" y="864"/>
                    </a:lnTo>
                    <a:lnTo>
                      <a:pt x="276" y="876"/>
                    </a:lnTo>
                    <a:lnTo>
                      <a:pt x="282" y="894"/>
                    </a:lnTo>
                    <a:lnTo>
                      <a:pt x="282" y="900"/>
                    </a:lnTo>
                    <a:lnTo>
                      <a:pt x="288" y="912"/>
                    </a:lnTo>
                    <a:lnTo>
                      <a:pt x="294" y="918"/>
                    </a:lnTo>
                    <a:lnTo>
                      <a:pt x="318" y="930"/>
                    </a:lnTo>
                    <a:lnTo>
                      <a:pt x="324" y="936"/>
                    </a:lnTo>
                    <a:lnTo>
                      <a:pt x="330" y="936"/>
                    </a:lnTo>
                    <a:lnTo>
                      <a:pt x="330" y="942"/>
                    </a:lnTo>
                    <a:lnTo>
                      <a:pt x="348" y="930"/>
                    </a:lnTo>
                    <a:lnTo>
                      <a:pt x="348" y="924"/>
                    </a:lnTo>
                    <a:lnTo>
                      <a:pt x="354" y="918"/>
                    </a:lnTo>
                    <a:lnTo>
                      <a:pt x="360" y="906"/>
                    </a:lnTo>
                    <a:lnTo>
                      <a:pt x="360" y="900"/>
                    </a:lnTo>
                    <a:lnTo>
                      <a:pt x="366" y="89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0" name="Myanmar" descr="© INSCALE GmbH, 05.05.2010&#10;http://www.presentationload.com/">
                <a:extLst>
                  <a:ext uri="{FF2B5EF4-FFF2-40B4-BE49-F238E27FC236}">
                    <a16:creationId xmlns:a16="http://schemas.microsoft.com/office/drawing/2014/main" id="{78DDF1A4-A279-AD00-27F1-F7545871B747}"/>
                  </a:ext>
                </a:extLst>
              </p:cNvPr>
              <p:cNvSpPr>
                <a:spLocks/>
              </p:cNvSpPr>
              <p:nvPr/>
            </p:nvSpPr>
            <p:spPr bwMode="gray">
              <a:xfrm>
                <a:off x="6676859" y="2346840"/>
                <a:ext cx="241627" cy="567751"/>
              </a:xfrm>
              <a:custGeom>
                <a:avLst/>
                <a:gdLst>
                  <a:gd name="T0" fmla="*/ 2147483647 w 636"/>
                  <a:gd name="T1" fmla="*/ 2147483647 h 1500"/>
                  <a:gd name="T2" fmla="*/ 2147483647 w 636"/>
                  <a:gd name="T3" fmla="*/ 2147483647 h 1500"/>
                  <a:gd name="T4" fmla="*/ 2147483647 w 636"/>
                  <a:gd name="T5" fmla="*/ 2147483647 h 1500"/>
                  <a:gd name="T6" fmla="*/ 2147483647 w 636"/>
                  <a:gd name="T7" fmla="*/ 2147483647 h 1500"/>
                  <a:gd name="T8" fmla="*/ 2147483647 w 636"/>
                  <a:gd name="T9" fmla="*/ 2147483647 h 1500"/>
                  <a:gd name="T10" fmla="*/ 2147483647 w 636"/>
                  <a:gd name="T11" fmla="*/ 2147483647 h 1500"/>
                  <a:gd name="T12" fmla="*/ 2147483647 w 636"/>
                  <a:gd name="T13" fmla="*/ 2147483647 h 1500"/>
                  <a:gd name="T14" fmla="*/ 2147483647 w 636"/>
                  <a:gd name="T15" fmla="*/ 2147483647 h 1500"/>
                  <a:gd name="T16" fmla="*/ 2147483647 w 636"/>
                  <a:gd name="T17" fmla="*/ 2147483647 h 1500"/>
                  <a:gd name="T18" fmla="*/ 2147483647 w 636"/>
                  <a:gd name="T19" fmla="*/ 2147483647 h 1500"/>
                  <a:gd name="T20" fmla="*/ 2147483647 w 636"/>
                  <a:gd name="T21" fmla="*/ 2147483647 h 1500"/>
                  <a:gd name="T22" fmla="*/ 2147483647 w 636"/>
                  <a:gd name="T23" fmla="*/ 2147483647 h 1500"/>
                  <a:gd name="T24" fmla="*/ 2147483647 w 636"/>
                  <a:gd name="T25" fmla="*/ 2147483647 h 1500"/>
                  <a:gd name="T26" fmla="*/ 2147483647 w 636"/>
                  <a:gd name="T27" fmla="*/ 2147483647 h 1500"/>
                  <a:gd name="T28" fmla="*/ 2147483647 w 636"/>
                  <a:gd name="T29" fmla="*/ 2147483647 h 1500"/>
                  <a:gd name="T30" fmla="*/ 2147483647 w 636"/>
                  <a:gd name="T31" fmla="*/ 2147483647 h 1500"/>
                  <a:gd name="T32" fmla="*/ 2147483647 w 636"/>
                  <a:gd name="T33" fmla="*/ 2147483647 h 1500"/>
                  <a:gd name="T34" fmla="*/ 2147483647 w 636"/>
                  <a:gd name="T35" fmla="*/ 2147483647 h 1500"/>
                  <a:gd name="T36" fmla="*/ 2147483647 w 636"/>
                  <a:gd name="T37" fmla="*/ 2147483647 h 1500"/>
                  <a:gd name="T38" fmla="*/ 2147483647 w 636"/>
                  <a:gd name="T39" fmla="*/ 2147483647 h 1500"/>
                  <a:gd name="T40" fmla="*/ 2147483647 w 636"/>
                  <a:gd name="T41" fmla="*/ 2147483647 h 1500"/>
                  <a:gd name="T42" fmla="*/ 2147483647 w 636"/>
                  <a:gd name="T43" fmla="*/ 2147483647 h 1500"/>
                  <a:gd name="T44" fmla="*/ 2147483647 w 636"/>
                  <a:gd name="T45" fmla="*/ 2147483647 h 1500"/>
                  <a:gd name="T46" fmla="*/ 2147483647 w 636"/>
                  <a:gd name="T47" fmla="*/ 2147483647 h 1500"/>
                  <a:gd name="T48" fmla="*/ 2147483647 w 636"/>
                  <a:gd name="T49" fmla="*/ 2147483647 h 1500"/>
                  <a:gd name="T50" fmla="*/ 2147483647 w 636"/>
                  <a:gd name="T51" fmla="*/ 2147483647 h 1500"/>
                  <a:gd name="T52" fmla="*/ 2147483647 w 636"/>
                  <a:gd name="T53" fmla="*/ 2147483647 h 1500"/>
                  <a:gd name="T54" fmla="*/ 2147483647 w 636"/>
                  <a:gd name="T55" fmla="*/ 2147483647 h 1500"/>
                  <a:gd name="T56" fmla="*/ 2147483647 w 636"/>
                  <a:gd name="T57" fmla="*/ 2147483647 h 1500"/>
                  <a:gd name="T58" fmla="*/ 2147483647 w 636"/>
                  <a:gd name="T59" fmla="*/ 2147483647 h 1500"/>
                  <a:gd name="T60" fmla="*/ 2147483647 w 636"/>
                  <a:gd name="T61" fmla="*/ 2147483647 h 1500"/>
                  <a:gd name="T62" fmla="*/ 2147483647 w 636"/>
                  <a:gd name="T63" fmla="*/ 2147483647 h 1500"/>
                  <a:gd name="T64" fmla="*/ 2147483647 w 636"/>
                  <a:gd name="T65" fmla="*/ 2147483647 h 1500"/>
                  <a:gd name="T66" fmla="*/ 2147483647 w 636"/>
                  <a:gd name="T67" fmla="*/ 2147483647 h 1500"/>
                  <a:gd name="T68" fmla="*/ 2147483647 w 636"/>
                  <a:gd name="T69" fmla="*/ 2147483647 h 1500"/>
                  <a:gd name="T70" fmla="*/ 2147483647 w 636"/>
                  <a:gd name="T71" fmla="*/ 2147483647 h 1500"/>
                  <a:gd name="T72" fmla="*/ 2147483647 w 636"/>
                  <a:gd name="T73" fmla="*/ 2147483647 h 1500"/>
                  <a:gd name="T74" fmla="*/ 2147483647 w 636"/>
                  <a:gd name="T75" fmla="*/ 2147483647 h 1500"/>
                  <a:gd name="T76" fmla="*/ 2147483647 w 636"/>
                  <a:gd name="T77" fmla="*/ 2147483647 h 1500"/>
                  <a:gd name="T78" fmla="*/ 2147483647 w 636"/>
                  <a:gd name="T79" fmla="*/ 2147483647 h 1500"/>
                  <a:gd name="T80" fmla="*/ 2147483647 w 636"/>
                  <a:gd name="T81" fmla="*/ 2147483647 h 1500"/>
                  <a:gd name="T82" fmla="*/ 2147483647 w 636"/>
                  <a:gd name="T83" fmla="*/ 2147483647 h 1500"/>
                  <a:gd name="T84" fmla="*/ 2147483647 w 636"/>
                  <a:gd name="T85" fmla="*/ 2147483647 h 1500"/>
                  <a:gd name="T86" fmla="*/ 2147483647 w 636"/>
                  <a:gd name="T87" fmla="*/ 0 h 1500"/>
                  <a:gd name="T88" fmla="*/ 2147483647 w 636"/>
                  <a:gd name="T89" fmla="*/ 2147483647 h 1500"/>
                  <a:gd name="T90" fmla="*/ 2147483647 w 636"/>
                  <a:gd name="T91" fmla="*/ 2147483647 h 1500"/>
                  <a:gd name="T92" fmla="*/ 2147483647 w 636"/>
                  <a:gd name="T93" fmla="*/ 2147483647 h 1500"/>
                  <a:gd name="T94" fmla="*/ 2147483647 w 636"/>
                  <a:gd name="T95" fmla="*/ 2147483647 h 1500"/>
                  <a:gd name="T96" fmla="*/ 2147483647 w 636"/>
                  <a:gd name="T97" fmla="*/ 2147483647 h 1500"/>
                  <a:gd name="T98" fmla="*/ 2147483647 w 636"/>
                  <a:gd name="T99" fmla="*/ 2147483647 h 1500"/>
                  <a:gd name="T100" fmla="*/ 2147483647 w 636"/>
                  <a:gd name="T101" fmla="*/ 2147483647 h 1500"/>
                  <a:gd name="T102" fmla="*/ 2147483647 w 636"/>
                  <a:gd name="T103" fmla="*/ 2147483647 h 1500"/>
                  <a:gd name="T104" fmla="*/ 2147483647 w 636"/>
                  <a:gd name="T105" fmla="*/ 2147483647 h 1500"/>
                  <a:gd name="T106" fmla="*/ 2147483647 w 636"/>
                  <a:gd name="T107" fmla="*/ 2147483647 h 1500"/>
                  <a:gd name="T108" fmla="*/ 2147483647 w 636"/>
                  <a:gd name="T109" fmla="*/ 2147483647 h 150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636"/>
                  <a:gd name="T166" fmla="*/ 0 h 1500"/>
                  <a:gd name="T167" fmla="*/ 636 w 636"/>
                  <a:gd name="T168" fmla="*/ 1500 h 150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636" h="1500">
                    <a:moveTo>
                      <a:pt x="0" y="588"/>
                    </a:moveTo>
                    <a:lnTo>
                      <a:pt x="18" y="588"/>
                    </a:lnTo>
                    <a:lnTo>
                      <a:pt x="12" y="630"/>
                    </a:lnTo>
                    <a:lnTo>
                      <a:pt x="18" y="630"/>
                    </a:lnTo>
                    <a:lnTo>
                      <a:pt x="24" y="636"/>
                    </a:lnTo>
                    <a:lnTo>
                      <a:pt x="42" y="642"/>
                    </a:lnTo>
                    <a:lnTo>
                      <a:pt x="54" y="648"/>
                    </a:lnTo>
                    <a:lnTo>
                      <a:pt x="72" y="666"/>
                    </a:lnTo>
                    <a:lnTo>
                      <a:pt x="84" y="690"/>
                    </a:lnTo>
                    <a:lnTo>
                      <a:pt x="90" y="696"/>
                    </a:lnTo>
                    <a:lnTo>
                      <a:pt x="90" y="702"/>
                    </a:lnTo>
                    <a:lnTo>
                      <a:pt x="126" y="696"/>
                    </a:lnTo>
                    <a:lnTo>
                      <a:pt x="102" y="738"/>
                    </a:lnTo>
                    <a:lnTo>
                      <a:pt x="108" y="738"/>
                    </a:lnTo>
                    <a:lnTo>
                      <a:pt x="114" y="744"/>
                    </a:lnTo>
                    <a:lnTo>
                      <a:pt x="126" y="744"/>
                    </a:lnTo>
                    <a:lnTo>
                      <a:pt x="144" y="750"/>
                    </a:lnTo>
                    <a:lnTo>
                      <a:pt x="156" y="762"/>
                    </a:lnTo>
                    <a:lnTo>
                      <a:pt x="168" y="768"/>
                    </a:lnTo>
                    <a:lnTo>
                      <a:pt x="174" y="780"/>
                    </a:lnTo>
                    <a:lnTo>
                      <a:pt x="186" y="792"/>
                    </a:lnTo>
                    <a:lnTo>
                      <a:pt x="192" y="804"/>
                    </a:lnTo>
                    <a:lnTo>
                      <a:pt x="192" y="822"/>
                    </a:lnTo>
                    <a:lnTo>
                      <a:pt x="198" y="834"/>
                    </a:lnTo>
                    <a:lnTo>
                      <a:pt x="198" y="840"/>
                    </a:lnTo>
                    <a:lnTo>
                      <a:pt x="204" y="846"/>
                    </a:lnTo>
                    <a:lnTo>
                      <a:pt x="210" y="858"/>
                    </a:lnTo>
                    <a:lnTo>
                      <a:pt x="222" y="870"/>
                    </a:lnTo>
                    <a:lnTo>
                      <a:pt x="210" y="888"/>
                    </a:lnTo>
                    <a:lnTo>
                      <a:pt x="216" y="978"/>
                    </a:lnTo>
                    <a:lnTo>
                      <a:pt x="204" y="990"/>
                    </a:lnTo>
                    <a:lnTo>
                      <a:pt x="204" y="1002"/>
                    </a:lnTo>
                    <a:lnTo>
                      <a:pt x="222" y="1020"/>
                    </a:lnTo>
                    <a:lnTo>
                      <a:pt x="234" y="1020"/>
                    </a:lnTo>
                    <a:lnTo>
                      <a:pt x="246" y="1014"/>
                    </a:lnTo>
                    <a:lnTo>
                      <a:pt x="252" y="1008"/>
                    </a:lnTo>
                    <a:lnTo>
                      <a:pt x="258" y="1014"/>
                    </a:lnTo>
                    <a:lnTo>
                      <a:pt x="258" y="1020"/>
                    </a:lnTo>
                    <a:lnTo>
                      <a:pt x="276" y="1020"/>
                    </a:lnTo>
                    <a:lnTo>
                      <a:pt x="282" y="1014"/>
                    </a:lnTo>
                    <a:lnTo>
                      <a:pt x="294" y="1008"/>
                    </a:lnTo>
                    <a:lnTo>
                      <a:pt x="300" y="996"/>
                    </a:lnTo>
                    <a:lnTo>
                      <a:pt x="306" y="990"/>
                    </a:lnTo>
                    <a:lnTo>
                      <a:pt x="312" y="978"/>
                    </a:lnTo>
                    <a:lnTo>
                      <a:pt x="324" y="978"/>
                    </a:lnTo>
                    <a:lnTo>
                      <a:pt x="360" y="960"/>
                    </a:lnTo>
                    <a:lnTo>
                      <a:pt x="366" y="954"/>
                    </a:lnTo>
                    <a:lnTo>
                      <a:pt x="366" y="900"/>
                    </a:lnTo>
                    <a:lnTo>
                      <a:pt x="372" y="894"/>
                    </a:lnTo>
                    <a:lnTo>
                      <a:pt x="378" y="894"/>
                    </a:lnTo>
                    <a:lnTo>
                      <a:pt x="396" y="912"/>
                    </a:lnTo>
                    <a:lnTo>
                      <a:pt x="402" y="924"/>
                    </a:lnTo>
                    <a:lnTo>
                      <a:pt x="402" y="954"/>
                    </a:lnTo>
                    <a:lnTo>
                      <a:pt x="408" y="954"/>
                    </a:lnTo>
                    <a:lnTo>
                      <a:pt x="426" y="972"/>
                    </a:lnTo>
                    <a:lnTo>
                      <a:pt x="432" y="984"/>
                    </a:lnTo>
                    <a:lnTo>
                      <a:pt x="444" y="1014"/>
                    </a:lnTo>
                    <a:lnTo>
                      <a:pt x="450" y="1050"/>
                    </a:lnTo>
                    <a:lnTo>
                      <a:pt x="450" y="1074"/>
                    </a:lnTo>
                    <a:lnTo>
                      <a:pt x="456" y="1092"/>
                    </a:lnTo>
                    <a:lnTo>
                      <a:pt x="456" y="1128"/>
                    </a:lnTo>
                    <a:lnTo>
                      <a:pt x="462" y="1134"/>
                    </a:lnTo>
                    <a:lnTo>
                      <a:pt x="480" y="1170"/>
                    </a:lnTo>
                    <a:lnTo>
                      <a:pt x="486" y="1176"/>
                    </a:lnTo>
                    <a:lnTo>
                      <a:pt x="486" y="1182"/>
                    </a:lnTo>
                    <a:lnTo>
                      <a:pt x="528" y="1272"/>
                    </a:lnTo>
                    <a:lnTo>
                      <a:pt x="540" y="1320"/>
                    </a:lnTo>
                    <a:lnTo>
                      <a:pt x="522" y="1320"/>
                    </a:lnTo>
                    <a:lnTo>
                      <a:pt x="516" y="1326"/>
                    </a:lnTo>
                    <a:lnTo>
                      <a:pt x="516" y="1350"/>
                    </a:lnTo>
                    <a:lnTo>
                      <a:pt x="510" y="1362"/>
                    </a:lnTo>
                    <a:lnTo>
                      <a:pt x="510" y="1374"/>
                    </a:lnTo>
                    <a:lnTo>
                      <a:pt x="552" y="1362"/>
                    </a:lnTo>
                    <a:lnTo>
                      <a:pt x="540" y="1416"/>
                    </a:lnTo>
                    <a:lnTo>
                      <a:pt x="540" y="1428"/>
                    </a:lnTo>
                    <a:lnTo>
                      <a:pt x="534" y="1440"/>
                    </a:lnTo>
                    <a:lnTo>
                      <a:pt x="534" y="1464"/>
                    </a:lnTo>
                    <a:lnTo>
                      <a:pt x="540" y="1482"/>
                    </a:lnTo>
                    <a:lnTo>
                      <a:pt x="540" y="1488"/>
                    </a:lnTo>
                    <a:lnTo>
                      <a:pt x="546" y="1500"/>
                    </a:lnTo>
                    <a:lnTo>
                      <a:pt x="552" y="1488"/>
                    </a:lnTo>
                    <a:lnTo>
                      <a:pt x="558" y="1482"/>
                    </a:lnTo>
                    <a:lnTo>
                      <a:pt x="564" y="1470"/>
                    </a:lnTo>
                    <a:lnTo>
                      <a:pt x="564" y="1458"/>
                    </a:lnTo>
                    <a:lnTo>
                      <a:pt x="558" y="1452"/>
                    </a:lnTo>
                    <a:lnTo>
                      <a:pt x="558" y="1440"/>
                    </a:lnTo>
                    <a:lnTo>
                      <a:pt x="576" y="1422"/>
                    </a:lnTo>
                    <a:lnTo>
                      <a:pt x="594" y="1386"/>
                    </a:lnTo>
                    <a:lnTo>
                      <a:pt x="594" y="1368"/>
                    </a:lnTo>
                    <a:lnTo>
                      <a:pt x="600" y="1356"/>
                    </a:lnTo>
                    <a:lnTo>
                      <a:pt x="600" y="1326"/>
                    </a:lnTo>
                    <a:lnTo>
                      <a:pt x="594" y="1314"/>
                    </a:lnTo>
                    <a:lnTo>
                      <a:pt x="594" y="1290"/>
                    </a:lnTo>
                    <a:lnTo>
                      <a:pt x="570" y="1266"/>
                    </a:lnTo>
                    <a:lnTo>
                      <a:pt x="570" y="1242"/>
                    </a:lnTo>
                    <a:lnTo>
                      <a:pt x="564" y="1224"/>
                    </a:lnTo>
                    <a:lnTo>
                      <a:pt x="564" y="1194"/>
                    </a:lnTo>
                    <a:lnTo>
                      <a:pt x="558" y="1182"/>
                    </a:lnTo>
                    <a:lnTo>
                      <a:pt x="516" y="1140"/>
                    </a:lnTo>
                    <a:lnTo>
                      <a:pt x="510" y="1128"/>
                    </a:lnTo>
                    <a:lnTo>
                      <a:pt x="504" y="1122"/>
                    </a:lnTo>
                    <a:lnTo>
                      <a:pt x="498" y="1110"/>
                    </a:lnTo>
                    <a:lnTo>
                      <a:pt x="492" y="1104"/>
                    </a:lnTo>
                    <a:lnTo>
                      <a:pt x="492" y="1098"/>
                    </a:lnTo>
                    <a:lnTo>
                      <a:pt x="486" y="1092"/>
                    </a:lnTo>
                    <a:lnTo>
                      <a:pt x="504" y="1056"/>
                    </a:lnTo>
                    <a:lnTo>
                      <a:pt x="510" y="1050"/>
                    </a:lnTo>
                    <a:lnTo>
                      <a:pt x="516" y="1038"/>
                    </a:lnTo>
                    <a:lnTo>
                      <a:pt x="516" y="1014"/>
                    </a:lnTo>
                    <a:lnTo>
                      <a:pt x="510" y="1002"/>
                    </a:lnTo>
                    <a:lnTo>
                      <a:pt x="522" y="1002"/>
                    </a:lnTo>
                    <a:lnTo>
                      <a:pt x="528" y="996"/>
                    </a:lnTo>
                    <a:lnTo>
                      <a:pt x="528" y="978"/>
                    </a:lnTo>
                    <a:lnTo>
                      <a:pt x="522" y="972"/>
                    </a:lnTo>
                    <a:lnTo>
                      <a:pt x="516" y="978"/>
                    </a:lnTo>
                    <a:lnTo>
                      <a:pt x="510" y="978"/>
                    </a:lnTo>
                    <a:lnTo>
                      <a:pt x="504" y="972"/>
                    </a:lnTo>
                    <a:lnTo>
                      <a:pt x="498" y="960"/>
                    </a:lnTo>
                    <a:lnTo>
                      <a:pt x="498" y="942"/>
                    </a:lnTo>
                    <a:lnTo>
                      <a:pt x="504" y="942"/>
                    </a:lnTo>
                    <a:lnTo>
                      <a:pt x="504" y="936"/>
                    </a:lnTo>
                    <a:lnTo>
                      <a:pt x="498" y="930"/>
                    </a:lnTo>
                    <a:lnTo>
                      <a:pt x="486" y="924"/>
                    </a:lnTo>
                    <a:lnTo>
                      <a:pt x="474" y="912"/>
                    </a:lnTo>
                    <a:lnTo>
                      <a:pt x="462" y="906"/>
                    </a:lnTo>
                    <a:lnTo>
                      <a:pt x="444" y="888"/>
                    </a:lnTo>
                    <a:lnTo>
                      <a:pt x="438" y="876"/>
                    </a:lnTo>
                    <a:lnTo>
                      <a:pt x="438" y="870"/>
                    </a:lnTo>
                    <a:lnTo>
                      <a:pt x="432" y="870"/>
                    </a:lnTo>
                    <a:lnTo>
                      <a:pt x="438" y="846"/>
                    </a:lnTo>
                    <a:lnTo>
                      <a:pt x="426" y="840"/>
                    </a:lnTo>
                    <a:lnTo>
                      <a:pt x="402" y="816"/>
                    </a:lnTo>
                    <a:lnTo>
                      <a:pt x="402" y="810"/>
                    </a:lnTo>
                    <a:lnTo>
                      <a:pt x="426" y="810"/>
                    </a:lnTo>
                    <a:lnTo>
                      <a:pt x="426" y="792"/>
                    </a:lnTo>
                    <a:lnTo>
                      <a:pt x="408" y="774"/>
                    </a:lnTo>
                    <a:lnTo>
                      <a:pt x="408" y="768"/>
                    </a:lnTo>
                    <a:lnTo>
                      <a:pt x="414" y="762"/>
                    </a:lnTo>
                    <a:lnTo>
                      <a:pt x="420" y="762"/>
                    </a:lnTo>
                    <a:lnTo>
                      <a:pt x="426" y="756"/>
                    </a:lnTo>
                    <a:lnTo>
                      <a:pt x="426" y="708"/>
                    </a:lnTo>
                    <a:lnTo>
                      <a:pt x="456" y="708"/>
                    </a:lnTo>
                    <a:lnTo>
                      <a:pt x="468" y="714"/>
                    </a:lnTo>
                    <a:lnTo>
                      <a:pt x="480" y="714"/>
                    </a:lnTo>
                    <a:lnTo>
                      <a:pt x="486" y="708"/>
                    </a:lnTo>
                    <a:lnTo>
                      <a:pt x="492" y="696"/>
                    </a:lnTo>
                    <a:lnTo>
                      <a:pt x="498" y="690"/>
                    </a:lnTo>
                    <a:lnTo>
                      <a:pt x="498" y="684"/>
                    </a:lnTo>
                    <a:lnTo>
                      <a:pt x="522" y="684"/>
                    </a:lnTo>
                    <a:lnTo>
                      <a:pt x="528" y="660"/>
                    </a:lnTo>
                    <a:lnTo>
                      <a:pt x="534" y="660"/>
                    </a:lnTo>
                    <a:lnTo>
                      <a:pt x="540" y="654"/>
                    </a:lnTo>
                    <a:lnTo>
                      <a:pt x="564" y="654"/>
                    </a:lnTo>
                    <a:lnTo>
                      <a:pt x="564" y="642"/>
                    </a:lnTo>
                    <a:lnTo>
                      <a:pt x="582" y="624"/>
                    </a:lnTo>
                    <a:lnTo>
                      <a:pt x="594" y="624"/>
                    </a:lnTo>
                    <a:lnTo>
                      <a:pt x="600" y="618"/>
                    </a:lnTo>
                    <a:lnTo>
                      <a:pt x="594" y="612"/>
                    </a:lnTo>
                    <a:lnTo>
                      <a:pt x="600" y="600"/>
                    </a:lnTo>
                    <a:lnTo>
                      <a:pt x="600" y="588"/>
                    </a:lnTo>
                    <a:lnTo>
                      <a:pt x="636" y="570"/>
                    </a:lnTo>
                    <a:lnTo>
                      <a:pt x="636" y="552"/>
                    </a:lnTo>
                    <a:lnTo>
                      <a:pt x="630" y="546"/>
                    </a:lnTo>
                    <a:lnTo>
                      <a:pt x="618" y="546"/>
                    </a:lnTo>
                    <a:lnTo>
                      <a:pt x="600" y="564"/>
                    </a:lnTo>
                    <a:lnTo>
                      <a:pt x="600" y="570"/>
                    </a:lnTo>
                    <a:lnTo>
                      <a:pt x="558" y="570"/>
                    </a:lnTo>
                    <a:lnTo>
                      <a:pt x="558" y="552"/>
                    </a:lnTo>
                    <a:lnTo>
                      <a:pt x="546" y="552"/>
                    </a:lnTo>
                    <a:lnTo>
                      <a:pt x="534" y="522"/>
                    </a:lnTo>
                    <a:lnTo>
                      <a:pt x="480" y="516"/>
                    </a:lnTo>
                    <a:lnTo>
                      <a:pt x="486" y="504"/>
                    </a:lnTo>
                    <a:lnTo>
                      <a:pt x="486" y="498"/>
                    </a:lnTo>
                    <a:lnTo>
                      <a:pt x="492" y="492"/>
                    </a:lnTo>
                    <a:lnTo>
                      <a:pt x="492" y="480"/>
                    </a:lnTo>
                    <a:lnTo>
                      <a:pt x="480" y="468"/>
                    </a:lnTo>
                    <a:lnTo>
                      <a:pt x="486" y="462"/>
                    </a:lnTo>
                    <a:lnTo>
                      <a:pt x="498" y="462"/>
                    </a:lnTo>
                    <a:lnTo>
                      <a:pt x="504" y="456"/>
                    </a:lnTo>
                    <a:lnTo>
                      <a:pt x="504" y="450"/>
                    </a:lnTo>
                    <a:lnTo>
                      <a:pt x="498" y="444"/>
                    </a:lnTo>
                    <a:lnTo>
                      <a:pt x="486" y="438"/>
                    </a:lnTo>
                    <a:lnTo>
                      <a:pt x="456" y="438"/>
                    </a:lnTo>
                    <a:lnTo>
                      <a:pt x="444" y="396"/>
                    </a:lnTo>
                    <a:lnTo>
                      <a:pt x="420" y="378"/>
                    </a:lnTo>
                    <a:lnTo>
                      <a:pt x="450" y="354"/>
                    </a:lnTo>
                    <a:lnTo>
                      <a:pt x="390" y="354"/>
                    </a:lnTo>
                    <a:lnTo>
                      <a:pt x="384" y="360"/>
                    </a:lnTo>
                    <a:lnTo>
                      <a:pt x="372" y="360"/>
                    </a:lnTo>
                    <a:lnTo>
                      <a:pt x="366" y="366"/>
                    </a:lnTo>
                    <a:lnTo>
                      <a:pt x="354" y="372"/>
                    </a:lnTo>
                    <a:lnTo>
                      <a:pt x="366" y="354"/>
                    </a:lnTo>
                    <a:lnTo>
                      <a:pt x="360" y="342"/>
                    </a:lnTo>
                    <a:lnTo>
                      <a:pt x="342" y="324"/>
                    </a:lnTo>
                    <a:lnTo>
                      <a:pt x="342" y="306"/>
                    </a:lnTo>
                    <a:lnTo>
                      <a:pt x="354" y="306"/>
                    </a:lnTo>
                    <a:lnTo>
                      <a:pt x="348" y="276"/>
                    </a:lnTo>
                    <a:lnTo>
                      <a:pt x="360" y="276"/>
                    </a:lnTo>
                    <a:lnTo>
                      <a:pt x="366" y="270"/>
                    </a:lnTo>
                    <a:lnTo>
                      <a:pt x="366" y="234"/>
                    </a:lnTo>
                    <a:lnTo>
                      <a:pt x="372" y="240"/>
                    </a:lnTo>
                    <a:lnTo>
                      <a:pt x="384" y="240"/>
                    </a:lnTo>
                    <a:lnTo>
                      <a:pt x="390" y="234"/>
                    </a:lnTo>
                    <a:lnTo>
                      <a:pt x="396" y="222"/>
                    </a:lnTo>
                    <a:lnTo>
                      <a:pt x="396" y="216"/>
                    </a:lnTo>
                    <a:lnTo>
                      <a:pt x="378" y="198"/>
                    </a:lnTo>
                    <a:lnTo>
                      <a:pt x="390" y="198"/>
                    </a:lnTo>
                    <a:lnTo>
                      <a:pt x="396" y="192"/>
                    </a:lnTo>
                    <a:lnTo>
                      <a:pt x="408" y="192"/>
                    </a:lnTo>
                    <a:lnTo>
                      <a:pt x="396" y="132"/>
                    </a:lnTo>
                    <a:lnTo>
                      <a:pt x="384" y="108"/>
                    </a:lnTo>
                    <a:lnTo>
                      <a:pt x="384" y="78"/>
                    </a:lnTo>
                    <a:lnTo>
                      <a:pt x="378" y="72"/>
                    </a:lnTo>
                    <a:lnTo>
                      <a:pt x="342" y="72"/>
                    </a:lnTo>
                    <a:lnTo>
                      <a:pt x="342" y="66"/>
                    </a:lnTo>
                    <a:lnTo>
                      <a:pt x="336" y="60"/>
                    </a:lnTo>
                    <a:lnTo>
                      <a:pt x="318" y="24"/>
                    </a:lnTo>
                    <a:lnTo>
                      <a:pt x="306" y="18"/>
                    </a:lnTo>
                    <a:lnTo>
                      <a:pt x="300" y="6"/>
                    </a:lnTo>
                    <a:lnTo>
                      <a:pt x="294" y="0"/>
                    </a:lnTo>
                    <a:lnTo>
                      <a:pt x="288" y="0"/>
                    </a:lnTo>
                    <a:lnTo>
                      <a:pt x="282" y="18"/>
                    </a:lnTo>
                    <a:lnTo>
                      <a:pt x="282" y="48"/>
                    </a:lnTo>
                    <a:lnTo>
                      <a:pt x="276" y="48"/>
                    </a:lnTo>
                    <a:lnTo>
                      <a:pt x="270" y="54"/>
                    </a:lnTo>
                    <a:lnTo>
                      <a:pt x="258" y="60"/>
                    </a:lnTo>
                    <a:lnTo>
                      <a:pt x="246" y="72"/>
                    </a:lnTo>
                    <a:lnTo>
                      <a:pt x="252" y="84"/>
                    </a:lnTo>
                    <a:lnTo>
                      <a:pt x="258" y="90"/>
                    </a:lnTo>
                    <a:lnTo>
                      <a:pt x="270" y="96"/>
                    </a:lnTo>
                    <a:lnTo>
                      <a:pt x="276" y="102"/>
                    </a:lnTo>
                    <a:lnTo>
                      <a:pt x="276" y="108"/>
                    </a:lnTo>
                    <a:lnTo>
                      <a:pt x="258" y="108"/>
                    </a:lnTo>
                    <a:lnTo>
                      <a:pt x="252" y="102"/>
                    </a:lnTo>
                    <a:lnTo>
                      <a:pt x="216" y="102"/>
                    </a:lnTo>
                    <a:lnTo>
                      <a:pt x="204" y="108"/>
                    </a:lnTo>
                    <a:lnTo>
                      <a:pt x="198" y="108"/>
                    </a:lnTo>
                    <a:lnTo>
                      <a:pt x="198" y="126"/>
                    </a:lnTo>
                    <a:lnTo>
                      <a:pt x="186" y="138"/>
                    </a:lnTo>
                    <a:lnTo>
                      <a:pt x="174" y="144"/>
                    </a:lnTo>
                    <a:lnTo>
                      <a:pt x="162" y="144"/>
                    </a:lnTo>
                    <a:lnTo>
                      <a:pt x="156" y="150"/>
                    </a:lnTo>
                    <a:lnTo>
                      <a:pt x="150" y="150"/>
                    </a:lnTo>
                    <a:lnTo>
                      <a:pt x="150" y="174"/>
                    </a:lnTo>
                    <a:lnTo>
                      <a:pt x="156" y="180"/>
                    </a:lnTo>
                    <a:lnTo>
                      <a:pt x="156" y="186"/>
                    </a:lnTo>
                    <a:lnTo>
                      <a:pt x="162" y="192"/>
                    </a:lnTo>
                    <a:lnTo>
                      <a:pt x="162" y="204"/>
                    </a:lnTo>
                    <a:lnTo>
                      <a:pt x="144" y="234"/>
                    </a:lnTo>
                    <a:lnTo>
                      <a:pt x="138" y="240"/>
                    </a:lnTo>
                    <a:lnTo>
                      <a:pt x="126" y="246"/>
                    </a:lnTo>
                    <a:lnTo>
                      <a:pt x="126" y="264"/>
                    </a:lnTo>
                    <a:lnTo>
                      <a:pt x="132" y="276"/>
                    </a:lnTo>
                    <a:lnTo>
                      <a:pt x="138" y="282"/>
                    </a:lnTo>
                    <a:lnTo>
                      <a:pt x="120" y="336"/>
                    </a:lnTo>
                    <a:lnTo>
                      <a:pt x="120" y="372"/>
                    </a:lnTo>
                    <a:lnTo>
                      <a:pt x="108" y="372"/>
                    </a:lnTo>
                    <a:lnTo>
                      <a:pt x="96" y="366"/>
                    </a:lnTo>
                    <a:lnTo>
                      <a:pt x="42" y="366"/>
                    </a:lnTo>
                    <a:lnTo>
                      <a:pt x="48" y="366"/>
                    </a:lnTo>
                    <a:lnTo>
                      <a:pt x="66" y="384"/>
                    </a:lnTo>
                    <a:lnTo>
                      <a:pt x="72" y="432"/>
                    </a:lnTo>
                    <a:lnTo>
                      <a:pt x="66" y="432"/>
                    </a:lnTo>
                    <a:lnTo>
                      <a:pt x="48" y="450"/>
                    </a:lnTo>
                    <a:lnTo>
                      <a:pt x="54" y="462"/>
                    </a:lnTo>
                    <a:lnTo>
                      <a:pt x="54" y="486"/>
                    </a:lnTo>
                    <a:lnTo>
                      <a:pt x="72" y="504"/>
                    </a:lnTo>
                    <a:lnTo>
                      <a:pt x="72" y="516"/>
                    </a:lnTo>
                    <a:lnTo>
                      <a:pt x="60" y="516"/>
                    </a:lnTo>
                    <a:lnTo>
                      <a:pt x="54" y="510"/>
                    </a:lnTo>
                    <a:lnTo>
                      <a:pt x="48" y="510"/>
                    </a:lnTo>
                    <a:lnTo>
                      <a:pt x="48" y="534"/>
                    </a:lnTo>
                    <a:lnTo>
                      <a:pt x="30" y="516"/>
                    </a:lnTo>
                    <a:lnTo>
                      <a:pt x="42" y="576"/>
                    </a:lnTo>
                    <a:lnTo>
                      <a:pt x="6" y="570"/>
                    </a:lnTo>
                    <a:lnTo>
                      <a:pt x="6" y="576"/>
                    </a:lnTo>
                    <a:lnTo>
                      <a:pt x="0" y="58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1" name="Mozambique" descr="© INSCALE GmbH, 05.05.2010&#10;http://www.presentationload.com/">
                <a:extLst>
                  <a:ext uri="{FF2B5EF4-FFF2-40B4-BE49-F238E27FC236}">
                    <a16:creationId xmlns:a16="http://schemas.microsoft.com/office/drawing/2014/main" id="{05FC4898-B62D-AEF7-8B0F-B0C733F2864B}"/>
                  </a:ext>
                </a:extLst>
              </p:cNvPr>
              <p:cNvSpPr>
                <a:spLocks/>
              </p:cNvSpPr>
              <p:nvPr/>
            </p:nvSpPr>
            <p:spPr bwMode="gray">
              <a:xfrm>
                <a:off x="5041802" y="3538673"/>
                <a:ext cx="289063" cy="506974"/>
              </a:xfrm>
              <a:custGeom>
                <a:avLst/>
                <a:gdLst>
                  <a:gd name="T0" fmla="*/ 2147483647 w 762"/>
                  <a:gd name="T1" fmla="*/ 2147483647 h 1338"/>
                  <a:gd name="T2" fmla="*/ 2147483647 w 762"/>
                  <a:gd name="T3" fmla="*/ 2147483647 h 1338"/>
                  <a:gd name="T4" fmla="*/ 2147483647 w 762"/>
                  <a:gd name="T5" fmla="*/ 2147483647 h 1338"/>
                  <a:gd name="T6" fmla="*/ 2147483647 w 762"/>
                  <a:gd name="T7" fmla="*/ 2147483647 h 1338"/>
                  <a:gd name="T8" fmla="*/ 2147483647 w 762"/>
                  <a:gd name="T9" fmla="*/ 2147483647 h 1338"/>
                  <a:gd name="T10" fmla="*/ 2147483647 w 762"/>
                  <a:gd name="T11" fmla="*/ 2147483647 h 1338"/>
                  <a:gd name="T12" fmla="*/ 2147483647 w 762"/>
                  <a:gd name="T13" fmla="*/ 2147483647 h 1338"/>
                  <a:gd name="T14" fmla="*/ 2147483647 w 762"/>
                  <a:gd name="T15" fmla="*/ 2147483647 h 1338"/>
                  <a:gd name="T16" fmla="*/ 2147483647 w 762"/>
                  <a:gd name="T17" fmla="*/ 2147483647 h 1338"/>
                  <a:gd name="T18" fmla="*/ 2147483647 w 762"/>
                  <a:gd name="T19" fmla="*/ 2147483647 h 1338"/>
                  <a:gd name="T20" fmla="*/ 2147483647 w 762"/>
                  <a:gd name="T21" fmla="*/ 2147483647 h 1338"/>
                  <a:gd name="T22" fmla="*/ 2147483647 w 762"/>
                  <a:gd name="T23" fmla="*/ 2147483647 h 1338"/>
                  <a:gd name="T24" fmla="*/ 2147483647 w 762"/>
                  <a:gd name="T25" fmla="*/ 2147483647 h 1338"/>
                  <a:gd name="T26" fmla="*/ 2147483647 w 762"/>
                  <a:gd name="T27" fmla="*/ 2147483647 h 1338"/>
                  <a:gd name="T28" fmla="*/ 2147483647 w 762"/>
                  <a:gd name="T29" fmla="*/ 2147483647 h 1338"/>
                  <a:gd name="T30" fmla="*/ 2147483647 w 762"/>
                  <a:gd name="T31" fmla="*/ 2147483647 h 1338"/>
                  <a:gd name="T32" fmla="*/ 2147483647 w 762"/>
                  <a:gd name="T33" fmla="*/ 2147483647 h 1338"/>
                  <a:gd name="T34" fmla="*/ 2147483647 w 762"/>
                  <a:gd name="T35" fmla="*/ 2147483647 h 1338"/>
                  <a:gd name="T36" fmla="*/ 2147483647 w 762"/>
                  <a:gd name="T37" fmla="*/ 2147483647 h 1338"/>
                  <a:gd name="T38" fmla="*/ 2147483647 w 762"/>
                  <a:gd name="T39" fmla="*/ 2147483647 h 1338"/>
                  <a:gd name="T40" fmla="*/ 2147483647 w 762"/>
                  <a:gd name="T41" fmla="*/ 2147483647 h 1338"/>
                  <a:gd name="T42" fmla="*/ 2147483647 w 762"/>
                  <a:gd name="T43" fmla="*/ 2147483647 h 1338"/>
                  <a:gd name="T44" fmla="*/ 2147483647 w 762"/>
                  <a:gd name="T45" fmla="*/ 2147483647 h 1338"/>
                  <a:gd name="T46" fmla="*/ 2147483647 w 762"/>
                  <a:gd name="T47" fmla="*/ 2147483647 h 1338"/>
                  <a:gd name="T48" fmla="*/ 2147483647 w 762"/>
                  <a:gd name="T49" fmla="*/ 2147483647 h 1338"/>
                  <a:gd name="T50" fmla="*/ 2147483647 w 762"/>
                  <a:gd name="T51" fmla="*/ 2147483647 h 1338"/>
                  <a:gd name="T52" fmla="*/ 2147483647 w 762"/>
                  <a:gd name="T53" fmla="*/ 2147483647 h 1338"/>
                  <a:gd name="T54" fmla="*/ 2147483647 w 762"/>
                  <a:gd name="T55" fmla="*/ 2147483647 h 1338"/>
                  <a:gd name="T56" fmla="*/ 0 w 762"/>
                  <a:gd name="T57" fmla="*/ 2147483647 h 1338"/>
                  <a:gd name="T58" fmla="*/ 2147483647 w 762"/>
                  <a:gd name="T59" fmla="*/ 2147483647 h 1338"/>
                  <a:gd name="T60" fmla="*/ 2147483647 w 762"/>
                  <a:gd name="T61" fmla="*/ 2147483647 h 1338"/>
                  <a:gd name="T62" fmla="*/ 2147483647 w 762"/>
                  <a:gd name="T63" fmla="*/ 2147483647 h 1338"/>
                  <a:gd name="T64" fmla="*/ 2147483647 w 762"/>
                  <a:gd name="T65" fmla="*/ 2147483647 h 1338"/>
                  <a:gd name="T66" fmla="*/ 2147483647 w 762"/>
                  <a:gd name="T67" fmla="*/ 2147483647 h 1338"/>
                  <a:gd name="T68" fmla="*/ 2147483647 w 762"/>
                  <a:gd name="T69" fmla="*/ 2147483647 h 1338"/>
                  <a:gd name="T70" fmla="*/ 2147483647 w 762"/>
                  <a:gd name="T71" fmla="*/ 2147483647 h 1338"/>
                  <a:gd name="T72" fmla="*/ 2147483647 w 762"/>
                  <a:gd name="T73" fmla="*/ 2147483647 h 1338"/>
                  <a:gd name="T74" fmla="*/ 2147483647 w 762"/>
                  <a:gd name="T75" fmla="*/ 2147483647 h 1338"/>
                  <a:gd name="T76" fmla="*/ 2147483647 w 762"/>
                  <a:gd name="T77" fmla="*/ 2147483647 h 1338"/>
                  <a:gd name="T78" fmla="*/ 2147483647 w 762"/>
                  <a:gd name="T79" fmla="*/ 2147483647 h 1338"/>
                  <a:gd name="T80" fmla="*/ 2147483647 w 762"/>
                  <a:gd name="T81" fmla="*/ 2147483647 h 1338"/>
                  <a:gd name="T82" fmla="*/ 2147483647 w 762"/>
                  <a:gd name="T83" fmla="*/ 2147483647 h 1338"/>
                  <a:gd name="T84" fmla="*/ 2147483647 w 762"/>
                  <a:gd name="T85" fmla="*/ 2147483647 h 1338"/>
                  <a:gd name="T86" fmla="*/ 2147483647 w 762"/>
                  <a:gd name="T87" fmla="*/ 2147483647 h 1338"/>
                  <a:gd name="T88" fmla="*/ 2147483647 w 762"/>
                  <a:gd name="T89" fmla="*/ 2147483647 h 1338"/>
                  <a:gd name="T90" fmla="*/ 2147483647 w 762"/>
                  <a:gd name="T91" fmla="*/ 2147483647 h 1338"/>
                  <a:gd name="T92" fmla="*/ 2147483647 w 762"/>
                  <a:gd name="T93" fmla="*/ 2147483647 h 1338"/>
                  <a:gd name="T94" fmla="*/ 2147483647 w 762"/>
                  <a:gd name="T95" fmla="*/ 2147483647 h 1338"/>
                  <a:gd name="T96" fmla="*/ 2147483647 w 762"/>
                  <a:gd name="T97" fmla="*/ 2147483647 h 1338"/>
                  <a:gd name="T98" fmla="*/ 2147483647 w 762"/>
                  <a:gd name="T99" fmla="*/ 2147483647 h 1338"/>
                  <a:gd name="T100" fmla="*/ 2147483647 w 762"/>
                  <a:gd name="T101" fmla="*/ 2147483647 h 1338"/>
                  <a:gd name="T102" fmla="*/ 2147483647 w 762"/>
                  <a:gd name="T103" fmla="*/ 2147483647 h 1338"/>
                  <a:gd name="T104" fmla="*/ 2147483647 w 762"/>
                  <a:gd name="T105" fmla="*/ 2147483647 h 1338"/>
                  <a:gd name="T106" fmla="*/ 2147483647 w 762"/>
                  <a:gd name="T107" fmla="*/ 2147483647 h 1338"/>
                  <a:gd name="T108" fmla="*/ 2147483647 w 762"/>
                  <a:gd name="T109" fmla="*/ 2147483647 h 1338"/>
                  <a:gd name="T110" fmla="*/ 2147483647 w 762"/>
                  <a:gd name="T111" fmla="*/ 2147483647 h 1338"/>
                  <a:gd name="T112" fmla="*/ 2147483647 w 762"/>
                  <a:gd name="T113" fmla="*/ 2147483647 h 1338"/>
                  <a:gd name="T114" fmla="*/ 2147483647 w 762"/>
                  <a:gd name="T115" fmla="*/ 2147483647 h 1338"/>
                  <a:gd name="T116" fmla="*/ 2147483647 w 762"/>
                  <a:gd name="T117" fmla="*/ 2147483647 h 1338"/>
                  <a:gd name="T118" fmla="*/ 2147483647 w 762"/>
                  <a:gd name="T119" fmla="*/ 2147483647 h 1338"/>
                  <a:gd name="T120" fmla="*/ 2147483647 w 762"/>
                  <a:gd name="T121" fmla="*/ 2147483647 h 1338"/>
                  <a:gd name="T122" fmla="*/ 2147483647 w 762"/>
                  <a:gd name="T123" fmla="*/ 2147483647 h 133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62"/>
                  <a:gd name="T187" fmla="*/ 0 h 1338"/>
                  <a:gd name="T188" fmla="*/ 762 w 762"/>
                  <a:gd name="T189" fmla="*/ 1338 h 133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62" h="1338">
                    <a:moveTo>
                      <a:pt x="762" y="342"/>
                    </a:moveTo>
                    <a:lnTo>
                      <a:pt x="762" y="324"/>
                    </a:lnTo>
                    <a:lnTo>
                      <a:pt x="756" y="318"/>
                    </a:lnTo>
                    <a:lnTo>
                      <a:pt x="744" y="318"/>
                    </a:lnTo>
                    <a:lnTo>
                      <a:pt x="744" y="258"/>
                    </a:lnTo>
                    <a:lnTo>
                      <a:pt x="732" y="246"/>
                    </a:lnTo>
                    <a:lnTo>
                      <a:pt x="750" y="234"/>
                    </a:lnTo>
                    <a:lnTo>
                      <a:pt x="738" y="186"/>
                    </a:lnTo>
                    <a:lnTo>
                      <a:pt x="750" y="156"/>
                    </a:lnTo>
                    <a:lnTo>
                      <a:pt x="738" y="120"/>
                    </a:lnTo>
                    <a:lnTo>
                      <a:pt x="738" y="108"/>
                    </a:lnTo>
                    <a:lnTo>
                      <a:pt x="750" y="72"/>
                    </a:lnTo>
                    <a:lnTo>
                      <a:pt x="756" y="42"/>
                    </a:lnTo>
                    <a:lnTo>
                      <a:pt x="756" y="12"/>
                    </a:lnTo>
                    <a:lnTo>
                      <a:pt x="744" y="0"/>
                    </a:lnTo>
                    <a:lnTo>
                      <a:pt x="666" y="54"/>
                    </a:lnTo>
                    <a:lnTo>
                      <a:pt x="636" y="60"/>
                    </a:lnTo>
                    <a:lnTo>
                      <a:pt x="630" y="60"/>
                    </a:lnTo>
                    <a:lnTo>
                      <a:pt x="618" y="72"/>
                    </a:lnTo>
                    <a:lnTo>
                      <a:pt x="606" y="78"/>
                    </a:lnTo>
                    <a:lnTo>
                      <a:pt x="594" y="78"/>
                    </a:lnTo>
                    <a:lnTo>
                      <a:pt x="594" y="72"/>
                    </a:lnTo>
                    <a:lnTo>
                      <a:pt x="588" y="66"/>
                    </a:lnTo>
                    <a:lnTo>
                      <a:pt x="564" y="66"/>
                    </a:lnTo>
                    <a:lnTo>
                      <a:pt x="558" y="72"/>
                    </a:lnTo>
                    <a:lnTo>
                      <a:pt x="552" y="84"/>
                    </a:lnTo>
                    <a:lnTo>
                      <a:pt x="540" y="90"/>
                    </a:lnTo>
                    <a:lnTo>
                      <a:pt x="528" y="102"/>
                    </a:lnTo>
                    <a:lnTo>
                      <a:pt x="510" y="102"/>
                    </a:lnTo>
                    <a:lnTo>
                      <a:pt x="498" y="96"/>
                    </a:lnTo>
                    <a:lnTo>
                      <a:pt x="492" y="90"/>
                    </a:lnTo>
                    <a:lnTo>
                      <a:pt x="486" y="90"/>
                    </a:lnTo>
                    <a:lnTo>
                      <a:pt x="468" y="108"/>
                    </a:lnTo>
                    <a:lnTo>
                      <a:pt x="456" y="108"/>
                    </a:lnTo>
                    <a:lnTo>
                      <a:pt x="450" y="102"/>
                    </a:lnTo>
                    <a:lnTo>
                      <a:pt x="438" y="96"/>
                    </a:lnTo>
                    <a:lnTo>
                      <a:pt x="432" y="84"/>
                    </a:lnTo>
                    <a:lnTo>
                      <a:pt x="420" y="78"/>
                    </a:lnTo>
                    <a:lnTo>
                      <a:pt x="408" y="78"/>
                    </a:lnTo>
                    <a:lnTo>
                      <a:pt x="396" y="90"/>
                    </a:lnTo>
                    <a:lnTo>
                      <a:pt x="390" y="90"/>
                    </a:lnTo>
                    <a:lnTo>
                      <a:pt x="384" y="96"/>
                    </a:lnTo>
                    <a:lnTo>
                      <a:pt x="354" y="96"/>
                    </a:lnTo>
                    <a:lnTo>
                      <a:pt x="354" y="114"/>
                    </a:lnTo>
                    <a:lnTo>
                      <a:pt x="330" y="138"/>
                    </a:lnTo>
                    <a:lnTo>
                      <a:pt x="330" y="150"/>
                    </a:lnTo>
                    <a:lnTo>
                      <a:pt x="342" y="162"/>
                    </a:lnTo>
                    <a:lnTo>
                      <a:pt x="348" y="174"/>
                    </a:lnTo>
                    <a:lnTo>
                      <a:pt x="348" y="204"/>
                    </a:lnTo>
                    <a:lnTo>
                      <a:pt x="342" y="216"/>
                    </a:lnTo>
                    <a:lnTo>
                      <a:pt x="336" y="234"/>
                    </a:lnTo>
                    <a:lnTo>
                      <a:pt x="336" y="246"/>
                    </a:lnTo>
                    <a:lnTo>
                      <a:pt x="342" y="246"/>
                    </a:lnTo>
                    <a:lnTo>
                      <a:pt x="342" y="252"/>
                    </a:lnTo>
                    <a:lnTo>
                      <a:pt x="348" y="252"/>
                    </a:lnTo>
                    <a:lnTo>
                      <a:pt x="372" y="276"/>
                    </a:lnTo>
                    <a:lnTo>
                      <a:pt x="384" y="300"/>
                    </a:lnTo>
                    <a:lnTo>
                      <a:pt x="390" y="306"/>
                    </a:lnTo>
                    <a:lnTo>
                      <a:pt x="396" y="318"/>
                    </a:lnTo>
                    <a:lnTo>
                      <a:pt x="408" y="336"/>
                    </a:lnTo>
                    <a:lnTo>
                      <a:pt x="420" y="348"/>
                    </a:lnTo>
                    <a:lnTo>
                      <a:pt x="420" y="366"/>
                    </a:lnTo>
                    <a:lnTo>
                      <a:pt x="414" y="372"/>
                    </a:lnTo>
                    <a:lnTo>
                      <a:pt x="408" y="384"/>
                    </a:lnTo>
                    <a:lnTo>
                      <a:pt x="402" y="390"/>
                    </a:lnTo>
                    <a:lnTo>
                      <a:pt x="402" y="450"/>
                    </a:lnTo>
                    <a:lnTo>
                      <a:pt x="396" y="456"/>
                    </a:lnTo>
                    <a:lnTo>
                      <a:pt x="372" y="456"/>
                    </a:lnTo>
                    <a:lnTo>
                      <a:pt x="360" y="462"/>
                    </a:lnTo>
                    <a:lnTo>
                      <a:pt x="354" y="474"/>
                    </a:lnTo>
                    <a:lnTo>
                      <a:pt x="354" y="492"/>
                    </a:lnTo>
                    <a:lnTo>
                      <a:pt x="360" y="492"/>
                    </a:lnTo>
                    <a:lnTo>
                      <a:pt x="366" y="498"/>
                    </a:lnTo>
                    <a:lnTo>
                      <a:pt x="366" y="528"/>
                    </a:lnTo>
                    <a:lnTo>
                      <a:pt x="354" y="534"/>
                    </a:lnTo>
                    <a:lnTo>
                      <a:pt x="348" y="540"/>
                    </a:lnTo>
                    <a:lnTo>
                      <a:pt x="342" y="534"/>
                    </a:lnTo>
                    <a:lnTo>
                      <a:pt x="342" y="522"/>
                    </a:lnTo>
                    <a:lnTo>
                      <a:pt x="348" y="516"/>
                    </a:lnTo>
                    <a:lnTo>
                      <a:pt x="348" y="504"/>
                    </a:lnTo>
                    <a:lnTo>
                      <a:pt x="336" y="498"/>
                    </a:lnTo>
                    <a:lnTo>
                      <a:pt x="330" y="492"/>
                    </a:lnTo>
                    <a:lnTo>
                      <a:pt x="318" y="486"/>
                    </a:lnTo>
                    <a:lnTo>
                      <a:pt x="312" y="480"/>
                    </a:lnTo>
                    <a:lnTo>
                      <a:pt x="300" y="474"/>
                    </a:lnTo>
                    <a:lnTo>
                      <a:pt x="300" y="444"/>
                    </a:lnTo>
                    <a:lnTo>
                      <a:pt x="288" y="444"/>
                    </a:lnTo>
                    <a:lnTo>
                      <a:pt x="288" y="438"/>
                    </a:lnTo>
                    <a:lnTo>
                      <a:pt x="294" y="432"/>
                    </a:lnTo>
                    <a:lnTo>
                      <a:pt x="306" y="426"/>
                    </a:lnTo>
                    <a:lnTo>
                      <a:pt x="312" y="420"/>
                    </a:lnTo>
                    <a:lnTo>
                      <a:pt x="300" y="402"/>
                    </a:lnTo>
                    <a:lnTo>
                      <a:pt x="312" y="396"/>
                    </a:lnTo>
                    <a:lnTo>
                      <a:pt x="318" y="366"/>
                    </a:lnTo>
                    <a:lnTo>
                      <a:pt x="312" y="366"/>
                    </a:lnTo>
                    <a:lnTo>
                      <a:pt x="312" y="330"/>
                    </a:lnTo>
                    <a:lnTo>
                      <a:pt x="306" y="324"/>
                    </a:lnTo>
                    <a:lnTo>
                      <a:pt x="288" y="324"/>
                    </a:lnTo>
                    <a:lnTo>
                      <a:pt x="282" y="330"/>
                    </a:lnTo>
                    <a:lnTo>
                      <a:pt x="252" y="330"/>
                    </a:lnTo>
                    <a:lnTo>
                      <a:pt x="222" y="282"/>
                    </a:lnTo>
                    <a:lnTo>
                      <a:pt x="216" y="282"/>
                    </a:lnTo>
                    <a:lnTo>
                      <a:pt x="210" y="288"/>
                    </a:lnTo>
                    <a:lnTo>
                      <a:pt x="192" y="294"/>
                    </a:lnTo>
                    <a:lnTo>
                      <a:pt x="180" y="300"/>
                    </a:lnTo>
                    <a:lnTo>
                      <a:pt x="162" y="312"/>
                    </a:lnTo>
                    <a:lnTo>
                      <a:pt x="138" y="324"/>
                    </a:lnTo>
                    <a:lnTo>
                      <a:pt x="132" y="324"/>
                    </a:lnTo>
                    <a:lnTo>
                      <a:pt x="120" y="330"/>
                    </a:lnTo>
                    <a:lnTo>
                      <a:pt x="102" y="336"/>
                    </a:lnTo>
                    <a:lnTo>
                      <a:pt x="84" y="336"/>
                    </a:lnTo>
                    <a:lnTo>
                      <a:pt x="72" y="342"/>
                    </a:lnTo>
                    <a:lnTo>
                      <a:pt x="60" y="342"/>
                    </a:lnTo>
                    <a:lnTo>
                      <a:pt x="42" y="360"/>
                    </a:lnTo>
                    <a:lnTo>
                      <a:pt x="12" y="360"/>
                    </a:lnTo>
                    <a:lnTo>
                      <a:pt x="0" y="372"/>
                    </a:lnTo>
                    <a:lnTo>
                      <a:pt x="18" y="390"/>
                    </a:lnTo>
                    <a:lnTo>
                      <a:pt x="24" y="444"/>
                    </a:lnTo>
                    <a:lnTo>
                      <a:pt x="84" y="444"/>
                    </a:lnTo>
                    <a:lnTo>
                      <a:pt x="96" y="462"/>
                    </a:lnTo>
                    <a:lnTo>
                      <a:pt x="114" y="462"/>
                    </a:lnTo>
                    <a:lnTo>
                      <a:pt x="132" y="486"/>
                    </a:lnTo>
                    <a:lnTo>
                      <a:pt x="138" y="486"/>
                    </a:lnTo>
                    <a:lnTo>
                      <a:pt x="150" y="480"/>
                    </a:lnTo>
                    <a:lnTo>
                      <a:pt x="162" y="480"/>
                    </a:lnTo>
                    <a:lnTo>
                      <a:pt x="180" y="498"/>
                    </a:lnTo>
                    <a:lnTo>
                      <a:pt x="192" y="498"/>
                    </a:lnTo>
                    <a:lnTo>
                      <a:pt x="204" y="510"/>
                    </a:lnTo>
                    <a:lnTo>
                      <a:pt x="204" y="516"/>
                    </a:lnTo>
                    <a:lnTo>
                      <a:pt x="198" y="528"/>
                    </a:lnTo>
                    <a:lnTo>
                      <a:pt x="192" y="534"/>
                    </a:lnTo>
                    <a:lnTo>
                      <a:pt x="204" y="552"/>
                    </a:lnTo>
                    <a:lnTo>
                      <a:pt x="192" y="564"/>
                    </a:lnTo>
                    <a:lnTo>
                      <a:pt x="204" y="576"/>
                    </a:lnTo>
                    <a:lnTo>
                      <a:pt x="198" y="582"/>
                    </a:lnTo>
                    <a:lnTo>
                      <a:pt x="198" y="588"/>
                    </a:lnTo>
                    <a:lnTo>
                      <a:pt x="192" y="594"/>
                    </a:lnTo>
                    <a:lnTo>
                      <a:pt x="192" y="606"/>
                    </a:lnTo>
                    <a:lnTo>
                      <a:pt x="204" y="630"/>
                    </a:lnTo>
                    <a:lnTo>
                      <a:pt x="204" y="642"/>
                    </a:lnTo>
                    <a:lnTo>
                      <a:pt x="198" y="648"/>
                    </a:lnTo>
                    <a:lnTo>
                      <a:pt x="198" y="654"/>
                    </a:lnTo>
                    <a:lnTo>
                      <a:pt x="192" y="654"/>
                    </a:lnTo>
                    <a:lnTo>
                      <a:pt x="192" y="666"/>
                    </a:lnTo>
                    <a:lnTo>
                      <a:pt x="174" y="678"/>
                    </a:lnTo>
                    <a:lnTo>
                      <a:pt x="192" y="702"/>
                    </a:lnTo>
                    <a:lnTo>
                      <a:pt x="174" y="720"/>
                    </a:lnTo>
                    <a:lnTo>
                      <a:pt x="174" y="732"/>
                    </a:lnTo>
                    <a:lnTo>
                      <a:pt x="198" y="756"/>
                    </a:lnTo>
                    <a:lnTo>
                      <a:pt x="198" y="762"/>
                    </a:lnTo>
                    <a:lnTo>
                      <a:pt x="192" y="774"/>
                    </a:lnTo>
                    <a:lnTo>
                      <a:pt x="180" y="786"/>
                    </a:lnTo>
                    <a:lnTo>
                      <a:pt x="180" y="798"/>
                    </a:lnTo>
                    <a:lnTo>
                      <a:pt x="168" y="810"/>
                    </a:lnTo>
                    <a:lnTo>
                      <a:pt x="156" y="816"/>
                    </a:lnTo>
                    <a:lnTo>
                      <a:pt x="156" y="846"/>
                    </a:lnTo>
                    <a:lnTo>
                      <a:pt x="144" y="858"/>
                    </a:lnTo>
                    <a:lnTo>
                      <a:pt x="156" y="876"/>
                    </a:lnTo>
                    <a:lnTo>
                      <a:pt x="138" y="882"/>
                    </a:lnTo>
                    <a:lnTo>
                      <a:pt x="72" y="966"/>
                    </a:lnTo>
                    <a:lnTo>
                      <a:pt x="72" y="996"/>
                    </a:lnTo>
                    <a:lnTo>
                      <a:pt x="78" y="1014"/>
                    </a:lnTo>
                    <a:lnTo>
                      <a:pt x="78" y="1032"/>
                    </a:lnTo>
                    <a:lnTo>
                      <a:pt x="84" y="1044"/>
                    </a:lnTo>
                    <a:lnTo>
                      <a:pt x="84" y="1062"/>
                    </a:lnTo>
                    <a:lnTo>
                      <a:pt x="114" y="1122"/>
                    </a:lnTo>
                    <a:lnTo>
                      <a:pt x="114" y="1212"/>
                    </a:lnTo>
                    <a:lnTo>
                      <a:pt x="90" y="1248"/>
                    </a:lnTo>
                    <a:lnTo>
                      <a:pt x="114" y="1248"/>
                    </a:lnTo>
                    <a:lnTo>
                      <a:pt x="108" y="1260"/>
                    </a:lnTo>
                    <a:lnTo>
                      <a:pt x="108" y="1284"/>
                    </a:lnTo>
                    <a:lnTo>
                      <a:pt x="114" y="1290"/>
                    </a:lnTo>
                    <a:lnTo>
                      <a:pt x="120" y="1290"/>
                    </a:lnTo>
                    <a:lnTo>
                      <a:pt x="126" y="1314"/>
                    </a:lnTo>
                    <a:lnTo>
                      <a:pt x="144" y="1314"/>
                    </a:lnTo>
                    <a:lnTo>
                      <a:pt x="156" y="1326"/>
                    </a:lnTo>
                    <a:lnTo>
                      <a:pt x="162" y="1338"/>
                    </a:lnTo>
                    <a:lnTo>
                      <a:pt x="168" y="1320"/>
                    </a:lnTo>
                    <a:lnTo>
                      <a:pt x="168" y="1284"/>
                    </a:lnTo>
                    <a:lnTo>
                      <a:pt x="162" y="1272"/>
                    </a:lnTo>
                    <a:lnTo>
                      <a:pt x="156" y="1266"/>
                    </a:lnTo>
                    <a:lnTo>
                      <a:pt x="150" y="1266"/>
                    </a:lnTo>
                    <a:lnTo>
                      <a:pt x="150" y="1242"/>
                    </a:lnTo>
                    <a:lnTo>
                      <a:pt x="162" y="1230"/>
                    </a:lnTo>
                    <a:lnTo>
                      <a:pt x="222" y="1188"/>
                    </a:lnTo>
                    <a:lnTo>
                      <a:pt x="276" y="1158"/>
                    </a:lnTo>
                    <a:lnTo>
                      <a:pt x="294" y="1146"/>
                    </a:lnTo>
                    <a:lnTo>
                      <a:pt x="312" y="1140"/>
                    </a:lnTo>
                    <a:lnTo>
                      <a:pt x="330" y="1128"/>
                    </a:lnTo>
                    <a:lnTo>
                      <a:pt x="342" y="1122"/>
                    </a:lnTo>
                    <a:lnTo>
                      <a:pt x="360" y="1104"/>
                    </a:lnTo>
                    <a:lnTo>
                      <a:pt x="360" y="1080"/>
                    </a:lnTo>
                    <a:lnTo>
                      <a:pt x="354" y="1080"/>
                    </a:lnTo>
                    <a:lnTo>
                      <a:pt x="354" y="1086"/>
                    </a:lnTo>
                    <a:lnTo>
                      <a:pt x="348" y="1080"/>
                    </a:lnTo>
                    <a:lnTo>
                      <a:pt x="342" y="1080"/>
                    </a:lnTo>
                    <a:lnTo>
                      <a:pt x="342" y="1068"/>
                    </a:lnTo>
                    <a:lnTo>
                      <a:pt x="366" y="1020"/>
                    </a:lnTo>
                    <a:lnTo>
                      <a:pt x="366" y="990"/>
                    </a:lnTo>
                    <a:lnTo>
                      <a:pt x="360" y="984"/>
                    </a:lnTo>
                    <a:lnTo>
                      <a:pt x="360" y="978"/>
                    </a:lnTo>
                    <a:lnTo>
                      <a:pt x="372" y="948"/>
                    </a:lnTo>
                    <a:lnTo>
                      <a:pt x="366" y="942"/>
                    </a:lnTo>
                    <a:lnTo>
                      <a:pt x="348" y="960"/>
                    </a:lnTo>
                    <a:lnTo>
                      <a:pt x="354" y="918"/>
                    </a:lnTo>
                    <a:lnTo>
                      <a:pt x="348" y="906"/>
                    </a:lnTo>
                    <a:lnTo>
                      <a:pt x="336" y="900"/>
                    </a:lnTo>
                    <a:lnTo>
                      <a:pt x="330" y="888"/>
                    </a:lnTo>
                    <a:lnTo>
                      <a:pt x="330" y="870"/>
                    </a:lnTo>
                    <a:lnTo>
                      <a:pt x="336" y="858"/>
                    </a:lnTo>
                    <a:lnTo>
                      <a:pt x="336" y="834"/>
                    </a:lnTo>
                    <a:lnTo>
                      <a:pt x="324" y="822"/>
                    </a:lnTo>
                    <a:lnTo>
                      <a:pt x="318" y="822"/>
                    </a:lnTo>
                    <a:lnTo>
                      <a:pt x="312" y="816"/>
                    </a:lnTo>
                    <a:lnTo>
                      <a:pt x="312" y="792"/>
                    </a:lnTo>
                    <a:lnTo>
                      <a:pt x="318" y="780"/>
                    </a:lnTo>
                    <a:lnTo>
                      <a:pt x="324" y="762"/>
                    </a:lnTo>
                    <a:lnTo>
                      <a:pt x="336" y="750"/>
                    </a:lnTo>
                    <a:lnTo>
                      <a:pt x="372" y="732"/>
                    </a:lnTo>
                    <a:lnTo>
                      <a:pt x="378" y="726"/>
                    </a:lnTo>
                    <a:lnTo>
                      <a:pt x="378" y="714"/>
                    </a:lnTo>
                    <a:lnTo>
                      <a:pt x="390" y="690"/>
                    </a:lnTo>
                    <a:lnTo>
                      <a:pt x="396" y="684"/>
                    </a:lnTo>
                    <a:lnTo>
                      <a:pt x="402" y="684"/>
                    </a:lnTo>
                    <a:lnTo>
                      <a:pt x="414" y="678"/>
                    </a:lnTo>
                    <a:lnTo>
                      <a:pt x="420" y="678"/>
                    </a:lnTo>
                    <a:lnTo>
                      <a:pt x="426" y="672"/>
                    </a:lnTo>
                    <a:lnTo>
                      <a:pt x="450" y="660"/>
                    </a:lnTo>
                    <a:lnTo>
                      <a:pt x="462" y="648"/>
                    </a:lnTo>
                    <a:lnTo>
                      <a:pt x="474" y="612"/>
                    </a:lnTo>
                    <a:lnTo>
                      <a:pt x="498" y="576"/>
                    </a:lnTo>
                    <a:lnTo>
                      <a:pt x="522" y="564"/>
                    </a:lnTo>
                    <a:lnTo>
                      <a:pt x="558" y="552"/>
                    </a:lnTo>
                    <a:lnTo>
                      <a:pt x="600" y="534"/>
                    </a:lnTo>
                    <a:lnTo>
                      <a:pt x="624" y="522"/>
                    </a:lnTo>
                    <a:lnTo>
                      <a:pt x="630" y="516"/>
                    </a:lnTo>
                    <a:lnTo>
                      <a:pt x="666" y="498"/>
                    </a:lnTo>
                    <a:lnTo>
                      <a:pt x="672" y="492"/>
                    </a:lnTo>
                    <a:lnTo>
                      <a:pt x="684" y="486"/>
                    </a:lnTo>
                    <a:lnTo>
                      <a:pt x="684" y="474"/>
                    </a:lnTo>
                    <a:lnTo>
                      <a:pt x="714" y="444"/>
                    </a:lnTo>
                    <a:lnTo>
                      <a:pt x="714" y="432"/>
                    </a:lnTo>
                    <a:lnTo>
                      <a:pt x="720" y="420"/>
                    </a:lnTo>
                    <a:lnTo>
                      <a:pt x="732" y="414"/>
                    </a:lnTo>
                    <a:lnTo>
                      <a:pt x="738" y="402"/>
                    </a:lnTo>
                    <a:lnTo>
                      <a:pt x="744" y="396"/>
                    </a:lnTo>
                    <a:lnTo>
                      <a:pt x="744" y="378"/>
                    </a:lnTo>
                    <a:lnTo>
                      <a:pt x="750" y="372"/>
                    </a:lnTo>
                    <a:lnTo>
                      <a:pt x="762" y="348"/>
                    </a:lnTo>
                    <a:lnTo>
                      <a:pt x="762" y="3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2" name="Morocco" descr="© INSCALE GmbH, 05.05.2010&#10;http://www.presentationload.com/">
                <a:extLst>
                  <a:ext uri="{FF2B5EF4-FFF2-40B4-BE49-F238E27FC236}">
                    <a16:creationId xmlns:a16="http://schemas.microsoft.com/office/drawing/2014/main" id="{33023463-1DDF-C5B1-FAE2-E2D112FA3D8F}"/>
                  </a:ext>
                </a:extLst>
              </p:cNvPr>
              <p:cNvSpPr>
                <a:spLocks/>
              </p:cNvSpPr>
              <p:nvPr/>
            </p:nvSpPr>
            <p:spPr bwMode="gray">
              <a:xfrm>
                <a:off x="3898892" y="2123001"/>
                <a:ext cx="321676" cy="250522"/>
              </a:xfrm>
              <a:custGeom>
                <a:avLst/>
                <a:gdLst>
                  <a:gd name="T0" fmla="*/ 2147483647 w 846"/>
                  <a:gd name="T1" fmla="*/ 2147483647 h 660"/>
                  <a:gd name="T2" fmla="*/ 2147483647 w 846"/>
                  <a:gd name="T3" fmla="*/ 2147483647 h 660"/>
                  <a:gd name="T4" fmla="*/ 2147483647 w 846"/>
                  <a:gd name="T5" fmla="*/ 2147483647 h 660"/>
                  <a:gd name="T6" fmla="*/ 2147483647 w 846"/>
                  <a:gd name="T7" fmla="*/ 2147483647 h 660"/>
                  <a:gd name="T8" fmla="*/ 2147483647 w 846"/>
                  <a:gd name="T9" fmla="*/ 2147483647 h 660"/>
                  <a:gd name="T10" fmla="*/ 2147483647 w 846"/>
                  <a:gd name="T11" fmla="*/ 2147483647 h 660"/>
                  <a:gd name="T12" fmla="*/ 2147483647 w 846"/>
                  <a:gd name="T13" fmla="*/ 2147483647 h 660"/>
                  <a:gd name="T14" fmla="*/ 2147483647 w 846"/>
                  <a:gd name="T15" fmla="*/ 2147483647 h 660"/>
                  <a:gd name="T16" fmla="*/ 2147483647 w 846"/>
                  <a:gd name="T17" fmla="*/ 2147483647 h 660"/>
                  <a:gd name="T18" fmla="*/ 2147483647 w 846"/>
                  <a:gd name="T19" fmla="*/ 0 h 660"/>
                  <a:gd name="T20" fmla="*/ 2147483647 w 846"/>
                  <a:gd name="T21" fmla="*/ 2147483647 h 660"/>
                  <a:gd name="T22" fmla="*/ 2147483647 w 846"/>
                  <a:gd name="T23" fmla="*/ 2147483647 h 660"/>
                  <a:gd name="T24" fmla="*/ 2147483647 w 846"/>
                  <a:gd name="T25" fmla="*/ 2147483647 h 660"/>
                  <a:gd name="T26" fmla="*/ 2147483647 w 846"/>
                  <a:gd name="T27" fmla="*/ 2147483647 h 660"/>
                  <a:gd name="T28" fmla="*/ 2147483647 w 846"/>
                  <a:gd name="T29" fmla="*/ 2147483647 h 660"/>
                  <a:gd name="T30" fmla="*/ 2147483647 w 846"/>
                  <a:gd name="T31" fmla="*/ 2147483647 h 660"/>
                  <a:gd name="T32" fmla="*/ 2147483647 w 846"/>
                  <a:gd name="T33" fmla="*/ 2147483647 h 660"/>
                  <a:gd name="T34" fmla="*/ 2147483647 w 846"/>
                  <a:gd name="T35" fmla="*/ 2147483647 h 660"/>
                  <a:gd name="T36" fmla="*/ 2147483647 w 846"/>
                  <a:gd name="T37" fmla="*/ 2147483647 h 660"/>
                  <a:gd name="T38" fmla="*/ 2147483647 w 846"/>
                  <a:gd name="T39" fmla="*/ 2147483647 h 660"/>
                  <a:gd name="T40" fmla="*/ 2147483647 w 846"/>
                  <a:gd name="T41" fmla="*/ 2147483647 h 660"/>
                  <a:gd name="T42" fmla="*/ 2147483647 w 846"/>
                  <a:gd name="T43" fmla="*/ 2147483647 h 660"/>
                  <a:gd name="T44" fmla="*/ 2147483647 w 846"/>
                  <a:gd name="T45" fmla="*/ 2147483647 h 660"/>
                  <a:gd name="T46" fmla="*/ 2147483647 w 846"/>
                  <a:gd name="T47" fmla="*/ 2147483647 h 660"/>
                  <a:gd name="T48" fmla="*/ 2147483647 w 846"/>
                  <a:gd name="T49" fmla="*/ 2147483647 h 660"/>
                  <a:gd name="T50" fmla="*/ 2147483647 w 846"/>
                  <a:gd name="T51" fmla="*/ 2147483647 h 660"/>
                  <a:gd name="T52" fmla="*/ 2147483647 w 846"/>
                  <a:gd name="T53" fmla="*/ 2147483647 h 660"/>
                  <a:gd name="T54" fmla="*/ 2147483647 w 846"/>
                  <a:gd name="T55" fmla="*/ 2147483647 h 660"/>
                  <a:gd name="T56" fmla="*/ 2147483647 w 846"/>
                  <a:gd name="T57" fmla="*/ 2147483647 h 660"/>
                  <a:gd name="T58" fmla="*/ 2147483647 w 846"/>
                  <a:gd name="T59" fmla="*/ 2147483647 h 660"/>
                  <a:gd name="T60" fmla="*/ 2147483647 w 846"/>
                  <a:gd name="T61" fmla="*/ 2147483647 h 660"/>
                  <a:gd name="T62" fmla="*/ 2147483647 w 846"/>
                  <a:gd name="T63" fmla="*/ 2147483647 h 660"/>
                  <a:gd name="T64" fmla="*/ 2147483647 w 846"/>
                  <a:gd name="T65" fmla="*/ 2147483647 h 660"/>
                  <a:gd name="T66" fmla="*/ 2147483647 w 846"/>
                  <a:gd name="T67" fmla="*/ 2147483647 h 660"/>
                  <a:gd name="T68" fmla="*/ 2147483647 w 846"/>
                  <a:gd name="T69" fmla="*/ 2147483647 h 660"/>
                  <a:gd name="T70" fmla="*/ 2147483647 w 846"/>
                  <a:gd name="T71" fmla="*/ 2147483647 h 660"/>
                  <a:gd name="T72" fmla="*/ 2147483647 w 846"/>
                  <a:gd name="T73" fmla="*/ 2147483647 h 660"/>
                  <a:gd name="T74" fmla="*/ 2147483647 w 846"/>
                  <a:gd name="T75" fmla="*/ 2147483647 h 660"/>
                  <a:gd name="T76" fmla="*/ 2147483647 w 846"/>
                  <a:gd name="T77" fmla="*/ 2147483647 h 660"/>
                  <a:gd name="T78" fmla="*/ 2147483647 w 846"/>
                  <a:gd name="T79" fmla="*/ 2147483647 h 660"/>
                  <a:gd name="T80" fmla="*/ 2147483647 w 846"/>
                  <a:gd name="T81" fmla="*/ 2147483647 h 660"/>
                  <a:gd name="T82" fmla="*/ 2147483647 w 846"/>
                  <a:gd name="T83" fmla="*/ 2147483647 h 660"/>
                  <a:gd name="T84" fmla="*/ 2147483647 w 846"/>
                  <a:gd name="T85" fmla="*/ 2147483647 h 660"/>
                  <a:gd name="T86" fmla="*/ 2147483647 w 846"/>
                  <a:gd name="T87" fmla="*/ 2147483647 h 660"/>
                  <a:gd name="T88" fmla="*/ 2147483647 w 846"/>
                  <a:gd name="T89" fmla="*/ 2147483647 h 66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46"/>
                  <a:gd name="T136" fmla="*/ 0 h 660"/>
                  <a:gd name="T137" fmla="*/ 846 w 846"/>
                  <a:gd name="T138" fmla="*/ 660 h 66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46" h="660">
                    <a:moveTo>
                      <a:pt x="822" y="246"/>
                    </a:moveTo>
                    <a:lnTo>
                      <a:pt x="822" y="216"/>
                    </a:lnTo>
                    <a:lnTo>
                      <a:pt x="804" y="216"/>
                    </a:lnTo>
                    <a:lnTo>
                      <a:pt x="816" y="186"/>
                    </a:lnTo>
                    <a:lnTo>
                      <a:pt x="804" y="168"/>
                    </a:lnTo>
                    <a:lnTo>
                      <a:pt x="810" y="102"/>
                    </a:lnTo>
                    <a:lnTo>
                      <a:pt x="798" y="102"/>
                    </a:lnTo>
                    <a:lnTo>
                      <a:pt x="798" y="90"/>
                    </a:lnTo>
                    <a:lnTo>
                      <a:pt x="804" y="84"/>
                    </a:lnTo>
                    <a:lnTo>
                      <a:pt x="792" y="78"/>
                    </a:lnTo>
                    <a:lnTo>
                      <a:pt x="786" y="66"/>
                    </a:lnTo>
                    <a:lnTo>
                      <a:pt x="780" y="60"/>
                    </a:lnTo>
                    <a:lnTo>
                      <a:pt x="744" y="42"/>
                    </a:lnTo>
                    <a:lnTo>
                      <a:pt x="720" y="42"/>
                    </a:lnTo>
                    <a:lnTo>
                      <a:pt x="708" y="48"/>
                    </a:lnTo>
                    <a:lnTo>
                      <a:pt x="702" y="54"/>
                    </a:lnTo>
                    <a:lnTo>
                      <a:pt x="696" y="54"/>
                    </a:lnTo>
                    <a:lnTo>
                      <a:pt x="690" y="48"/>
                    </a:lnTo>
                    <a:lnTo>
                      <a:pt x="678" y="48"/>
                    </a:lnTo>
                    <a:lnTo>
                      <a:pt x="666" y="42"/>
                    </a:lnTo>
                    <a:lnTo>
                      <a:pt x="654" y="42"/>
                    </a:lnTo>
                    <a:lnTo>
                      <a:pt x="642" y="48"/>
                    </a:lnTo>
                    <a:lnTo>
                      <a:pt x="636" y="54"/>
                    </a:lnTo>
                    <a:lnTo>
                      <a:pt x="624" y="54"/>
                    </a:lnTo>
                    <a:lnTo>
                      <a:pt x="588" y="36"/>
                    </a:lnTo>
                    <a:lnTo>
                      <a:pt x="570" y="18"/>
                    </a:lnTo>
                    <a:lnTo>
                      <a:pt x="564" y="6"/>
                    </a:lnTo>
                    <a:lnTo>
                      <a:pt x="558" y="6"/>
                    </a:lnTo>
                    <a:lnTo>
                      <a:pt x="552" y="0"/>
                    </a:lnTo>
                    <a:lnTo>
                      <a:pt x="528" y="0"/>
                    </a:lnTo>
                    <a:lnTo>
                      <a:pt x="528" y="6"/>
                    </a:lnTo>
                    <a:lnTo>
                      <a:pt x="522" y="12"/>
                    </a:lnTo>
                    <a:lnTo>
                      <a:pt x="522" y="30"/>
                    </a:lnTo>
                    <a:lnTo>
                      <a:pt x="516" y="48"/>
                    </a:lnTo>
                    <a:lnTo>
                      <a:pt x="498" y="84"/>
                    </a:lnTo>
                    <a:lnTo>
                      <a:pt x="492" y="102"/>
                    </a:lnTo>
                    <a:lnTo>
                      <a:pt x="468" y="138"/>
                    </a:lnTo>
                    <a:lnTo>
                      <a:pt x="462" y="150"/>
                    </a:lnTo>
                    <a:lnTo>
                      <a:pt x="450" y="162"/>
                    </a:lnTo>
                    <a:lnTo>
                      <a:pt x="438" y="168"/>
                    </a:lnTo>
                    <a:lnTo>
                      <a:pt x="420" y="168"/>
                    </a:lnTo>
                    <a:lnTo>
                      <a:pt x="408" y="174"/>
                    </a:lnTo>
                    <a:lnTo>
                      <a:pt x="402" y="174"/>
                    </a:lnTo>
                    <a:lnTo>
                      <a:pt x="396" y="180"/>
                    </a:lnTo>
                    <a:lnTo>
                      <a:pt x="384" y="186"/>
                    </a:lnTo>
                    <a:lnTo>
                      <a:pt x="378" y="198"/>
                    </a:lnTo>
                    <a:lnTo>
                      <a:pt x="360" y="192"/>
                    </a:lnTo>
                    <a:lnTo>
                      <a:pt x="330" y="204"/>
                    </a:lnTo>
                    <a:lnTo>
                      <a:pt x="330" y="210"/>
                    </a:lnTo>
                    <a:lnTo>
                      <a:pt x="324" y="216"/>
                    </a:lnTo>
                    <a:lnTo>
                      <a:pt x="324" y="228"/>
                    </a:lnTo>
                    <a:lnTo>
                      <a:pt x="318" y="240"/>
                    </a:lnTo>
                    <a:lnTo>
                      <a:pt x="312" y="240"/>
                    </a:lnTo>
                    <a:lnTo>
                      <a:pt x="288" y="264"/>
                    </a:lnTo>
                    <a:lnTo>
                      <a:pt x="288" y="288"/>
                    </a:lnTo>
                    <a:lnTo>
                      <a:pt x="276" y="312"/>
                    </a:lnTo>
                    <a:lnTo>
                      <a:pt x="264" y="324"/>
                    </a:lnTo>
                    <a:lnTo>
                      <a:pt x="258" y="336"/>
                    </a:lnTo>
                    <a:lnTo>
                      <a:pt x="246" y="354"/>
                    </a:lnTo>
                    <a:lnTo>
                      <a:pt x="246" y="402"/>
                    </a:lnTo>
                    <a:lnTo>
                      <a:pt x="240" y="408"/>
                    </a:lnTo>
                    <a:lnTo>
                      <a:pt x="234" y="408"/>
                    </a:lnTo>
                    <a:lnTo>
                      <a:pt x="234" y="414"/>
                    </a:lnTo>
                    <a:lnTo>
                      <a:pt x="240" y="420"/>
                    </a:lnTo>
                    <a:lnTo>
                      <a:pt x="252" y="420"/>
                    </a:lnTo>
                    <a:lnTo>
                      <a:pt x="252" y="474"/>
                    </a:lnTo>
                    <a:lnTo>
                      <a:pt x="240" y="474"/>
                    </a:lnTo>
                    <a:lnTo>
                      <a:pt x="228" y="480"/>
                    </a:lnTo>
                    <a:lnTo>
                      <a:pt x="192" y="540"/>
                    </a:lnTo>
                    <a:lnTo>
                      <a:pt x="180" y="552"/>
                    </a:lnTo>
                    <a:lnTo>
                      <a:pt x="168" y="552"/>
                    </a:lnTo>
                    <a:lnTo>
                      <a:pt x="162" y="558"/>
                    </a:lnTo>
                    <a:lnTo>
                      <a:pt x="150" y="564"/>
                    </a:lnTo>
                    <a:lnTo>
                      <a:pt x="144" y="576"/>
                    </a:lnTo>
                    <a:lnTo>
                      <a:pt x="132" y="588"/>
                    </a:lnTo>
                    <a:lnTo>
                      <a:pt x="126" y="600"/>
                    </a:lnTo>
                    <a:lnTo>
                      <a:pt x="120" y="606"/>
                    </a:lnTo>
                    <a:lnTo>
                      <a:pt x="84" y="624"/>
                    </a:lnTo>
                    <a:lnTo>
                      <a:pt x="66" y="624"/>
                    </a:lnTo>
                    <a:lnTo>
                      <a:pt x="54" y="630"/>
                    </a:lnTo>
                    <a:lnTo>
                      <a:pt x="48" y="630"/>
                    </a:lnTo>
                    <a:lnTo>
                      <a:pt x="42" y="636"/>
                    </a:lnTo>
                    <a:lnTo>
                      <a:pt x="12" y="636"/>
                    </a:lnTo>
                    <a:lnTo>
                      <a:pt x="6" y="642"/>
                    </a:lnTo>
                    <a:lnTo>
                      <a:pt x="6" y="654"/>
                    </a:lnTo>
                    <a:lnTo>
                      <a:pt x="0" y="660"/>
                    </a:lnTo>
                    <a:lnTo>
                      <a:pt x="312" y="660"/>
                    </a:lnTo>
                    <a:lnTo>
                      <a:pt x="312" y="600"/>
                    </a:lnTo>
                    <a:lnTo>
                      <a:pt x="318" y="570"/>
                    </a:lnTo>
                    <a:lnTo>
                      <a:pt x="330" y="564"/>
                    </a:lnTo>
                    <a:lnTo>
                      <a:pt x="336" y="558"/>
                    </a:lnTo>
                    <a:lnTo>
                      <a:pt x="348" y="552"/>
                    </a:lnTo>
                    <a:lnTo>
                      <a:pt x="378" y="522"/>
                    </a:lnTo>
                    <a:lnTo>
                      <a:pt x="378" y="516"/>
                    </a:lnTo>
                    <a:lnTo>
                      <a:pt x="396" y="516"/>
                    </a:lnTo>
                    <a:lnTo>
                      <a:pt x="426" y="498"/>
                    </a:lnTo>
                    <a:lnTo>
                      <a:pt x="438" y="504"/>
                    </a:lnTo>
                    <a:lnTo>
                      <a:pt x="444" y="510"/>
                    </a:lnTo>
                    <a:lnTo>
                      <a:pt x="456" y="510"/>
                    </a:lnTo>
                    <a:lnTo>
                      <a:pt x="462" y="498"/>
                    </a:lnTo>
                    <a:lnTo>
                      <a:pt x="462" y="492"/>
                    </a:lnTo>
                    <a:lnTo>
                      <a:pt x="486" y="486"/>
                    </a:lnTo>
                    <a:lnTo>
                      <a:pt x="492" y="474"/>
                    </a:lnTo>
                    <a:lnTo>
                      <a:pt x="504" y="474"/>
                    </a:lnTo>
                    <a:lnTo>
                      <a:pt x="516" y="480"/>
                    </a:lnTo>
                    <a:lnTo>
                      <a:pt x="540" y="480"/>
                    </a:lnTo>
                    <a:lnTo>
                      <a:pt x="552" y="468"/>
                    </a:lnTo>
                    <a:lnTo>
                      <a:pt x="564" y="444"/>
                    </a:lnTo>
                    <a:lnTo>
                      <a:pt x="570" y="438"/>
                    </a:lnTo>
                    <a:lnTo>
                      <a:pt x="576" y="426"/>
                    </a:lnTo>
                    <a:lnTo>
                      <a:pt x="618" y="426"/>
                    </a:lnTo>
                    <a:lnTo>
                      <a:pt x="624" y="420"/>
                    </a:lnTo>
                    <a:lnTo>
                      <a:pt x="636" y="414"/>
                    </a:lnTo>
                    <a:lnTo>
                      <a:pt x="648" y="402"/>
                    </a:lnTo>
                    <a:lnTo>
                      <a:pt x="648" y="396"/>
                    </a:lnTo>
                    <a:lnTo>
                      <a:pt x="672" y="384"/>
                    </a:lnTo>
                    <a:lnTo>
                      <a:pt x="660" y="366"/>
                    </a:lnTo>
                    <a:lnTo>
                      <a:pt x="654" y="354"/>
                    </a:lnTo>
                    <a:lnTo>
                      <a:pt x="648" y="348"/>
                    </a:lnTo>
                    <a:lnTo>
                      <a:pt x="648" y="336"/>
                    </a:lnTo>
                    <a:lnTo>
                      <a:pt x="654" y="330"/>
                    </a:lnTo>
                    <a:lnTo>
                      <a:pt x="678" y="330"/>
                    </a:lnTo>
                    <a:lnTo>
                      <a:pt x="690" y="324"/>
                    </a:lnTo>
                    <a:lnTo>
                      <a:pt x="714" y="324"/>
                    </a:lnTo>
                    <a:lnTo>
                      <a:pt x="714" y="312"/>
                    </a:lnTo>
                    <a:lnTo>
                      <a:pt x="720" y="306"/>
                    </a:lnTo>
                    <a:lnTo>
                      <a:pt x="720" y="300"/>
                    </a:lnTo>
                    <a:lnTo>
                      <a:pt x="732" y="300"/>
                    </a:lnTo>
                    <a:lnTo>
                      <a:pt x="738" y="306"/>
                    </a:lnTo>
                    <a:lnTo>
                      <a:pt x="744" y="300"/>
                    </a:lnTo>
                    <a:lnTo>
                      <a:pt x="744" y="294"/>
                    </a:lnTo>
                    <a:lnTo>
                      <a:pt x="762" y="294"/>
                    </a:lnTo>
                    <a:lnTo>
                      <a:pt x="774" y="300"/>
                    </a:lnTo>
                    <a:lnTo>
                      <a:pt x="828" y="294"/>
                    </a:lnTo>
                    <a:lnTo>
                      <a:pt x="828" y="282"/>
                    </a:lnTo>
                    <a:lnTo>
                      <a:pt x="846" y="264"/>
                    </a:lnTo>
                    <a:lnTo>
                      <a:pt x="822" y="24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3" name="Montenegro" descr="© INSCALE GmbH, 05.05.2010&#10;http://www.presentationload.com/">
                <a:extLst>
                  <a:ext uri="{FF2B5EF4-FFF2-40B4-BE49-F238E27FC236}">
                    <a16:creationId xmlns:a16="http://schemas.microsoft.com/office/drawing/2014/main" id="{C6861131-97EE-89CC-E7F9-347F2C1076F2}"/>
                  </a:ext>
                </a:extLst>
              </p:cNvPr>
              <p:cNvSpPr>
                <a:spLocks/>
              </p:cNvSpPr>
              <p:nvPr/>
            </p:nvSpPr>
            <p:spPr bwMode="gray">
              <a:xfrm>
                <a:off x="4709750" y="1887303"/>
                <a:ext cx="42989" cy="51884"/>
              </a:xfrm>
              <a:custGeom>
                <a:avLst/>
                <a:gdLst>
                  <a:gd name="T0" fmla="*/ 2147483647 w 114"/>
                  <a:gd name="T1" fmla="*/ 2147483647 h 138"/>
                  <a:gd name="T2" fmla="*/ 2147483647 w 114"/>
                  <a:gd name="T3" fmla="*/ 2147483647 h 138"/>
                  <a:gd name="T4" fmla="*/ 2147483647 w 114"/>
                  <a:gd name="T5" fmla="*/ 2147483647 h 138"/>
                  <a:gd name="T6" fmla="*/ 2147483647 w 114"/>
                  <a:gd name="T7" fmla="*/ 2147483647 h 138"/>
                  <a:gd name="T8" fmla="*/ 2147483647 w 114"/>
                  <a:gd name="T9" fmla="*/ 2147483647 h 138"/>
                  <a:gd name="T10" fmla="*/ 2147483647 w 114"/>
                  <a:gd name="T11" fmla="*/ 2147483647 h 138"/>
                  <a:gd name="T12" fmla="*/ 2147483647 w 114"/>
                  <a:gd name="T13" fmla="*/ 0 h 138"/>
                  <a:gd name="T14" fmla="*/ 2147483647 w 114"/>
                  <a:gd name="T15" fmla="*/ 0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0 w 114"/>
                  <a:gd name="T29" fmla="*/ 2147483647 h 138"/>
                  <a:gd name="T30" fmla="*/ 0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2147483647 h 138"/>
                  <a:gd name="T56" fmla="*/ 2147483647 w 114"/>
                  <a:gd name="T57" fmla="*/ 2147483647 h 138"/>
                  <a:gd name="T58" fmla="*/ 2147483647 w 114"/>
                  <a:gd name="T59" fmla="*/ 2147483647 h 138"/>
                  <a:gd name="T60" fmla="*/ 2147483647 w 114"/>
                  <a:gd name="T61" fmla="*/ 2147483647 h 138"/>
                  <a:gd name="T62" fmla="*/ 2147483647 w 114"/>
                  <a:gd name="T63" fmla="*/ 2147483647 h 138"/>
                  <a:gd name="T64" fmla="*/ 2147483647 w 114"/>
                  <a:gd name="T65" fmla="*/ 2147483647 h 138"/>
                  <a:gd name="T66" fmla="*/ 2147483647 w 114"/>
                  <a:gd name="T67" fmla="*/ 2147483647 h 138"/>
                  <a:gd name="T68" fmla="*/ 2147483647 w 114"/>
                  <a:gd name="T69" fmla="*/ 2147483647 h 138"/>
                  <a:gd name="T70" fmla="*/ 2147483647 w 114"/>
                  <a:gd name="T71" fmla="*/ 2147483647 h 1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14"/>
                  <a:gd name="T109" fmla="*/ 0 h 138"/>
                  <a:gd name="T110" fmla="*/ 114 w 114"/>
                  <a:gd name="T111" fmla="*/ 138 h 13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14" h="138">
                    <a:moveTo>
                      <a:pt x="114" y="42"/>
                    </a:moveTo>
                    <a:lnTo>
                      <a:pt x="108" y="48"/>
                    </a:lnTo>
                    <a:lnTo>
                      <a:pt x="96" y="30"/>
                    </a:lnTo>
                    <a:lnTo>
                      <a:pt x="84" y="18"/>
                    </a:lnTo>
                    <a:lnTo>
                      <a:pt x="66" y="6"/>
                    </a:lnTo>
                    <a:lnTo>
                      <a:pt x="60" y="6"/>
                    </a:lnTo>
                    <a:lnTo>
                      <a:pt x="48" y="0"/>
                    </a:lnTo>
                    <a:lnTo>
                      <a:pt x="42" y="0"/>
                    </a:lnTo>
                    <a:lnTo>
                      <a:pt x="42" y="24"/>
                    </a:lnTo>
                    <a:lnTo>
                      <a:pt x="24" y="24"/>
                    </a:lnTo>
                    <a:lnTo>
                      <a:pt x="18" y="30"/>
                    </a:lnTo>
                    <a:lnTo>
                      <a:pt x="18" y="36"/>
                    </a:lnTo>
                    <a:lnTo>
                      <a:pt x="12" y="48"/>
                    </a:lnTo>
                    <a:lnTo>
                      <a:pt x="6" y="48"/>
                    </a:lnTo>
                    <a:lnTo>
                      <a:pt x="0" y="54"/>
                    </a:lnTo>
                    <a:lnTo>
                      <a:pt x="0" y="60"/>
                    </a:lnTo>
                    <a:lnTo>
                      <a:pt x="6" y="66"/>
                    </a:lnTo>
                    <a:lnTo>
                      <a:pt x="12" y="66"/>
                    </a:lnTo>
                    <a:lnTo>
                      <a:pt x="24" y="72"/>
                    </a:lnTo>
                    <a:lnTo>
                      <a:pt x="6" y="102"/>
                    </a:lnTo>
                    <a:lnTo>
                      <a:pt x="18" y="102"/>
                    </a:lnTo>
                    <a:lnTo>
                      <a:pt x="24" y="96"/>
                    </a:lnTo>
                    <a:lnTo>
                      <a:pt x="36" y="96"/>
                    </a:lnTo>
                    <a:lnTo>
                      <a:pt x="36" y="114"/>
                    </a:lnTo>
                    <a:lnTo>
                      <a:pt x="60" y="138"/>
                    </a:lnTo>
                    <a:lnTo>
                      <a:pt x="72" y="126"/>
                    </a:lnTo>
                    <a:lnTo>
                      <a:pt x="66" y="108"/>
                    </a:lnTo>
                    <a:lnTo>
                      <a:pt x="60" y="114"/>
                    </a:lnTo>
                    <a:lnTo>
                      <a:pt x="42" y="102"/>
                    </a:lnTo>
                    <a:lnTo>
                      <a:pt x="66" y="102"/>
                    </a:lnTo>
                    <a:lnTo>
                      <a:pt x="78" y="96"/>
                    </a:lnTo>
                    <a:lnTo>
                      <a:pt x="78" y="78"/>
                    </a:lnTo>
                    <a:lnTo>
                      <a:pt x="108" y="90"/>
                    </a:lnTo>
                    <a:lnTo>
                      <a:pt x="114" y="84"/>
                    </a:lnTo>
                    <a:lnTo>
                      <a:pt x="114" y="90"/>
                    </a:lnTo>
                    <a:lnTo>
                      <a:pt x="114" y="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4" name="Mongolia" descr="© INSCALE GmbH, 05.05.2010&#10;http://www.presentationload.com/">
                <a:extLst>
                  <a:ext uri="{FF2B5EF4-FFF2-40B4-BE49-F238E27FC236}">
                    <a16:creationId xmlns:a16="http://schemas.microsoft.com/office/drawing/2014/main" id="{A335CC68-3775-3FAA-9B17-22AD0845E248}"/>
                  </a:ext>
                </a:extLst>
              </p:cNvPr>
              <p:cNvSpPr>
                <a:spLocks/>
              </p:cNvSpPr>
              <p:nvPr/>
            </p:nvSpPr>
            <p:spPr bwMode="gray">
              <a:xfrm>
                <a:off x="6340360" y="1632334"/>
                <a:ext cx="796035" cy="315747"/>
              </a:xfrm>
              <a:custGeom>
                <a:avLst/>
                <a:gdLst>
                  <a:gd name="T0" fmla="*/ 2147483647 w 2100"/>
                  <a:gd name="T1" fmla="*/ 2147483647 h 834"/>
                  <a:gd name="T2" fmla="*/ 2147483647 w 2100"/>
                  <a:gd name="T3" fmla="*/ 2147483647 h 834"/>
                  <a:gd name="T4" fmla="*/ 2147483647 w 2100"/>
                  <a:gd name="T5" fmla="*/ 2147483647 h 834"/>
                  <a:gd name="T6" fmla="*/ 2147483647 w 2100"/>
                  <a:gd name="T7" fmla="*/ 2147483647 h 834"/>
                  <a:gd name="T8" fmla="*/ 2147483647 w 2100"/>
                  <a:gd name="T9" fmla="*/ 2147483647 h 834"/>
                  <a:gd name="T10" fmla="*/ 2147483647 w 2100"/>
                  <a:gd name="T11" fmla="*/ 2147483647 h 834"/>
                  <a:gd name="T12" fmla="*/ 2147483647 w 2100"/>
                  <a:gd name="T13" fmla="*/ 2147483647 h 834"/>
                  <a:gd name="T14" fmla="*/ 2147483647 w 2100"/>
                  <a:gd name="T15" fmla="*/ 2147483647 h 834"/>
                  <a:gd name="T16" fmla="*/ 2147483647 w 2100"/>
                  <a:gd name="T17" fmla="*/ 2147483647 h 834"/>
                  <a:gd name="T18" fmla="*/ 2147483647 w 2100"/>
                  <a:gd name="T19" fmla="*/ 2147483647 h 834"/>
                  <a:gd name="T20" fmla="*/ 2147483647 w 2100"/>
                  <a:gd name="T21" fmla="*/ 2147483647 h 834"/>
                  <a:gd name="T22" fmla="*/ 2147483647 w 2100"/>
                  <a:gd name="T23" fmla="*/ 2147483647 h 834"/>
                  <a:gd name="T24" fmla="*/ 2147483647 w 2100"/>
                  <a:gd name="T25" fmla="*/ 2147483647 h 834"/>
                  <a:gd name="T26" fmla="*/ 2147483647 w 2100"/>
                  <a:gd name="T27" fmla="*/ 2147483647 h 834"/>
                  <a:gd name="T28" fmla="*/ 2147483647 w 2100"/>
                  <a:gd name="T29" fmla="*/ 2147483647 h 834"/>
                  <a:gd name="T30" fmla="*/ 2147483647 w 2100"/>
                  <a:gd name="T31" fmla="*/ 2147483647 h 834"/>
                  <a:gd name="T32" fmla="*/ 2147483647 w 2100"/>
                  <a:gd name="T33" fmla="*/ 2147483647 h 834"/>
                  <a:gd name="T34" fmla="*/ 2147483647 w 2100"/>
                  <a:gd name="T35" fmla="*/ 2147483647 h 834"/>
                  <a:gd name="T36" fmla="*/ 2147483647 w 2100"/>
                  <a:gd name="T37" fmla="*/ 2147483647 h 834"/>
                  <a:gd name="T38" fmla="*/ 2147483647 w 2100"/>
                  <a:gd name="T39" fmla="*/ 2147483647 h 834"/>
                  <a:gd name="T40" fmla="*/ 2147483647 w 2100"/>
                  <a:gd name="T41" fmla="*/ 2147483647 h 834"/>
                  <a:gd name="T42" fmla="*/ 2147483647 w 2100"/>
                  <a:gd name="T43" fmla="*/ 2147483647 h 834"/>
                  <a:gd name="T44" fmla="*/ 2147483647 w 2100"/>
                  <a:gd name="T45" fmla="*/ 2147483647 h 834"/>
                  <a:gd name="T46" fmla="*/ 2147483647 w 2100"/>
                  <a:gd name="T47" fmla="*/ 2147483647 h 834"/>
                  <a:gd name="T48" fmla="*/ 2147483647 w 2100"/>
                  <a:gd name="T49" fmla="*/ 2147483647 h 834"/>
                  <a:gd name="T50" fmla="*/ 2147483647 w 2100"/>
                  <a:gd name="T51" fmla="*/ 2147483647 h 834"/>
                  <a:gd name="T52" fmla="*/ 2147483647 w 2100"/>
                  <a:gd name="T53" fmla="*/ 2147483647 h 834"/>
                  <a:gd name="T54" fmla="*/ 2147483647 w 2100"/>
                  <a:gd name="T55" fmla="*/ 2147483647 h 834"/>
                  <a:gd name="T56" fmla="*/ 2147483647 w 2100"/>
                  <a:gd name="T57" fmla="*/ 2147483647 h 834"/>
                  <a:gd name="T58" fmla="*/ 2147483647 w 2100"/>
                  <a:gd name="T59" fmla="*/ 2147483647 h 834"/>
                  <a:gd name="T60" fmla="*/ 2147483647 w 2100"/>
                  <a:gd name="T61" fmla="*/ 2147483647 h 834"/>
                  <a:gd name="T62" fmla="*/ 0 w 2100"/>
                  <a:gd name="T63" fmla="*/ 2147483647 h 834"/>
                  <a:gd name="T64" fmla="*/ 2147483647 w 2100"/>
                  <a:gd name="T65" fmla="*/ 2147483647 h 834"/>
                  <a:gd name="T66" fmla="*/ 2147483647 w 2100"/>
                  <a:gd name="T67" fmla="*/ 2147483647 h 834"/>
                  <a:gd name="T68" fmla="*/ 2147483647 w 2100"/>
                  <a:gd name="T69" fmla="*/ 2147483647 h 834"/>
                  <a:gd name="T70" fmla="*/ 2147483647 w 2100"/>
                  <a:gd name="T71" fmla="*/ 2147483647 h 834"/>
                  <a:gd name="T72" fmla="*/ 2147483647 w 2100"/>
                  <a:gd name="T73" fmla="*/ 2147483647 h 834"/>
                  <a:gd name="T74" fmla="*/ 2147483647 w 2100"/>
                  <a:gd name="T75" fmla="*/ 2147483647 h 834"/>
                  <a:gd name="T76" fmla="*/ 2147483647 w 2100"/>
                  <a:gd name="T77" fmla="*/ 2147483647 h 834"/>
                  <a:gd name="T78" fmla="*/ 2147483647 w 2100"/>
                  <a:gd name="T79" fmla="*/ 2147483647 h 834"/>
                  <a:gd name="T80" fmla="*/ 2147483647 w 2100"/>
                  <a:gd name="T81" fmla="*/ 2147483647 h 834"/>
                  <a:gd name="T82" fmla="*/ 2147483647 w 2100"/>
                  <a:gd name="T83" fmla="*/ 2147483647 h 834"/>
                  <a:gd name="T84" fmla="*/ 2147483647 w 2100"/>
                  <a:gd name="T85" fmla="*/ 2147483647 h 834"/>
                  <a:gd name="T86" fmla="*/ 2147483647 w 2100"/>
                  <a:gd name="T87" fmla="*/ 2147483647 h 834"/>
                  <a:gd name="T88" fmla="*/ 2147483647 w 2100"/>
                  <a:gd name="T89" fmla="*/ 2147483647 h 834"/>
                  <a:gd name="T90" fmla="*/ 2147483647 w 2100"/>
                  <a:gd name="T91" fmla="*/ 2147483647 h 834"/>
                  <a:gd name="T92" fmla="*/ 2147483647 w 2100"/>
                  <a:gd name="T93" fmla="*/ 2147483647 h 834"/>
                  <a:gd name="T94" fmla="*/ 2147483647 w 2100"/>
                  <a:gd name="T95" fmla="*/ 2147483647 h 834"/>
                  <a:gd name="T96" fmla="*/ 2147483647 w 2100"/>
                  <a:gd name="T97" fmla="*/ 2147483647 h 834"/>
                  <a:gd name="T98" fmla="*/ 2147483647 w 2100"/>
                  <a:gd name="T99" fmla="*/ 2147483647 h 834"/>
                  <a:gd name="T100" fmla="*/ 2147483647 w 2100"/>
                  <a:gd name="T101" fmla="*/ 2147483647 h 834"/>
                  <a:gd name="T102" fmla="*/ 2147483647 w 2100"/>
                  <a:gd name="T103" fmla="*/ 2147483647 h 834"/>
                  <a:gd name="T104" fmla="*/ 2147483647 w 2100"/>
                  <a:gd name="T105" fmla="*/ 2147483647 h 834"/>
                  <a:gd name="T106" fmla="*/ 2147483647 w 2100"/>
                  <a:gd name="T107" fmla="*/ 2147483647 h 834"/>
                  <a:gd name="T108" fmla="*/ 2147483647 w 2100"/>
                  <a:gd name="T109" fmla="*/ 2147483647 h 834"/>
                  <a:gd name="T110" fmla="*/ 2147483647 w 2100"/>
                  <a:gd name="T111" fmla="*/ 2147483647 h 834"/>
                  <a:gd name="T112" fmla="*/ 2147483647 w 2100"/>
                  <a:gd name="T113" fmla="*/ 2147483647 h 834"/>
                  <a:gd name="T114" fmla="*/ 2147483647 w 2100"/>
                  <a:gd name="T115" fmla="*/ 2147483647 h 834"/>
                  <a:gd name="T116" fmla="*/ 2147483647 w 2100"/>
                  <a:gd name="T117" fmla="*/ 2147483647 h 834"/>
                  <a:gd name="T118" fmla="*/ 2147483647 w 2100"/>
                  <a:gd name="T119" fmla="*/ 2147483647 h 834"/>
                  <a:gd name="T120" fmla="*/ 2147483647 w 2100"/>
                  <a:gd name="T121" fmla="*/ 2147483647 h 834"/>
                  <a:gd name="T122" fmla="*/ 2147483647 w 2100"/>
                  <a:gd name="T123" fmla="*/ 2147483647 h 83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100"/>
                  <a:gd name="T187" fmla="*/ 0 h 834"/>
                  <a:gd name="T188" fmla="*/ 2100 w 2100"/>
                  <a:gd name="T189" fmla="*/ 834 h 83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100" h="834">
                    <a:moveTo>
                      <a:pt x="2088" y="408"/>
                    </a:moveTo>
                    <a:lnTo>
                      <a:pt x="2076" y="396"/>
                    </a:lnTo>
                    <a:lnTo>
                      <a:pt x="2070" y="384"/>
                    </a:lnTo>
                    <a:lnTo>
                      <a:pt x="2058" y="384"/>
                    </a:lnTo>
                    <a:lnTo>
                      <a:pt x="2034" y="372"/>
                    </a:lnTo>
                    <a:lnTo>
                      <a:pt x="2022" y="360"/>
                    </a:lnTo>
                    <a:lnTo>
                      <a:pt x="2010" y="354"/>
                    </a:lnTo>
                    <a:lnTo>
                      <a:pt x="2004" y="348"/>
                    </a:lnTo>
                    <a:lnTo>
                      <a:pt x="1986" y="348"/>
                    </a:lnTo>
                    <a:lnTo>
                      <a:pt x="1974" y="342"/>
                    </a:lnTo>
                    <a:lnTo>
                      <a:pt x="1968" y="336"/>
                    </a:lnTo>
                    <a:lnTo>
                      <a:pt x="1968" y="324"/>
                    </a:lnTo>
                    <a:lnTo>
                      <a:pt x="1902" y="324"/>
                    </a:lnTo>
                    <a:lnTo>
                      <a:pt x="1902" y="348"/>
                    </a:lnTo>
                    <a:lnTo>
                      <a:pt x="1896" y="354"/>
                    </a:lnTo>
                    <a:lnTo>
                      <a:pt x="1890" y="354"/>
                    </a:lnTo>
                    <a:lnTo>
                      <a:pt x="1878" y="348"/>
                    </a:lnTo>
                    <a:lnTo>
                      <a:pt x="1866" y="336"/>
                    </a:lnTo>
                    <a:lnTo>
                      <a:pt x="1812" y="336"/>
                    </a:lnTo>
                    <a:lnTo>
                      <a:pt x="1806" y="342"/>
                    </a:lnTo>
                    <a:lnTo>
                      <a:pt x="1812" y="342"/>
                    </a:lnTo>
                    <a:lnTo>
                      <a:pt x="1812" y="348"/>
                    </a:lnTo>
                    <a:lnTo>
                      <a:pt x="1794" y="348"/>
                    </a:lnTo>
                    <a:lnTo>
                      <a:pt x="1788" y="342"/>
                    </a:lnTo>
                    <a:lnTo>
                      <a:pt x="1776" y="336"/>
                    </a:lnTo>
                    <a:lnTo>
                      <a:pt x="1770" y="324"/>
                    </a:lnTo>
                    <a:lnTo>
                      <a:pt x="1770" y="306"/>
                    </a:lnTo>
                    <a:lnTo>
                      <a:pt x="1776" y="306"/>
                    </a:lnTo>
                    <a:lnTo>
                      <a:pt x="1770" y="294"/>
                    </a:lnTo>
                    <a:lnTo>
                      <a:pt x="1764" y="270"/>
                    </a:lnTo>
                    <a:lnTo>
                      <a:pt x="1758" y="258"/>
                    </a:lnTo>
                    <a:lnTo>
                      <a:pt x="1758" y="174"/>
                    </a:lnTo>
                    <a:lnTo>
                      <a:pt x="1740" y="174"/>
                    </a:lnTo>
                    <a:lnTo>
                      <a:pt x="1716" y="168"/>
                    </a:lnTo>
                    <a:lnTo>
                      <a:pt x="1710" y="174"/>
                    </a:lnTo>
                    <a:lnTo>
                      <a:pt x="1698" y="180"/>
                    </a:lnTo>
                    <a:lnTo>
                      <a:pt x="1674" y="180"/>
                    </a:lnTo>
                    <a:lnTo>
                      <a:pt x="1662" y="174"/>
                    </a:lnTo>
                    <a:lnTo>
                      <a:pt x="1644" y="156"/>
                    </a:lnTo>
                    <a:lnTo>
                      <a:pt x="1608" y="156"/>
                    </a:lnTo>
                    <a:lnTo>
                      <a:pt x="1596" y="150"/>
                    </a:lnTo>
                    <a:lnTo>
                      <a:pt x="1578" y="150"/>
                    </a:lnTo>
                    <a:lnTo>
                      <a:pt x="1548" y="180"/>
                    </a:lnTo>
                    <a:lnTo>
                      <a:pt x="1548" y="192"/>
                    </a:lnTo>
                    <a:lnTo>
                      <a:pt x="1536" y="204"/>
                    </a:lnTo>
                    <a:lnTo>
                      <a:pt x="1500" y="204"/>
                    </a:lnTo>
                    <a:lnTo>
                      <a:pt x="1488" y="216"/>
                    </a:lnTo>
                    <a:lnTo>
                      <a:pt x="1440" y="216"/>
                    </a:lnTo>
                    <a:lnTo>
                      <a:pt x="1440" y="222"/>
                    </a:lnTo>
                    <a:lnTo>
                      <a:pt x="1422" y="240"/>
                    </a:lnTo>
                    <a:lnTo>
                      <a:pt x="1416" y="240"/>
                    </a:lnTo>
                    <a:lnTo>
                      <a:pt x="1416" y="234"/>
                    </a:lnTo>
                    <a:lnTo>
                      <a:pt x="1410" y="228"/>
                    </a:lnTo>
                    <a:lnTo>
                      <a:pt x="1392" y="228"/>
                    </a:lnTo>
                    <a:lnTo>
                      <a:pt x="1380" y="234"/>
                    </a:lnTo>
                    <a:lnTo>
                      <a:pt x="1356" y="234"/>
                    </a:lnTo>
                    <a:lnTo>
                      <a:pt x="1344" y="228"/>
                    </a:lnTo>
                    <a:lnTo>
                      <a:pt x="1338" y="228"/>
                    </a:lnTo>
                    <a:lnTo>
                      <a:pt x="1332" y="222"/>
                    </a:lnTo>
                    <a:lnTo>
                      <a:pt x="1266" y="222"/>
                    </a:lnTo>
                    <a:lnTo>
                      <a:pt x="1260" y="216"/>
                    </a:lnTo>
                    <a:lnTo>
                      <a:pt x="1260" y="204"/>
                    </a:lnTo>
                    <a:lnTo>
                      <a:pt x="1248" y="198"/>
                    </a:lnTo>
                    <a:lnTo>
                      <a:pt x="1230" y="198"/>
                    </a:lnTo>
                    <a:lnTo>
                      <a:pt x="1230" y="192"/>
                    </a:lnTo>
                    <a:lnTo>
                      <a:pt x="1218" y="180"/>
                    </a:lnTo>
                    <a:lnTo>
                      <a:pt x="1218" y="174"/>
                    </a:lnTo>
                    <a:lnTo>
                      <a:pt x="1212" y="168"/>
                    </a:lnTo>
                    <a:lnTo>
                      <a:pt x="1152" y="168"/>
                    </a:lnTo>
                    <a:lnTo>
                      <a:pt x="1128" y="144"/>
                    </a:lnTo>
                    <a:lnTo>
                      <a:pt x="1092" y="144"/>
                    </a:lnTo>
                    <a:lnTo>
                      <a:pt x="1086" y="138"/>
                    </a:lnTo>
                    <a:lnTo>
                      <a:pt x="1080" y="138"/>
                    </a:lnTo>
                    <a:lnTo>
                      <a:pt x="1068" y="132"/>
                    </a:lnTo>
                    <a:lnTo>
                      <a:pt x="1020" y="132"/>
                    </a:lnTo>
                    <a:lnTo>
                      <a:pt x="966" y="150"/>
                    </a:lnTo>
                    <a:lnTo>
                      <a:pt x="954" y="156"/>
                    </a:lnTo>
                    <a:lnTo>
                      <a:pt x="942" y="156"/>
                    </a:lnTo>
                    <a:lnTo>
                      <a:pt x="930" y="150"/>
                    </a:lnTo>
                    <a:lnTo>
                      <a:pt x="918" y="150"/>
                    </a:lnTo>
                    <a:lnTo>
                      <a:pt x="912" y="144"/>
                    </a:lnTo>
                    <a:lnTo>
                      <a:pt x="882" y="144"/>
                    </a:lnTo>
                    <a:lnTo>
                      <a:pt x="864" y="126"/>
                    </a:lnTo>
                    <a:lnTo>
                      <a:pt x="864" y="120"/>
                    </a:lnTo>
                    <a:lnTo>
                      <a:pt x="840" y="126"/>
                    </a:lnTo>
                    <a:lnTo>
                      <a:pt x="840" y="120"/>
                    </a:lnTo>
                    <a:lnTo>
                      <a:pt x="834" y="114"/>
                    </a:lnTo>
                    <a:lnTo>
                      <a:pt x="822" y="90"/>
                    </a:lnTo>
                    <a:lnTo>
                      <a:pt x="810" y="78"/>
                    </a:lnTo>
                    <a:lnTo>
                      <a:pt x="804" y="66"/>
                    </a:lnTo>
                    <a:lnTo>
                      <a:pt x="798" y="60"/>
                    </a:lnTo>
                    <a:lnTo>
                      <a:pt x="786" y="54"/>
                    </a:lnTo>
                    <a:lnTo>
                      <a:pt x="768" y="54"/>
                    </a:lnTo>
                    <a:lnTo>
                      <a:pt x="756" y="60"/>
                    </a:lnTo>
                    <a:lnTo>
                      <a:pt x="750" y="60"/>
                    </a:lnTo>
                    <a:lnTo>
                      <a:pt x="726" y="48"/>
                    </a:lnTo>
                    <a:lnTo>
                      <a:pt x="720" y="42"/>
                    </a:lnTo>
                    <a:lnTo>
                      <a:pt x="708" y="36"/>
                    </a:lnTo>
                    <a:lnTo>
                      <a:pt x="672" y="36"/>
                    </a:lnTo>
                    <a:lnTo>
                      <a:pt x="648" y="30"/>
                    </a:lnTo>
                    <a:lnTo>
                      <a:pt x="636" y="30"/>
                    </a:lnTo>
                    <a:lnTo>
                      <a:pt x="576" y="0"/>
                    </a:lnTo>
                    <a:lnTo>
                      <a:pt x="576" y="18"/>
                    </a:lnTo>
                    <a:lnTo>
                      <a:pt x="570" y="30"/>
                    </a:lnTo>
                    <a:lnTo>
                      <a:pt x="558" y="36"/>
                    </a:lnTo>
                    <a:lnTo>
                      <a:pt x="552" y="36"/>
                    </a:lnTo>
                    <a:lnTo>
                      <a:pt x="558" y="48"/>
                    </a:lnTo>
                    <a:lnTo>
                      <a:pt x="540" y="48"/>
                    </a:lnTo>
                    <a:lnTo>
                      <a:pt x="540" y="60"/>
                    </a:lnTo>
                    <a:lnTo>
                      <a:pt x="552" y="72"/>
                    </a:lnTo>
                    <a:lnTo>
                      <a:pt x="558" y="90"/>
                    </a:lnTo>
                    <a:lnTo>
                      <a:pt x="582" y="126"/>
                    </a:lnTo>
                    <a:lnTo>
                      <a:pt x="588" y="126"/>
                    </a:lnTo>
                    <a:lnTo>
                      <a:pt x="594" y="132"/>
                    </a:lnTo>
                    <a:lnTo>
                      <a:pt x="600" y="144"/>
                    </a:lnTo>
                    <a:lnTo>
                      <a:pt x="600" y="168"/>
                    </a:lnTo>
                    <a:lnTo>
                      <a:pt x="582" y="168"/>
                    </a:lnTo>
                    <a:lnTo>
                      <a:pt x="582" y="174"/>
                    </a:lnTo>
                    <a:lnTo>
                      <a:pt x="576" y="180"/>
                    </a:lnTo>
                    <a:lnTo>
                      <a:pt x="552" y="192"/>
                    </a:lnTo>
                    <a:lnTo>
                      <a:pt x="546" y="186"/>
                    </a:lnTo>
                    <a:lnTo>
                      <a:pt x="546" y="174"/>
                    </a:lnTo>
                    <a:lnTo>
                      <a:pt x="498" y="180"/>
                    </a:lnTo>
                    <a:lnTo>
                      <a:pt x="498" y="168"/>
                    </a:lnTo>
                    <a:lnTo>
                      <a:pt x="456" y="168"/>
                    </a:lnTo>
                    <a:lnTo>
                      <a:pt x="450" y="174"/>
                    </a:lnTo>
                    <a:lnTo>
                      <a:pt x="450" y="180"/>
                    </a:lnTo>
                    <a:lnTo>
                      <a:pt x="444" y="168"/>
                    </a:lnTo>
                    <a:lnTo>
                      <a:pt x="420" y="174"/>
                    </a:lnTo>
                    <a:lnTo>
                      <a:pt x="414" y="162"/>
                    </a:lnTo>
                    <a:lnTo>
                      <a:pt x="384" y="162"/>
                    </a:lnTo>
                    <a:lnTo>
                      <a:pt x="366" y="156"/>
                    </a:lnTo>
                    <a:lnTo>
                      <a:pt x="360" y="150"/>
                    </a:lnTo>
                    <a:lnTo>
                      <a:pt x="360" y="138"/>
                    </a:lnTo>
                    <a:lnTo>
                      <a:pt x="354" y="132"/>
                    </a:lnTo>
                    <a:lnTo>
                      <a:pt x="354" y="126"/>
                    </a:lnTo>
                    <a:lnTo>
                      <a:pt x="312" y="126"/>
                    </a:lnTo>
                    <a:lnTo>
                      <a:pt x="294" y="132"/>
                    </a:lnTo>
                    <a:lnTo>
                      <a:pt x="270" y="132"/>
                    </a:lnTo>
                    <a:lnTo>
                      <a:pt x="264" y="114"/>
                    </a:lnTo>
                    <a:lnTo>
                      <a:pt x="228" y="114"/>
                    </a:lnTo>
                    <a:lnTo>
                      <a:pt x="228" y="108"/>
                    </a:lnTo>
                    <a:lnTo>
                      <a:pt x="210" y="114"/>
                    </a:lnTo>
                    <a:lnTo>
                      <a:pt x="204" y="108"/>
                    </a:lnTo>
                    <a:lnTo>
                      <a:pt x="186" y="108"/>
                    </a:lnTo>
                    <a:lnTo>
                      <a:pt x="180" y="114"/>
                    </a:lnTo>
                    <a:lnTo>
                      <a:pt x="180" y="120"/>
                    </a:lnTo>
                    <a:lnTo>
                      <a:pt x="174" y="126"/>
                    </a:lnTo>
                    <a:lnTo>
                      <a:pt x="174" y="132"/>
                    </a:lnTo>
                    <a:lnTo>
                      <a:pt x="150" y="132"/>
                    </a:lnTo>
                    <a:lnTo>
                      <a:pt x="138" y="150"/>
                    </a:lnTo>
                    <a:lnTo>
                      <a:pt x="120" y="150"/>
                    </a:lnTo>
                    <a:lnTo>
                      <a:pt x="84" y="186"/>
                    </a:lnTo>
                    <a:lnTo>
                      <a:pt x="84" y="192"/>
                    </a:lnTo>
                    <a:lnTo>
                      <a:pt x="90" y="198"/>
                    </a:lnTo>
                    <a:lnTo>
                      <a:pt x="66" y="198"/>
                    </a:lnTo>
                    <a:lnTo>
                      <a:pt x="72" y="210"/>
                    </a:lnTo>
                    <a:lnTo>
                      <a:pt x="12" y="210"/>
                    </a:lnTo>
                    <a:lnTo>
                      <a:pt x="12" y="228"/>
                    </a:lnTo>
                    <a:lnTo>
                      <a:pt x="0" y="240"/>
                    </a:lnTo>
                    <a:lnTo>
                      <a:pt x="6" y="246"/>
                    </a:lnTo>
                    <a:lnTo>
                      <a:pt x="6" y="258"/>
                    </a:lnTo>
                    <a:lnTo>
                      <a:pt x="0" y="264"/>
                    </a:lnTo>
                    <a:lnTo>
                      <a:pt x="24" y="264"/>
                    </a:lnTo>
                    <a:lnTo>
                      <a:pt x="24" y="282"/>
                    </a:lnTo>
                    <a:lnTo>
                      <a:pt x="36" y="288"/>
                    </a:lnTo>
                    <a:lnTo>
                      <a:pt x="48" y="288"/>
                    </a:lnTo>
                    <a:lnTo>
                      <a:pt x="60" y="294"/>
                    </a:lnTo>
                    <a:lnTo>
                      <a:pt x="72" y="294"/>
                    </a:lnTo>
                    <a:lnTo>
                      <a:pt x="78" y="306"/>
                    </a:lnTo>
                    <a:lnTo>
                      <a:pt x="102" y="330"/>
                    </a:lnTo>
                    <a:lnTo>
                      <a:pt x="138" y="318"/>
                    </a:lnTo>
                    <a:lnTo>
                      <a:pt x="156" y="330"/>
                    </a:lnTo>
                    <a:lnTo>
                      <a:pt x="162" y="336"/>
                    </a:lnTo>
                    <a:lnTo>
                      <a:pt x="174" y="336"/>
                    </a:lnTo>
                    <a:lnTo>
                      <a:pt x="186" y="342"/>
                    </a:lnTo>
                    <a:lnTo>
                      <a:pt x="204" y="348"/>
                    </a:lnTo>
                    <a:lnTo>
                      <a:pt x="222" y="366"/>
                    </a:lnTo>
                    <a:lnTo>
                      <a:pt x="228" y="378"/>
                    </a:lnTo>
                    <a:lnTo>
                      <a:pt x="240" y="396"/>
                    </a:lnTo>
                    <a:lnTo>
                      <a:pt x="264" y="414"/>
                    </a:lnTo>
                    <a:lnTo>
                      <a:pt x="276" y="426"/>
                    </a:lnTo>
                    <a:lnTo>
                      <a:pt x="282" y="438"/>
                    </a:lnTo>
                    <a:lnTo>
                      <a:pt x="282" y="450"/>
                    </a:lnTo>
                    <a:lnTo>
                      <a:pt x="288" y="456"/>
                    </a:lnTo>
                    <a:lnTo>
                      <a:pt x="294" y="468"/>
                    </a:lnTo>
                    <a:lnTo>
                      <a:pt x="300" y="474"/>
                    </a:lnTo>
                    <a:lnTo>
                      <a:pt x="300" y="480"/>
                    </a:lnTo>
                    <a:lnTo>
                      <a:pt x="288" y="492"/>
                    </a:lnTo>
                    <a:lnTo>
                      <a:pt x="288" y="504"/>
                    </a:lnTo>
                    <a:lnTo>
                      <a:pt x="294" y="522"/>
                    </a:lnTo>
                    <a:lnTo>
                      <a:pt x="300" y="534"/>
                    </a:lnTo>
                    <a:lnTo>
                      <a:pt x="306" y="540"/>
                    </a:lnTo>
                    <a:lnTo>
                      <a:pt x="318" y="546"/>
                    </a:lnTo>
                    <a:lnTo>
                      <a:pt x="330" y="546"/>
                    </a:lnTo>
                    <a:lnTo>
                      <a:pt x="342" y="552"/>
                    </a:lnTo>
                    <a:lnTo>
                      <a:pt x="348" y="552"/>
                    </a:lnTo>
                    <a:lnTo>
                      <a:pt x="366" y="558"/>
                    </a:lnTo>
                    <a:lnTo>
                      <a:pt x="390" y="564"/>
                    </a:lnTo>
                    <a:lnTo>
                      <a:pt x="486" y="564"/>
                    </a:lnTo>
                    <a:lnTo>
                      <a:pt x="492" y="570"/>
                    </a:lnTo>
                    <a:lnTo>
                      <a:pt x="498" y="570"/>
                    </a:lnTo>
                    <a:lnTo>
                      <a:pt x="510" y="576"/>
                    </a:lnTo>
                    <a:lnTo>
                      <a:pt x="516" y="576"/>
                    </a:lnTo>
                    <a:lnTo>
                      <a:pt x="528" y="582"/>
                    </a:lnTo>
                    <a:lnTo>
                      <a:pt x="534" y="594"/>
                    </a:lnTo>
                    <a:lnTo>
                      <a:pt x="540" y="594"/>
                    </a:lnTo>
                    <a:lnTo>
                      <a:pt x="546" y="600"/>
                    </a:lnTo>
                    <a:lnTo>
                      <a:pt x="552" y="600"/>
                    </a:lnTo>
                    <a:lnTo>
                      <a:pt x="576" y="612"/>
                    </a:lnTo>
                    <a:lnTo>
                      <a:pt x="588" y="612"/>
                    </a:lnTo>
                    <a:lnTo>
                      <a:pt x="594" y="618"/>
                    </a:lnTo>
                    <a:lnTo>
                      <a:pt x="630" y="618"/>
                    </a:lnTo>
                    <a:lnTo>
                      <a:pt x="642" y="642"/>
                    </a:lnTo>
                    <a:lnTo>
                      <a:pt x="684" y="684"/>
                    </a:lnTo>
                    <a:lnTo>
                      <a:pt x="690" y="696"/>
                    </a:lnTo>
                    <a:lnTo>
                      <a:pt x="720" y="726"/>
                    </a:lnTo>
                    <a:lnTo>
                      <a:pt x="732" y="732"/>
                    </a:lnTo>
                    <a:lnTo>
                      <a:pt x="738" y="744"/>
                    </a:lnTo>
                    <a:lnTo>
                      <a:pt x="750" y="750"/>
                    </a:lnTo>
                    <a:lnTo>
                      <a:pt x="810" y="744"/>
                    </a:lnTo>
                    <a:lnTo>
                      <a:pt x="864" y="750"/>
                    </a:lnTo>
                    <a:lnTo>
                      <a:pt x="912" y="750"/>
                    </a:lnTo>
                    <a:lnTo>
                      <a:pt x="948" y="756"/>
                    </a:lnTo>
                    <a:lnTo>
                      <a:pt x="954" y="750"/>
                    </a:lnTo>
                    <a:lnTo>
                      <a:pt x="966" y="744"/>
                    </a:lnTo>
                    <a:lnTo>
                      <a:pt x="972" y="738"/>
                    </a:lnTo>
                    <a:lnTo>
                      <a:pt x="984" y="738"/>
                    </a:lnTo>
                    <a:lnTo>
                      <a:pt x="996" y="744"/>
                    </a:lnTo>
                    <a:lnTo>
                      <a:pt x="1002" y="744"/>
                    </a:lnTo>
                    <a:lnTo>
                      <a:pt x="1008" y="750"/>
                    </a:lnTo>
                    <a:lnTo>
                      <a:pt x="1062" y="750"/>
                    </a:lnTo>
                    <a:lnTo>
                      <a:pt x="1080" y="756"/>
                    </a:lnTo>
                    <a:lnTo>
                      <a:pt x="1092" y="756"/>
                    </a:lnTo>
                    <a:lnTo>
                      <a:pt x="1110" y="774"/>
                    </a:lnTo>
                    <a:lnTo>
                      <a:pt x="1116" y="786"/>
                    </a:lnTo>
                    <a:lnTo>
                      <a:pt x="1128" y="792"/>
                    </a:lnTo>
                    <a:lnTo>
                      <a:pt x="1152" y="798"/>
                    </a:lnTo>
                    <a:lnTo>
                      <a:pt x="1200" y="798"/>
                    </a:lnTo>
                    <a:lnTo>
                      <a:pt x="1218" y="804"/>
                    </a:lnTo>
                    <a:lnTo>
                      <a:pt x="1242" y="816"/>
                    </a:lnTo>
                    <a:lnTo>
                      <a:pt x="1248" y="822"/>
                    </a:lnTo>
                    <a:lnTo>
                      <a:pt x="1260" y="822"/>
                    </a:lnTo>
                    <a:lnTo>
                      <a:pt x="1266" y="816"/>
                    </a:lnTo>
                    <a:lnTo>
                      <a:pt x="1278" y="816"/>
                    </a:lnTo>
                    <a:lnTo>
                      <a:pt x="1290" y="810"/>
                    </a:lnTo>
                    <a:lnTo>
                      <a:pt x="1302" y="810"/>
                    </a:lnTo>
                    <a:lnTo>
                      <a:pt x="1302" y="816"/>
                    </a:lnTo>
                    <a:lnTo>
                      <a:pt x="1308" y="828"/>
                    </a:lnTo>
                    <a:lnTo>
                      <a:pt x="1314" y="828"/>
                    </a:lnTo>
                    <a:lnTo>
                      <a:pt x="1320" y="834"/>
                    </a:lnTo>
                    <a:lnTo>
                      <a:pt x="1338" y="834"/>
                    </a:lnTo>
                    <a:lnTo>
                      <a:pt x="1344" y="828"/>
                    </a:lnTo>
                    <a:lnTo>
                      <a:pt x="1362" y="816"/>
                    </a:lnTo>
                    <a:lnTo>
                      <a:pt x="1422" y="780"/>
                    </a:lnTo>
                    <a:lnTo>
                      <a:pt x="1440" y="768"/>
                    </a:lnTo>
                    <a:lnTo>
                      <a:pt x="1596" y="768"/>
                    </a:lnTo>
                    <a:lnTo>
                      <a:pt x="1614" y="744"/>
                    </a:lnTo>
                    <a:lnTo>
                      <a:pt x="1638" y="744"/>
                    </a:lnTo>
                    <a:lnTo>
                      <a:pt x="1650" y="738"/>
                    </a:lnTo>
                    <a:lnTo>
                      <a:pt x="1662" y="714"/>
                    </a:lnTo>
                    <a:lnTo>
                      <a:pt x="1662" y="708"/>
                    </a:lnTo>
                    <a:lnTo>
                      <a:pt x="1668" y="696"/>
                    </a:lnTo>
                    <a:lnTo>
                      <a:pt x="1668" y="690"/>
                    </a:lnTo>
                    <a:lnTo>
                      <a:pt x="1692" y="690"/>
                    </a:lnTo>
                    <a:lnTo>
                      <a:pt x="1704" y="678"/>
                    </a:lnTo>
                    <a:lnTo>
                      <a:pt x="1710" y="666"/>
                    </a:lnTo>
                    <a:lnTo>
                      <a:pt x="1716" y="660"/>
                    </a:lnTo>
                    <a:lnTo>
                      <a:pt x="1716" y="654"/>
                    </a:lnTo>
                    <a:lnTo>
                      <a:pt x="1704" y="648"/>
                    </a:lnTo>
                    <a:lnTo>
                      <a:pt x="1686" y="630"/>
                    </a:lnTo>
                    <a:lnTo>
                      <a:pt x="1674" y="624"/>
                    </a:lnTo>
                    <a:lnTo>
                      <a:pt x="1656" y="606"/>
                    </a:lnTo>
                    <a:lnTo>
                      <a:pt x="1650" y="594"/>
                    </a:lnTo>
                    <a:lnTo>
                      <a:pt x="1650" y="582"/>
                    </a:lnTo>
                    <a:lnTo>
                      <a:pt x="1656" y="570"/>
                    </a:lnTo>
                    <a:lnTo>
                      <a:pt x="1656" y="558"/>
                    </a:lnTo>
                    <a:lnTo>
                      <a:pt x="1668" y="552"/>
                    </a:lnTo>
                    <a:lnTo>
                      <a:pt x="1692" y="552"/>
                    </a:lnTo>
                    <a:lnTo>
                      <a:pt x="1698" y="558"/>
                    </a:lnTo>
                    <a:lnTo>
                      <a:pt x="1704" y="558"/>
                    </a:lnTo>
                    <a:lnTo>
                      <a:pt x="1710" y="564"/>
                    </a:lnTo>
                    <a:lnTo>
                      <a:pt x="1722" y="570"/>
                    </a:lnTo>
                    <a:lnTo>
                      <a:pt x="1728" y="576"/>
                    </a:lnTo>
                    <a:lnTo>
                      <a:pt x="1740" y="582"/>
                    </a:lnTo>
                    <a:lnTo>
                      <a:pt x="1764" y="582"/>
                    </a:lnTo>
                    <a:lnTo>
                      <a:pt x="1776" y="576"/>
                    </a:lnTo>
                    <a:lnTo>
                      <a:pt x="1794" y="576"/>
                    </a:lnTo>
                    <a:lnTo>
                      <a:pt x="1806" y="570"/>
                    </a:lnTo>
                    <a:lnTo>
                      <a:pt x="1812" y="558"/>
                    </a:lnTo>
                    <a:lnTo>
                      <a:pt x="1818" y="552"/>
                    </a:lnTo>
                    <a:lnTo>
                      <a:pt x="1818" y="528"/>
                    </a:lnTo>
                    <a:lnTo>
                      <a:pt x="1890" y="528"/>
                    </a:lnTo>
                    <a:lnTo>
                      <a:pt x="1914" y="504"/>
                    </a:lnTo>
                    <a:lnTo>
                      <a:pt x="1902" y="492"/>
                    </a:lnTo>
                    <a:lnTo>
                      <a:pt x="1896" y="480"/>
                    </a:lnTo>
                    <a:lnTo>
                      <a:pt x="1902" y="474"/>
                    </a:lnTo>
                    <a:lnTo>
                      <a:pt x="1938" y="456"/>
                    </a:lnTo>
                    <a:lnTo>
                      <a:pt x="1950" y="456"/>
                    </a:lnTo>
                    <a:lnTo>
                      <a:pt x="1950" y="438"/>
                    </a:lnTo>
                    <a:lnTo>
                      <a:pt x="1980" y="444"/>
                    </a:lnTo>
                    <a:lnTo>
                      <a:pt x="1998" y="426"/>
                    </a:lnTo>
                    <a:lnTo>
                      <a:pt x="2004" y="426"/>
                    </a:lnTo>
                    <a:lnTo>
                      <a:pt x="2010" y="420"/>
                    </a:lnTo>
                    <a:lnTo>
                      <a:pt x="2040" y="420"/>
                    </a:lnTo>
                    <a:lnTo>
                      <a:pt x="2052" y="426"/>
                    </a:lnTo>
                    <a:lnTo>
                      <a:pt x="2058" y="432"/>
                    </a:lnTo>
                    <a:lnTo>
                      <a:pt x="2094" y="432"/>
                    </a:lnTo>
                    <a:lnTo>
                      <a:pt x="2100" y="426"/>
                    </a:lnTo>
                    <a:lnTo>
                      <a:pt x="2100" y="420"/>
                    </a:lnTo>
                    <a:lnTo>
                      <a:pt x="2088" y="40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5" name="Moldova" descr="© INSCALE GmbH, 05.05.2010&#10;http://www.presentationload.com/">
                <a:extLst>
                  <a:ext uri="{FF2B5EF4-FFF2-40B4-BE49-F238E27FC236}">
                    <a16:creationId xmlns:a16="http://schemas.microsoft.com/office/drawing/2014/main" id="{AE765B56-A0BA-8571-4823-C9771960B5F6}"/>
                  </a:ext>
                </a:extLst>
              </p:cNvPr>
              <p:cNvSpPr>
                <a:spLocks/>
              </p:cNvSpPr>
              <p:nvPr/>
            </p:nvSpPr>
            <p:spPr bwMode="gray">
              <a:xfrm>
                <a:off x="4900976" y="1742029"/>
                <a:ext cx="81531" cy="90425"/>
              </a:xfrm>
              <a:custGeom>
                <a:avLst/>
                <a:gdLst>
                  <a:gd name="T0" fmla="*/ 2147483647 w 216"/>
                  <a:gd name="T1" fmla="*/ 2147483647 h 240"/>
                  <a:gd name="T2" fmla="*/ 2147483647 w 216"/>
                  <a:gd name="T3" fmla="*/ 2147483647 h 240"/>
                  <a:gd name="T4" fmla="*/ 2147483647 w 216"/>
                  <a:gd name="T5" fmla="*/ 2147483647 h 240"/>
                  <a:gd name="T6" fmla="*/ 2147483647 w 216"/>
                  <a:gd name="T7" fmla="*/ 2147483647 h 240"/>
                  <a:gd name="T8" fmla="*/ 2147483647 w 216"/>
                  <a:gd name="T9" fmla="*/ 2147483647 h 240"/>
                  <a:gd name="T10" fmla="*/ 2147483647 w 216"/>
                  <a:gd name="T11" fmla="*/ 2147483647 h 240"/>
                  <a:gd name="T12" fmla="*/ 2147483647 w 216"/>
                  <a:gd name="T13" fmla="*/ 2147483647 h 240"/>
                  <a:gd name="T14" fmla="*/ 2147483647 w 216"/>
                  <a:gd name="T15" fmla="*/ 2147483647 h 240"/>
                  <a:gd name="T16" fmla="*/ 2147483647 w 216"/>
                  <a:gd name="T17" fmla="*/ 2147483647 h 240"/>
                  <a:gd name="T18" fmla="*/ 2147483647 w 216"/>
                  <a:gd name="T19" fmla="*/ 2147483647 h 240"/>
                  <a:gd name="T20" fmla="*/ 2147483647 w 216"/>
                  <a:gd name="T21" fmla="*/ 2147483647 h 240"/>
                  <a:gd name="T22" fmla="*/ 2147483647 w 216"/>
                  <a:gd name="T23" fmla="*/ 2147483647 h 240"/>
                  <a:gd name="T24" fmla="*/ 2147483647 w 216"/>
                  <a:gd name="T25" fmla="*/ 2147483647 h 240"/>
                  <a:gd name="T26" fmla="*/ 2147483647 w 216"/>
                  <a:gd name="T27" fmla="*/ 2147483647 h 240"/>
                  <a:gd name="T28" fmla="*/ 2147483647 w 216"/>
                  <a:gd name="T29" fmla="*/ 2147483647 h 240"/>
                  <a:gd name="T30" fmla="*/ 2147483647 w 216"/>
                  <a:gd name="T31" fmla="*/ 2147483647 h 240"/>
                  <a:gd name="T32" fmla="*/ 2147483647 w 216"/>
                  <a:gd name="T33" fmla="*/ 2147483647 h 240"/>
                  <a:gd name="T34" fmla="*/ 2147483647 w 216"/>
                  <a:gd name="T35" fmla="*/ 2147483647 h 240"/>
                  <a:gd name="T36" fmla="*/ 2147483647 w 216"/>
                  <a:gd name="T37" fmla="*/ 2147483647 h 240"/>
                  <a:gd name="T38" fmla="*/ 2147483647 w 216"/>
                  <a:gd name="T39" fmla="*/ 2147483647 h 240"/>
                  <a:gd name="T40" fmla="*/ 2147483647 w 216"/>
                  <a:gd name="T41" fmla="*/ 2147483647 h 240"/>
                  <a:gd name="T42" fmla="*/ 2147483647 w 216"/>
                  <a:gd name="T43" fmla="*/ 2147483647 h 240"/>
                  <a:gd name="T44" fmla="*/ 2147483647 w 216"/>
                  <a:gd name="T45" fmla="*/ 2147483647 h 240"/>
                  <a:gd name="T46" fmla="*/ 2147483647 w 216"/>
                  <a:gd name="T47" fmla="*/ 2147483647 h 240"/>
                  <a:gd name="T48" fmla="*/ 2147483647 w 216"/>
                  <a:gd name="T49" fmla="*/ 2147483647 h 240"/>
                  <a:gd name="T50" fmla="*/ 2147483647 w 216"/>
                  <a:gd name="T51" fmla="*/ 2147483647 h 240"/>
                  <a:gd name="T52" fmla="*/ 2147483647 w 216"/>
                  <a:gd name="T53" fmla="*/ 2147483647 h 240"/>
                  <a:gd name="T54" fmla="*/ 2147483647 w 216"/>
                  <a:gd name="T55" fmla="*/ 2147483647 h 240"/>
                  <a:gd name="T56" fmla="*/ 2147483647 w 216"/>
                  <a:gd name="T57" fmla="*/ 2147483647 h 240"/>
                  <a:gd name="T58" fmla="*/ 2147483647 w 216"/>
                  <a:gd name="T59" fmla="*/ 2147483647 h 240"/>
                  <a:gd name="T60" fmla="*/ 2147483647 w 216"/>
                  <a:gd name="T61" fmla="*/ 0 h 240"/>
                  <a:gd name="T62" fmla="*/ 2147483647 w 216"/>
                  <a:gd name="T63" fmla="*/ 2147483647 h 240"/>
                  <a:gd name="T64" fmla="*/ 2147483647 w 216"/>
                  <a:gd name="T65" fmla="*/ 2147483647 h 240"/>
                  <a:gd name="T66" fmla="*/ 2147483647 w 216"/>
                  <a:gd name="T67" fmla="*/ 2147483647 h 24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240"/>
                  <a:gd name="T104" fmla="*/ 216 w 216"/>
                  <a:gd name="T105" fmla="*/ 240 h 24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240">
                    <a:moveTo>
                      <a:pt x="0" y="18"/>
                    </a:moveTo>
                    <a:lnTo>
                      <a:pt x="18" y="24"/>
                    </a:lnTo>
                    <a:lnTo>
                      <a:pt x="24" y="30"/>
                    </a:lnTo>
                    <a:lnTo>
                      <a:pt x="30" y="42"/>
                    </a:lnTo>
                    <a:lnTo>
                      <a:pt x="36" y="48"/>
                    </a:lnTo>
                    <a:lnTo>
                      <a:pt x="36" y="60"/>
                    </a:lnTo>
                    <a:lnTo>
                      <a:pt x="60" y="72"/>
                    </a:lnTo>
                    <a:lnTo>
                      <a:pt x="66" y="96"/>
                    </a:lnTo>
                    <a:lnTo>
                      <a:pt x="78" y="96"/>
                    </a:lnTo>
                    <a:lnTo>
                      <a:pt x="84" y="114"/>
                    </a:lnTo>
                    <a:lnTo>
                      <a:pt x="102" y="114"/>
                    </a:lnTo>
                    <a:lnTo>
                      <a:pt x="108" y="120"/>
                    </a:lnTo>
                    <a:lnTo>
                      <a:pt x="108" y="162"/>
                    </a:lnTo>
                    <a:lnTo>
                      <a:pt x="114" y="162"/>
                    </a:lnTo>
                    <a:lnTo>
                      <a:pt x="108" y="168"/>
                    </a:lnTo>
                    <a:lnTo>
                      <a:pt x="108" y="180"/>
                    </a:lnTo>
                    <a:lnTo>
                      <a:pt x="102" y="186"/>
                    </a:lnTo>
                    <a:lnTo>
                      <a:pt x="102" y="198"/>
                    </a:lnTo>
                    <a:lnTo>
                      <a:pt x="108" y="210"/>
                    </a:lnTo>
                    <a:lnTo>
                      <a:pt x="114" y="216"/>
                    </a:lnTo>
                    <a:lnTo>
                      <a:pt x="114" y="240"/>
                    </a:lnTo>
                    <a:lnTo>
                      <a:pt x="138" y="234"/>
                    </a:lnTo>
                    <a:lnTo>
                      <a:pt x="138" y="222"/>
                    </a:lnTo>
                    <a:lnTo>
                      <a:pt x="132" y="216"/>
                    </a:lnTo>
                    <a:lnTo>
                      <a:pt x="132" y="204"/>
                    </a:lnTo>
                    <a:lnTo>
                      <a:pt x="138" y="204"/>
                    </a:lnTo>
                    <a:lnTo>
                      <a:pt x="150" y="198"/>
                    </a:lnTo>
                    <a:lnTo>
                      <a:pt x="156" y="192"/>
                    </a:lnTo>
                    <a:lnTo>
                      <a:pt x="174" y="180"/>
                    </a:lnTo>
                    <a:lnTo>
                      <a:pt x="168" y="174"/>
                    </a:lnTo>
                    <a:lnTo>
                      <a:pt x="156" y="168"/>
                    </a:lnTo>
                    <a:lnTo>
                      <a:pt x="150" y="168"/>
                    </a:lnTo>
                    <a:lnTo>
                      <a:pt x="150" y="162"/>
                    </a:lnTo>
                    <a:lnTo>
                      <a:pt x="156" y="156"/>
                    </a:lnTo>
                    <a:lnTo>
                      <a:pt x="174" y="156"/>
                    </a:lnTo>
                    <a:lnTo>
                      <a:pt x="180" y="162"/>
                    </a:lnTo>
                    <a:lnTo>
                      <a:pt x="198" y="162"/>
                    </a:lnTo>
                    <a:lnTo>
                      <a:pt x="210" y="156"/>
                    </a:lnTo>
                    <a:lnTo>
                      <a:pt x="216" y="156"/>
                    </a:lnTo>
                    <a:lnTo>
                      <a:pt x="216" y="126"/>
                    </a:lnTo>
                    <a:lnTo>
                      <a:pt x="210" y="120"/>
                    </a:lnTo>
                    <a:lnTo>
                      <a:pt x="198" y="120"/>
                    </a:lnTo>
                    <a:lnTo>
                      <a:pt x="192" y="114"/>
                    </a:lnTo>
                    <a:lnTo>
                      <a:pt x="180" y="114"/>
                    </a:lnTo>
                    <a:lnTo>
                      <a:pt x="180" y="96"/>
                    </a:lnTo>
                    <a:lnTo>
                      <a:pt x="186" y="90"/>
                    </a:lnTo>
                    <a:lnTo>
                      <a:pt x="180" y="84"/>
                    </a:lnTo>
                    <a:lnTo>
                      <a:pt x="174" y="84"/>
                    </a:lnTo>
                    <a:lnTo>
                      <a:pt x="162" y="90"/>
                    </a:lnTo>
                    <a:lnTo>
                      <a:pt x="162" y="66"/>
                    </a:lnTo>
                    <a:lnTo>
                      <a:pt x="168" y="60"/>
                    </a:lnTo>
                    <a:lnTo>
                      <a:pt x="162" y="48"/>
                    </a:lnTo>
                    <a:lnTo>
                      <a:pt x="156" y="42"/>
                    </a:lnTo>
                    <a:lnTo>
                      <a:pt x="144" y="36"/>
                    </a:lnTo>
                    <a:lnTo>
                      <a:pt x="126" y="36"/>
                    </a:lnTo>
                    <a:lnTo>
                      <a:pt x="126" y="24"/>
                    </a:lnTo>
                    <a:lnTo>
                      <a:pt x="120" y="18"/>
                    </a:lnTo>
                    <a:lnTo>
                      <a:pt x="78" y="18"/>
                    </a:lnTo>
                    <a:lnTo>
                      <a:pt x="78" y="12"/>
                    </a:lnTo>
                    <a:lnTo>
                      <a:pt x="72" y="12"/>
                    </a:lnTo>
                    <a:lnTo>
                      <a:pt x="60" y="0"/>
                    </a:lnTo>
                    <a:lnTo>
                      <a:pt x="54" y="0"/>
                    </a:lnTo>
                    <a:lnTo>
                      <a:pt x="42" y="6"/>
                    </a:lnTo>
                    <a:lnTo>
                      <a:pt x="36" y="6"/>
                    </a:lnTo>
                    <a:lnTo>
                      <a:pt x="36" y="12"/>
                    </a:lnTo>
                    <a:lnTo>
                      <a:pt x="24" y="12"/>
                    </a:lnTo>
                    <a:lnTo>
                      <a:pt x="12" y="6"/>
                    </a:lnTo>
                    <a:lnTo>
                      <a:pt x="6" y="6"/>
                    </a:lnTo>
                    <a:lnTo>
                      <a:pt x="0"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6" name="Mexico" descr="© INSCALE GmbH, 05.05.2010&#10;http://www.presentationload.com/">
                <a:extLst>
                  <a:ext uri="{FF2B5EF4-FFF2-40B4-BE49-F238E27FC236}">
                    <a16:creationId xmlns:a16="http://schemas.microsoft.com/office/drawing/2014/main" id="{32EAFDF9-98BB-FD84-C76B-5EB29C2E08F1}"/>
                  </a:ext>
                </a:extLst>
              </p:cNvPr>
              <p:cNvSpPr>
                <a:spLocks/>
              </p:cNvSpPr>
              <p:nvPr/>
            </p:nvSpPr>
            <p:spPr bwMode="gray">
              <a:xfrm>
                <a:off x="1238034" y="2220838"/>
                <a:ext cx="705609" cy="552927"/>
              </a:xfrm>
              <a:custGeom>
                <a:avLst/>
                <a:gdLst>
                  <a:gd name="T0" fmla="*/ 2147483647 w 1860"/>
                  <a:gd name="T1" fmla="*/ 2147483647 h 1458"/>
                  <a:gd name="T2" fmla="*/ 2147483647 w 1860"/>
                  <a:gd name="T3" fmla="*/ 2147483647 h 1458"/>
                  <a:gd name="T4" fmla="*/ 2147483647 w 1860"/>
                  <a:gd name="T5" fmla="*/ 2147483647 h 1458"/>
                  <a:gd name="T6" fmla="*/ 2147483647 w 1860"/>
                  <a:gd name="T7" fmla="*/ 2147483647 h 1458"/>
                  <a:gd name="T8" fmla="*/ 2147483647 w 1860"/>
                  <a:gd name="T9" fmla="*/ 2147483647 h 1458"/>
                  <a:gd name="T10" fmla="*/ 2147483647 w 1860"/>
                  <a:gd name="T11" fmla="*/ 2147483647 h 1458"/>
                  <a:gd name="T12" fmla="*/ 2147483647 w 1860"/>
                  <a:gd name="T13" fmla="*/ 2147483647 h 1458"/>
                  <a:gd name="T14" fmla="*/ 2147483647 w 1860"/>
                  <a:gd name="T15" fmla="*/ 2147483647 h 1458"/>
                  <a:gd name="T16" fmla="*/ 2147483647 w 1860"/>
                  <a:gd name="T17" fmla="*/ 2147483647 h 1458"/>
                  <a:gd name="T18" fmla="*/ 2147483647 w 1860"/>
                  <a:gd name="T19" fmla="*/ 2147483647 h 1458"/>
                  <a:gd name="T20" fmla="*/ 2147483647 w 1860"/>
                  <a:gd name="T21" fmla="*/ 2147483647 h 1458"/>
                  <a:gd name="T22" fmla="*/ 2147483647 w 1860"/>
                  <a:gd name="T23" fmla="*/ 2147483647 h 1458"/>
                  <a:gd name="T24" fmla="*/ 2147483647 w 1860"/>
                  <a:gd name="T25" fmla="*/ 2147483647 h 1458"/>
                  <a:gd name="T26" fmla="*/ 2147483647 w 1860"/>
                  <a:gd name="T27" fmla="*/ 2147483647 h 1458"/>
                  <a:gd name="T28" fmla="*/ 2147483647 w 1860"/>
                  <a:gd name="T29" fmla="*/ 2147483647 h 1458"/>
                  <a:gd name="T30" fmla="*/ 2147483647 w 1860"/>
                  <a:gd name="T31" fmla="*/ 2147483647 h 1458"/>
                  <a:gd name="T32" fmla="*/ 2147483647 w 1860"/>
                  <a:gd name="T33" fmla="*/ 2147483647 h 1458"/>
                  <a:gd name="T34" fmla="*/ 2147483647 w 1860"/>
                  <a:gd name="T35" fmla="*/ 2147483647 h 1458"/>
                  <a:gd name="T36" fmla="*/ 2147483647 w 1860"/>
                  <a:gd name="T37" fmla="*/ 2147483647 h 1458"/>
                  <a:gd name="T38" fmla="*/ 2147483647 w 1860"/>
                  <a:gd name="T39" fmla="*/ 2147483647 h 1458"/>
                  <a:gd name="T40" fmla="*/ 2147483647 w 1860"/>
                  <a:gd name="T41" fmla="*/ 2147483647 h 1458"/>
                  <a:gd name="T42" fmla="*/ 2147483647 w 1860"/>
                  <a:gd name="T43" fmla="*/ 2147483647 h 1458"/>
                  <a:gd name="T44" fmla="*/ 2147483647 w 1860"/>
                  <a:gd name="T45" fmla="*/ 2147483647 h 1458"/>
                  <a:gd name="T46" fmla="*/ 2147483647 w 1860"/>
                  <a:gd name="T47" fmla="*/ 2147483647 h 1458"/>
                  <a:gd name="T48" fmla="*/ 2147483647 w 1860"/>
                  <a:gd name="T49" fmla="*/ 2147483647 h 1458"/>
                  <a:gd name="T50" fmla="*/ 2147483647 w 1860"/>
                  <a:gd name="T51" fmla="*/ 2147483647 h 1458"/>
                  <a:gd name="T52" fmla="*/ 2147483647 w 1860"/>
                  <a:gd name="T53" fmla="*/ 2147483647 h 1458"/>
                  <a:gd name="T54" fmla="*/ 2147483647 w 1860"/>
                  <a:gd name="T55" fmla="*/ 2147483647 h 1458"/>
                  <a:gd name="T56" fmla="*/ 0 w 1860"/>
                  <a:gd name="T57" fmla="*/ 2147483647 h 1458"/>
                  <a:gd name="T58" fmla="*/ 2147483647 w 1860"/>
                  <a:gd name="T59" fmla="*/ 2147483647 h 1458"/>
                  <a:gd name="T60" fmla="*/ 2147483647 w 1860"/>
                  <a:gd name="T61" fmla="*/ 2147483647 h 1458"/>
                  <a:gd name="T62" fmla="*/ 2147483647 w 1860"/>
                  <a:gd name="T63" fmla="*/ 2147483647 h 1458"/>
                  <a:gd name="T64" fmla="*/ 2147483647 w 1860"/>
                  <a:gd name="T65" fmla="*/ 2147483647 h 1458"/>
                  <a:gd name="T66" fmla="*/ 2147483647 w 1860"/>
                  <a:gd name="T67" fmla="*/ 2147483647 h 1458"/>
                  <a:gd name="T68" fmla="*/ 2147483647 w 1860"/>
                  <a:gd name="T69" fmla="*/ 2147483647 h 1458"/>
                  <a:gd name="T70" fmla="*/ 2147483647 w 1860"/>
                  <a:gd name="T71" fmla="*/ 2147483647 h 1458"/>
                  <a:gd name="T72" fmla="*/ 2147483647 w 1860"/>
                  <a:gd name="T73" fmla="*/ 2147483647 h 1458"/>
                  <a:gd name="T74" fmla="*/ 2147483647 w 1860"/>
                  <a:gd name="T75" fmla="*/ 2147483647 h 1458"/>
                  <a:gd name="T76" fmla="*/ 2147483647 w 1860"/>
                  <a:gd name="T77" fmla="*/ 2147483647 h 1458"/>
                  <a:gd name="T78" fmla="*/ 2147483647 w 1860"/>
                  <a:gd name="T79" fmla="*/ 2147483647 h 1458"/>
                  <a:gd name="T80" fmla="*/ 2147483647 w 1860"/>
                  <a:gd name="T81" fmla="*/ 2147483647 h 1458"/>
                  <a:gd name="T82" fmla="*/ 2147483647 w 1860"/>
                  <a:gd name="T83" fmla="*/ 2147483647 h 1458"/>
                  <a:gd name="T84" fmla="*/ 2147483647 w 1860"/>
                  <a:gd name="T85" fmla="*/ 2147483647 h 1458"/>
                  <a:gd name="T86" fmla="*/ 2147483647 w 1860"/>
                  <a:gd name="T87" fmla="*/ 2147483647 h 1458"/>
                  <a:gd name="T88" fmla="*/ 2147483647 w 1860"/>
                  <a:gd name="T89" fmla="*/ 2147483647 h 1458"/>
                  <a:gd name="T90" fmla="*/ 2147483647 w 1860"/>
                  <a:gd name="T91" fmla="*/ 2147483647 h 1458"/>
                  <a:gd name="T92" fmla="*/ 2147483647 w 1860"/>
                  <a:gd name="T93" fmla="*/ 2147483647 h 1458"/>
                  <a:gd name="T94" fmla="*/ 2147483647 w 1860"/>
                  <a:gd name="T95" fmla="*/ 2147483647 h 1458"/>
                  <a:gd name="T96" fmla="*/ 2147483647 w 1860"/>
                  <a:gd name="T97" fmla="*/ 2147483647 h 1458"/>
                  <a:gd name="T98" fmla="*/ 2147483647 w 1860"/>
                  <a:gd name="T99" fmla="*/ 2147483647 h 1458"/>
                  <a:gd name="T100" fmla="*/ 2147483647 w 1860"/>
                  <a:gd name="T101" fmla="*/ 2147483647 h 1458"/>
                  <a:gd name="T102" fmla="*/ 2147483647 w 1860"/>
                  <a:gd name="T103" fmla="*/ 2147483647 h 1458"/>
                  <a:gd name="T104" fmla="*/ 2147483647 w 1860"/>
                  <a:gd name="T105" fmla="*/ 2147483647 h 1458"/>
                  <a:gd name="T106" fmla="*/ 2147483647 w 1860"/>
                  <a:gd name="T107" fmla="*/ 2147483647 h 1458"/>
                  <a:gd name="T108" fmla="*/ 2147483647 w 1860"/>
                  <a:gd name="T109" fmla="*/ 2147483647 h 1458"/>
                  <a:gd name="T110" fmla="*/ 2147483647 w 1860"/>
                  <a:gd name="T111" fmla="*/ 2147483647 h 1458"/>
                  <a:gd name="T112" fmla="*/ 2147483647 w 1860"/>
                  <a:gd name="T113" fmla="*/ 2147483647 h 1458"/>
                  <a:gd name="T114" fmla="*/ 2147483647 w 1860"/>
                  <a:gd name="T115" fmla="*/ 2147483647 h 1458"/>
                  <a:gd name="T116" fmla="*/ 2147483647 w 1860"/>
                  <a:gd name="T117" fmla="*/ 2147483647 h 1458"/>
                  <a:gd name="T118" fmla="*/ 2147483647 w 1860"/>
                  <a:gd name="T119" fmla="*/ 2147483647 h 1458"/>
                  <a:gd name="T120" fmla="*/ 2147483647 w 1860"/>
                  <a:gd name="T121" fmla="*/ 2147483647 h 145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860"/>
                  <a:gd name="T184" fmla="*/ 0 h 1458"/>
                  <a:gd name="T185" fmla="*/ 1860 w 1860"/>
                  <a:gd name="T186" fmla="*/ 1458 h 145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860" h="1458">
                    <a:moveTo>
                      <a:pt x="1422" y="1440"/>
                    </a:moveTo>
                    <a:lnTo>
                      <a:pt x="1422" y="1380"/>
                    </a:lnTo>
                    <a:lnTo>
                      <a:pt x="1452" y="1332"/>
                    </a:lnTo>
                    <a:lnTo>
                      <a:pt x="1542" y="1338"/>
                    </a:lnTo>
                    <a:lnTo>
                      <a:pt x="1542" y="1320"/>
                    </a:lnTo>
                    <a:lnTo>
                      <a:pt x="1548" y="1320"/>
                    </a:lnTo>
                    <a:lnTo>
                      <a:pt x="1554" y="1314"/>
                    </a:lnTo>
                    <a:lnTo>
                      <a:pt x="1554" y="1302"/>
                    </a:lnTo>
                    <a:lnTo>
                      <a:pt x="1536" y="1302"/>
                    </a:lnTo>
                    <a:lnTo>
                      <a:pt x="1530" y="1278"/>
                    </a:lnTo>
                    <a:lnTo>
                      <a:pt x="1524" y="1278"/>
                    </a:lnTo>
                    <a:lnTo>
                      <a:pt x="1512" y="1272"/>
                    </a:lnTo>
                    <a:lnTo>
                      <a:pt x="1506" y="1272"/>
                    </a:lnTo>
                    <a:lnTo>
                      <a:pt x="1500" y="1266"/>
                    </a:lnTo>
                    <a:lnTo>
                      <a:pt x="1494" y="1254"/>
                    </a:lnTo>
                    <a:lnTo>
                      <a:pt x="1494" y="1248"/>
                    </a:lnTo>
                    <a:lnTo>
                      <a:pt x="1482" y="1242"/>
                    </a:lnTo>
                    <a:lnTo>
                      <a:pt x="1506" y="1242"/>
                    </a:lnTo>
                    <a:lnTo>
                      <a:pt x="1518" y="1236"/>
                    </a:lnTo>
                    <a:lnTo>
                      <a:pt x="1524" y="1236"/>
                    </a:lnTo>
                    <a:lnTo>
                      <a:pt x="1524" y="1212"/>
                    </a:lnTo>
                    <a:lnTo>
                      <a:pt x="1518" y="1200"/>
                    </a:lnTo>
                    <a:lnTo>
                      <a:pt x="1518" y="1188"/>
                    </a:lnTo>
                    <a:lnTo>
                      <a:pt x="1650" y="1194"/>
                    </a:lnTo>
                    <a:lnTo>
                      <a:pt x="1656" y="1182"/>
                    </a:lnTo>
                    <a:lnTo>
                      <a:pt x="1656" y="1176"/>
                    </a:lnTo>
                    <a:lnTo>
                      <a:pt x="1662" y="1176"/>
                    </a:lnTo>
                    <a:lnTo>
                      <a:pt x="1668" y="1182"/>
                    </a:lnTo>
                    <a:lnTo>
                      <a:pt x="1668" y="1188"/>
                    </a:lnTo>
                    <a:lnTo>
                      <a:pt x="1674" y="1188"/>
                    </a:lnTo>
                    <a:lnTo>
                      <a:pt x="1680" y="1182"/>
                    </a:lnTo>
                    <a:lnTo>
                      <a:pt x="1692" y="1176"/>
                    </a:lnTo>
                    <a:lnTo>
                      <a:pt x="1698" y="1164"/>
                    </a:lnTo>
                    <a:lnTo>
                      <a:pt x="1698" y="1152"/>
                    </a:lnTo>
                    <a:lnTo>
                      <a:pt x="1704" y="1146"/>
                    </a:lnTo>
                    <a:lnTo>
                      <a:pt x="1704" y="1140"/>
                    </a:lnTo>
                    <a:lnTo>
                      <a:pt x="1710" y="1152"/>
                    </a:lnTo>
                    <a:lnTo>
                      <a:pt x="1746" y="1116"/>
                    </a:lnTo>
                    <a:lnTo>
                      <a:pt x="1746" y="1122"/>
                    </a:lnTo>
                    <a:lnTo>
                      <a:pt x="1740" y="1128"/>
                    </a:lnTo>
                    <a:lnTo>
                      <a:pt x="1740" y="1146"/>
                    </a:lnTo>
                    <a:lnTo>
                      <a:pt x="1746" y="1152"/>
                    </a:lnTo>
                    <a:lnTo>
                      <a:pt x="1758" y="1152"/>
                    </a:lnTo>
                    <a:lnTo>
                      <a:pt x="1782" y="1086"/>
                    </a:lnTo>
                    <a:lnTo>
                      <a:pt x="1770" y="1074"/>
                    </a:lnTo>
                    <a:lnTo>
                      <a:pt x="1794" y="1068"/>
                    </a:lnTo>
                    <a:lnTo>
                      <a:pt x="1794" y="1056"/>
                    </a:lnTo>
                    <a:lnTo>
                      <a:pt x="1776" y="1050"/>
                    </a:lnTo>
                    <a:lnTo>
                      <a:pt x="1794" y="1032"/>
                    </a:lnTo>
                    <a:lnTo>
                      <a:pt x="1800" y="1008"/>
                    </a:lnTo>
                    <a:lnTo>
                      <a:pt x="1806" y="996"/>
                    </a:lnTo>
                    <a:lnTo>
                      <a:pt x="1818" y="990"/>
                    </a:lnTo>
                    <a:lnTo>
                      <a:pt x="1824" y="978"/>
                    </a:lnTo>
                    <a:lnTo>
                      <a:pt x="1836" y="966"/>
                    </a:lnTo>
                    <a:lnTo>
                      <a:pt x="1842" y="954"/>
                    </a:lnTo>
                    <a:lnTo>
                      <a:pt x="1848" y="948"/>
                    </a:lnTo>
                    <a:lnTo>
                      <a:pt x="1854" y="936"/>
                    </a:lnTo>
                    <a:lnTo>
                      <a:pt x="1854" y="930"/>
                    </a:lnTo>
                    <a:lnTo>
                      <a:pt x="1860" y="918"/>
                    </a:lnTo>
                    <a:lnTo>
                      <a:pt x="1860" y="900"/>
                    </a:lnTo>
                    <a:lnTo>
                      <a:pt x="1854" y="894"/>
                    </a:lnTo>
                    <a:lnTo>
                      <a:pt x="1818" y="894"/>
                    </a:lnTo>
                    <a:lnTo>
                      <a:pt x="1812" y="900"/>
                    </a:lnTo>
                    <a:lnTo>
                      <a:pt x="1800" y="900"/>
                    </a:lnTo>
                    <a:lnTo>
                      <a:pt x="1794" y="894"/>
                    </a:lnTo>
                    <a:lnTo>
                      <a:pt x="1782" y="894"/>
                    </a:lnTo>
                    <a:lnTo>
                      <a:pt x="1770" y="888"/>
                    </a:lnTo>
                    <a:lnTo>
                      <a:pt x="1746" y="888"/>
                    </a:lnTo>
                    <a:lnTo>
                      <a:pt x="1734" y="894"/>
                    </a:lnTo>
                    <a:lnTo>
                      <a:pt x="1716" y="900"/>
                    </a:lnTo>
                    <a:lnTo>
                      <a:pt x="1698" y="900"/>
                    </a:lnTo>
                    <a:lnTo>
                      <a:pt x="1686" y="906"/>
                    </a:lnTo>
                    <a:lnTo>
                      <a:pt x="1668" y="906"/>
                    </a:lnTo>
                    <a:lnTo>
                      <a:pt x="1656" y="912"/>
                    </a:lnTo>
                    <a:lnTo>
                      <a:pt x="1626" y="912"/>
                    </a:lnTo>
                    <a:lnTo>
                      <a:pt x="1614" y="918"/>
                    </a:lnTo>
                    <a:lnTo>
                      <a:pt x="1608" y="924"/>
                    </a:lnTo>
                    <a:lnTo>
                      <a:pt x="1596" y="948"/>
                    </a:lnTo>
                    <a:lnTo>
                      <a:pt x="1590" y="966"/>
                    </a:lnTo>
                    <a:lnTo>
                      <a:pt x="1590" y="1026"/>
                    </a:lnTo>
                    <a:lnTo>
                      <a:pt x="1572" y="1032"/>
                    </a:lnTo>
                    <a:lnTo>
                      <a:pt x="1572" y="1062"/>
                    </a:lnTo>
                    <a:lnTo>
                      <a:pt x="1566" y="1074"/>
                    </a:lnTo>
                    <a:lnTo>
                      <a:pt x="1542" y="1086"/>
                    </a:lnTo>
                    <a:lnTo>
                      <a:pt x="1524" y="1098"/>
                    </a:lnTo>
                    <a:lnTo>
                      <a:pt x="1512" y="1110"/>
                    </a:lnTo>
                    <a:lnTo>
                      <a:pt x="1512" y="1122"/>
                    </a:lnTo>
                    <a:lnTo>
                      <a:pt x="1506" y="1128"/>
                    </a:lnTo>
                    <a:lnTo>
                      <a:pt x="1506" y="1140"/>
                    </a:lnTo>
                    <a:lnTo>
                      <a:pt x="1500" y="1146"/>
                    </a:lnTo>
                    <a:lnTo>
                      <a:pt x="1488" y="1146"/>
                    </a:lnTo>
                    <a:lnTo>
                      <a:pt x="1476" y="1134"/>
                    </a:lnTo>
                    <a:lnTo>
                      <a:pt x="1476" y="1128"/>
                    </a:lnTo>
                    <a:lnTo>
                      <a:pt x="1470" y="1122"/>
                    </a:lnTo>
                    <a:lnTo>
                      <a:pt x="1440" y="1122"/>
                    </a:lnTo>
                    <a:lnTo>
                      <a:pt x="1416" y="1128"/>
                    </a:lnTo>
                    <a:lnTo>
                      <a:pt x="1392" y="1140"/>
                    </a:lnTo>
                    <a:lnTo>
                      <a:pt x="1356" y="1140"/>
                    </a:lnTo>
                    <a:lnTo>
                      <a:pt x="1338" y="1146"/>
                    </a:lnTo>
                    <a:lnTo>
                      <a:pt x="1290" y="1170"/>
                    </a:lnTo>
                    <a:lnTo>
                      <a:pt x="1284" y="1170"/>
                    </a:lnTo>
                    <a:lnTo>
                      <a:pt x="1272" y="1158"/>
                    </a:lnTo>
                    <a:lnTo>
                      <a:pt x="1266" y="1146"/>
                    </a:lnTo>
                    <a:lnTo>
                      <a:pt x="1266" y="1140"/>
                    </a:lnTo>
                    <a:lnTo>
                      <a:pt x="1260" y="1128"/>
                    </a:lnTo>
                    <a:lnTo>
                      <a:pt x="1242" y="1128"/>
                    </a:lnTo>
                    <a:lnTo>
                      <a:pt x="1224" y="1122"/>
                    </a:lnTo>
                    <a:lnTo>
                      <a:pt x="1194" y="1122"/>
                    </a:lnTo>
                    <a:lnTo>
                      <a:pt x="1194" y="1104"/>
                    </a:lnTo>
                    <a:lnTo>
                      <a:pt x="1188" y="1092"/>
                    </a:lnTo>
                    <a:lnTo>
                      <a:pt x="1176" y="1080"/>
                    </a:lnTo>
                    <a:lnTo>
                      <a:pt x="1170" y="1068"/>
                    </a:lnTo>
                    <a:lnTo>
                      <a:pt x="1164" y="1062"/>
                    </a:lnTo>
                    <a:lnTo>
                      <a:pt x="1164" y="1026"/>
                    </a:lnTo>
                    <a:lnTo>
                      <a:pt x="1128" y="966"/>
                    </a:lnTo>
                    <a:lnTo>
                      <a:pt x="1122" y="924"/>
                    </a:lnTo>
                    <a:lnTo>
                      <a:pt x="1110" y="894"/>
                    </a:lnTo>
                    <a:lnTo>
                      <a:pt x="1104" y="804"/>
                    </a:lnTo>
                    <a:lnTo>
                      <a:pt x="1110" y="798"/>
                    </a:lnTo>
                    <a:lnTo>
                      <a:pt x="1122" y="774"/>
                    </a:lnTo>
                    <a:lnTo>
                      <a:pt x="1128" y="768"/>
                    </a:lnTo>
                    <a:lnTo>
                      <a:pt x="1128" y="654"/>
                    </a:lnTo>
                    <a:lnTo>
                      <a:pt x="1152" y="648"/>
                    </a:lnTo>
                    <a:lnTo>
                      <a:pt x="1152" y="612"/>
                    </a:lnTo>
                    <a:lnTo>
                      <a:pt x="1158" y="600"/>
                    </a:lnTo>
                    <a:lnTo>
                      <a:pt x="1158" y="594"/>
                    </a:lnTo>
                    <a:lnTo>
                      <a:pt x="1164" y="588"/>
                    </a:lnTo>
                    <a:lnTo>
                      <a:pt x="1176" y="588"/>
                    </a:lnTo>
                    <a:lnTo>
                      <a:pt x="1182" y="594"/>
                    </a:lnTo>
                    <a:lnTo>
                      <a:pt x="1188" y="594"/>
                    </a:lnTo>
                    <a:lnTo>
                      <a:pt x="1188" y="588"/>
                    </a:lnTo>
                    <a:lnTo>
                      <a:pt x="1194" y="576"/>
                    </a:lnTo>
                    <a:lnTo>
                      <a:pt x="1194" y="564"/>
                    </a:lnTo>
                    <a:lnTo>
                      <a:pt x="1200" y="558"/>
                    </a:lnTo>
                    <a:lnTo>
                      <a:pt x="1206" y="546"/>
                    </a:lnTo>
                    <a:lnTo>
                      <a:pt x="1206" y="540"/>
                    </a:lnTo>
                    <a:lnTo>
                      <a:pt x="1206" y="546"/>
                    </a:lnTo>
                    <a:lnTo>
                      <a:pt x="1182" y="546"/>
                    </a:lnTo>
                    <a:lnTo>
                      <a:pt x="1176" y="534"/>
                    </a:lnTo>
                    <a:lnTo>
                      <a:pt x="1176" y="528"/>
                    </a:lnTo>
                    <a:lnTo>
                      <a:pt x="1134" y="528"/>
                    </a:lnTo>
                    <a:lnTo>
                      <a:pt x="1122" y="516"/>
                    </a:lnTo>
                    <a:lnTo>
                      <a:pt x="1110" y="516"/>
                    </a:lnTo>
                    <a:lnTo>
                      <a:pt x="1092" y="510"/>
                    </a:lnTo>
                    <a:lnTo>
                      <a:pt x="1080" y="498"/>
                    </a:lnTo>
                    <a:lnTo>
                      <a:pt x="1080" y="468"/>
                    </a:lnTo>
                    <a:lnTo>
                      <a:pt x="1068" y="456"/>
                    </a:lnTo>
                    <a:lnTo>
                      <a:pt x="1068" y="420"/>
                    </a:lnTo>
                    <a:lnTo>
                      <a:pt x="1074" y="420"/>
                    </a:lnTo>
                    <a:lnTo>
                      <a:pt x="1080" y="414"/>
                    </a:lnTo>
                    <a:lnTo>
                      <a:pt x="1080" y="408"/>
                    </a:lnTo>
                    <a:lnTo>
                      <a:pt x="1068" y="396"/>
                    </a:lnTo>
                    <a:lnTo>
                      <a:pt x="1056" y="390"/>
                    </a:lnTo>
                    <a:lnTo>
                      <a:pt x="1050" y="384"/>
                    </a:lnTo>
                    <a:lnTo>
                      <a:pt x="1050" y="360"/>
                    </a:lnTo>
                    <a:lnTo>
                      <a:pt x="1038" y="354"/>
                    </a:lnTo>
                    <a:lnTo>
                      <a:pt x="1032" y="342"/>
                    </a:lnTo>
                    <a:lnTo>
                      <a:pt x="1032" y="330"/>
                    </a:lnTo>
                    <a:lnTo>
                      <a:pt x="1038" y="318"/>
                    </a:lnTo>
                    <a:lnTo>
                      <a:pt x="1038" y="294"/>
                    </a:lnTo>
                    <a:lnTo>
                      <a:pt x="1026" y="282"/>
                    </a:lnTo>
                    <a:lnTo>
                      <a:pt x="1020" y="270"/>
                    </a:lnTo>
                    <a:lnTo>
                      <a:pt x="1008" y="258"/>
                    </a:lnTo>
                    <a:lnTo>
                      <a:pt x="1002" y="246"/>
                    </a:lnTo>
                    <a:lnTo>
                      <a:pt x="996" y="240"/>
                    </a:lnTo>
                    <a:lnTo>
                      <a:pt x="990" y="228"/>
                    </a:lnTo>
                    <a:lnTo>
                      <a:pt x="948" y="228"/>
                    </a:lnTo>
                    <a:lnTo>
                      <a:pt x="930" y="222"/>
                    </a:lnTo>
                    <a:lnTo>
                      <a:pt x="930" y="228"/>
                    </a:lnTo>
                    <a:lnTo>
                      <a:pt x="912" y="228"/>
                    </a:lnTo>
                    <a:lnTo>
                      <a:pt x="900" y="240"/>
                    </a:lnTo>
                    <a:lnTo>
                      <a:pt x="888" y="264"/>
                    </a:lnTo>
                    <a:lnTo>
                      <a:pt x="876" y="276"/>
                    </a:lnTo>
                    <a:lnTo>
                      <a:pt x="852" y="288"/>
                    </a:lnTo>
                    <a:lnTo>
                      <a:pt x="840" y="288"/>
                    </a:lnTo>
                    <a:lnTo>
                      <a:pt x="822" y="276"/>
                    </a:lnTo>
                    <a:lnTo>
                      <a:pt x="810" y="270"/>
                    </a:lnTo>
                    <a:lnTo>
                      <a:pt x="780" y="240"/>
                    </a:lnTo>
                    <a:lnTo>
                      <a:pt x="780" y="228"/>
                    </a:lnTo>
                    <a:lnTo>
                      <a:pt x="786" y="216"/>
                    </a:lnTo>
                    <a:lnTo>
                      <a:pt x="786" y="174"/>
                    </a:lnTo>
                    <a:lnTo>
                      <a:pt x="780" y="162"/>
                    </a:lnTo>
                    <a:lnTo>
                      <a:pt x="768" y="150"/>
                    </a:lnTo>
                    <a:lnTo>
                      <a:pt x="756" y="144"/>
                    </a:lnTo>
                    <a:lnTo>
                      <a:pt x="744" y="144"/>
                    </a:lnTo>
                    <a:lnTo>
                      <a:pt x="738" y="114"/>
                    </a:lnTo>
                    <a:lnTo>
                      <a:pt x="708" y="102"/>
                    </a:lnTo>
                    <a:lnTo>
                      <a:pt x="708" y="78"/>
                    </a:lnTo>
                    <a:lnTo>
                      <a:pt x="696" y="66"/>
                    </a:lnTo>
                    <a:lnTo>
                      <a:pt x="582" y="66"/>
                    </a:lnTo>
                    <a:lnTo>
                      <a:pt x="576" y="72"/>
                    </a:lnTo>
                    <a:lnTo>
                      <a:pt x="576" y="90"/>
                    </a:lnTo>
                    <a:lnTo>
                      <a:pt x="570" y="102"/>
                    </a:lnTo>
                    <a:lnTo>
                      <a:pt x="570" y="108"/>
                    </a:lnTo>
                    <a:lnTo>
                      <a:pt x="366" y="108"/>
                    </a:lnTo>
                    <a:lnTo>
                      <a:pt x="156" y="12"/>
                    </a:lnTo>
                    <a:lnTo>
                      <a:pt x="150" y="12"/>
                    </a:lnTo>
                    <a:lnTo>
                      <a:pt x="150" y="6"/>
                    </a:lnTo>
                    <a:lnTo>
                      <a:pt x="156" y="0"/>
                    </a:lnTo>
                    <a:lnTo>
                      <a:pt x="12" y="6"/>
                    </a:lnTo>
                    <a:lnTo>
                      <a:pt x="6" y="0"/>
                    </a:lnTo>
                    <a:lnTo>
                      <a:pt x="0" y="18"/>
                    </a:lnTo>
                    <a:lnTo>
                      <a:pt x="0" y="48"/>
                    </a:lnTo>
                    <a:lnTo>
                      <a:pt x="6" y="60"/>
                    </a:lnTo>
                    <a:lnTo>
                      <a:pt x="12" y="66"/>
                    </a:lnTo>
                    <a:lnTo>
                      <a:pt x="18" y="78"/>
                    </a:lnTo>
                    <a:lnTo>
                      <a:pt x="0" y="90"/>
                    </a:lnTo>
                    <a:lnTo>
                      <a:pt x="12" y="114"/>
                    </a:lnTo>
                    <a:lnTo>
                      <a:pt x="6" y="126"/>
                    </a:lnTo>
                    <a:lnTo>
                      <a:pt x="24" y="144"/>
                    </a:lnTo>
                    <a:lnTo>
                      <a:pt x="6" y="174"/>
                    </a:lnTo>
                    <a:lnTo>
                      <a:pt x="18" y="180"/>
                    </a:lnTo>
                    <a:lnTo>
                      <a:pt x="18" y="210"/>
                    </a:lnTo>
                    <a:lnTo>
                      <a:pt x="24" y="228"/>
                    </a:lnTo>
                    <a:lnTo>
                      <a:pt x="24" y="240"/>
                    </a:lnTo>
                    <a:lnTo>
                      <a:pt x="30" y="252"/>
                    </a:lnTo>
                    <a:lnTo>
                      <a:pt x="42" y="264"/>
                    </a:lnTo>
                    <a:lnTo>
                      <a:pt x="60" y="264"/>
                    </a:lnTo>
                    <a:lnTo>
                      <a:pt x="60" y="270"/>
                    </a:lnTo>
                    <a:lnTo>
                      <a:pt x="66" y="276"/>
                    </a:lnTo>
                    <a:lnTo>
                      <a:pt x="72" y="288"/>
                    </a:lnTo>
                    <a:lnTo>
                      <a:pt x="84" y="300"/>
                    </a:lnTo>
                    <a:lnTo>
                      <a:pt x="90" y="318"/>
                    </a:lnTo>
                    <a:lnTo>
                      <a:pt x="96" y="330"/>
                    </a:lnTo>
                    <a:lnTo>
                      <a:pt x="96" y="342"/>
                    </a:lnTo>
                    <a:lnTo>
                      <a:pt x="78" y="378"/>
                    </a:lnTo>
                    <a:lnTo>
                      <a:pt x="72" y="384"/>
                    </a:lnTo>
                    <a:lnTo>
                      <a:pt x="72" y="390"/>
                    </a:lnTo>
                    <a:lnTo>
                      <a:pt x="84" y="396"/>
                    </a:lnTo>
                    <a:lnTo>
                      <a:pt x="72" y="414"/>
                    </a:lnTo>
                    <a:lnTo>
                      <a:pt x="60" y="396"/>
                    </a:lnTo>
                    <a:lnTo>
                      <a:pt x="12" y="390"/>
                    </a:lnTo>
                    <a:lnTo>
                      <a:pt x="36" y="414"/>
                    </a:lnTo>
                    <a:lnTo>
                      <a:pt x="42" y="438"/>
                    </a:lnTo>
                    <a:lnTo>
                      <a:pt x="66" y="444"/>
                    </a:lnTo>
                    <a:lnTo>
                      <a:pt x="78" y="456"/>
                    </a:lnTo>
                    <a:lnTo>
                      <a:pt x="84" y="468"/>
                    </a:lnTo>
                    <a:lnTo>
                      <a:pt x="90" y="474"/>
                    </a:lnTo>
                    <a:lnTo>
                      <a:pt x="96" y="474"/>
                    </a:lnTo>
                    <a:lnTo>
                      <a:pt x="102" y="468"/>
                    </a:lnTo>
                    <a:lnTo>
                      <a:pt x="108" y="468"/>
                    </a:lnTo>
                    <a:lnTo>
                      <a:pt x="120" y="462"/>
                    </a:lnTo>
                    <a:lnTo>
                      <a:pt x="126" y="456"/>
                    </a:lnTo>
                    <a:lnTo>
                      <a:pt x="126" y="480"/>
                    </a:lnTo>
                    <a:lnTo>
                      <a:pt x="144" y="516"/>
                    </a:lnTo>
                    <a:lnTo>
                      <a:pt x="156" y="528"/>
                    </a:lnTo>
                    <a:lnTo>
                      <a:pt x="168" y="552"/>
                    </a:lnTo>
                    <a:lnTo>
                      <a:pt x="168" y="564"/>
                    </a:lnTo>
                    <a:lnTo>
                      <a:pt x="156" y="588"/>
                    </a:lnTo>
                    <a:lnTo>
                      <a:pt x="150" y="606"/>
                    </a:lnTo>
                    <a:lnTo>
                      <a:pt x="150" y="618"/>
                    </a:lnTo>
                    <a:lnTo>
                      <a:pt x="180" y="648"/>
                    </a:lnTo>
                    <a:lnTo>
                      <a:pt x="192" y="666"/>
                    </a:lnTo>
                    <a:lnTo>
                      <a:pt x="222" y="696"/>
                    </a:lnTo>
                    <a:lnTo>
                      <a:pt x="234" y="714"/>
                    </a:lnTo>
                    <a:lnTo>
                      <a:pt x="264" y="744"/>
                    </a:lnTo>
                    <a:lnTo>
                      <a:pt x="258" y="750"/>
                    </a:lnTo>
                    <a:lnTo>
                      <a:pt x="258" y="762"/>
                    </a:lnTo>
                    <a:lnTo>
                      <a:pt x="252" y="768"/>
                    </a:lnTo>
                    <a:lnTo>
                      <a:pt x="252" y="780"/>
                    </a:lnTo>
                    <a:lnTo>
                      <a:pt x="258" y="786"/>
                    </a:lnTo>
                    <a:lnTo>
                      <a:pt x="276" y="786"/>
                    </a:lnTo>
                    <a:lnTo>
                      <a:pt x="288" y="780"/>
                    </a:lnTo>
                    <a:lnTo>
                      <a:pt x="294" y="768"/>
                    </a:lnTo>
                    <a:lnTo>
                      <a:pt x="306" y="762"/>
                    </a:lnTo>
                    <a:lnTo>
                      <a:pt x="312" y="756"/>
                    </a:lnTo>
                    <a:lnTo>
                      <a:pt x="306" y="738"/>
                    </a:lnTo>
                    <a:lnTo>
                      <a:pt x="306" y="732"/>
                    </a:lnTo>
                    <a:lnTo>
                      <a:pt x="300" y="726"/>
                    </a:lnTo>
                    <a:lnTo>
                      <a:pt x="300" y="708"/>
                    </a:lnTo>
                    <a:lnTo>
                      <a:pt x="288" y="684"/>
                    </a:lnTo>
                    <a:lnTo>
                      <a:pt x="282" y="678"/>
                    </a:lnTo>
                    <a:lnTo>
                      <a:pt x="258" y="678"/>
                    </a:lnTo>
                    <a:lnTo>
                      <a:pt x="240" y="648"/>
                    </a:lnTo>
                    <a:lnTo>
                      <a:pt x="240" y="576"/>
                    </a:lnTo>
                    <a:lnTo>
                      <a:pt x="222" y="546"/>
                    </a:lnTo>
                    <a:lnTo>
                      <a:pt x="228" y="534"/>
                    </a:lnTo>
                    <a:lnTo>
                      <a:pt x="228" y="528"/>
                    </a:lnTo>
                    <a:lnTo>
                      <a:pt x="234" y="516"/>
                    </a:lnTo>
                    <a:lnTo>
                      <a:pt x="234" y="492"/>
                    </a:lnTo>
                    <a:lnTo>
                      <a:pt x="228" y="486"/>
                    </a:lnTo>
                    <a:lnTo>
                      <a:pt x="216" y="480"/>
                    </a:lnTo>
                    <a:lnTo>
                      <a:pt x="210" y="474"/>
                    </a:lnTo>
                    <a:lnTo>
                      <a:pt x="198" y="474"/>
                    </a:lnTo>
                    <a:lnTo>
                      <a:pt x="198" y="432"/>
                    </a:lnTo>
                    <a:lnTo>
                      <a:pt x="168" y="396"/>
                    </a:lnTo>
                    <a:lnTo>
                      <a:pt x="174" y="336"/>
                    </a:lnTo>
                    <a:lnTo>
                      <a:pt x="168" y="330"/>
                    </a:lnTo>
                    <a:lnTo>
                      <a:pt x="162" y="318"/>
                    </a:lnTo>
                    <a:lnTo>
                      <a:pt x="144" y="300"/>
                    </a:lnTo>
                    <a:lnTo>
                      <a:pt x="138" y="288"/>
                    </a:lnTo>
                    <a:lnTo>
                      <a:pt x="138" y="276"/>
                    </a:lnTo>
                    <a:lnTo>
                      <a:pt x="132" y="264"/>
                    </a:lnTo>
                    <a:lnTo>
                      <a:pt x="132" y="246"/>
                    </a:lnTo>
                    <a:lnTo>
                      <a:pt x="126" y="240"/>
                    </a:lnTo>
                    <a:lnTo>
                      <a:pt x="120" y="228"/>
                    </a:lnTo>
                    <a:lnTo>
                      <a:pt x="108" y="216"/>
                    </a:lnTo>
                    <a:lnTo>
                      <a:pt x="102" y="204"/>
                    </a:lnTo>
                    <a:lnTo>
                      <a:pt x="96" y="198"/>
                    </a:lnTo>
                    <a:lnTo>
                      <a:pt x="96" y="192"/>
                    </a:lnTo>
                    <a:lnTo>
                      <a:pt x="102" y="186"/>
                    </a:lnTo>
                    <a:lnTo>
                      <a:pt x="114" y="162"/>
                    </a:lnTo>
                    <a:lnTo>
                      <a:pt x="114" y="114"/>
                    </a:lnTo>
                    <a:lnTo>
                      <a:pt x="120" y="108"/>
                    </a:lnTo>
                    <a:lnTo>
                      <a:pt x="126" y="96"/>
                    </a:lnTo>
                    <a:lnTo>
                      <a:pt x="126" y="60"/>
                    </a:lnTo>
                    <a:lnTo>
                      <a:pt x="132" y="66"/>
                    </a:lnTo>
                    <a:lnTo>
                      <a:pt x="144" y="72"/>
                    </a:lnTo>
                    <a:lnTo>
                      <a:pt x="150" y="84"/>
                    </a:lnTo>
                    <a:lnTo>
                      <a:pt x="162" y="90"/>
                    </a:lnTo>
                    <a:lnTo>
                      <a:pt x="180" y="90"/>
                    </a:lnTo>
                    <a:lnTo>
                      <a:pt x="186" y="84"/>
                    </a:lnTo>
                    <a:lnTo>
                      <a:pt x="198" y="84"/>
                    </a:lnTo>
                    <a:lnTo>
                      <a:pt x="198" y="102"/>
                    </a:lnTo>
                    <a:lnTo>
                      <a:pt x="204" y="108"/>
                    </a:lnTo>
                    <a:lnTo>
                      <a:pt x="216" y="114"/>
                    </a:lnTo>
                    <a:lnTo>
                      <a:pt x="234" y="114"/>
                    </a:lnTo>
                    <a:lnTo>
                      <a:pt x="234" y="120"/>
                    </a:lnTo>
                    <a:lnTo>
                      <a:pt x="228" y="126"/>
                    </a:lnTo>
                    <a:lnTo>
                      <a:pt x="228" y="186"/>
                    </a:lnTo>
                    <a:lnTo>
                      <a:pt x="240" y="258"/>
                    </a:lnTo>
                    <a:lnTo>
                      <a:pt x="240" y="270"/>
                    </a:lnTo>
                    <a:lnTo>
                      <a:pt x="246" y="282"/>
                    </a:lnTo>
                    <a:lnTo>
                      <a:pt x="252" y="306"/>
                    </a:lnTo>
                    <a:lnTo>
                      <a:pt x="264" y="342"/>
                    </a:lnTo>
                    <a:lnTo>
                      <a:pt x="276" y="372"/>
                    </a:lnTo>
                    <a:lnTo>
                      <a:pt x="282" y="384"/>
                    </a:lnTo>
                    <a:lnTo>
                      <a:pt x="324" y="384"/>
                    </a:lnTo>
                    <a:lnTo>
                      <a:pt x="318" y="390"/>
                    </a:lnTo>
                    <a:lnTo>
                      <a:pt x="306" y="414"/>
                    </a:lnTo>
                    <a:lnTo>
                      <a:pt x="318" y="438"/>
                    </a:lnTo>
                    <a:lnTo>
                      <a:pt x="330" y="444"/>
                    </a:lnTo>
                    <a:lnTo>
                      <a:pt x="336" y="450"/>
                    </a:lnTo>
                    <a:lnTo>
                      <a:pt x="348" y="450"/>
                    </a:lnTo>
                    <a:lnTo>
                      <a:pt x="354" y="474"/>
                    </a:lnTo>
                    <a:lnTo>
                      <a:pt x="384" y="474"/>
                    </a:lnTo>
                    <a:lnTo>
                      <a:pt x="390" y="516"/>
                    </a:lnTo>
                    <a:lnTo>
                      <a:pt x="384" y="516"/>
                    </a:lnTo>
                    <a:lnTo>
                      <a:pt x="378" y="522"/>
                    </a:lnTo>
                    <a:lnTo>
                      <a:pt x="366" y="528"/>
                    </a:lnTo>
                    <a:lnTo>
                      <a:pt x="360" y="534"/>
                    </a:lnTo>
                    <a:lnTo>
                      <a:pt x="354" y="546"/>
                    </a:lnTo>
                    <a:lnTo>
                      <a:pt x="354" y="558"/>
                    </a:lnTo>
                    <a:lnTo>
                      <a:pt x="360" y="564"/>
                    </a:lnTo>
                    <a:lnTo>
                      <a:pt x="372" y="570"/>
                    </a:lnTo>
                    <a:lnTo>
                      <a:pt x="384" y="558"/>
                    </a:lnTo>
                    <a:lnTo>
                      <a:pt x="384" y="564"/>
                    </a:lnTo>
                    <a:lnTo>
                      <a:pt x="396" y="576"/>
                    </a:lnTo>
                    <a:lnTo>
                      <a:pt x="396" y="588"/>
                    </a:lnTo>
                    <a:lnTo>
                      <a:pt x="402" y="594"/>
                    </a:lnTo>
                    <a:lnTo>
                      <a:pt x="414" y="594"/>
                    </a:lnTo>
                    <a:lnTo>
                      <a:pt x="426" y="600"/>
                    </a:lnTo>
                    <a:lnTo>
                      <a:pt x="432" y="600"/>
                    </a:lnTo>
                    <a:lnTo>
                      <a:pt x="438" y="606"/>
                    </a:lnTo>
                    <a:lnTo>
                      <a:pt x="438" y="624"/>
                    </a:lnTo>
                    <a:lnTo>
                      <a:pt x="432" y="630"/>
                    </a:lnTo>
                    <a:lnTo>
                      <a:pt x="432" y="636"/>
                    </a:lnTo>
                    <a:lnTo>
                      <a:pt x="426" y="648"/>
                    </a:lnTo>
                    <a:lnTo>
                      <a:pt x="426" y="654"/>
                    </a:lnTo>
                    <a:lnTo>
                      <a:pt x="468" y="654"/>
                    </a:lnTo>
                    <a:lnTo>
                      <a:pt x="468" y="684"/>
                    </a:lnTo>
                    <a:lnTo>
                      <a:pt x="504" y="720"/>
                    </a:lnTo>
                    <a:lnTo>
                      <a:pt x="510" y="732"/>
                    </a:lnTo>
                    <a:lnTo>
                      <a:pt x="528" y="750"/>
                    </a:lnTo>
                    <a:lnTo>
                      <a:pt x="534" y="768"/>
                    </a:lnTo>
                    <a:lnTo>
                      <a:pt x="546" y="780"/>
                    </a:lnTo>
                    <a:lnTo>
                      <a:pt x="552" y="798"/>
                    </a:lnTo>
                    <a:lnTo>
                      <a:pt x="558" y="810"/>
                    </a:lnTo>
                    <a:lnTo>
                      <a:pt x="558" y="870"/>
                    </a:lnTo>
                    <a:lnTo>
                      <a:pt x="564" y="882"/>
                    </a:lnTo>
                    <a:lnTo>
                      <a:pt x="576" y="894"/>
                    </a:lnTo>
                    <a:lnTo>
                      <a:pt x="576" y="906"/>
                    </a:lnTo>
                    <a:lnTo>
                      <a:pt x="570" y="918"/>
                    </a:lnTo>
                    <a:lnTo>
                      <a:pt x="552" y="936"/>
                    </a:lnTo>
                    <a:lnTo>
                      <a:pt x="546" y="948"/>
                    </a:lnTo>
                    <a:lnTo>
                      <a:pt x="546" y="954"/>
                    </a:lnTo>
                    <a:lnTo>
                      <a:pt x="552" y="960"/>
                    </a:lnTo>
                    <a:lnTo>
                      <a:pt x="564" y="966"/>
                    </a:lnTo>
                    <a:lnTo>
                      <a:pt x="540" y="966"/>
                    </a:lnTo>
                    <a:lnTo>
                      <a:pt x="528" y="972"/>
                    </a:lnTo>
                    <a:lnTo>
                      <a:pt x="528" y="1038"/>
                    </a:lnTo>
                    <a:lnTo>
                      <a:pt x="534" y="1056"/>
                    </a:lnTo>
                    <a:lnTo>
                      <a:pt x="540" y="1062"/>
                    </a:lnTo>
                    <a:lnTo>
                      <a:pt x="546" y="1074"/>
                    </a:lnTo>
                    <a:lnTo>
                      <a:pt x="558" y="1074"/>
                    </a:lnTo>
                    <a:lnTo>
                      <a:pt x="576" y="1080"/>
                    </a:lnTo>
                    <a:lnTo>
                      <a:pt x="600" y="1080"/>
                    </a:lnTo>
                    <a:lnTo>
                      <a:pt x="612" y="1086"/>
                    </a:lnTo>
                    <a:lnTo>
                      <a:pt x="636" y="1110"/>
                    </a:lnTo>
                    <a:lnTo>
                      <a:pt x="642" y="1122"/>
                    </a:lnTo>
                    <a:lnTo>
                      <a:pt x="648" y="1140"/>
                    </a:lnTo>
                    <a:lnTo>
                      <a:pt x="654" y="1152"/>
                    </a:lnTo>
                    <a:lnTo>
                      <a:pt x="666" y="1164"/>
                    </a:lnTo>
                    <a:lnTo>
                      <a:pt x="678" y="1170"/>
                    </a:lnTo>
                    <a:lnTo>
                      <a:pt x="732" y="1170"/>
                    </a:lnTo>
                    <a:lnTo>
                      <a:pt x="750" y="1176"/>
                    </a:lnTo>
                    <a:lnTo>
                      <a:pt x="762" y="1182"/>
                    </a:lnTo>
                    <a:lnTo>
                      <a:pt x="768" y="1188"/>
                    </a:lnTo>
                    <a:lnTo>
                      <a:pt x="774" y="1200"/>
                    </a:lnTo>
                    <a:lnTo>
                      <a:pt x="786" y="1218"/>
                    </a:lnTo>
                    <a:lnTo>
                      <a:pt x="810" y="1242"/>
                    </a:lnTo>
                    <a:lnTo>
                      <a:pt x="834" y="1254"/>
                    </a:lnTo>
                    <a:lnTo>
                      <a:pt x="870" y="1266"/>
                    </a:lnTo>
                    <a:lnTo>
                      <a:pt x="912" y="1272"/>
                    </a:lnTo>
                    <a:lnTo>
                      <a:pt x="942" y="1278"/>
                    </a:lnTo>
                    <a:lnTo>
                      <a:pt x="960" y="1290"/>
                    </a:lnTo>
                    <a:lnTo>
                      <a:pt x="966" y="1302"/>
                    </a:lnTo>
                    <a:lnTo>
                      <a:pt x="978" y="1314"/>
                    </a:lnTo>
                    <a:lnTo>
                      <a:pt x="990" y="1320"/>
                    </a:lnTo>
                    <a:lnTo>
                      <a:pt x="996" y="1320"/>
                    </a:lnTo>
                    <a:lnTo>
                      <a:pt x="1002" y="1326"/>
                    </a:lnTo>
                    <a:lnTo>
                      <a:pt x="1008" y="1338"/>
                    </a:lnTo>
                    <a:lnTo>
                      <a:pt x="1014" y="1344"/>
                    </a:lnTo>
                    <a:lnTo>
                      <a:pt x="1080" y="1344"/>
                    </a:lnTo>
                    <a:lnTo>
                      <a:pt x="1092" y="1356"/>
                    </a:lnTo>
                    <a:lnTo>
                      <a:pt x="1098" y="1368"/>
                    </a:lnTo>
                    <a:lnTo>
                      <a:pt x="1104" y="1374"/>
                    </a:lnTo>
                    <a:lnTo>
                      <a:pt x="1116" y="1374"/>
                    </a:lnTo>
                    <a:lnTo>
                      <a:pt x="1140" y="1362"/>
                    </a:lnTo>
                    <a:lnTo>
                      <a:pt x="1170" y="1350"/>
                    </a:lnTo>
                    <a:lnTo>
                      <a:pt x="1206" y="1332"/>
                    </a:lnTo>
                    <a:lnTo>
                      <a:pt x="1260" y="1314"/>
                    </a:lnTo>
                    <a:lnTo>
                      <a:pt x="1278" y="1326"/>
                    </a:lnTo>
                    <a:lnTo>
                      <a:pt x="1308" y="1350"/>
                    </a:lnTo>
                    <a:lnTo>
                      <a:pt x="1344" y="1374"/>
                    </a:lnTo>
                    <a:lnTo>
                      <a:pt x="1386" y="1416"/>
                    </a:lnTo>
                    <a:lnTo>
                      <a:pt x="1386" y="1428"/>
                    </a:lnTo>
                    <a:lnTo>
                      <a:pt x="1392" y="1446"/>
                    </a:lnTo>
                    <a:lnTo>
                      <a:pt x="1398" y="1458"/>
                    </a:lnTo>
                    <a:lnTo>
                      <a:pt x="1416" y="1458"/>
                    </a:lnTo>
                    <a:lnTo>
                      <a:pt x="1422" y="1452"/>
                    </a:lnTo>
                    <a:lnTo>
                      <a:pt x="1422" y="144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7" name="Malta" descr="© INSCALE GmbH, 05.05.2010&#10;http://www.presentationload.com/">
                <a:extLst>
                  <a:ext uri="{FF2B5EF4-FFF2-40B4-BE49-F238E27FC236}">
                    <a16:creationId xmlns:a16="http://schemas.microsoft.com/office/drawing/2014/main" id="{A2D2BC6F-4AC2-FDE1-7846-1A244CE1544D}"/>
                  </a:ext>
                </a:extLst>
              </p:cNvPr>
              <p:cNvSpPr>
                <a:spLocks/>
              </p:cNvSpPr>
              <p:nvPr/>
            </p:nvSpPr>
            <p:spPr bwMode="gray">
              <a:xfrm>
                <a:off x="4608948" y="2112624"/>
                <a:ext cx="11859" cy="10377"/>
              </a:xfrm>
              <a:custGeom>
                <a:avLst/>
                <a:gdLst>
                  <a:gd name="T0" fmla="*/ 2147483647 w 30"/>
                  <a:gd name="T1" fmla="*/ 2147483647 h 30"/>
                  <a:gd name="T2" fmla="*/ 2147483647 w 30"/>
                  <a:gd name="T3" fmla="*/ 2147483647 h 30"/>
                  <a:gd name="T4" fmla="*/ 2147483647 w 30"/>
                  <a:gd name="T5" fmla="*/ 2147483647 h 30"/>
                  <a:gd name="T6" fmla="*/ 2147483647 w 30"/>
                  <a:gd name="T7" fmla="*/ 0 h 30"/>
                  <a:gd name="T8" fmla="*/ 2147483647 w 30"/>
                  <a:gd name="T9" fmla="*/ 0 h 30"/>
                  <a:gd name="T10" fmla="*/ 0 w 30"/>
                  <a:gd name="T11" fmla="*/ 2147483647 h 30"/>
                  <a:gd name="T12" fmla="*/ 0 w 30"/>
                  <a:gd name="T13" fmla="*/ 2147483647 h 30"/>
                  <a:gd name="T14" fmla="*/ 2147483647 w 30"/>
                  <a:gd name="T15" fmla="*/ 2147483647 h 30"/>
                  <a:gd name="T16" fmla="*/ 2147483647 w 30"/>
                  <a:gd name="T17" fmla="*/ 2147483647 h 30"/>
                  <a:gd name="T18" fmla="*/ 2147483647 w 30"/>
                  <a:gd name="T19" fmla="*/ 2147483647 h 3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0"/>
                  <a:gd name="T31" fmla="*/ 0 h 30"/>
                  <a:gd name="T32" fmla="*/ 30 w 30"/>
                  <a:gd name="T33" fmla="*/ 30 h 3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0" h="30">
                    <a:moveTo>
                      <a:pt x="24" y="30"/>
                    </a:moveTo>
                    <a:lnTo>
                      <a:pt x="30" y="24"/>
                    </a:lnTo>
                    <a:lnTo>
                      <a:pt x="30" y="12"/>
                    </a:lnTo>
                    <a:lnTo>
                      <a:pt x="18" y="0"/>
                    </a:lnTo>
                    <a:lnTo>
                      <a:pt x="6" y="0"/>
                    </a:lnTo>
                    <a:lnTo>
                      <a:pt x="0" y="6"/>
                    </a:lnTo>
                    <a:lnTo>
                      <a:pt x="0" y="18"/>
                    </a:lnTo>
                    <a:lnTo>
                      <a:pt x="6" y="24"/>
                    </a:lnTo>
                    <a:lnTo>
                      <a:pt x="18" y="30"/>
                    </a:lnTo>
                    <a:lnTo>
                      <a:pt x="24" y="3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8" name="Mauritania" descr="© INSCALE GmbH, 05.05.2010&#10;http://www.presentationload.com/">
                <a:extLst>
                  <a:ext uri="{FF2B5EF4-FFF2-40B4-BE49-F238E27FC236}">
                    <a16:creationId xmlns:a16="http://schemas.microsoft.com/office/drawing/2014/main" id="{312CF6D4-41C0-32BB-D7E3-F0A72FC98E43}"/>
                  </a:ext>
                </a:extLst>
              </p:cNvPr>
              <p:cNvSpPr>
                <a:spLocks/>
              </p:cNvSpPr>
              <p:nvPr/>
            </p:nvSpPr>
            <p:spPr bwMode="gray">
              <a:xfrm>
                <a:off x="3790680" y="2386865"/>
                <a:ext cx="324640" cy="380972"/>
              </a:xfrm>
              <a:custGeom>
                <a:avLst/>
                <a:gdLst>
                  <a:gd name="T0" fmla="*/ 2147483647 w 858"/>
                  <a:gd name="T1" fmla="*/ 2147483647 h 1002"/>
                  <a:gd name="T2" fmla="*/ 2147483647 w 858"/>
                  <a:gd name="T3" fmla="*/ 2147483647 h 1002"/>
                  <a:gd name="T4" fmla="*/ 2147483647 w 858"/>
                  <a:gd name="T5" fmla="*/ 2147483647 h 1002"/>
                  <a:gd name="T6" fmla="*/ 2147483647 w 858"/>
                  <a:gd name="T7" fmla="*/ 2147483647 h 1002"/>
                  <a:gd name="T8" fmla="*/ 2147483647 w 858"/>
                  <a:gd name="T9" fmla="*/ 2147483647 h 1002"/>
                  <a:gd name="T10" fmla="*/ 2147483647 w 858"/>
                  <a:gd name="T11" fmla="*/ 2147483647 h 1002"/>
                  <a:gd name="T12" fmla="*/ 2147483647 w 858"/>
                  <a:gd name="T13" fmla="*/ 2147483647 h 1002"/>
                  <a:gd name="T14" fmla="*/ 2147483647 w 858"/>
                  <a:gd name="T15" fmla="*/ 2147483647 h 1002"/>
                  <a:gd name="T16" fmla="*/ 2147483647 w 858"/>
                  <a:gd name="T17" fmla="*/ 2147483647 h 1002"/>
                  <a:gd name="T18" fmla="*/ 2147483647 w 858"/>
                  <a:gd name="T19" fmla="*/ 2147483647 h 1002"/>
                  <a:gd name="T20" fmla="*/ 2147483647 w 858"/>
                  <a:gd name="T21" fmla="*/ 2147483647 h 1002"/>
                  <a:gd name="T22" fmla="*/ 2147483647 w 858"/>
                  <a:gd name="T23" fmla="*/ 2147483647 h 1002"/>
                  <a:gd name="T24" fmla="*/ 2147483647 w 858"/>
                  <a:gd name="T25" fmla="*/ 2147483647 h 1002"/>
                  <a:gd name="T26" fmla="*/ 2147483647 w 858"/>
                  <a:gd name="T27" fmla="*/ 2147483647 h 1002"/>
                  <a:gd name="T28" fmla="*/ 2147483647 w 858"/>
                  <a:gd name="T29" fmla="*/ 2147483647 h 1002"/>
                  <a:gd name="T30" fmla="*/ 2147483647 w 858"/>
                  <a:gd name="T31" fmla="*/ 2147483647 h 1002"/>
                  <a:gd name="T32" fmla="*/ 2147483647 w 858"/>
                  <a:gd name="T33" fmla="*/ 2147483647 h 1002"/>
                  <a:gd name="T34" fmla="*/ 2147483647 w 858"/>
                  <a:gd name="T35" fmla="*/ 2147483647 h 1002"/>
                  <a:gd name="T36" fmla="*/ 2147483647 w 858"/>
                  <a:gd name="T37" fmla="*/ 2147483647 h 1002"/>
                  <a:gd name="T38" fmla="*/ 2147483647 w 858"/>
                  <a:gd name="T39" fmla="*/ 2147483647 h 1002"/>
                  <a:gd name="T40" fmla="*/ 2147483647 w 858"/>
                  <a:gd name="T41" fmla="*/ 2147483647 h 1002"/>
                  <a:gd name="T42" fmla="*/ 2147483647 w 858"/>
                  <a:gd name="T43" fmla="*/ 2147483647 h 1002"/>
                  <a:gd name="T44" fmla="*/ 2147483647 w 858"/>
                  <a:gd name="T45" fmla="*/ 2147483647 h 1002"/>
                  <a:gd name="T46" fmla="*/ 2147483647 w 858"/>
                  <a:gd name="T47" fmla="*/ 2147483647 h 1002"/>
                  <a:gd name="T48" fmla="*/ 2147483647 w 858"/>
                  <a:gd name="T49" fmla="*/ 2147483647 h 1002"/>
                  <a:gd name="T50" fmla="*/ 2147483647 w 858"/>
                  <a:gd name="T51" fmla="*/ 2147483647 h 1002"/>
                  <a:gd name="T52" fmla="*/ 2147483647 w 858"/>
                  <a:gd name="T53" fmla="*/ 2147483647 h 1002"/>
                  <a:gd name="T54" fmla="*/ 2147483647 w 858"/>
                  <a:gd name="T55" fmla="*/ 2147483647 h 1002"/>
                  <a:gd name="T56" fmla="*/ 2147483647 w 858"/>
                  <a:gd name="T57" fmla="*/ 2147483647 h 1002"/>
                  <a:gd name="T58" fmla="*/ 2147483647 w 858"/>
                  <a:gd name="T59" fmla="*/ 2147483647 h 1002"/>
                  <a:gd name="T60" fmla="*/ 2147483647 w 858"/>
                  <a:gd name="T61" fmla="*/ 2147483647 h 1002"/>
                  <a:gd name="T62" fmla="*/ 2147483647 w 858"/>
                  <a:gd name="T63" fmla="*/ 2147483647 h 1002"/>
                  <a:gd name="T64" fmla="*/ 2147483647 w 858"/>
                  <a:gd name="T65" fmla="*/ 2147483647 h 1002"/>
                  <a:gd name="T66" fmla="*/ 2147483647 w 858"/>
                  <a:gd name="T67" fmla="*/ 2147483647 h 1002"/>
                  <a:gd name="T68" fmla="*/ 2147483647 w 858"/>
                  <a:gd name="T69" fmla="*/ 2147483647 h 1002"/>
                  <a:gd name="T70" fmla="*/ 2147483647 w 858"/>
                  <a:gd name="T71" fmla="*/ 2147483647 h 1002"/>
                  <a:gd name="T72" fmla="*/ 2147483647 w 858"/>
                  <a:gd name="T73" fmla="*/ 2147483647 h 1002"/>
                  <a:gd name="T74" fmla="*/ 2147483647 w 858"/>
                  <a:gd name="T75" fmla="*/ 2147483647 h 1002"/>
                  <a:gd name="T76" fmla="*/ 2147483647 w 858"/>
                  <a:gd name="T77" fmla="*/ 2147483647 h 1002"/>
                  <a:gd name="T78" fmla="*/ 2147483647 w 858"/>
                  <a:gd name="T79" fmla="*/ 2147483647 h 1002"/>
                  <a:gd name="T80" fmla="*/ 2147483647 w 858"/>
                  <a:gd name="T81" fmla="*/ 2147483647 h 1002"/>
                  <a:gd name="T82" fmla="*/ 2147483647 w 858"/>
                  <a:gd name="T83" fmla="*/ 2147483647 h 1002"/>
                  <a:gd name="T84" fmla="*/ 2147483647 w 858"/>
                  <a:gd name="T85" fmla="*/ 2147483647 h 1002"/>
                  <a:gd name="T86" fmla="*/ 2147483647 w 858"/>
                  <a:gd name="T87" fmla="*/ 2147483647 h 1002"/>
                  <a:gd name="T88" fmla="*/ 2147483647 w 858"/>
                  <a:gd name="T89" fmla="*/ 2147483647 h 1002"/>
                  <a:gd name="T90" fmla="*/ 2147483647 w 858"/>
                  <a:gd name="T91" fmla="*/ 2147483647 h 1002"/>
                  <a:gd name="T92" fmla="*/ 2147483647 w 858"/>
                  <a:gd name="T93" fmla="*/ 2147483647 h 1002"/>
                  <a:gd name="T94" fmla="*/ 2147483647 w 858"/>
                  <a:gd name="T95" fmla="*/ 2147483647 h 1002"/>
                  <a:gd name="T96" fmla="*/ 2147483647 w 858"/>
                  <a:gd name="T97" fmla="*/ 2147483647 h 1002"/>
                  <a:gd name="T98" fmla="*/ 0 w 858"/>
                  <a:gd name="T99" fmla="*/ 2147483647 h 1002"/>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858"/>
                  <a:gd name="T151" fmla="*/ 0 h 1002"/>
                  <a:gd name="T152" fmla="*/ 858 w 858"/>
                  <a:gd name="T153" fmla="*/ 1002 h 1002"/>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858" h="1002">
                    <a:moveTo>
                      <a:pt x="0" y="498"/>
                    </a:moveTo>
                    <a:lnTo>
                      <a:pt x="18" y="498"/>
                    </a:lnTo>
                    <a:lnTo>
                      <a:pt x="18" y="528"/>
                    </a:lnTo>
                    <a:lnTo>
                      <a:pt x="24" y="534"/>
                    </a:lnTo>
                    <a:lnTo>
                      <a:pt x="30" y="534"/>
                    </a:lnTo>
                    <a:lnTo>
                      <a:pt x="30" y="528"/>
                    </a:lnTo>
                    <a:lnTo>
                      <a:pt x="36" y="522"/>
                    </a:lnTo>
                    <a:lnTo>
                      <a:pt x="48" y="558"/>
                    </a:lnTo>
                    <a:lnTo>
                      <a:pt x="42" y="600"/>
                    </a:lnTo>
                    <a:lnTo>
                      <a:pt x="30" y="600"/>
                    </a:lnTo>
                    <a:lnTo>
                      <a:pt x="36" y="624"/>
                    </a:lnTo>
                    <a:lnTo>
                      <a:pt x="24" y="630"/>
                    </a:lnTo>
                    <a:lnTo>
                      <a:pt x="30" y="642"/>
                    </a:lnTo>
                    <a:lnTo>
                      <a:pt x="36" y="648"/>
                    </a:lnTo>
                    <a:lnTo>
                      <a:pt x="48" y="666"/>
                    </a:lnTo>
                    <a:lnTo>
                      <a:pt x="60" y="690"/>
                    </a:lnTo>
                    <a:lnTo>
                      <a:pt x="60" y="720"/>
                    </a:lnTo>
                    <a:lnTo>
                      <a:pt x="54" y="738"/>
                    </a:lnTo>
                    <a:lnTo>
                      <a:pt x="54" y="750"/>
                    </a:lnTo>
                    <a:lnTo>
                      <a:pt x="48" y="756"/>
                    </a:lnTo>
                    <a:lnTo>
                      <a:pt x="48" y="804"/>
                    </a:lnTo>
                    <a:lnTo>
                      <a:pt x="42" y="816"/>
                    </a:lnTo>
                    <a:lnTo>
                      <a:pt x="30" y="822"/>
                    </a:lnTo>
                    <a:lnTo>
                      <a:pt x="24" y="840"/>
                    </a:lnTo>
                    <a:lnTo>
                      <a:pt x="18" y="852"/>
                    </a:lnTo>
                    <a:lnTo>
                      <a:pt x="18" y="864"/>
                    </a:lnTo>
                    <a:lnTo>
                      <a:pt x="12" y="876"/>
                    </a:lnTo>
                    <a:lnTo>
                      <a:pt x="12" y="906"/>
                    </a:lnTo>
                    <a:lnTo>
                      <a:pt x="18" y="900"/>
                    </a:lnTo>
                    <a:lnTo>
                      <a:pt x="36" y="864"/>
                    </a:lnTo>
                    <a:lnTo>
                      <a:pt x="42" y="858"/>
                    </a:lnTo>
                    <a:lnTo>
                      <a:pt x="54" y="852"/>
                    </a:lnTo>
                    <a:lnTo>
                      <a:pt x="60" y="852"/>
                    </a:lnTo>
                    <a:lnTo>
                      <a:pt x="66" y="858"/>
                    </a:lnTo>
                    <a:lnTo>
                      <a:pt x="72" y="858"/>
                    </a:lnTo>
                    <a:lnTo>
                      <a:pt x="84" y="852"/>
                    </a:lnTo>
                    <a:lnTo>
                      <a:pt x="114" y="858"/>
                    </a:lnTo>
                    <a:lnTo>
                      <a:pt x="114" y="840"/>
                    </a:lnTo>
                    <a:lnTo>
                      <a:pt x="138" y="852"/>
                    </a:lnTo>
                    <a:lnTo>
                      <a:pt x="162" y="852"/>
                    </a:lnTo>
                    <a:lnTo>
                      <a:pt x="174" y="858"/>
                    </a:lnTo>
                    <a:lnTo>
                      <a:pt x="180" y="858"/>
                    </a:lnTo>
                    <a:lnTo>
                      <a:pt x="186" y="870"/>
                    </a:lnTo>
                    <a:lnTo>
                      <a:pt x="198" y="882"/>
                    </a:lnTo>
                    <a:lnTo>
                      <a:pt x="204" y="894"/>
                    </a:lnTo>
                    <a:lnTo>
                      <a:pt x="216" y="888"/>
                    </a:lnTo>
                    <a:lnTo>
                      <a:pt x="234" y="888"/>
                    </a:lnTo>
                    <a:lnTo>
                      <a:pt x="240" y="894"/>
                    </a:lnTo>
                    <a:lnTo>
                      <a:pt x="240" y="900"/>
                    </a:lnTo>
                    <a:lnTo>
                      <a:pt x="246" y="912"/>
                    </a:lnTo>
                    <a:lnTo>
                      <a:pt x="246" y="942"/>
                    </a:lnTo>
                    <a:lnTo>
                      <a:pt x="264" y="942"/>
                    </a:lnTo>
                    <a:lnTo>
                      <a:pt x="270" y="948"/>
                    </a:lnTo>
                    <a:lnTo>
                      <a:pt x="270" y="972"/>
                    </a:lnTo>
                    <a:lnTo>
                      <a:pt x="300" y="978"/>
                    </a:lnTo>
                    <a:lnTo>
                      <a:pt x="312" y="1002"/>
                    </a:lnTo>
                    <a:lnTo>
                      <a:pt x="330" y="1002"/>
                    </a:lnTo>
                    <a:lnTo>
                      <a:pt x="342" y="996"/>
                    </a:lnTo>
                    <a:lnTo>
                      <a:pt x="348" y="996"/>
                    </a:lnTo>
                    <a:lnTo>
                      <a:pt x="348" y="948"/>
                    </a:lnTo>
                    <a:lnTo>
                      <a:pt x="360" y="936"/>
                    </a:lnTo>
                    <a:lnTo>
                      <a:pt x="378" y="936"/>
                    </a:lnTo>
                    <a:lnTo>
                      <a:pt x="402" y="960"/>
                    </a:lnTo>
                    <a:lnTo>
                      <a:pt x="408" y="972"/>
                    </a:lnTo>
                    <a:lnTo>
                      <a:pt x="420" y="948"/>
                    </a:lnTo>
                    <a:lnTo>
                      <a:pt x="456" y="948"/>
                    </a:lnTo>
                    <a:lnTo>
                      <a:pt x="462" y="954"/>
                    </a:lnTo>
                    <a:lnTo>
                      <a:pt x="492" y="954"/>
                    </a:lnTo>
                    <a:lnTo>
                      <a:pt x="504" y="948"/>
                    </a:lnTo>
                    <a:lnTo>
                      <a:pt x="510" y="948"/>
                    </a:lnTo>
                    <a:lnTo>
                      <a:pt x="510" y="936"/>
                    </a:lnTo>
                    <a:lnTo>
                      <a:pt x="516" y="930"/>
                    </a:lnTo>
                    <a:lnTo>
                      <a:pt x="522" y="930"/>
                    </a:lnTo>
                    <a:lnTo>
                      <a:pt x="522" y="942"/>
                    </a:lnTo>
                    <a:lnTo>
                      <a:pt x="786" y="942"/>
                    </a:lnTo>
                    <a:lnTo>
                      <a:pt x="798" y="900"/>
                    </a:lnTo>
                    <a:lnTo>
                      <a:pt x="804" y="894"/>
                    </a:lnTo>
                    <a:lnTo>
                      <a:pt x="804" y="882"/>
                    </a:lnTo>
                    <a:lnTo>
                      <a:pt x="786" y="864"/>
                    </a:lnTo>
                    <a:lnTo>
                      <a:pt x="780" y="864"/>
                    </a:lnTo>
                    <a:lnTo>
                      <a:pt x="738" y="174"/>
                    </a:lnTo>
                    <a:lnTo>
                      <a:pt x="858" y="180"/>
                    </a:lnTo>
                    <a:lnTo>
                      <a:pt x="600" y="0"/>
                    </a:lnTo>
                    <a:lnTo>
                      <a:pt x="594" y="48"/>
                    </a:lnTo>
                    <a:lnTo>
                      <a:pt x="588" y="54"/>
                    </a:lnTo>
                    <a:lnTo>
                      <a:pt x="588" y="90"/>
                    </a:lnTo>
                    <a:lnTo>
                      <a:pt x="366" y="96"/>
                    </a:lnTo>
                    <a:lnTo>
                      <a:pt x="366" y="108"/>
                    </a:lnTo>
                    <a:lnTo>
                      <a:pt x="354" y="114"/>
                    </a:lnTo>
                    <a:lnTo>
                      <a:pt x="354" y="306"/>
                    </a:lnTo>
                    <a:lnTo>
                      <a:pt x="348" y="312"/>
                    </a:lnTo>
                    <a:lnTo>
                      <a:pt x="336" y="318"/>
                    </a:lnTo>
                    <a:lnTo>
                      <a:pt x="306" y="318"/>
                    </a:lnTo>
                    <a:lnTo>
                      <a:pt x="282" y="330"/>
                    </a:lnTo>
                    <a:lnTo>
                      <a:pt x="276" y="342"/>
                    </a:lnTo>
                    <a:lnTo>
                      <a:pt x="276" y="360"/>
                    </a:lnTo>
                    <a:lnTo>
                      <a:pt x="282" y="372"/>
                    </a:lnTo>
                    <a:lnTo>
                      <a:pt x="276" y="474"/>
                    </a:lnTo>
                    <a:lnTo>
                      <a:pt x="0" y="474"/>
                    </a:lnTo>
                    <a:lnTo>
                      <a:pt x="0" y="49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79" name="Mali" descr="© INSCALE GmbH, 05.05.2010&#10;http://www.presentationload.com/">
                <a:extLst>
                  <a:ext uri="{FF2B5EF4-FFF2-40B4-BE49-F238E27FC236}">
                    <a16:creationId xmlns:a16="http://schemas.microsoft.com/office/drawing/2014/main" id="{2289FD21-8310-6CEF-6733-5E0FE98F5C73}"/>
                  </a:ext>
                </a:extLst>
              </p:cNvPr>
              <p:cNvSpPr>
                <a:spLocks/>
              </p:cNvSpPr>
              <p:nvPr/>
            </p:nvSpPr>
            <p:spPr bwMode="gray">
              <a:xfrm>
                <a:off x="3909270" y="2453571"/>
                <a:ext cx="440265" cy="455091"/>
              </a:xfrm>
              <a:custGeom>
                <a:avLst/>
                <a:gdLst>
                  <a:gd name="T0" fmla="*/ 2147483647 w 1164"/>
                  <a:gd name="T1" fmla="*/ 2147483647 h 1200"/>
                  <a:gd name="T2" fmla="*/ 2147483647 w 1164"/>
                  <a:gd name="T3" fmla="*/ 2147483647 h 1200"/>
                  <a:gd name="T4" fmla="*/ 2147483647 w 1164"/>
                  <a:gd name="T5" fmla="*/ 2147483647 h 1200"/>
                  <a:gd name="T6" fmla="*/ 2147483647 w 1164"/>
                  <a:gd name="T7" fmla="*/ 2147483647 h 1200"/>
                  <a:gd name="T8" fmla="*/ 2147483647 w 1164"/>
                  <a:gd name="T9" fmla="*/ 2147483647 h 1200"/>
                  <a:gd name="T10" fmla="*/ 2147483647 w 1164"/>
                  <a:gd name="T11" fmla="*/ 2147483647 h 1200"/>
                  <a:gd name="T12" fmla="*/ 2147483647 w 1164"/>
                  <a:gd name="T13" fmla="*/ 2147483647 h 1200"/>
                  <a:gd name="T14" fmla="*/ 2147483647 w 1164"/>
                  <a:gd name="T15" fmla="*/ 2147483647 h 1200"/>
                  <a:gd name="T16" fmla="*/ 2147483647 w 1164"/>
                  <a:gd name="T17" fmla="*/ 2147483647 h 1200"/>
                  <a:gd name="T18" fmla="*/ 2147483647 w 1164"/>
                  <a:gd name="T19" fmla="*/ 2147483647 h 1200"/>
                  <a:gd name="T20" fmla="*/ 2147483647 w 1164"/>
                  <a:gd name="T21" fmla="*/ 2147483647 h 1200"/>
                  <a:gd name="T22" fmla="*/ 2147483647 w 1164"/>
                  <a:gd name="T23" fmla="*/ 2147483647 h 1200"/>
                  <a:gd name="T24" fmla="*/ 2147483647 w 1164"/>
                  <a:gd name="T25" fmla="*/ 2147483647 h 1200"/>
                  <a:gd name="T26" fmla="*/ 2147483647 w 1164"/>
                  <a:gd name="T27" fmla="*/ 2147483647 h 1200"/>
                  <a:gd name="T28" fmla="*/ 2147483647 w 1164"/>
                  <a:gd name="T29" fmla="*/ 2147483647 h 1200"/>
                  <a:gd name="T30" fmla="*/ 2147483647 w 1164"/>
                  <a:gd name="T31" fmla="*/ 2147483647 h 1200"/>
                  <a:gd name="T32" fmla="*/ 2147483647 w 1164"/>
                  <a:gd name="T33" fmla="*/ 2147483647 h 1200"/>
                  <a:gd name="T34" fmla="*/ 2147483647 w 1164"/>
                  <a:gd name="T35" fmla="*/ 2147483647 h 1200"/>
                  <a:gd name="T36" fmla="*/ 2147483647 w 1164"/>
                  <a:gd name="T37" fmla="*/ 2147483647 h 1200"/>
                  <a:gd name="T38" fmla="*/ 2147483647 w 1164"/>
                  <a:gd name="T39" fmla="*/ 2147483647 h 1200"/>
                  <a:gd name="T40" fmla="*/ 2147483647 w 1164"/>
                  <a:gd name="T41" fmla="*/ 2147483647 h 1200"/>
                  <a:gd name="T42" fmla="*/ 2147483647 w 1164"/>
                  <a:gd name="T43" fmla="*/ 2147483647 h 1200"/>
                  <a:gd name="T44" fmla="*/ 2147483647 w 1164"/>
                  <a:gd name="T45" fmla="*/ 2147483647 h 1200"/>
                  <a:gd name="T46" fmla="*/ 2147483647 w 1164"/>
                  <a:gd name="T47" fmla="*/ 2147483647 h 1200"/>
                  <a:gd name="T48" fmla="*/ 2147483647 w 1164"/>
                  <a:gd name="T49" fmla="*/ 2147483647 h 1200"/>
                  <a:gd name="T50" fmla="*/ 2147483647 w 1164"/>
                  <a:gd name="T51" fmla="*/ 2147483647 h 1200"/>
                  <a:gd name="T52" fmla="*/ 2147483647 w 1164"/>
                  <a:gd name="T53" fmla="*/ 2147483647 h 1200"/>
                  <a:gd name="T54" fmla="*/ 0 w 1164"/>
                  <a:gd name="T55" fmla="*/ 2147483647 h 1200"/>
                  <a:gd name="T56" fmla="*/ 2147483647 w 1164"/>
                  <a:gd name="T57" fmla="*/ 2147483647 h 1200"/>
                  <a:gd name="T58" fmla="*/ 2147483647 w 1164"/>
                  <a:gd name="T59" fmla="*/ 2147483647 h 1200"/>
                  <a:gd name="T60" fmla="*/ 2147483647 w 1164"/>
                  <a:gd name="T61" fmla="*/ 2147483647 h 1200"/>
                  <a:gd name="T62" fmla="*/ 2147483647 w 1164"/>
                  <a:gd name="T63" fmla="*/ 2147483647 h 1200"/>
                  <a:gd name="T64" fmla="*/ 2147483647 w 1164"/>
                  <a:gd name="T65" fmla="*/ 2147483647 h 1200"/>
                  <a:gd name="T66" fmla="*/ 2147483647 w 1164"/>
                  <a:gd name="T67" fmla="*/ 2147483647 h 1200"/>
                  <a:gd name="T68" fmla="*/ 2147483647 w 1164"/>
                  <a:gd name="T69" fmla="*/ 2147483647 h 1200"/>
                  <a:gd name="T70" fmla="*/ 2147483647 w 1164"/>
                  <a:gd name="T71" fmla="*/ 2147483647 h 1200"/>
                  <a:gd name="T72" fmla="*/ 2147483647 w 1164"/>
                  <a:gd name="T73" fmla="*/ 2147483647 h 1200"/>
                  <a:gd name="T74" fmla="*/ 2147483647 w 1164"/>
                  <a:gd name="T75" fmla="*/ 2147483647 h 1200"/>
                  <a:gd name="T76" fmla="*/ 2147483647 w 1164"/>
                  <a:gd name="T77" fmla="*/ 2147483647 h 1200"/>
                  <a:gd name="T78" fmla="*/ 2147483647 w 1164"/>
                  <a:gd name="T79" fmla="*/ 2147483647 h 1200"/>
                  <a:gd name="T80" fmla="*/ 2147483647 w 1164"/>
                  <a:gd name="T81" fmla="*/ 2147483647 h 1200"/>
                  <a:gd name="T82" fmla="*/ 2147483647 w 1164"/>
                  <a:gd name="T83" fmla="*/ 2147483647 h 1200"/>
                  <a:gd name="T84" fmla="*/ 2147483647 w 1164"/>
                  <a:gd name="T85" fmla="*/ 2147483647 h 1200"/>
                  <a:gd name="T86" fmla="*/ 2147483647 w 1164"/>
                  <a:gd name="T87" fmla="*/ 2147483647 h 1200"/>
                  <a:gd name="T88" fmla="*/ 2147483647 w 1164"/>
                  <a:gd name="T89" fmla="*/ 2147483647 h 1200"/>
                  <a:gd name="T90" fmla="*/ 2147483647 w 1164"/>
                  <a:gd name="T91" fmla="*/ 2147483647 h 1200"/>
                  <a:gd name="T92" fmla="*/ 2147483647 w 1164"/>
                  <a:gd name="T93" fmla="*/ 2147483647 h 1200"/>
                  <a:gd name="T94" fmla="*/ 2147483647 w 1164"/>
                  <a:gd name="T95" fmla="*/ 2147483647 h 1200"/>
                  <a:gd name="T96" fmla="*/ 2147483647 w 1164"/>
                  <a:gd name="T97" fmla="*/ 2147483647 h 1200"/>
                  <a:gd name="T98" fmla="*/ 2147483647 w 1164"/>
                  <a:gd name="T99" fmla="*/ 2147483647 h 1200"/>
                  <a:gd name="T100" fmla="*/ 2147483647 w 1164"/>
                  <a:gd name="T101" fmla="*/ 2147483647 h 1200"/>
                  <a:gd name="T102" fmla="*/ 2147483647 w 1164"/>
                  <a:gd name="T103" fmla="*/ 2147483647 h 1200"/>
                  <a:gd name="T104" fmla="*/ 2147483647 w 1164"/>
                  <a:gd name="T105" fmla="*/ 2147483647 h 1200"/>
                  <a:gd name="T106" fmla="*/ 2147483647 w 1164"/>
                  <a:gd name="T107" fmla="*/ 2147483647 h 120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64"/>
                  <a:gd name="T163" fmla="*/ 0 h 1200"/>
                  <a:gd name="T164" fmla="*/ 1164 w 1164"/>
                  <a:gd name="T165" fmla="*/ 1200 h 120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64" h="1200">
                    <a:moveTo>
                      <a:pt x="612" y="954"/>
                    </a:moveTo>
                    <a:lnTo>
                      <a:pt x="636" y="948"/>
                    </a:lnTo>
                    <a:lnTo>
                      <a:pt x="636" y="912"/>
                    </a:lnTo>
                    <a:lnTo>
                      <a:pt x="654" y="912"/>
                    </a:lnTo>
                    <a:lnTo>
                      <a:pt x="654" y="906"/>
                    </a:lnTo>
                    <a:lnTo>
                      <a:pt x="660" y="900"/>
                    </a:lnTo>
                    <a:lnTo>
                      <a:pt x="666" y="888"/>
                    </a:lnTo>
                    <a:lnTo>
                      <a:pt x="678" y="882"/>
                    </a:lnTo>
                    <a:lnTo>
                      <a:pt x="684" y="870"/>
                    </a:lnTo>
                    <a:lnTo>
                      <a:pt x="690" y="864"/>
                    </a:lnTo>
                    <a:lnTo>
                      <a:pt x="696" y="864"/>
                    </a:lnTo>
                    <a:lnTo>
                      <a:pt x="708" y="876"/>
                    </a:lnTo>
                    <a:lnTo>
                      <a:pt x="720" y="876"/>
                    </a:lnTo>
                    <a:lnTo>
                      <a:pt x="720" y="870"/>
                    </a:lnTo>
                    <a:lnTo>
                      <a:pt x="726" y="864"/>
                    </a:lnTo>
                    <a:lnTo>
                      <a:pt x="726" y="846"/>
                    </a:lnTo>
                    <a:lnTo>
                      <a:pt x="750" y="846"/>
                    </a:lnTo>
                    <a:lnTo>
                      <a:pt x="768" y="822"/>
                    </a:lnTo>
                    <a:lnTo>
                      <a:pt x="792" y="822"/>
                    </a:lnTo>
                    <a:lnTo>
                      <a:pt x="810" y="804"/>
                    </a:lnTo>
                    <a:lnTo>
                      <a:pt x="858" y="804"/>
                    </a:lnTo>
                    <a:lnTo>
                      <a:pt x="882" y="816"/>
                    </a:lnTo>
                    <a:lnTo>
                      <a:pt x="930" y="804"/>
                    </a:lnTo>
                    <a:lnTo>
                      <a:pt x="954" y="786"/>
                    </a:lnTo>
                    <a:lnTo>
                      <a:pt x="1020" y="792"/>
                    </a:lnTo>
                    <a:lnTo>
                      <a:pt x="1020" y="774"/>
                    </a:lnTo>
                    <a:lnTo>
                      <a:pt x="1068" y="780"/>
                    </a:lnTo>
                    <a:lnTo>
                      <a:pt x="1080" y="774"/>
                    </a:lnTo>
                    <a:lnTo>
                      <a:pt x="1104" y="774"/>
                    </a:lnTo>
                    <a:lnTo>
                      <a:pt x="1122" y="768"/>
                    </a:lnTo>
                    <a:lnTo>
                      <a:pt x="1134" y="762"/>
                    </a:lnTo>
                    <a:lnTo>
                      <a:pt x="1140" y="750"/>
                    </a:lnTo>
                    <a:lnTo>
                      <a:pt x="1140" y="732"/>
                    </a:lnTo>
                    <a:lnTo>
                      <a:pt x="1146" y="720"/>
                    </a:lnTo>
                    <a:lnTo>
                      <a:pt x="1146" y="708"/>
                    </a:lnTo>
                    <a:lnTo>
                      <a:pt x="1164" y="684"/>
                    </a:lnTo>
                    <a:lnTo>
                      <a:pt x="1164" y="480"/>
                    </a:lnTo>
                    <a:lnTo>
                      <a:pt x="1140" y="480"/>
                    </a:lnTo>
                    <a:lnTo>
                      <a:pt x="1134" y="486"/>
                    </a:lnTo>
                    <a:lnTo>
                      <a:pt x="1104" y="486"/>
                    </a:lnTo>
                    <a:lnTo>
                      <a:pt x="1092" y="480"/>
                    </a:lnTo>
                    <a:lnTo>
                      <a:pt x="1086" y="474"/>
                    </a:lnTo>
                    <a:lnTo>
                      <a:pt x="1086" y="468"/>
                    </a:lnTo>
                    <a:lnTo>
                      <a:pt x="1104" y="450"/>
                    </a:lnTo>
                    <a:lnTo>
                      <a:pt x="1104" y="432"/>
                    </a:lnTo>
                    <a:lnTo>
                      <a:pt x="1092" y="408"/>
                    </a:lnTo>
                    <a:lnTo>
                      <a:pt x="1080" y="402"/>
                    </a:lnTo>
                    <a:lnTo>
                      <a:pt x="1050" y="402"/>
                    </a:lnTo>
                    <a:lnTo>
                      <a:pt x="1044" y="408"/>
                    </a:lnTo>
                    <a:lnTo>
                      <a:pt x="1038" y="408"/>
                    </a:lnTo>
                    <a:lnTo>
                      <a:pt x="1032" y="378"/>
                    </a:lnTo>
                    <a:lnTo>
                      <a:pt x="996" y="378"/>
                    </a:lnTo>
                    <a:lnTo>
                      <a:pt x="984" y="366"/>
                    </a:lnTo>
                    <a:lnTo>
                      <a:pt x="984" y="348"/>
                    </a:lnTo>
                    <a:lnTo>
                      <a:pt x="978" y="342"/>
                    </a:lnTo>
                    <a:lnTo>
                      <a:pt x="954" y="342"/>
                    </a:lnTo>
                    <a:lnTo>
                      <a:pt x="954" y="318"/>
                    </a:lnTo>
                    <a:lnTo>
                      <a:pt x="546" y="6"/>
                    </a:lnTo>
                    <a:lnTo>
                      <a:pt x="426" y="0"/>
                    </a:lnTo>
                    <a:lnTo>
                      <a:pt x="468" y="690"/>
                    </a:lnTo>
                    <a:lnTo>
                      <a:pt x="474" y="690"/>
                    </a:lnTo>
                    <a:lnTo>
                      <a:pt x="492" y="708"/>
                    </a:lnTo>
                    <a:lnTo>
                      <a:pt x="492" y="720"/>
                    </a:lnTo>
                    <a:lnTo>
                      <a:pt x="486" y="726"/>
                    </a:lnTo>
                    <a:lnTo>
                      <a:pt x="474" y="768"/>
                    </a:lnTo>
                    <a:lnTo>
                      <a:pt x="210" y="768"/>
                    </a:lnTo>
                    <a:lnTo>
                      <a:pt x="210" y="756"/>
                    </a:lnTo>
                    <a:lnTo>
                      <a:pt x="204" y="756"/>
                    </a:lnTo>
                    <a:lnTo>
                      <a:pt x="198" y="762"/>
                    </a:lnTo>
                    <a:lnTo>
                      <a:pt x="198" y="774"/>
                    </a:lnTo>
                    <a:lnTo>
                      <a:pt x="192" y="774"/>
                    </a:lnTo>
                    <a:lnTo>
                      <a:pt x="180" y="780"/>
                    </a:lnTo>
                    <a:lnTo>
                      <a:pt x="150" y="780"/>
                    </a:lnTo>
                    <a:lnTo>
                      <a:pt x="144" y="774"/>
                    </a:lnTo>
                    <a:lnTo>
                      <a:pt x="108" y="774"/>
                    </a:lnTo>
                    <a:lnTo>
                      <a:pt x="96" y="798"/>
                    </a:lnTo>
                    <a:lnTo>
                      <a:pt x="90" y="786"/>
                    </a:lnTo>
                    <a:lnTo>
                      <a:pt x="66" y="762"/>
                    </a:lnTo>
                    <a:lnTo>
                      <a:pt x="48" y="762"/>
                    </a:lnTo>
                    <a:lnTo>
                      <a:pt x="36" y="774"/>
                    </a:lnTo>
                    <a:lnTo>
                      <a:pt x="36" y="822"/>
                    </a:lnTo>
                    <a:lnTo>
                      <a:pt x="30" y="822"/>
                    </a:lnTo>
                    <a:lnTo>
                      <a:pt x="18" y="828"/>
                    </a:lnTo>
                    <a:lnTo>
                      <a:pt x="0" y="828"/>
                    </a:lnTo>
                    <a:lnTo>
                      <a:pt x="0" y="852"/>
                    </a:lnTo>
                    <a:lnTo>
                      <a:pt x="12" y="870"/>
                    </a:lnTo>
                    <a:lnTo>
                      <a:pt x="12" y="876"/>
                    </a:lnTo>
                    <a:lnTo>
                      <a:pt x="24" y="888"/>
                    </a:lnTo>
                    <a:lnTo>
                      <a:pt x="24" y="906"/>
                    </a:lnTo>
                    <a:lnTo>
                      <a:pt x="18" y="912"/>
                    </a:lnTo>
                    <a:lnTo>
                      <a:pt x="18" y="936"/>
                    </a:lnTo>
                    <a:lnTo>
                      <a:pt x="24" y="942"/>
                    </a:lnTo>
                    <a:lnTo>
                      <a:pt x="36" y="942"/>
                    </a:lnTo>
                    <a:lnTo>
                      <a:pt x="36" y="936"/>
                    </a:lnTo>
                    <a:lnTo>
                      <a:pt x="42" y="936"/>
                    </a:lnTo>
                    <a:lnTo>
                      <a:pt x="48" y="942"/>
                    </a:lnTo>
                    <a:lnTo>
                      <a:pt x="54" y="954"/>
                    </a:lnTo>
                    <a:lnTo>
                      <a:pt x="54" y="1032"/>
                    </a:lnTo>
                    <a:lnTo>
                      <a:pt x="60" y="1044"/>
                    </a:lnTo>
                    <a:lnTo>
                      <a:pt x="60" y="1050"/>
                    </a:lnTo>
                    <a:lnTo>
                      <a:pt x="66" y="1056"/>
                    </a:lnTo>
                    <a:lnTo>
                      <a:pt x="72" y="1050"/>
                    </a:lnTo>
                    <a:lnTo>
                      <a:pt x="78" y="1038"/>
                    </a:lnTo>
                    <a:lnTo>
                      <a:pt x="90" y="1026"/>
                    </a:lnTo>
                    <a:lnTo>
                      <a:pt x="102" y="1038"/>
                    </a:lnTo>
                    <a:lnTo>
                      <a:pt x="108" y="1050"/>
                    </a:lnTo>
                    <a:lnTo>
                      <a:pt x="108" y="1062"/>
                    </a:lnTo>
                    <a:lnTo>
                      <a:pt x="114" y="1050"/>
                    </a:lnTo>
                    <a:lnTo>
                      <a:pt x="126" y="1038"/>
                    </a:lnTo>
                    <a:lnTo>
                      <a:pt x="132" y="1026"/>
                    </a:lnTo>
                    <a:lnTo>
                      <a:pt x="138" y="1026"/>
                    </a:lnTo>
                    <a:lnTo>
                      <a:pt x="144" y="1032"/>
                    </a:lnTo>
                    <a:lnTo>
                      <a:pt x="150" y="1032"/>
                    </a:lnTo>
                    <a:lnTo>
                      <a:pt x="162" y="1038"/>
                    </a:lnTo>
                    <a:lnTo>
                      <a:pt x="168" y="1044"/>
                    </a:lnTo>
                    <a:lnTo>
                      <a:pt x="180" y="1050"/>
                    </a:lnTo>
                    <a:lnTo>
                      <a:pt x="198" y="1032"/>
                    </a:lnTo>
                    <a:lnTo>
                      <a:pt x="198" y="1014"/>
                    </a:lnTo>
                    <a:lnTo>
                      <a:pt x="204" y="1008"/>
                    </a:lnTo>
                    <a:lnTo>
                      <a:pt x="216" y="1008"/>
                    </a:lnTo>
                    <a:lnTo>
                      <a:pt x="228" y="1014"/>
                    </a:lnTo>
                    <a:lnTo>
                      <a:pt x="228" y="1032"/>
                    </a:lnTo>
                    <a:lnTo>
                      <a:pt x="246" y="1044"/>
                    </a:lnTo>
                    <a:lnTo>
                      <a:pt x="234" y="1074"/>
                    </a:lnTo>
                    <a:lnTo>
                      <a:pt x="270" y="1092"/>
                    </a:lnTo>
                    <a:lnTo>
                      <a:pt x="246" y="1128"/>
                    </a:lnTo>
                    <a:lnTo>
                      <a:pt x="270" y="1128"/>
                    </a:lnTo>
                    <a:lnTo>
                      <a:pt x="270" y="1164"/>
                    </a:lnTo>
                    <a:lnTo>
                      <a:pt x="300" y="1194"/>
                    </a:lnTo>
                    <a:lnTo>
                      <a:pt x="312" y="1200"/>
                    </a:lnTo>
                    <a:lnTo>
                      <a:pt x="312" y="1182"/>
                    </a:lnTo>
                    <a:lnTo>
                      <a:pt x="318" y="1176"/>
                    </a:lnTo>
                    <a:lnTo>
                      <a:pt x="330" y="1176"/>
                    </a:lnTo>
                    <a:lnTo>
                      <a:pt x="348" y="1182"/>
                    </a:lnTo>
                    <a:lnTo>
                      <a:pt x="366" y="1200"/>
                    </a:lnTo>
                    <a:lnTo>
                      <a:pt x="372" y="1182"/>
                    </a:lnTo>
                    <a:lnTo>
                      <a:pt x="390" y="1182"/>
                    </a:lnTo>
                    <a:lnTo>
                      <a:pt x="396" y="1158"/>
                    </a:lnTo>
                    <a:lnTo>
                      <a:pt x="408" y="1176"/>
                    </a:lnTo>
                    <a:lnTo>
                      <a:pt x="420" y="1152"/>
                    </a:lnTo>
                    <a:lnTo>
                      <a:pt x="420" y="1188"/>
                    </a:lnTo>
                    <a:lnTo>
                      <a:pt x="444" y="1194"/>
                    </a:lnTo>
                    <a:lnTo>
                      <a:pt x="450" y="1188"/>
                    </a:lnTo>
                    <a:lnTo>
                      <a:pt x="456" y="1176"/>
                    </a:lnTo>
                    <a:lnTo>
                      <a:pt x="462" y="1170"/>
                    </a:lnTo>
                    <a:lnTo>
                      <a:pt x="474" y="1170"/>
                    </a:lnTo>
                    <a:lnTo>
                      <a:pt x="468" y="1116"/>
                    </a:lnTo>
                    <a:lnTo>
                      <a:pt x="492" y="1116"/>
                    </a:lnTo>
                    <a:lnTo>
                      <a:pt x="504" y="1092"/>
                    </a:lnTo>
                    <a:lnTo>
                      <a:pt x="480" y="1062"/>
                    </a:lnTo>
                    <a:lnTo>
                      <a:pt x="498" y="1050"/>
                    </a:lnTo>
                    <a:lnTo>
                      <a:pt x="504" y="1050"/>
                    </a:lnTo>
                    <a:lnTo>
                      <a:pt x="510" y="1044"/>
                    </a:lnTo>
                    <a:lnTo>
                      <a:pt x="546" y="1044"/>
                    </a:lnTo>
                    <a:lnTo>
                      <a:pt x="546" y="1032"/>
                    </a:lnTo>
                    <a:lnTo>
                      <a:pt x="540" y="1026"/>
                    </a:lnTo>
                    <a:lnTo>
                      <a:pt x="546" y="1026"/>
                    </a:lnTo>
                    <a:lnTo>
                      <a:pt x="552" y="1020"/>
                    </a:lnTo>
                    <a:lnTo>
                      <a:pt x="552" y="990"/>
                    </a:lnTo>
                    <a:lnTo>
                      <a:pt x="570" y="990"/>
                    </a:lnTo>
                    <a:lnTo>
                      <a:pt x="570" y="960"/>
                    </a:lnTo>
                    <a:lnTo>
                      <a:pt x="564" y="954"/>
                    </a:lnTo>
                    <a:lnTo>
                      <a:pt x="582" y="924"/>
                    </a:lnTo>
                    <a:lnTo>
                      <a:pt x="612" y="95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0" name="Malaysia" descr="© INSCALE GmbH, 05.05.2010&#10;http://www.presentationload.com/">
                <a:extLst>
                  <a:ext uri="{FF2B5EF4-FFF2-40B4-BE49-F238E27FC236}">
                    <a16:creationId xmlns:a16="http://schemas.microsoft.com/office/drawing/2014/main" id="{9AE1778A-A088-DD85-61E0-F9A2B16D46D3}"/>
                  </a:ext>
                </a:extLst>
              </p:cNvPr>
              <p:cNvSpPr>
                <a:spLocks/>
              </p:cNvSpPr>
              <p:nvPr/>
            </p:nvSpPr>
            <p:spPr bwMode="gray">
              <a:xfrm>
                <a:off x="6928863" y="3012428"/>
                <a:ext cx="115625" cy="166026"/>
              </a:xfrm>
              <a:custGeom>
                <a:avLst/>
                <a:gdLst>
                  <a:gd name="T0" fmla="*/ 2147483647 w 306"/>
                  <a:gd name="T1" fmla="*/ 2147483647 h 438"/>
                  <a:gd name="T2" fmla="*/ 2147483647 w 306"/>
                  <a:gd name="T3" fmla="*/ 2147483647 h 438"/>
                  <a:gd name="T4" fmla="*/ 2147483647 w 306"/>
                  <a:gd name="T5" fmla="*/ 2147483647 h 438"/>
                  <a:gd name="T6" fmla="*/ 2147483647 w 306"/>
                  <a:gd name="T7" fmla="*/ 2147483647 h 438"/>
                  <a:gd name="T8" fmla="*/ 2147483647 w 306"/>
                  <a:gd name="T9" fmla="*/ 2147483647 h 438"/>
                  <a:gd name="T10" fmla="*/ 2147483647 w 306"/>
                  <a:gd name="T11" fmla="*/ 2147483647 h 438"/>
                  <a:gd name="T12" fmla="*/ 2147483647 w 306"/>
                  <a:gd name="T13" fmla="*/ 2147483647 h 438"/>
                  <a:gd name="T14" fmla="*/ 2147483647 w 306"/>
                  <a:gd name="T15" fmla="*/ 2147483647 h 438"/>
                  <a:gd name="T16" fmla="*/ 2147483647 w 306"/>
                  <a:gd name="T17" fmla="*/ 2147483647 h 438"/>
                  <a:gd name="T18" fmla="*/ 2147483647 w 306"/>
                  <a:gd name="T19" fmla="*/ 2147483647 h 438"/>
                  <a:gd name="T20" fmla="*/ 2147483647 w 306"/>
                  <a:gd name="T21" fmla="*/ 2147483647 h 438"/>
                  <a:gd name="T22" fmla="*/ 2147483647 w 306"/>
                  <a:gd name="T23" fmla="*/ 2147483647 h 438"/>
                  <a:gd name="T24" fmla="*/ 2147483647 w 306"/>
                  <a:gd name="T25" fmla="*/ 2147483647 h 438"/>
                  <a:gd name="T26" fmla="*/ 2147483647 w 306"/>
                  <a:gd name="T27" fmla="*/ 2147483647 h 438"/>
                  <a:gd name="T28" fmla="*/ 2147483647 w 306"/>
                  <a:gd name="T29" fmla="*/ 2147483647 h 438"/>
                  <a:gd name="T30" fmla="*/ 2147483647 w 306"/>
                  <a:gd name="T31" fmla="*/ 2147483647 h 438"/>
                  <a:gd name="T32" fmla="*/ 2147483647 w 306"/>
                  <a:gd name="T33" fmla="*/ 2147483647 h 438"/>
                  <a:gd name="T34" fmla="*/ 2147483647 w 306"/>
                  <a:gd name="T35" fmla="*/ 2147483647 h 438"/>
                  <a:gd name="T36" fmla="*/ 2147483647 w 306"/>
                  <a:gd name="T37" fmla="*/ 2147483647 h 438"/>
                  <a:gd name="T38" fmla="*/ 2147483647 w 306"/>
                  <a:gd name="T39" fmla="*/ 2147483647 h 438"/>
                  <a:gd name="T40" fmla="*/ 2147483647 w 306"/>
                  <a:gd name="T41" fmla="*/ 2147483647 h 438"/>
                  <a:gd name="T42" fmla="*/ 2147483647 w 306"/>
                  <a:gd name="T43" fmla="*/ 2147483647 h 438"/>
                  <a:gd name="T44" fmla="*/ 2147483647 w 306"/>
                  <a:gd name="T45" fmla="*/ 2147483647 h 438"/>
                  <a:gd name="T46" fmla="*/ 2147483647 w 306"/>
                  <a:gd name="T47" fmla="*/ 2147483647 h 438"/>
                  <a:gd name="T48" fmla="*/ 2147483647 w 306"/>
                  <a:gd name="T49" fmla="*/ 2147483647 h 438"/>
                  <a:gd name="T50" fmla="*/ 2147483647 w 306"/>
                  <a:gd name="T51" fmla="*/ 2147483647 h 438"/>
                  <a:gd name="T52" fmla="*/ 2147483647 w 306"/>
                  <a:gd name="T53" fmla="*/ 2147483647 h 438"/>
                  <a:gd name="T54" fmla="*/ 2147483647 w 306"/>
                  <a:gd name="T55" fmla="*/ 2147483647 h 438"/>
                  <a:gd name="T56" fmla="*/ 2147483647 w 306"/>
                  <a:gd name="T57" fmla="*/ 2147483647 h 438"/>
                  <a:gd name="T58" fmla="*/ 2147483647 w 306"/>
                  <a:gd name="T59" fmla="*/ 2147483647 h 438"/>
                  <a:gd name="T60" fmla="*/ 2147483647 w 306"/>
                  <a:gd name="T61" fmla="*/ 2147483647 h 438"/>
                  <a:gd name="T62" fmla="*/ 2147483647 w 306"/>
                  <a:gd name="T63" fmla="*/ 2147483647 h 438"/>
                  <a:gd name="T64" fmla="*/ 2147483647 w 306"/>
                  <a:gd name="T65" fmla="*/ 2147483647 h 438"/>
                  <a:gd name="T66" fmla="*/ 2147483647 w 306"/>
                  <a:gd name="T67" fmla="*/ 2147483647 h 438"/>
                  <a:gd name="T68" fmla="*/ 2147483647 w 306"/>
                  <a:gd name="T69" fmla="*/ 2147483647 h 438"/>
                  <a:gd name="T70" fmla="*/ 2147483647 w 306"/>
                  <a:gd name="T71" fmla="*/ 2147483647 h 438"/>
                  <a:gd name="T72" fmla="*/ 2147483647 w 306"/>
                  <a:gd name="T73" fmla="*/ 2147483647 h 438"/>
                  <a:gd name="T74" fmla="*/ 2147483647 w 306"/>
                  <a:gd name="T75" fmla="*/ 2147483647 h 438"/>
                  <a:gd name="T76" fmla="*/ 2147483647 w 306"/>
                  <a:gd name="T77" fmla="*/ 0 h 438"/>
                  <a:gd name="T78" fmla="*/ 2147483647 w 306"/>
                  <a:gd name="T79" fmla="*/ 2147483647 h 438"/>
                  <a:gd name="T80" fmla="*/ 2147483647 w 306"/>
                  <a:gd name="T81" fmla="*/ 2147483647 h 4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06"/>
                  <a:gd name="T124" fmla="*/ 0 h 438"/>
                  <a:gd name="T125" fmla="*/ 306 w 306"/>
                  <a:gd name="T126" fmla="*/ 438 h 4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06" h="438">
                    <a:moveTo>
                      <a:pt x="0" y="42"/>
                    </a:moveTo>
                    <a:lnTo>
                      <a:pt x="6" y="138"/>
                    </a:lnTo>
                    <a:lnTo>
                      <a:pt x="18" y="138"/>
                    </a:lnTo>
                    <a:lnTo>
                      <a:pt x="24" y="132"/>
                    </a:lnTo>
                    <a:lnTo>
                      <a:pt x="42" y="132"/>
                    </a:lnTo>
                    <a:lnTo>
                      <a:pt x="54" y="138"/>
                    </a:lnTo>
                    <a:lnTo>
                      <a:pt x="54" y="168"/>
                    </a:lnTo>
                    <a:lnTo>
                      <a:pt x="48" y="180"/>
                    </a:lnTo>
                    <a:lnTo>
                      <a:pt x="48" y="198"/>
                    </a:lnTo>
                    <a:lnTo>
                      <a:pt x="54" y="216"/>
                    </a:lnTo>
                    <a:lnTo>
                      <a:pt x="60" y="228"/>
                    </a:lnTo>
                    <a:lnTo>
                      <a:pt x="66" y="234"/>
                    </a:lnTo>
                    <a:lnTo>
                      <a:pt x="84" y="234"/>
                    </a:lnTo>
                    <a:lnTo>
                      <a:pt x="90" y="228"/>
                    </a:lnTo>
                    <a:lnTo>
                      <a:pt x="90" y="240"/>
                    </a:lnTo>
                    <a:lnTo>
                      <a:pt x="84" y="252"/>
                    </a:lnTo>
                    <a:lnTo>
                      <a:pt x="84" y="282"/>
                    </a:lnTo>
                    <a:lnTo>
                      <a:pt x="96" y="306"/>
                    </a:lnTo>
                    <a:lnTo>
                      <a:pt x="102" y="312"/>
                    </a:lnTo>
                    <a:lnTo>
                      <a:pt x="114" y="318"/>
                    </a:lnTo>
                    <a:lnTo>
                      <a:pt x="132" y="330"/>
                    </a:lnTo>
                    <a:lnTo>
                      <a:pt x="144" y="336"/>
                    </a:lnTo>
                    <a:lnTo>
                      <a:pt x="162" y="354"/>
                    </a:lnTo>
                    <a:lnTo>
                      <a:pt x="168" y="354"/>
                    </a:lnTo>
                    <a:lnTo>
                      <a:pt x="168" y="366"/>
                    </a:lnTo>
                    <a:lnTo>
                      <a:pt x="174" y="372"/>
                    </a:lnTo>
                    <a:lnTo>
                      <a:pt x="174" y="378"/>
                    </a:lnTo>
                    <a:lnTo>
                      <a:pt x="180" y="384"/>
                    </a:lnTo>
                    <a:lnTo>
                      <a:pt x="186" y="384"/>
                    </a:lnTo>
                    <a:lnTo>
                      <a:pt x="198" y="390"/>
                    </a:lnTo>
                    <a:lnTo>
                      <a:pt x="204" y="396"/>
                    </a:lnTo>
                    <a:lnTo>
                      <a:pt x="216" y="396"/>
                    </a:lnTo>
                    <a:lnTo>
                      <a:pt x="222" y="402"/>
                    </a:lnTo>
                    <a:lnTo>
                      <a:pt x="228" y="402"/>
                    </a:lnTo>
                    <a:lnTo>
                      <a:pt x="252" y="438"/>
                    </a:lnTo>
                    <a:lnTo>
                      <a:pt x="300" y="432"/>
                    </a:lnTo>
                    <a:lnTo>
                      <a:pt x="300" y="420"/>
                    </a:lnTo>
                    <a:lnTo>
                      <a:pt x="306" y="408"/>
                    </a:lnTo>
                    <a:lnTo>
                      <a:pt x="306" y="378"/>
                    </a:lnTo>
                    <a:lnTo>
                      <a:pt x="294" y="354"/>
                    </a:lnTo>
                    <a:lnTo>
                      <a:pt x="270" y="330"/>
                    </a:lnTo>
                    <a:lnTo>
                      <a:pt x="264" y="318"/>
                    </a:lnTo>
                    <a:lnTo>
                      <a:pt x="258" y="312"/>
                    </a:lnTo>
                    <a:lnTo>
                      <a:pt x="258" y="288"/>
                    </a:lnTo>
                    <a:lnTo>
                      <a:pt x="252" y="276"/>
                    </a:lnTo>
                    <a:lnTo>
                      <a:pt x="246" y="270"/>
                    </a:lnTo>
                    <a:lnTo>
                      <a:pt x="246" y="258"/>
                    </a:lnTo>
                    <a:lnTo>
                      <a:pt x="252" y="252"/>
                    </a:lnTo>
                    <a:lnTo>
                      <a:pt x="252" y="126"/>
                    </a:lnTo>
                    <a:lnTo>
                      <a:pt x="246" y="114"/>
                    </a:lnTo>
                    <a:lnTo>
                      <a:pt x="222" y="90"/>
                    </a:lnTo>
                    <a:lnTo>
                      <a:pt x="204" y="84"/>
                    </a:lnTo>
                    <a:lnTo>
                      <a:pt x="192" y="72"/>
                    </a:lnTo>
                    <a:lnTo>
                      <a:pt x="180" y="66"/>
                    </a:lnTo>
                    <a:lnTo>
                      <a:pt x="156" y="42"/>
                    </a:lnTo>
                    <a:lnTo>
                      <a:pt x="150" y="54"/>
                    </a:lnTo>
                    <a:lnTo>
                      <a:pt x="144" y="60"/>
                    </a:lnTo>
                    <a:lnTo>
                      <a:pt x="138" y="72"/>
                    </a:lnTo>
                    <a:lnTo>
                      <a:pt x="138" y="78"/>
                    </a:lnTo>
                    <a:lnTo>
                      <a:pt x="132" y="84"/>
                    </a:lnTo>
                    <a:lnTo>
                      <a:pt x="114" y="66"/>
                    </a:lnTo>
                    <a:lnTo>
                      <a:pt x="108" y="66"/>
                    </a:lnTo>
                    <a:lnTo>
                      <a:pt x="102" y="72"/>
                    </a:lnTo>
                    <a:lnTo>
                      <a:pt x="90" y="72"/>
                    </a:lnTo>
                    <a:lnTo>
                      <a:pt x="90" y="78"/>
                    </a:lnTo>
                    <a:lnTo>
                      <a:pt x="72" y="78"/>
                    </a:lnTo>
                    <a:lnTo>
                      <a:pt x="66" y="72"/>
                    </a:lnTo>
                    <a:lnTo>
                      <a:pt x="66" y="66"/>
                    </a:lnTo>
                    <a:lnTo>
                      <a:pt x="78" y="54"/>
                    </a:lnTo>
                    <a:lnTo>
                      <a:pt x="78" y="42"/>
                    </a:lnTo>
                    <a:lnTo>
                      <a:pt x="66" y="42"/>
                    </a:lnTo>
                    <a:lnTo>
                      <a:pt x="66" y="30"/>
                    </a:lnTo>
                    <a:lnTo>
                      <a:pt x="60" y="24"/>
                    </a:lnTo>
                    <a:lnTo>
                      <a:pt x="48" y="18"/>
                    </a:lnTo>
                    <a:lnTo>
                      <a:pt x="30" y="18"/>
                    </a:lnTo>
                    <a:lnTo>
                      <a:pt x="30" y="12"/>
                    </a:lnTo>
                    <a:lnTo>
                      <a:pt x="24" y="0"/>
                    </a:lnTo>
                    <a:lnTo>
                      <a:pt x="12" y="0"/>
                    </a:lnTo>
                    <a:lnTo>
                      <a:pt x="6" y="6"/>
                    </a:lnTo>
                    <a:lnTo>
                      <a:pt x="6" y="18"/>
                    </a:lnTo>
                    <a:lnTo>
                      <a:pt x="12" y="24"/>
                    </a:lnTo>
                    <a:lnTo>
                      <a:pt x="6" y="36"/>
                    </a:lnTo>
                    <a:lnTo>
                      <a:pt x="0" y="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1" name="Malaysia" descr="© INSCALE GmbH, 05.05.2010&#10;http://www.presentationload.com/">
                <a:extLst>
                  <a:ext uri="{FF2B5EF4-FFF2-40B4-BE49-F238E27FC236}">
                    <a16:creationId xmlns:a16="http://schemas.microsoft.com/office/drawing/2014/main" id="{81C7B1F7-72E5-21BA-1545-79CCED7873C4}"/>
                  </a:ext>
                </a:extLst>
              </p:cNvPr>
              <p:cNvSpPr>
                <a:spLocks/>
              </p:cNvSpPr>
              <p:nvPr/>
            </p:nvSpPr>
            <p:spPr bwMode="gray">
              <a:xfrm>
                <a:off x="7200136" y="2993158"/>
                <a:ext cx="260898" cy="200121"/>
              </a:xfrm>
              <a:custGeom>
                <a:avLst/>
                <a:gdLst>
                  <a:gd name="T0" fmla="*/ 2147483647 w 690"/>
                  <a:gd name="T1" fmla="*/ 2147483647 h 528"/>
                  <a:gd name="T2" fmla="*/ 2147483647 w 690"/>
                  <a:gd name="T3" fmla="*/ 2147483647 h 528"/>
                  <a:gd name="T4" fmla="*/ 2147483647 w 690"/>
                  <a:gd name="T5" fmla="*/ 2147483647 h 528"/>
                  <a:gd name="T6" fmla="*/ 2147483647 w 690"/>
                  <a:gd name="T7" fmla="*/ 2147483647 h 528"/>
                  <a:gd name="T8" fmla="*/ 2147483647 w 690"/>
                  <a:gd name="T9" fmla="*/ 2147483647 h 528"/>
                  <a:gd name="T10" fmla="*/ 2147483647 w 690"/>
                  <a:gd name="T11" fmla="*/ 2147483647 h 528"/>
                  <a:gd name="T12" fmla="*/ 2147483647 w 690"/>
                  <a:gd name="T13" fmla="*/ 2147483647 h 528"/>
                  <a:gd name="T14" fmla="*/ 2147483647 w 690"/>
                  <a:gd name="T15" fmla="*/ 2147483647 h 528"/>
                  <a:gd name="T16" fmla="*/ 2147483647 w 690"/>
                  <a:gd name="T17" fmla="*/ 2147483647 h 528"/>
                  <a:gd name="T18" fmla="*/ 2147483647 w 690"/>
                  <a:gd name="T19" fmla="*/ 2147483647 h 528"/>
                  <a:gd name="T20" fmla="*/ 2147483647 w 690"/>
                  <a:gd name="T21" fmla="*/ 2147483647 h 528"/>
                  <a:gd name="T22" fmla="*/ 2147483647 w 690"/>
                  <a:gd name="T23" fmla="*/ 2147483647 h 528"/>
                  <a:gd name="T24" fmla="*/ 2147483647 w 690"/>
                  <a:gd name="T25" fmla="*/ 2147483647 h 528"/>
                  <a:gd name="T26" fmla="*/ 2147483647 w 690"/>
                  <a:gd name="T27" fmla="*/ 2147483647 h 528"/>
                  <a:gd name="T28" fmla="*/ 2147483647 w 690"/>
                  <a:gd name="T29" fmla="*/ 2147483647 h 528"/>
                  <a:gd name="T30" fmla="*/ 2147483647 w 690"/>
                  <a:gd name="T31" fmla="*/ 2147483647 h 528"/>
                  <a:gd name="T32" fmla="*/ 2147483647 w 690"/>
                  <a:gd name="T33" fmla="*/ 2147483647 h 528"/>
                  <a:gd name="T34" fmla="*/ 2147483647 w 690"/>
                  <a:gd name="T35" fmla="*/ 2147483647 h 528"/>
                  <a:gd name="T36" fmla="*/ 2147483647 w 690"/>
                  <a:gd name="T37" fmla="*/ 2147483647 h 528"/>
                  <a:gd name="T38" fmla="*/ 2147483647 w 690"/>
                  <a:gd name="T39" fmla="*/ 2147483647 h 528"/>
                  <a:gd name="T40" fmla="*/ 2147483647 w 690"/>
                  <a:gd name="T41" fmla="*/ 2147483647 h 528"/>
                  <a:gd name="T42" fmla="*/ 2147483647 w 690"/>
                  <a:gd name="T43" fmla="*/ 2147483647 h 528"/>
                  <a:gd name="T44" fmla="*/ 2147483647 w 690"/>
                  <a:gd name="T45" fmla="*/ 2147483647 h 528"/>
                  <a:gd name="T46" fmla="*/ 2147483647 w 690"/>
                  <a:gd name="T47" fmla="*/ 2147483647 h 528"/>
                  <a:gd name="T48" fmla="*/ 2147483647 w 690"/>
                  <a:gd name="T49" fmla="*/ 2147483647 h 528"/>
                  <a:gd name="T50" fmla="*/ 2147483647 w 690"/>
                  <a:gd name="T51" fmla="*/ 2147483647 h 528"/>
                  <a:gd name="T52" fmla="*/ 2147483647 w 690"/>
                  <a:gd name="T53" fmla="*/ 2147483647 h 528"/>
                  <a:gd name="T54" fmla="*/ 2147483647 w 690"/>
                  <a:gd name="T55" fmla="*/ 2147483647 h 528"/>
                  <a:gd name="T56" fmla="*/ 2147483647 w 690"/>
                  <a:gd name="T57" fmla="*/ 2147483647 h 528"/>
                  <a:gd name="T58" fmla="*/ 2147483647 w 690"/>
                  <a:gd name="T59" fmla="*/ 2147483647 h 528"/>
                  <a:gd name="T60" fmla="*/ 2147483647 w 690"/>
                  <a:gd name="T61" fmla="*/ 2147483647 h 528"/>
                  <a:gd name="T62" fmla="*/ 2147483647 w 690"/>
                  <a:gd name="T63" fmla="*/ 2147483647 h 528"/>
                  <a:gd name="T64" fmla="*/ 2147483647 w 690"/>
                  <a:gd name="T65" fmla="*/ 2147483647 h 528"/>
                  <a:gd name="T66" fmla="*/ 2147483647 w 690"/>
                  <a:gd name="T67" fmla="*/ 2147483647 h 528"/>
                  <a:gd name="T68" fmla="*/ 2147483647 w 690"/>
                  <a:gd name="T69" fmla="*/ 2147483647 h 528"/>
                  <a:gd name="T70" fmla="*/ 2147483647 w 690"/>
                  <a:gd name="T71" fmla="*/ 0 h 528"/>
                  <a:gd name="T72" fmla="*/ 2147483647 w 690"/>
                  <a:gd name="T73" fmla="*/ 0 h 528"/>
                  <a:gd name="T74" fmla="*/ 2147483647 w 690"/>
                  <a:gd name="T75" fmla="*/ 2147483647 h 528"/>
                  <a:gd name="T76" fmla="*/ 2147483647 w 690"/>
                  <a:gd name="T77" fmla="*/ 2147483647 h 528"/>
                  <a:gd name="T78" fmla="*/ 2147483647 w 690"/>
                  <a:gd name="T79" fmla="*/ 2147483647 h 528"/>
                  <a:gd name="T80" fmla="*/ 2147483647 w 690"/>
                  <a:gd name="T81" fmla="*/ 2147483647 h 528"/>
                  <a:gd name="T82" fmla="*/ 2147483647 w 690"/>
                  <a:gd name="T83" fmla="*/ 2147483647 h 528"/>
                  <a:gd name="T84" fmla="*/ 2147483647 w 690"/>
                  <a:gd name="T85" fmla="*/ 2147483647 h 528"/>
                  <a:gd name="T86" fmla="*/ 2147483647 w 690"/>
                  <a:gd name="T87" fmla="*/ 2147483647 h 528"/>
                  <a:gd name="T88" fmla="*/ 2147483647 w 690"/>
                  <a:gd name="T89" fmla="*/ 2147483647 h 528"/>
                  <a:gd name="T90" fmla="*/ 2147483647 w 690"/>
                  <a:gd name="T91" fmla="*/ 2147483647 h 528"/>
                  <a:gd name="T92" fmla="*/ 2147483647 w 690"/>
                  <a:gd name="T93" fmla="*/ 2147483647 h 528"/>
                  <a:gd name="T94" fmla="*/ 2147483647 w 690"/>
                  <a:gd name="T95" fmla="*/ 2147483647 h 528"/>
                  <a:gd name="T96" fmla="*/ 2147483647 w 690"/>
                  <a:gd name="T97" fmla="*/ 2147483647 h 528"/>
                  <a:gd name="T98" fmla="*/ 2147483647 w 690"/>
                  <a:gd name="T99" fmla="*/ 2147483647 h 528"/>
                  <a:gd name="T100" fmla="*/ 2147483647 w 690"/>
                  <a:gd name="T101" fmla="*/ 2147483647 h 528"/>
                  <a:gd name="T102" fmla="*/ 2147483647 w 690"/>
                  <a:gd name="T103" fmla="*/ 2147483647 h 528"/>
                  <a:gd name="T104" fmla="*/ 2147483647 w 690"/>
                  <a:gd name="T105" fmla="*/ 2147483647 h 528"/>
                  <a:gd name="T106" fmla="*/ 2147483647 w 690"/>
                  <a:gd name="T107" fmla="*/ 2147483647 h 528"/>
                  <a:gd name="T108" fmla="*/ 2147483647 w 690"/>
                  <a:gd name="T109" fmla="*/ 2147483647 h 528"/>
                  <a:gd name="T110" fmla="*/ 2147483647 w 690"/>
                  <a:gd name="T111" fmla="*/ 2147483647 h 528"/>
                  <a:gd name="T112" fmla="*/ 2147483647 w 690"/>
                  <a:gd name="T113" fmla="*/ 2147483647 h 528"/>
                  <a:gd name="T114" fmla="*/ 0 w 690"/>
                  <a:gd name="T115" fmla="*/ 2147483647 h 52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90"/>
                  <a:gd name="T175" fmla="*/ 0 h 528"/>
                  <a:gd name="T176" fmla="*/ 690 w 690"/>
                  <a:gd name="T177" fmla="*/ 528 h 52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90" h="528">
                    <a:moveTo>
                      <a:pt x="12" y="504"/>
                    </a:moveTo>
                    <a:lnTo>
                      <a:pt x="24" y="510"/>
                    </a:lnTo>
                    <a:lnTo>
                      <a:pt x="30" y="516"/>
                    </a:lnTo>
                    <a:lnTo>
                      <a:pt x="54" y="528"/>
                    </a:lnTo>
                    <a:lnTo>
                      <a:pt x="60" y="528"/>
                    </a:lnTo>
                    <a:lnTo>
                      <a:pt x="78" y="510"/>
                    </a:lnTo>
                    <a:lnTo>
                      <a:pt x="102" y="510"/>
                    </a:lnTo>
                    <a:lnTo>
                      <a:pt x="120" y="516"/>
                    </a:lnTo>
                    <a:lnTo>
                      <a:pt x="144" y="516"/>
                    </a:lnTo>
                    <a:lnTo>
                      <a:pt x="174" y="486"/>
                    </a:lnTo>
                    <a:lnTo>
                      <a:pt x="180" y="474"/>
                    </a:lnTo>
                    <a:lnTo>
                      <a:pt x="222" y="474"/>
                    </a:lnTo>
                    <a:lnTo>
                      <a:pt x="234" y="486"/>
                    </a:lnTo>
                    <a:lnTo>
                      <a:pt x="258" y="498"/>
                    </a:lnTo>
                    <a:lnTo>
                      <a:pt x="264" y="504"/>
                    </a:lnTo>
                    <a:lnTo>
                      <a:pt x="270" y="504"/>
                    </a:lnTo>
                    <a:lnTo>
                      <a:pt x="282" y="492"/>
                    </a:lnTo>
                    <a:lnTo>
                      <a:pt x="294" y="486"/>
                    </a:lnTo>
                    <a:lnTo>
                      <a:pt x="300" y="480"/>
                    </a:lnTo>
                    <a:lnTo>
                      <a:pt x="324" y="480"/>
                    </a:lnTo>
                    <a:lnTo>
                      <a:pt x="354" y="444"/>
                    </a:lnTo>
                    <a:lnTo>
                      <a:pt x="348" y="432"/>
                    </a:lnTo>
                    <a:lnTo>
                      <a:pt x="384" y="402"/>
                    </a:lnTo>
                    <a:lnTo>
                      <a:pt x="378" y="390"/>
                    </a:lnTo>
                    <a:lnTo>
                      <a:pt x="372" y="384"/>
                    </a:lnTo>
                    <a:lnTo>
                      <a:pt x="372" y="360"/>
                    </a:lnTo>
                    <a:lnTo>
                      <a:pt x="378" y="354"/>
                    </a:lnTo>
                    <a:lnTo>
                      <a:pt x="396" y="354"/>
                    </a:lnTo>
                    <a:lnTo>
                      <a:pt x="402" y="342"/>
                    </a:lnTo>
                    <a:lnTo>
                      <a:pt x="402" y="336"/>
                    </a:lnTo>
                    <a:lnTo>
                      <a:pt x="408" y="318"/>
                    </a:lnTo>
                    <a:lnTo>
                      <a:pt x="408" y="264"/>
                    </a:lnTo>
                    <a:lnTo>
                      <a:pt x="414" y="252"/>
                    </a:lnTo>
                    <a:lnTo>
                      <a:pt x="420" y="246"/>
                    </a:lnTo>
                    <a:lnTo>
                      <a:pt x="516" y="246"/>
                    </a:lnTo>
                    <a:lnTo>
                      <a:pt x="540" y="270"/>
                    </a:lnTo>
                    <a:lnTo>
                      <a:pt x="552" y="276"/>
                    </a:lnTo>
                    <a:lnTo>
                      <a:pt x="558" y="282"/>
                    </a:lnTo>
                    <a:lnTo>
                      <a:pt x="576" y="276"/>
                    </a:lnTo>
                    <a:lnTo>
                      <a:pt x="564" y="216"/>
                    </a:lnTo>
                    <a:lnTo>
                      <a:pt x="576" y="222"/>
                    </a:lnTo>
                    <a:lnTo>
                      <a:pt x="582" y="234"/>
                    </a:lnTo>
                    <a:lnTo>
                      <a:pt x="594" y="240"/>
                    </a:lnTo>
                    <a:lnTo>
                      <a:pt x="636" y="240"/>
                    </a:lnTo>
                    <a:lnTo>
                      <a:pt x="630" y="234"/>
                    </a:lnTo>
                    <a:lnTo>
                      <a:pt x="624" y="222"/>
                    </a:lnTo>
                    <a:lnTo>
                      <a:pt x="618" y="216"/>
                    </a:lnTo>
                    <a:lnTo>
                      <a:pt x="606" y="192"/>
                    </a:lnTo>
                    <a:lnTo>
                      <a:pt x="606" y="186"/>
                    </a:lnTo>
                    <a:lnTo>
                      <a:pt x="612" y="180"/>
                    </a:lnTo>
                    <a:lnTo>
                      <a:pt x="624" y="180"/>
                    </a:lnTo>
                    <a:lnTo>
                      <a:pt x="642" y="186"/>
                    </a:lnTo>
                    <a:lnTo>
                      <a:pt x="654" y="186"/>
                    </a:lnTo>
                    <a:lnTo>
                      <a:pt x="660" y="192"/>
                    </a:lnTo>
                    <a:lnTo>
                      <a:pt x="666" y="192"/>
                    </a:lnTo>
                    <a:lnTo>
                      <a:pt x="690" y="162"/>
                    </a:lnTo>
                    <a:lnTo>
                      <a:pt x="666" y="156"/>
                    </a:lnTo>
                    <a:lnTo>
                      <a:pt x="660" y="144"/>
                    </a:lnTo>
                    <a:lnTo>
                      <a:pt x="642" y="126"/>
                    </a:lnTo>
                    <a:lnTo>
                      <a:pt x="630" y="120"/>
                    </a:lnTo>
                    <a:lnTo>
                      <a:pt x="612" y="120"/>
                    </a:lnTo>
                    <a:lnTo>
                      <a:pt x="600" y="114"/>
                    </a:lnTo>
                    <a:lnTo>
                      <a:pt x="588" y="114"/>
                    </a:lnTo>
                    <a:lnTo>
                      <a:pt x="588" y="108"/>
                    </a:lnTo>
                    <a:lnTo>
                      <a:pt x="582" y="102"/>
                    </a:lnTo>
                    <a:lnTo>
                      <a:pt x="582" y="90"/>
                    </a:lnTo>
                    <a:lnTo>
                      <a:pt x="576" y="78"/>
                    </a:lnTo>
                    <a:lnTo>
                      <a:pt x="564" y="66"/>
                    </a:lnTo>
                    <a:lnTo>
                      <a:pt x="540" y="54"/>
                    </a:lnTo>
                    <a:lnTo>
                      <a:pt x="534" y="60"/>
                    </a:lnTo>
                    <a:lnTo>
                      <a:pt x="528" y="60"/>
                    </a:lnTo>
                    <a:lnTo>
                      <a:pt x="510" y="0"/>
                    </a:lnTo>
                    <a:lnTo>
                      <a:pt x="504" y="18"/>
                    </a:lnTo>
                    <a:lnTo>
                      <a:pt x="492" y="0"/>
                    </a:lnTo>
                    <a:lnTo>
                      <a:pt x="480" y="60"/>
                    </a:lnTo>
                    <a:lnTo>
                      <a:pt x="468" y="66"/>
                    </a:lnTo>
                    <a:lnTo>
                      <a:pt x="462" y="66"/>
                    </a:lnTo>
                    <a:lnTo>
                      <a:pt x="450" y="72"/>
                    </a:lnTo>
                    <a:lnTo>
                      <a:pt x="438" y="96"/>
                    </a:lnTo>
                    <a:lnTo>
                      <a:pt x="438" y="114"/>
                    </a:lnTo>
                    <a:lnTo>
                      <a:pt x="408" y="126"/>
                    </a:lnTo>
                    <a:lnTo>
                      <a:pt x="420" y="162"/>
                    </a:lnTo>
                    <a:lnTo>
                      <a:pt x="408" y="162"/>
                    </a:lnTo>
                    <a:lnTo>
                      <a:pt x="390" y="156"/>
                    </a:lnTo>
                    <a:lnTo>
                      <a:pt x="378" y="156"/>
                    </a:lnTo>
                    <a:lnTo>
                      <a:pt x="360" y="150"/>
                    </a:lnTo>
                    <a:lnTo>
                      <a:pt x="354" y="150"/>
                    </a:lnTo>
                    <a:lnTo>
                      <a:pt x="342" y="156"/>
                    </a:lnTo>
                    <a:lnTo>
                      <a:pt x="342" y="168"/>
                    </a:lnTo>
                    <a:lnTo>
                      <a:pt x="336" y="180"/>
                    </a:lnTo>
                    <a:lnTo>
                      <a:pt x="336" y="204"/>
                    </a:lnTo>
                    <a:lnTo>
                      <a:pt x="294" y="246"/>
                    </a:lnTo>
                    <a:lnTo>
                      <a:pt x="294" y="258"/>
                    </a:lnTo>
                    <a:lnTo>
                      <a:pt x="282" y="294"/>
                    </a:lnTo>
                    <a:lnTo>
                      <a:pt x="276" y="306"/>
                    </a:lnTo>
                    <a:lnTo>
                      <a:pt x="264" y="318"/>
                    </a:lnTo>
                    <a:lnTo>
                      <a:pt x="228" y="336"/>
                    </a:lnTo>
                    <a:lnTo>
                      <a:pt x="186" y="342"/>
                    </a:lnTo>
                    <a:lnTo>
                      <a:pt x="162" y="348"/>
                    </a:lnTo>
                    <a:lnTo>
                      <a:pt x="156" y="354"/>
                    </a:lnTo>
                    <a:lnTo>
                      <a:pt x="132" y="366"/>
                    </a:lnTo>
                    <a:lnTo>
                      <a:pt x="114" y="384"/>
                    </a:lnTo>
                    <a:lnTo>
                      <a:pt x="102" y="390"/>
                    </a:lnTo>
                    <a:lnTo>
                      <a:pt x="84" y="426"/>
                    </a:lnTo>
                    <a:lnTo>
                      <a:pt x="102" y="444"/>
                    </a:lnTo>
                    <a:lnTo>
                      <a:pt x="102" y="462"/>
                    </a:lnTo>
                    <a:lnTo>
                      <a:pt x="96" y="474"/>
                    </a:lnTo>
                    <a:lnTo>
                      <a:pt x="84" y="480"/>
                    </a:lnTo>
                    <a:lnTo>
                      <a:pt x="72" y="480"/>
                    </a:lnTo>
                    <a:lnTo>
                      <a:pt x="48" y="468"/>
                    </a:lnTo>
                    <a:lnTo>
                      <a:pt x="42" y="462"/>
                    </a:lnTo>
                    <a:lnTo>
                      <a:pt x="30" y="456"/>
                    </a:lnTo>
                    <a:lnTo>
                      <a:pt x="24" y="456"/>
                    </a:lnTo>
                    <a:lnTo>
                      <a:pt x="12" y="462"/>
                    </a:lnTo>
                    <a:lnTo>
                      <a:pt x="0" y="474"/>
                    </a:lnTo>
                    <a:lnTo>
                      <a:pt x="0" y="492"/>
                    </a:lnTo>
                    <a:lnTo>
                      <a:pt x="12" y="50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2" name="Malawi" descr="© INSCALE GmbH, 05.05.2010&#10;http://www.presentationload.com/">
                <a:extLst>
                  <a:ext uri="{FF2B5EF4-FFF2-40B4-BE49-F238E27FC236}">
                    <a16:creationId xmlns:a16="http://schemas.microsoft.com/office/drawing/2014/main" id="{5246C373-75B8-2044-89C7-463D0782C7B2}"/>
                  </a:ext>
                </a:extLst>
              </p:cNvPr>
              <p:cNvSpPr>
                <a:spLocks/>
              </p:cNvSpPr>
              <p:nvPr/>
            </p:nvSpPr>
            <p:spPr bwMode="gray">
              <a:xfrm>
                <a:off x="5111474" y="3506059"/>
                <a:ext cx="88942" cy="237181"/>
              </a:xfrm>
              <a:custGeom>
                <a:avLst/>
                <a:gdLst>
                  <a:gd name="T0" fmla="*/ 2147483647 w 234"/>
                  <a:gd name="T1" fmla="*/ 2147483647 h 624"/>
                  <a:gd name="T2" fmla="*/ 2147483647 w 234"/>
                  <a:gd name="T3" fmla="*/ 2147483647 h 624"/>
                  <a:gd name="T4" fmla="*/ 2147483647 w 234"/>
                  <a:gd name="T5" fmla="*/ 2147483647 h 624"/>
                  <a:gd name="T6" fmla="*/ 2147483647 w 234"/>
                  <a:gd name="T7" fmla="*/ 2147483647 h 624"/>
                  <a:gd name="T8" fmla="*/ 2147483647 w 234"/>
                  <a:gd name="T9" fmla="*/ 2147483647 h 624"/>
                  <a:gd name="T10" fmla="*/ 2147483647 w 234"/>
                  <a:gd name="T11" fmla="*/ 2147483647 h 624"/>
                  <a:gd name="T12" fmla="*/ 2147483647 w 234"/>
                  <a:gd name="T13" fmla="*/ 2147483647 h 624"/>
                  <a:gd name="T14" fmla="*/ 2147483647 w 234"/>
                  <a:gd name="T15" fmla="*/ 2147483647 h 624"/>
                  <a:gd name="T16" fmla="*/ 2147483647 w 234"/>
                  <a:gd name="T17" fmla="*/ 2147483647 h 624"/>
                  <a:gd name="T18" fmla="*/ 2147483647 w 234"/>
                  <a:gd name="T19" fmla="*/ 2147483647 h 624"/>
                  <a:gd name="T20" fmla="*/ 2147483647 w 234"/>
                  <a:gd name="T21" fmla="*/ 2147483647 h 624"/>
                  <a:gd name="T22" fmla="*/ 2147483647 w 234"/>
                  <a:gd name="T23" fmla="*/ 2147483647 h 624"/>
                  <a:gd name="T24" fmla="*/ 2147483647 w 234"/>
                  <a:gd name="T25" fmla="*/ 2147483647 h 624"/>
                  <a:gd name="T26" fmla="*/ 2147483647 w 234"/>
                  <a:gd name="T27" fmla="*/ 2147483647 h 624"/>
                  <a:gd name="T28" fmla="*/ 2147483647 w 234"/>
                  <a:gd name="T29" fmla="*/ 2147483647 h 624"/>
                  <a:gd name="T30" fmla="*/ 2147483647 w 234"/>
                  <a:gd name="T31" fmla="*/ 2147483647 h 624"/>
                  <a:gd name="T32" fmla="*/ 2147483647 w 234"/>
                  <a:gd name="T33" fmla="*/ 2147483647 h 624"/>
                  <a:gd name="T34" fmla="*/ 2147483647 w 234"/>
                  <a:gd name="T35" fmla="*/ 2147483647 h 624"/>
                  <a:gd name="T36" fmla="*/ 2147483647 w 234"/>
                  <a:gd name="T37" fmla="*/ 2147483647 h 624"/>
                  <a:gd name="T38" fmla="*/ 2147483647 w 234"/>
                  <a:gd name="T39" fmla="*/ 2147483647 h 624"/>
                  <a:gd name="T40" fmla="*/ 2147483647 w 234"/>
                  <a:gd name="T41" fmla="*/ 2147483647 h 624"/>
                  <a:gd name="T42" fmla="*/ 2147483647 w 234"/>
                  <a:gd name="T43" fmla="*/ 2147483647 h 624"/>
                  <a:gd name="T44" fmla="*/ 2147483647 w 234"/>
                  <a:gd name="T45" fmla="*/ 2147483647 h 624"/>
                  <a:gd name="T46" fmla="*/ 2147483647 w 234"/>
                  <a:gd name="T47" fmla="*/ 0 h 624"/>
                  <a:gd name="T48" fmla="*/ 2147483647 w 234"/>
                  <a:gd name="T49" fmla="*/ 2147483647 h 624"/>
                  <a:gd name="T50" fmla="*/ 2147483647 w 234"/>
                  <a:gd name="T51" fmla="*/ 2147483647 h 624"/>
                  <a:gd name="T52" fmla="*/ 2147483647 w 234"/>
                  <a:gd name="T53" fmla="*/ 2147483647 h 624"/>
                  <a:gd name="T54" fmla="*/ 2147483647 w 234"/>
                  <a:gd name="T55" fmla="*/ 2147483647 h 624"/>
                  <a:gd name="T56" fmla="*/ 2147483647 w 234"/>
                  <a:gd name="T57" fmla="*/ 2147483647 h 624"/>
                  <a:gd name="T58" fmla="*/ 2147483647 w 234"/>
                  <a:gd name="T59" fmla="*/ 2147483647 h 624"/>
                  <a:gd name="T60" fmla="*/ 2147483647 w 234"/>
                  <a:gd name="T61" fmla="*/ 2147483647 h 624"/>
                  <a:gd name="T62" fmla="*/ 2147483647 w 234"/>
                  <a:gd name="T63" fmla="*/ 2147483647 h 624"/>
                  <a:gd name="T64" fmla="*/ 2147483647 w 234"/>
                  <a:gd name="T65" fmla="*/ 2147483647 h 624"/>
                  <a:gd name="T66" fmla="*/ 2147483647 w 234"/>
                  <a:gd name="T67" fmla="*/ 2147483647 h 624"/>
                  <a:gd name="T68" fmla="*/ 2147483647 w 234"/>
                  <a:gd name="T69" fmla="*/ 2147483647 h 624"/>
                  <a:gd name="T70" fmla="*/ 2147483647 w 234"/>
                  <a:gd name="T71" fmla="*/ 2147483647 h 624"/>
                  <a:gd name="T72" fmla="*/ 2147483647 w 234"/>
                  <a:gd name="T73" fmla="*/ 2147483647 h 624"/>
                  <a:gd name="T74" fmla="*/ 0 w 234"/>
                  <a:gd name="T75" fmla="*/ 2147483647 h 624"/>
                  <a:gd name="T76" fmla="*/ 2147483647 w 234"/>
                  <a:gd name="T77" fmla="*/ 2147483647 h 624"/>
                  <a:gd name="T78" fmla="*/ 2147483647 w 234"/>
                  <a:gd name="T79" fmla="*/ 2147483647 h 624"/>
                  <a:gd name="T80" fmla="*/ 2147483647 w 234"/>
                  <a:gd name="T81" fmla="*/ 2147483647 h 624"/>
                  <a:gd name="T82" fmla="*/ 2147483647 w 234"/>
                  <a:gd name="T83" fmla="*/ 2147483647 h 624"/>
                  <a:gd name="T84" fmla="*/ 2147483647 w 234"/>
                  <a:gd name="T85" fmla="*/ 2147483647 h 624"/>
                  <a:gd name="T86" fmla="*/ 2147483647 w 234"/>
                  <a:gd name="T87" fmla="*/ 2147483647 h 624"/>
                  <a:gd name="T88" fmla="*/ 2147483647 w 234"/>
                  <a:gd name="T89" fmla="*/ 2147483647 h 624"/>
                  <a:gd name="T90" fmla="*/ 2147483647 w 234"/>
                  <a:gd name="T91" fmla="*/ 2147483647 h 624"/>
                  <a:gd name="T92" fmla="*/ 2147483647 w 234"/>
                  <a:gd name="T93" fmla="*/ 2147483647 h 624"/>
                  <a:gd name="T94" fmla="*/ 2147483647 w 234"/>
                  <a:gd name="T95" fmla="*/ 2147483647 h 624"/>
                  <a:gd name="T96" fmla="*/ 2147483647 w 234"/>
                  <a:gd name="T97" fmla="*/ 2147483647 h 624"/>
                  <a:gd name="T98" fmla="*/ 2147483647 w 234"/>
                  <a:gd name="T99" fmla="*/ 2147483647 h 624"/>
                  <a:gd name="T100" fmla="*/ 2147483647 w 234"/>
                  <a:gd name="T101" fmla="*/ 2147483647 h 624"/>
                  <a:gd name="T102" fmla="*/ 2147483647 w 234"/>
                  <a:gd name="T103" fmla="*/ 2147483647 h 624"/>
                  <a:gd name="T104" fmla="*/ 2147483647 w 234"/>
                  <a:gd name="T105" fmla="*/ 2147483647 h 624"/>
                  <a:gd name="T106" fmla="*/ 2147483647 w 234"/>
                  <a:gd name="T107" fmla="*/ 2147483647 h 624"/>
                  <a:gd name="T108" fmla="*/ 2147483647 w 234"/>
                  <a:gd name="T109" fmla="*/ 2147483647 h 624"/>
                  <a:gd name="T110" fmla="*/ 2147483647 w 234"/>
                  <a:gd name="T111" fmla="*/ 2147483647 h 624"/>
                  <a:gd name="T112" fmla="*/ 2147483647 w 234"/>
                  <a:gd name="T113" fmla="*/ 2147483647 h 624"/>
                  <a:gd name="T114" fmla="*/ 2147483647 w 234"/>
                  <a:gd name="T115" fmla="*/ 2147483647 h 624"/>
                  <a:gd name="T116" fmla="*/ 2147483647 w 234"/>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34"/>
                  <a:gd name="T178" fmla="*/ 0 h 624"/>
                  <a:gd name="T179" fmla="*/ 234 w 234"/>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34" h="624">
                    <a:moveTo>
                      <a:pt x="234" y="432"/>
                    </a:moveTo>
                    <a:lnTo>
                      <a:pt x="222" y="420"/>
                    </a:lnTo>
                    <a:lnTo>
                      <a:pt x="210" y="402"/>
                    </a:lnTo>
                    <a:lnTo>
                      <a:pt x="204" y="390"/>
                    </a:lnTo>
                    <a:lnTo>
                      <a:pt x="198" y="384"/>
                    </a:lnTo>
                    <a:lnTo>
                      <a:pt x="186" y="360"/>
                    </a:lnTo>
                    <a:lnTo>
                      <a:pt x="162" y="336"/>
                    </a:lnTo>
                    <a:lnTo>
                      <a:pt x="156" y="336"/>
                    </a:lnTo>
                    <a:lnTo>
                      <a:pt x="156" y="330"/>
                    </a:lnTo>
                    <a:lnTo>
                      <a:pt x="150" y="330"/>
                    </a:lnTo>
                    <a:lnTo>
                      <a:pt x="150" y="342"/>
                    </a:lnTo>
                    <a:lnTo>
                      <a:pt x="156" y="342"/>
                    </a:lnTo>
                    <a:lnTo>
                      <a:pt x="168" y="354"/>
                    </a:lnTo>
                    <a:lnTo>
                      <a:pt x="168" y="366"/>
                    </a:lnTo>
                    <a:lnTo>
                      <a:pt x="174" y="378"/>
                    </a:lnTo>
                    <a:lnTo>
                      <a:pt x="174" y="390"/>
                    </a:lnTo>
                    <a:lnTo>
                      <a:pt x="168" y="396"/>
                    </a:lnTo>
                    <a:lnTo>
                      <a:pt x="162" y="396"/>
                    </a:lnTo>
                    <a:lnTo>
                      <a:pt x="162" y="390"/>
                    </a:lnTo>
                    <a:lnTo>
                      <a:pt x="156" y="384"/>
                    </a:lnTo>
                    <a:lnTo>
                      <a:pt x="156" y="378"/>
                    </a:lnTo>
                    <a:lnTo>
                      <a:pt x="144" y="384"/>
                    </a:lnTo>
                    <a:lnTo>
                      <a:pt x="132" y="384"/>
                    </a:lnTo>
                    <a:lnTo>
                      <a:pt x="132" y="360"/>
                    </a:lnTo>
                    <a:lnTo>
                      <a:pt x="126" y="354"/>
                    </a:lnTo>
                    <a:lnTo>
                      <a:pt x="126" y="342"/>
                    </a:lnTo>
                    <a:lnTo>
                      <a:pt x="120" y="330"/>
                    </a:lnTo>
                    <a:lnTo>
                      <a:pt x="120" y="282"/>
                    </a:lnTo>
                    <a:lnTo>
                      <a:pt x="84" y="246"/>
                    </a:lnTo>
                    <a:lnTo>
                      <a:pt x="90" y="240"/>
                    </a:lnTo>
                    <a:lnTo>
                      <a:pt x="90" y="222"/>
                    </a:lnTo>
                    <a:lnTo>
                      <a:pt x="96" y="210"/>
                    </a:lnTo>
                    <a:lnTo>
                      <a:pt x="114" y="192"/>
                    </a:lnTo>
                    <a:lnTo>
                      <a:pt x="120" y="180"/>
                    </a:lnTo>
                    <a:lnTo>
                      <a:pt x="126" y="174"/>
                    </a:lnTo>
                    <a:lnTo>
                      <a:pt x="126" y="156"/>
                    </a:lnTo>
                    <a:lnTo>
                      <a:pt x="120" y="150"/>
                    </a:lnTo>
                    <a:lnTo>
                      <a:pt x="120" y="102"/>
                    </a:lnTo>
                    <a:lnTo>
                      <a:pt x="114" y="78"/>
                    </a:lnTo>
                    <a:lnTo>
                      <a:pt x="114" y="60"/>
                    </a:lnTo>
                    <a:lnTo>
                      <a:pt x="102" y="60"/>
                    </a:lnTo>
                    <a:lnTo>
                      <a:pt x="84" y="42"/>
                    </a:lnTo>
                    <a:lnTo>
                      <a:pt x="84" y="36"/>
                    </a:lnTo>
                    <a:lnTo>
                      <a:pt x="90" y="24"/>
                    </a:lnTo>
                    <a:lnTo>
                      <a:pt x="90" y="18"/>
                    </a:lnTo>
                    <a:lnTo>
                      <a:pt x="60" y="18"/>
                    </a:lnTo>
                    <a:lnTo>
                      <a:pt x="54" y="0"/>
                    </a:lnTo>
                    <a:lnTo>
                      <a:pt x="30" y="0"/>
                    </a:lnTo>
                    <a:lnTo>
                      <a:pt x="30" y="12"/>
                    </a:lnTo>
                    <a:lnTo>
                      <a:pt x="42" y="12"/>
                    </a:lnTo>
                    <a:lnTo>
                      <a:pt x="54" y="24"/>
                    </a:lnTo>
                    <a:lnTo>
                      <a:pt x="54" y="66"/>
                    </a:lnTo>
                    <a:lnTo>
                      <a:pt x="60" y="66"/>
                    </a:lnTo>
                    <a:lnTo>
                      <a:pt x="66" y="60"/>
                    </a:lnTo>
                    <a:lnTo>
                      <a:pt x="66" y="84"/>
                    </a:lnTo>
                    <a:lnTo>
                      <a:pt x="78" y="84"/>
                    </a:lnTo>
                    <a:lnTo>
                      <a:pt x="78" y="96"/>
                    </a:lnTo>
                    <a:lnTo>
                      <a:pt x="54" y="108"/>
                    </a:lnTo>
                    <a:lnTo>
                      <a:pt x="48" y="114"/>
                    </a:lnTo>
                    <a:lnTo>
                      <a:pt x="42" y="114"/>
                    </a:lnTo>
                    <a:lnTo>
                      <a:pt x="42" y="132"/>
                    </a:lnTo>
                    <a:lnTo>
                      <a:pt x="54" y="138"/>
                    </a:lnTo>
                    <a:lnTo>
                      <a:pt x="48" y="156"/>
                    </a:lnTo>
                    <a:lnTo>
                      <a:pt x="48" y="228"/>
                    </a:lnTo>
                    <a:lnTo>
                      <a:pt x="60" y="228"/>
                    </a:lnTo>
                    <a:lnTo>
                      <a:pt x="60" y="234"/>
                    </a:lnTo>
                    <a:lnTo>
                      <a:pt x="42" y="252"/>
                    </a:lnTo>
                    <a:lnTo>
                      <a:pt x="30" y="258"/>
                    </a:lnTo>
                    <a:lnTo>
                      <a:pt x="24" y="264"/>
                    </a:lnTo>
                    <a:lnTo>
                      <a:pt x="18" y="264"/>
                    </a:lnTo>
                    <a:lnTo>
                      <a:pt x="24" y="300"/>
                    </a:lnTo>
                    <a:lnTo>
                      <a:pt x="18" y="312"/>
                    </a:lnTo>
                    <a:lnTo>
                      <a:pt x="12" y="318"/>
                    </a:lnTo>
                    <a:lnTo>
                      <a:pt x="6" y="330"/>
                    </a:lnTo>
                    <a:lnTo>
                      <a:pt x="0" y="336"/>
                    </a:lnTo>
                    <a:lnTo>
                      <a:pt x="0" y="342"/>
                    </a:lnTo>
                    <a:lnTo>
                      <a:pt x="12" y="348"/>
                    </a:lnTo>
                    <a:lnTo>
                      <a:pt x="24" y="360"/>
                    </a:lnTo>
                    <a:lnTo>
                      <a:pt x="36" y="366"/>
                    </a:lnTo>
                    <a:lnTo>
                      <a:pt x="66" y="414"/>
                    </a:lnTo>
                    <a:lnTo>
                      <a:pt x="96" y="414"/>
                    </a:lnTo>
                    <a:lnTo>
                      <a:pt x="102" y="408"/>
                    </a:lnTo>
                    <a:lnTo>
                      <a:pt x="120" y="408"/>
                    </a:lnTo>
                    <a:lnTo>
                      <a:pt x="126" y="414"/>
                    </a:lnTo>
                    <a:lnTo>
                      <a:pt x="126" y="450"/>
                    </a:lnTo>
                    <a:lnTo>
                      <a:pt x="132" y="450"/>
                    </a:lnTo>
                    <a:lnTo>
                      <a:pt x="126" y="480"/>
                    </a:lnTo>
                    <a:lnTo>
                      <a:pt x="114" y="486"/>
                    </a:lnTo>
                    <a:lnTo>
                      <a:pt x="126" y="504"/>
                    </a:lnTo>
                    <a:lnTo>
                      <a:pt x="120" y="510"/>
                    </a:lnTo>
                    <a:lnTo>
                      <a:pt x="108" y="516"/>
                    </a:lnTo>
                    <a:lnTo>
                      <a:pt x="102" y="522"/>
                    </a:lnTo>
                    <a:lnTo>
                      <a:pt x="102" y="528"/>
                    </a:lnTo>
                    <a:lnTo>
                      <a:pt x="114" y="528"/>
                    </a:lnTo>
                    <a:lnTo>
                      <a:pt x="114" y="558"/>
                    </a:lnTo>
                    <a:lnTo>
                      <a:pt x="126" y="564"/>
                    </a:lnTo>
                    <a:lnTo>
                      <a:pt x="132" y="570"/>
                    </a:lnTo>
                    <a:lnTo>
                      <a:pt x="144" y="576"/>
                    </a:lnTo>
                    <a:lnTo>
                      <a:pt x="150" y="582"/>
                    </a:lnTo>
                    <a:lnTo>
                      <a:pt x="162" y="588"/>
                    </a:lnTo>
                    <a:lnTo>
                      <a:pt x="162" y="600"/>
                    </a:lnTo>
                    <a:lnTo>
                      <a:pt x="156" y="606"/>
                    </a:lnTo>
                    <a:lnTo>
                      <a:pt x="156" y="618"/>
                    </a:lnTo>
                    <a:lnTo>
                      <a:pt x="162" y="624"/>
                    </a:lnTo>
                    <a:lnTo>
                      <a:pt x="168" y="618"/>
                    </a:lnTo>
                    <a:lnTo>
                      <a:pt x="180" y="612"/>
                    </a:lnTo>
                    <a:lnTo>
                      <a:pt x="180" y="582"/>
                    </a:lnTo>
                    <a:lnTo>
                      <a:pt x="174" y="576"/>
                    </a:lnTo>
                    <a:lnTo>
                      <a:pt x="168" y="576"/>
                    </a:lnTo>
                    <a:lnTo>
                      <a:pt x="168" y="558"/>
                    </a:lnTo>
                    <a:lnTo>
                      <a:pt x="174" y="546"/>
                    </a:lnTo>
                    <a:lnTo>
                      <a:pt x="186" y="540"/>
                    </a:lnTo>
                    <a:lnTo>
                      <a:pt x="210" y="540"/>
                    </a:lnTo>
                    <a:lnTo>
                      <a:pt x="216" y="534"/>
                    </a:lnTo>
                    <a:lnTo>
                      <a:pt x="216" y="474"/>
                    </a:lnTo>
                    <a:lnTo>
                      <a:pt x="222" y="468"/>
                    </a:lnTo>
                    <a:lnTo>
                      <a:pt x="228" y="456"/>
                    </a:lnTo>
                    <a:lnTo>
                      <a:pt x="234" y="450"/>
                    </a:lnTo>
                    <a:lnTo>
                      <a:pt x="234" y="43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3" name="Madagascar" descr="© INSCALE GmbH, 05.05.2010&#10;http://www.presentationload.com/">
                <a:extLst>
                  <a:ext uri="{FF2B5EF4-FFF2-40B4-BE49-F238E27FC236}">
                    <a16:creationId xmlns:a16="http://schemas.microsoft.com/office/drawing/2014/main" id="{B8469ECC-8B85-2FD9-4736-0576DB0FB6D9}"/>
                  </a:ext>
                </a:extLst>
              </p:cNvPr>
              <p:cNvSpPr>
                <a:spLocks/>
              </p:cNvSpPr>
              <p:nvPr/>
            </p:nvSpPr>
            <p:spPr bwMode="gray">
              <a:xfrm>
                <a:off x="5370889" y="3593521"/>
                <a:ext cx="225320" cy="413584"/>
              </a:xfrm>
              <a:custGeom>
                <a:avLst/>
                <a:gdLst>
                  <a:gd name="T0" fmla="*/ 2147483647 w 594"/>
                  <a:gd name="T1" fmla="*/ 2147483647 h 1092"/>
                  <a:gd name="T2" fmla="*/ 2147483647 w 594"/>
                  <a:gd name="T3" fmla="*/ 2147483647 h 1092"/>
                  <a:gd name="T4" fmla="*/ 2147483647 w 594"/>
                  <a:gd name="T5" fmla="*/ 2147483647 h 1092"/>
                  <a:gd name="T6" fmla="*/ 2147483647 w 594"/>
                  <a:gd name="T7" fmla="*/ 2147483647 h 1092"/>
                  <a:gd name="T8" fmla="*/ 2147483647 w 594"/>
                  <a:gd name="T9" fmla="*/ 2147483647 h 1092"/>
                  <a:gd name="T10" fmla="*/ 2147483647 w 594"/>
                  <a:gd name="T11" fmla="*/ 2147483647 h 1092"/>
                  <a:gd name="T12" fmla="*/ 2147483647 w 594"/>
                  <a:gd name="T13" fmla="*/ 2147483647 h 1092"/>
                  <a:gd name="T14" fmla="*/ 2147483647 w 594"/>
                  <a:gd name="T15" fmla="*/ 2147483647 h 1092"/>
                  <a:gd name="T16" fmla="*/ 2147483647 w 594"/>
                  <a:gd name="T17" fmla="*/ 2147483647 h 1092"/>
                  <a:gd name="T18" fmla="*/ 2147483647 w 594"/>
                  <a:gd name="T19" fmla="*/ 2147483647 h 1092"/>
                  <a:gd name="T20" fmla="*/ 2147483647 w 594"/>
                  <a:gd name="T21" fmla="*/ 2147483647 h 1092"/>
                  <a:gd name="T22" fmla="*/ 2147483647 w 594"/>
                  <a:gd name="T23" fmla="*/ 2147483647 h 1092"/>
                  <a:gd name="T24" fmla="*/ 2147483647 w 594"/>
                  <a:gd name="T25" fmla="*/ 2147483647 h 1092"/>
                  <a:gd name="T26" fmla="*/ 2147483647 w 594"/>
                  <a:gd name="T27" fmla="*/ 2147483647 h 1092"/>
                  <a:gd name="T28" fmla="*/ 2147483647 w 594"/>
                  <a:gd name="T29" fmla="*/ 2147483647 h 1092"/>
                  <a:gd name="T30" fmla="*/ 2147483647 w 594"/>
                  <a:gd name="T31" fmla="*/ 2147483647 h 1092"/>
                  <a:gd name="T32" fmla="*/ 2147483647 w 594"/>
                  <a:gd name="T33" fmla="*/ 0 h 1092"/>
                  <a:gd name="T34" fmla="*/ 2147483647 w 594"/>
                  <a:gd name="T35" fmla="*/ 2147483647 h 1092"/>
                  <a:gd name="T36" fmla="*/ 2147483647 w 594"/>
                  <a:gd name="T37" fmla="*/ 2147483647 h 1092"/>
                  <a:gd name="T38" fmla="*/ 2147483647 w 594"/>
                  <a:gd name="T39" fmla="*/ 2147483647 h 1092"/>
                  <a:gd name="T40" fmla="*/ 2147483647 w 594"/>
                  <a:gd name="T41" fmla="*/ 2147483647 h 1092"/>
                  <a:gd name="T42" fmla="*/ 2147483647 w 594"/>
                  <a:gd name="T43" fmla="*/ 2147483647 h 1092"/>
                  <a:gd name="T44" fmla="*/ 2147483647 w 594"/>
                  <a:gd name="T45" fmla="*/ 2147483647 h 1092"/>
                  <a:gd name="T46" fmla="*/ 2147483647 w 594"/>
                  <a:gd name="T47" fmla="*/ 2147483647 h 1092"/>
                  <a:gd name="T48" fmla="*/ 2147483647 w 594"/>
                  <a:gd name="T49" fmla="*/ 2147483647 h 1092"/>
                  <a:gd name="T50" fmla="*/ 2147483647 w 594"/>
                  <a:gd name="T51" fmla="*/ 2147483647 h 1092"/>
                  <a:gd name="T52" fmla="*/ 2147483647 w 594"/>
                  <a:gd name="T53" fmla="*/ 2147483647 h 1092"/>
                  <a:gd name="T54" fmla="*/ 2147483647 w 594"/>
                  <a:gd name="T55" fmla="*/ 2147483647 h 1092"/>
                  <a:gd name="T56" fmla="*/ 2147483647 w 594"/>
                  <a:gd name="T57" fmla="*/ 2147483647 h 1092"/>
                  <a:gd name="T58" fmla="*/ 2147483647 w 594"/>
                  <a:gd name="T59" fmla="*/ 2147483647 h 1092"/>
                  <a:gd name="T60" fmla="*/ 2147483647 w 594"/>
                  <a:gd name="T61" fmla="*/ 2147483647 h 1092"/>
                  <a:gd name="T62" fmla="*/ 2147483647 w 594"/>
                  <a:gd name="T63" fmla="*/ 2147483647 h 1092"/>
                  <a:gd name="T64" fmla="*/ 2147483647 w 594"/>
                  <a:gd name="T65" fmla="*/ 2147483647 h 1092"/>
                  <a:gd name="T66" fmla="*/ 2147483647 w 594"/>
                  <a:gd name="T67" fmla="*/ 2147483647 h 1092"/>
                  <a:gd name="T68" fmla="*/ 2147483647 w 594"/>
                  <a:gd name="T69" fmla="*/ 2147483647 h 1092"/>
                  <a:gd name="T70" fmla="*/ 2147483647 w 594"/>
                  <a:gd name="T71" fmla="*/ 2147483647 h 1092"/>
                  <a:gd name="T72" fmla="*/ 2147483647 w 594"/>
                  <a:gd name="T73" fmla="*/ 2147483647 h 1092"/>
                  <a:gd name="T74" fmla="*/ 2147483647 w 594"/>
                  <a:gd name="T75" fmla="*/ 2147483647 h 1092"/>
                  <a:gd name="T76" fmla="*/ 2147483647 w 594"/>
                  <a:gd name="T77" fmla="*/ 2147483647 h 1092"/>
                  <a:gd name="T78" fmla="*/ 2147483647 w 594"/>
                  <a:gd name="T79" fmla="*/ 2147483647 h 1092"/>
                  <a:gd name="T80" fmla="*/ 2147483647 w 594"/>
                  <a:gd name="T81" fmla="*/ 2147483647 h 1092"/>
                  <a:gd name="T82" fmla="*/ 2147483647 w 594"/>
                  <a:gd name="T83" fmla="*/ 2147483647 h 1092"/>
                  <a:gd name="T84" fmla="*/ 2147483647 w 594"/>
                  <a:gd name="T85" fmla="*/ 2147483647 h 1092"/>
                  <a:gd name="T86" fmla="*/ 0 w 594"/>
                  <a:gd name="T87" fmla="*/ 2147483647 h 1092"/>
                  <a:gd name="T88" fmla="*/ 2147483647 w 594"/>
                  <a:gd name="T89" fmla="*/ 2147483647 h 1092"/>
                  <a:gd name="T90" fmla="*/ 2147483647 w 594"/>
                  <a:gd name="T91" fmla="*/ 2147483647 h 1092"/>
                  <a:gd name="T92" fmla="*/ 2147483647 w 594"/>
                  <a:gd name="T93" fmla="*/ 2147483647 h 1092"/>
                  <a:gd name="T94" fmla="*/ 2147483647 w 594"/>
                  <a:gd name="T95" fmla="*/ 2147483647 h 1092"/>
                  <a:gd name="T96" fmla="*/ 2147483647 w 594"/>
                  <a:gd name="T97" fmla="*/ 2147483647 h 1092"/>
                  <a:gd name="T98" fmla="*/ 2147483647 w 594"/>
                  <a:gd name="T99" fmla="*/ 2147483647 h 1092"/>
                  <a:gd name="T100" fmla="*/ 2147483647 w 594"/>
                  <a:gd name="T101" fmla="*/ 2147483647 h 1092"/>
                  <a:gd name="T102" fmla="*/ 2147483647 w 594"/>
                  <a:gd name="T103" fmla="*/ 2147483647 h 109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94"/>
                  <a:gd name="T157" fmla="*/ 0 h 1092"/>
                  <a:gd name="T158" fmla="*/ 594 w 594"/>
                  <a:gd name="T159" fmla="*/ 1092 h 109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94" h="1092">
                    <a:moveTo>
                      <a:pt x="120" y="330"/>
                    </a:moveTo>
                    <a:lnTo>
                      <a:pt x="144" y="324"/>
                    </a:lnTo>
                    <a:lnTo>
                      <a:pt x="192" y="324"/>
                    </a:lnTo>
                    <a:lnTo>
                      <a:pt x="192" y="300"/>
                    </a:lnTo>
                    <a:lnTo>
                      <a:pt x="252" y="312"/>
                    </a:lnTo>
                    <a:lnTo>
                      <a:pt x="270" y="282"/>
                    </a:lnTo>
                    <a:lnTo>
                      <a:pt x="312" y="288"/>
                    </a:lnTo>
                    <a:lnTo>
                      <a:pt x="312" y="258"/>
                    </a:lnTo>
                    <a:lnTo>
                      <a:pt x="324" y="228"/>
                    </a:lnTo>
                    <a:lnTo>
                      <a:pt x="324" y="258"/>
                    </a:lnTo>
                    <a:lnTo>
                      <a:pt x="336" y="276"/>
                    </a:lnTo>
                    <a:lnTo>
                      <a:pt x="348" y="240"/>
                    </a:lnTo>
                    <a:lnTo>
                      <a:pt x="348" y="210"/>
                    </a:lnTo>
                    <a:lnTo>
                      <a:pt x="354" y="192"/>
                    </a:lnTo>
                    <a:lnTo>
                      <a:pt x="354" y="186"/>
                    </a:lnTo>
                    <a:lnTo>
                      <a:pt x="360" y="186"/>
                    </a:lnTo>
                    <a:lnTo>
                      <a:pt x="372" y="198"/>
                    </a:lnTo>
                    <a:lnTo>
                      <a:pt x="372" y="204"/>
                    </a:lnTo>
                    <a:lnTo>
                      <a:pt x="378" y="204"/>
                    </a:lnTo>
                    <a:lnTo>
                      <a:pt x="402" y="180"/>
                    </a:lnTo>
                    <a:lnTo>
                      <a:pt x="396" y="168"/>
                    </a:lnTo>
                    <a:lnTo>
                      <a:pt x="396" y="150"/>
                    </a:lnTo>
                    <a:lnTo>
                      <a:pt x="390" y="138"/>
                    </a:lnTo>
                    <a:lnTo>
                      <a:pt x="402" y="126"/>
                    </a:lnTo>
                    <a:lnTo>
                      <a:pt x="414" y="126"/>
                    </a:lnTo>
                    <a:lnTo>
                      <a:pt x="420" y="132"/>
                    </a:lnTo>
                    <a:lnTo>
                      <a:pt x="426" y="132"/>
                    </a:lnTo>
                    <a:lnTo>
                      <a:pt x="432" y="126"/>
                    </a:lnTo>
                    <a:lnTo>
                      <a:pt x="438" y="114"/>
                    </a:lnTo>
                    <a:lnTo>
                      <a:pt x="450" y="102"/>
                    </a:lnTo>
                    <a:lnTo>
                      <a:pt x="456" y="90"/>
                    </a:lnTo>
                    <a:lnTo>
                      <a:pt x="462" y="72"/>
                    </a:lnTo>
                    <a:lnTo>
                      <a:pt x="462" y="42"/>
                    </a:lnTo>
                    <a:lnTo>
                      <a:pt x="492" y="0"/>
                    </a:lnTo>
                    <a:lnTo>
                      <a:pt x="546" y="60"/>
                    </a:lnTo>
                    <a:lnTo>
                      <a:pt x="546" y="90"/>
                    </a:lnTo>
                    <a:lnTo>
                      <a:pt x="552" y="96"/>
                    </a:lnTo>
                    <a:lnTo>
                      <a:pt x="558" y="114"/>
                    </a:lnTo>
                    <a:lnTo>
                      <a:pt x="576" y="150"/>
                    </a:lnTo>
                    <a:lnTo>
                      <a:pt x="582" y="156"/>
                    </a:lnTo>
                    <a:lnTo>
                      <a:pt x="582" y="162"/>
                    </a:lnTo>
                    <a:lnTo>
                      <a:pt x="564" y="216"/>
                    </a:lnTo>
                    <a:lnTo>
                      <a:pt x="594" y="276"/>
                    </a:lnTo>
                    <a:lnTo>
                      <a:pt x="594" y="288"/>
                    </a:lnTo>
                    <a:lnTo>
                      <a:pt x="588" y="294"/>
                    </a:lnTo>
                    <a:lnTo>
                      <a:pt x="576" y="294"/>
                    </a:lnTo>
                    <a:lnTo>
                      <a:pt x="564" y="288"/>
                    </a:lnTo>
                    <a:lnTo>
                      <a:pt x="558" y="282"/>
                    </a:lnTo>
                    <a:lnTo>
                      <a:pt x="552" y="282"/>
                    </a:lnTo>
                    <a:lnTo>
                      <a:pt x="522" y="288"/>
                    </a:lnTo>
                    <a:lnTo>
                      <a:pt x="528" y="330"/>
                    </a:lnTo>
                    <a:lnTo>
                      <a:pt x="522" y="336"/>
                    </a:lnTo>
                    <a:lnTo>
                      <a:pt x="516" y="348"/>
                    </a:lnTo>
                    <a:lnTo>
                      <a:pt x="504" y="354"/>
                    </a:lnTo>
                    <a:lnTo>
                      <a:pt x="486" y="390"/>
                    </a:lnTo>
                    <a:lnTo>
                      <a:pt x="486" y="402"/>
                    </a:lnTo>
                    <a:lnTo>
                      <a:pt x="492" y="414"/>
                    </a:lnTo>
                    <a:lnTo>
                      <a:pt x="504" y="450"/>
                    </a:lnTo>
                    <a:lnTo>
                      <a:pt x="498" y="468"/>
                    </a:lnTo>
                    <a:lnTo>
                      <a:pt x="486" y="510"/>
                    </a:lnTo>
                    <a:lnTo>
                      <a:pt x="462" y="570"/>
                    </a:lnTo>
                    <a:lnTo>
                      <a:pt x="432" y="642"/>
                    </a:lnTo>
                    <a:lnTo>
                      <a:pt x="390" y="720"/>
                    </a:lnTo>
                    <a:lnTo>
                      <a:pt x="324" y="852"/>
                    </a:lnTo>
                    <a:lnTo>
                      <a:pt x="312" y="894"/>
                    </a:lnTo>
                    <a:lnTo>
                      <a:pt x="306" y="912"/>
                    </a:lnTo>
                    <a:lnTo>
                      <a:pt x="306" y="948"/>
                    </a:lnTo>
                    <a:lnTo>
                      <a:pt x="294" y="984"/>
                    </a:lnTo>
                    <a:lnTo>
                      <a:pt x="276" y="1014"/>
                    </a:lnTo>
                    <a:lnTo>
                      <a:pt x="258" y="1032"/>
                    </a:lnTo>
                    <a:lnTo>
                      <a:pt x="240" y="1044"/>
                    </a:lnTo>
                    <a:lnTo>
                      <a:pt x="222" y="1062"/>
                    </a:lnTo>
                    <a:lnTo>
                      <a:pt x="216" y="1062"/>
                    </a:lnTo>
                    <a:lnTo>
                      <a:pt x="210" y="1068"/>
                    </a:lnTo>
                    <a:lnTo>
                      <a:pt x="186" y="1068"/>
                    </a:lnTo>
                    <a:lnTo>
                      <a:pt x="150" y="1086"/>
                    </a:lnTo>
                    <a:lnTo>
                      <a:pt x="114" y="1092"/>
                    </a:lnTo>
                    <a:lnTo>
                      <a:pt x="78" y="1074"/>
                    </a:lnTo>
                    <a:lnTo>
                      <a:pt x="60" y="1056"/>
                    </a:lnTo>
                    <a:lnTo>
                      <a:pt x="48" y="1038"/>
                    </a:lnTo>
                    <a:lnTo>
                      <a:pt x="36" y="1026"/>
                    </a:lnTo>
                    <a:lnTo>
                      <a:pt x="36" y="1020"/>
                    </a:lnTo>
                    <a:lnTo>
                      <a:pt x="30" y="1014"/>
                    </a:lnTo>
                    <a:lnTo>
                      <a:pt x="48" y="990"/>
                    </a:lnTo>
                    <a:lnTo>
                      <a:pt x="42" y="978"/>
                    </a:lnTo>
                    <a:lnTo>
                      <a:pt x="24" y="948"/>
                    </a:lnTo>
                    <a:lnTo>
                      <a:pt x="12" y="900"/>
                    </a:lnTo>
                    <a:lnTo>
                      <a:pt x="0" y="834"/>
                    </a:lnTo>
                    <a:lnTo>
                      <a:pt x="0" y="786"/>
                    </a:lnTo>
                    <a:lnTo>
                      <a:pt x="6" y="756"/>
                    </a:lnTo>
                    <a:lnTo>
                      <a:pt x="18" y="738"/>
                    </a:lnTo>
                    <a:lnTo>
                      <a:pt x="60" y="696"/>
                    </a:lnTo>
                    <a:lnTo>
                      <a:pt x="72" y="678"/>
                    </a:lnTo>
                    <a:lnTo>
                      <a:pt x="90" y="672"/>
                    </a:lnTo>
                    <a:lnTo>
                      <a:pt x="96" y="660"/>
                    </a:lnTo>
                    <a:lnTo>
                      <a:pt x="108" y="654"/>
                    </a:lnTo>
                    <a:lnTo>
                      <a:pt x="108" y="636"/>
                    </a:lnTo>
                    <a:lnTo>
                      <a:pt x="102" y="600"/>
                    </a:lnTo>
                    <a:lnTo>
                      <a:pt x="96" y="558"/>
                    </a:lnTo>
                    <a:lnTo>
                      <a:pt x="96" y="522"/>
                    </a:lnTo>
                    <a:lnTo>
                      <a:pt x="78" y="432"/>
                    </a:lnTo>
                    <a:lnTo>
                      <a:pt x="90" y="408"/>
                    </a:lnTo>
                    <a:lnTo>
                      <a:pt x="132" y="366"/>
                    </a:lnTo>
                    <a:lnTo>
                      <a:pt x="132" y="360"/>
                    </a:lnTo>
                    <a:lnTo>
                      <a:pt x="120" y="33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4" name="Macedonia" descr="© INSCALE GmbH, 05.05.2010&#10;http://www.presentationload.com/">
                <a:extLst>
                  <a:ext uri="{FF2B5EF4-FFF2-40B4-BE49-F238E27FC236}">
                    <a16:creationId xmlns:a16="http://schemas.microsoft.com/office/drawing/2014/main" id="{855A4531-D953-A55F-2269-55F54F4366AB}"/>
                  </a:ext>
                </a:extLst>
              </p:cNvPr>
              <p:cNvSpPr>
                <a:spLocks/>
              </p:cNvSpPr>
              <p:nvPr/>
            </p:nvSpPr>
            <p:spPr bwMode="gray">
              <a:xfrm>
                <a:off x="4763115" y="1922880"/>
                <a:ext cx="62260" cy="48919"/>
              </a:xfrm>
              <a:custGeom>
                <a:avLst/>
                <a:gdLst>
                  <a:gd name="T0" fmla="*/ 2147483647 w 162"/>
                  <a:gd name="T1" fmla="*/ 2147483647 h 126"/>
                  <a:gd name="T2" fmla="*/ 2147483647 w 162"/>
                  <a:gd name="T3" fmla="*/ 2147483647 h 126"/>
                  <a:gd name="T4" fmla="*/ 2147483647 w 162"/>
                  <a:gd name="T5" fmla="*/ 2147483647 h 126"/>
                  <a:gd name="T6" fmla="*/ 2147483647 w 162"/>
                  <a:gd name="T7" fmla="*/ 2147483647 h 126"/>
                  <a:gd name="T8" fmla="*/ 2147483647 w 162"/>
                  <a:gd name="T9" fmla="*/ 0 h 126"/>
                  <a:gd name="T10" fmla="*/ 2147483647 w 162"/>
                  <a:gd name="T11" fmla="*/ 2147483647 h 126"/>
                  <a:gd name="T12" fmla="*/ 2147483647 w 162"/>
                  <a:gd name="T13" fmla="*/ 2147483647 h 126"/>
                  <a:gd name="T14" fmla="*/ 2147483647 w 162"/>
                  <a:gd name="T15" fmla="*/ 2147483647 h 126"/>
                  <a:gd name="T16" fmla="*/ 2147483647 w 162"/>
                  <a:gd name="T17" fmla="*/ 2147483647 h 126"/>
                  <a:gd name="T18" fmla="*/ 2147483647 w 162"/>
                  <a:gd name="T19" fmla="*/ 2147483647 h 126"/>
                  <a:gd name="T20" fmla="*/ 2147483647 w 162"/>
                  <a:gd name="T21" fmla="*/ 2147483647 h 126"/>
                  <a:gd name="T22" fmla="*/ 0 w 162"/>
                  <a:gd name="T23" fmla="*/ 2147483647 h 126"/>
                  <a:gd name="T24" fmla="*/ 0 w 162"/>
                  <a:gd name="T25" fmla="*/ 2147483647 h 126"/>
                  <a:gd name="T26" fmla="*/ 2147483647 w 162"/>
                  <a:gd name="T27" fmla="*/ 2147483647 h 126"/>
                  <a:gd name="T28" fmla="*/ 2147483647 w 162"/>
                  <a:gd name="T29" fmla="*/ 2147483647 h 126"/>
                  <a:gd name="T30" fmla="*/ 2147483647 w 162"/>
                  <a:gd name="T31" fmla="*/ 2147483647 h 126"/>
                  <a:gd name="T32" fmla="*/ 2147483647 w 162"/>
                  <a:gd name="T33" fmla="*/ 2147483647 h 126"/>
                  <a:gd name="T34" fmla="*/ 2147483647 w 162"/>
                  <a:gd name="T35" fmla="*/ 2147483647 h 126"/>
                  <a:gd name="T36" fmla="*/ 2147483647 w 162"/>
                  <a:gd name="T37" fmla="*/ 2147483647 h 126"/>
                  <a:gd name="T38" fmla="*/ 2147483647 w 162"/>
                  <a:gd name="T39" fmla="*/ 2147483647 h 126"/>
                  <a:gd name="T40" fmla="*/ 2147483647 w 162"/>
                  <a:gd name="T41" fmla="*/ 2147483647 h 126"/>
                  <a:gd name="T42" fmla="*/ 2147483647 w 162"/>
                  <a:gd name="T43" fmla="*/ 2147483647 h 126"/>
                  <a:gd name="T44" fmla="*/ 2147483647 w 162"/>
                  <a:gd name="T45" fmla="*/ 2147483647 h 126"/>
                  <a:gd name="T46" fmla="*/ 2147483647 w 162"/>
                  <a:gd name="T47" fmla="*/ 2147483647 h 126"/>
                  <a:gd name="T48" fmla="*/ 2147483647 w 162"/>
                  <a:gd name="T49" fmla="*/ 2147483647 h 126"/>
                  <a:gd name="T50" fmla="*/ 2147483647 w 162"/>
                  <a:gd name="T51" fmla="*/ 2147483647 h 126"/>
                  <a:gd name="T52" fmla="*/ 2147483647 w 162"/>
                  <a:gd name="T53" fmla="*/ 2147483647 h 126"/>
                  <a:gd name="T54" fmla="*/ 2147483647 w 162"/>
                  <a:gd name="T55" fmla="*/ 2147483647 h 126"/>
                  <a:gd name="T56" fmla="*/ 2147483647 w 162"/>
                  <a:gd name="T57" fmla="*/ 2147483647 h 126"/>
                  <a:gd name="T58" fmla="*/ 2147483647 w 162"/>
                  <a:gd name="T59" fmla="*/ 2147483647 h 126"/>
                  <a:gd name="T60" fmla="*/ 2147483647 w 162"/>
                  <a:gd name="T61" fmla="*/ 2147483647 h 126"/>
                  <a:gd name="T62" fmla="*/ 2147483647 w 162"/>
                  <a:gd name="T63" fmla="*/ 2147483647 h 126"/>
                  <a:gd name="T64" fmla="*/ 2147483647 w 162"/>
                  <a:gd name="T65" fmla="*/ 2147483647 h 12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62"/>
                  <a:gd name="T100" fmla="*/ 0 h 126"/>
                  <a:gd name="T101" fmla="*/ 162 w 162"/>
                  <a:gd name="T102" fmla="*/ 126 h 12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62" h="126">
                    <a:moveTo>
                      <a:pt x="150" y="42"/>
                    </a:moveTo>
                    <a:lnTo>
                      <a:pt x="132" y="30"/>
                    </a:lnTo>
                    <a:lnTo>
                      <a:pt x="132" y="18"/>
                    </a:lnTo>
                    <a:lnTo>
                      <a:pt x="126" y="18"/>
                    </a:lnTo>
                    <a:lnTo>
                      <a:pt x="114" y="0"/>
                    </a:lnTo>
                    <a:lnTo>
                      <a:pt x="72" y="6"/>
                    </a:lnTo>
                    <a:lnTo>
                      <a:pt x="66" y="12"/>
                    </a:lnTo>
                    <a:lnTo>
                      <a:pt x="48" y="12"/>
                    </a:lnTo>
                    <a:lnTo>
                      <a:pt x="48" y="24"/>
                    </a:lnTo>
                    <a:lnTo>
                      <a:pt x="24" y="24"/>
                    </a:lnTo>
                    <a:lnTo>
                      <a:pt x="18" y="36"/>
                    </a:lnTo>
                    <a:lnTo>
                      <a:pt x="0" y="42"/>
                    </a:lnTo>
                    <a:lnTo>
                      <a:pt x="0" y="66"/>
                    </a:lnTo>
                    <a:lnTo>
                      <a:pt x="6" y="78"/>
                    </a:lnTo>
                    <a:lnTo>
                      <a:pt x="6" y="102"/>
                    </a:lnTo>
                    <a:lnTo>
                      <a:pt x="12" y="108"/>
                    </a:lnTo>
                    <a:lnTo>
                      <a:pt x="18" y="108"/>
                    </a:lnTo>
                    <a:lnTo>
                      <a:pt x="18" y="126"/>
                    </a:lnTo>
                    <a:lnTo>
                      <a:pt x="42" y="120"/>
                    </a:lnTo>
                    <a:lnTo>
                      <a:pt x="42" y="126"/>
                    </a:lnTo>
                    <a:lnTo>
                      <a:pt x="54" y="120"/>
                    </a:lnTo>
                    <a:lnTo>
                      <a:pt x="60" y="120"/>
                    </a:lnTo>
                    <a:lnTo>
                      <a:pt x="66" y="126"/>
                    </a:lnTo>
                    <a:lnTo>
                      <a:pt x="90" y="126"/>
                    </a:lnTo>
                    <a:lnTo>
                      <a:pt x="96" y="114"/>
                    </a:lnTo>
                    <a:lnTo>
                      <a:pt x="96" y="108"/>
                    </a:lnTo>
                    <a:lnTo>
                      <a:pt x="120" y="108"/>
                    </a:lnTo>
                    <a:lnTo>
                      <a:pt x="132" y="102"/>
                    </a:lnTo>
                    <a:lnTo>
                      <a:pt x="156" y="78"/>
                    </a:lnTo>
                    <a:lnTo>
                      <a:pt x="162" y="66"/>
                    </a:lnTo>
                    <a:lnTo>
                      <a:pt x="162" y="60"/>
                    </a:lnTo>
                    <a:lnTo>
                      <a:pt x="156" y="48"/>
                    </a:lnTo>
                    <a:lnTo>
                      <a:pt x="150" y="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5" name="Luxembourg" descr="© INSCALE GmbH, 05.05.2010&#10;http://www.presentationload.com/">
                <a:extLst>
                  <a:ext uri="{FF2B5EF4-FFF2-40B4-BE49-F238E27FC236}">
                    <a16:creationId xmlns:a16="http://schemas.microsoft.com/office/drawing/2014/main" id="{FAC66857-911F-646E-C978-F13CADEA1C6E}"/>
                  </a:ext>
                </a:extLst>
              </p:cNvPr>
              <p:cNvSpPr>
                <a:spLocks/>
              </p:cNvSpPr>
              <p:nvPr/>
            </p:nvSpPr>
            <p:spPr bwMode="gray">
              <a:xfrm>
                <a:off x="4402900" y="1693111"/>
                <a:ext cx="19271" cy="16307"/>
              </a:xfrm>
              <a:custGeom>
                <a:avLst/>
                <a:gdLst>
                  <a:gd name="T0" fmla="*/ 2147483647 w 54"/>
                  <a:gd name="T1" fmla="*/ 2147483647 h 42"/>
                  <a:gd name="T2" fmla="*/ 2147483647 w 54"/>
                  <a:gd name="T3" fmla="*/ 2147483647 h 42"/>
                  <a:gd name="T4" fmla="*/ 2147483647 w 54"/>
                  <a:gd name="T5" fmla="*/ 2147483647 h 42"/>
                  <a:gd name="T6" fmla="*/ 2147483647 w 54"/>
                  <a:gd name="T7" fmla="*/ 2147483647 h 42"/>
                  <a:gd name="T8" fmla="*/ 2147483647 w 54"/>
                  <a:gd name="T9" fmla="*/ 2147483647 h 42"/>
                  <a:gd name="T10" fmla="*/ 2147483647 w 54"/>
                  <a:gd name="T11" fmla="*/ 2147483647 h 42"/>
                  <a:gd name="T12" fmla="*/ 2147483647 w 54"/>
                  <a:gd name="T13" fmla="*/ 2147483647 h 42"/>
                  <a:gd name="T14" fmla="*/ 2147483647 w 54"/>
                  <a:gd name="T15" fmla="*/ 2147483647 h 42"/>
                  <a:gd name="T16" fmla="*/ 2147483647 w 54"/>
                  <a:gd name="T17" fmla="*/ 0 h 42"/>
                  <a:gd name="T18" fmla="*/ 2147483647 w 54"/>
                  <a:gd name="T19" fmla="*/ 0 h 42"/>
                  <a:gd name="T20" fmla="*/ 2147483647 w 54"/>
                  <a:gd name="T21" fmla="*/ 2147483647 h 42"/>
                  <a:gd name="T22" fmla="*/ 2147483647 w 54"/>
                  <a:gd name="T23" fmla="*/ 2147483647 h 42"/>
                  <a:gd name="T24" fmla="*/ 0 w 54"/>
                  <a:gd name="T25" fmla="*/ 2147483647 h 42"/>
                  <a:gd name="T26" fmla="*/ 0 w 54"/>
                  <a:gd name="T27" fmla="*/ 2147483647 h 42"/>
                  <a:gd name="T28" fmla="*/ 2147483647 w 54"/>
                  <a:gd name="T29" fmla="*/ 2147483647 h 42"/>
                  <a:gd name="T30" fmla="*/ 2147483647 w 54"/>
                  <a:gd name="T31" fmla="*/ 2147483647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4"/>
                  <a:gd name="T49" fmla="*/ 0 h 42"/>
                  <a:gd name="T50" fmla="*/ 54 w 54"/>
                  <a:gd name="T51" fmla="*/ 42 h 42"/>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4" h="42">
                    <a:moveTo>
                      <a:pt x="18" y="42"/>
                    </a:moveTo>
                    <a:lnTo>
                      <a:pt x="30" y="36"/>
                    </a:lnTo>
                    <a:lnTo>
                      <a:pt x="48" y="42"/>
                    </a:lnTo>
                    <a:lnTo>
                      <a:pt x="54" y="36"/>
                    </a:lnTo>
                    <a:lnTo>
                      <a:pt x="54" y="24"/>
                    </a:lnTo>
                    <a:lnTo>
                      <a:pt x="42" y="18"/>
                    </a:lnTo>
                    <a:lnTo>
                      <a:pt x="36" y="18"/>
                    </a:lnTo>
                    <a:lnTo>
                      <a:pt x="30" y="12"/>
                    </a:lnTo>
                    <a:lnTo>
                      <a:pt x="30" y="0"/>
                    </a:lnTo>
                    <a:lnTo>
                      <a:pt x="24" y="0"/>
                    </a:lnTo>
                    <a:lnTo>
                      <a:pt x="18" y="6"/>
                    </a:lnTo>
                    <a:lnTo>
                      <a:pt x="6" y="12"/>
                    </a:lnTo>
                    <a:lnTo>
                      <a:pt x="0" y="12"/>
                    </a:lnTo>
                    <a:lnTo>
                      <a:pt x="0" y="18"/>
                    </a:lnTo>
                    <a:lnTo>
                      <a:pt x="12" y="30"/>
                    </a:lnTo>
                    <a:lnTo>
                      <a:pt x="18" y="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6" name="Lithuania" descr="© INSCALE GmbH, 05.05.2010&#10;http://www.presentationload.com/">
                <a:extLst>
                  <a:ext uri="{FF2B5EF4-FFF2-40B4-BE49-F238E27FC236}">
                    <a16:creationId xmlns:a16="http://schemas.microsoft.com/office/drawing/2014/main" id="{58D93A4B-BA2E-09FF-7E26-7336B2F76209}"/>
                  </a:ext>
                </a:extLst>
              </p:cNvPr>
              <p:cNvSpPr>
                <a:spLocks/>
              </p:cNvSpPr>
              <p:nvPr/>
            </p:nvSpPr>
            <p:spPr bwMode="gray">
              <a:xfrm>
                <a:off x="4752740" y="1507814"/>
                <a:ext cx="128967" cy="74119"/>
              </a:xfrm>
              <a:custGeom>
                <a:avLst/>
                <a:gdLst>
                  <a:gd name="T0" fmla="*/ 2147483647 w 342"/>
                  <a:gd name="T1" fmla="*/ 2147483647 h 198"/>
                  <a:gd name="T2" fmla="*/ 2147483647 w 342"/>
                  <a:gd name="T3" fmla="*/ 2147483647 h 198"/>
                  <a:gd name="T4" fmla="*/ 2147483647 w 342"/>
                  <a:gd name="T5" fmla="*/ 2147483647 h 198"/>
                  <a:gd name="T6" fmla="*/ 2147483647 w 342"/>
                  <a:gd name="T7" fmla="*/ 2147483647 h 198"/>
                  <a:gd name="T8" fmla="*/ 2147483647 w 342"/>
                  <a:gd name="T9" fmla="*/ 2147483647 h 198"/>
                  <a:gd name="T10" fmla="*/ 2147483647 w 342"/>
                  <a:gd name="T11" fmla="*/ 2147483647 h 198"/>
                  <a:gd name="T12" fmla="*/ 2147483647 w 342"/>
                  <a:gd name="T13" fmla="*/ 2147483647 h 198"/>
                  <a:gd name="T14" fmla="*/ 2147483647 w 342"/>
                  <a:gd name="T15" fmla="*/ 2147483647 h 198"/>
                  <a:gd name="T16" fmla="*/ 2147483647 w 342"/>
                  <a:gd name="T17" fmla="*/ 2147483647 h 198"/>
                  <a:gd name="T18" fmla="*/ 2147483647 w 342"/>
                  <a:gd name="T19" fmla="*/ 2147483647 h 198"/>
                  <a:gd name="T20" fmla="*/ 2147483647 w 342"/>
                  <a:gd name="T21" fmla="*/ 2147483647 h 198"/>
                  <a:gd name="T22" fmla="*/ 2147483647 w 342"/>
                  <a:gd name="T23" fmla="*/ 2147483647 h 198"/>
                  <a:gd name="T24" fmla="*/ 2147483647 w 342"/>
                  <a:gd name="T25" fmla="*/ 0 h 198"/>
                  <a:gd name="T26" fmla="*/ 2147483647 w 342"/>
                  <a:gd name="T27" fmla="*/ 2147483647 h 198"/>
                  <a:gd name="T28" fmla="*/ 0 w 342"/>
                  <a:gd name="T29" fmla="*/ 2147483647 h 198"/>
                  <a:gd name="T30" fmla="*/ 2147483647 w 342"/>
                  <a:gd name="T31" fmla="*/ 2147483647 h 198"/>
                  <a:gd name="T32" fmla="*/ 2147483647 w 342"/>
                  <a:gd name="T33" fmla="*/ 2147483647 h 198"/>
                  <a:gd name="T34" fmla="*/ 2147483647 w 342"/>
                  <a:gd name="T35" fmla="*/ 2147483647 h 198"/>
                  <a:gd name="T36" fmla="*/ 2147483647 w 342"/>
                  <a:gd name="T37" fmla="*/ 2147483647 h 198"/>
                  <a:gd name="T38" fmla="*/ 2147483647 w 342"/>
                  <a:gd name="T39" fmla="*/ 2147483647 h 198"/>
                  <a:gd name="T40" fmla="*/ 2147483647 w 342"/>
                  <a:gd name="T41" fmla="*/ 2147483647 h 198"/>
                  <a:gd name="T42" fmla="*/ 2147483647 w 342"/>
                  <a:gd name="T43" fmla="*/ 2147483647 h 198"/>
                  <a:gd name="T44" fmla="*/ 2147483647 w 342"/>
                  <a:gd name="T45" fmla="*/ 2147483647 h 198"/>
                  <a:gd name="T46" fmla="*/ 2147483647 w 342"/>
                  <a:gd name="T47" fmla="*/ 2147483647 h 198"/>
                  <a:gd name="T48" fmla="*/ 2147483647 w 342"/>
                  <a:gd name="T49" fmla="*/ 2147483647 h 198"/>
                  <a:gd name="T50" fmla="*/ 2147483647 w 342"/>
                  <a:gd name="T51" fmla="*/ 2147483647 h 198"/>
                  <a:gd name="T52" fmla="*/ 2147483647 w 342"/>
                  <a:gd name="T53" fmla="*/ 2147483647 h 198"/>
                  <a:gd name="T54" fmla="*/ 2147483647 w 342"/>
                  <a:gd name="T55" fmla="*/ 2147483647 h 198"/>
                  <a:gd name="T56" fmla="*/ 2147483647 w 342"/>
                  <a:gd name="T57" fmla="*/ 2147483647 h 198"/>
                  <a:gd name="T58" fmla="*/ 2147483647 w 342"/>
                  <a:gd name="T59" fmla="*/ 2147483647 h 198"/>
                  <a:gd name="T60" fmla="*/ 2147483647 w 342"/>
                  <a:gd name="T61" fmla="*/ 2147483647 h 198"/>
                  <a:gd name="T62" fmla="*/ 2147483647 w 342"/>
                  <a:gd name="T63" fmla="*/ 2147483647 h 198"/>
                  <a:gd name="T64" fmla="*/ 2147483647 w 342"/>
                  <a:gd name="T65" fmla="*/ 2147483647 h 198"/>
                  <a:gd name="T66" fmla="*/ 2147483647 w 342"/>
                  <a:gd name="T67" fmla="*/ 2147483647 h 198"/>
                  <a:gd name="T68" fmla="*/ 2147483647 w 342"/>
                  <a:gd name="T69" fmla="*/ 2147483647 h 198"/>
                  <a:gd name="T70" fmla="*/ 2147483647 w 342"/>
                  <a:gd name="T71" fmla="*/ 2147483647 h 198"/>
                  <a:gd name="T72" fmla="*/ 2147483647 w 342"/>
                  <a:gd name="T73" fmla="*/ 2147483647 h 198"/>
                  <a:gd name="T74" fmla="*/ 2147483647 w 342"/>
                  <a:gd name="T75" fmla="*/ 2147483647 h 198"/>
                  <a:gd name="T76" fmla="*/ 2147483647 w 342"/>
                  <a:gd name="T77" fmla="*/ 2147483647 h 198"/>
                  <a:gd name="T78" fmla="*/ 2147483647 w 342"/>
                  <a:gd name="T79" fmla="*/ 2147483647 h 198"/>
                  <a:gd name="T80" fmla="*/ 2147483647 w 342"/>
                  <a:gd name="T81" fmla="*/ 2147483647 h 198"/>
                  <a:gd name="T82" fmla="*/ 2147483647 w 342"/>
                  <a:gd name="T83" fmla="*/ 2147483647 h 198"/>
                  <a:gd name="T84" fmla="*/ 2147483647 w 342"/>
                  <a:gd name="T85" fmla="*/ 2147483647 h 19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342"/>
                  <a:gd name="T130" fmla="*/ 0 h 198"/>
                  <a:gd name="T131" fmla="*/ 342 w 342"/>
                  <a:gd name="T132" fmla="*/ 198 h 198"/>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342" h="198">
                    <a:moveTo>
                      <a:pt x="330" y="60"/>
                    </a:moveTo>
                    <a:lnTo>
                      <a:pt x="312" y="54"/>
                    </a:lnTo>
                    <a:lnTo>
                      <a:pt x="294" y="42"/>
                    </a:lnTo>
                    <a:lnTo>
                      <a:pt x="282" y="30"/>
                    </a:lnTo>
                    <a:lnTo>
                      <a:pt x="276" y="30"/>
                    </a:lnTo>
                    <a:lnTo>
                      <a:pt x="264" y="24"/>
                    </a:lnTo>
                    <a:lnTo>
                      <a:pt x="234" y="24"/>
                    </a:lnTo>
                    <a:lnTo>
                      <a:pt x="228" y="12"/>
                    </a:lnTo>
                    <a:lnTo>
                      <a:pt x="222" y="6"/>
                    </a:lnTo>
                    <a:lnTo>
                      <a:pt x="210" y="6"/>
                    </a:lnTo>
                    <a:lnTo>
                      <a:pt x="198" y="18"/>
                    </a:lnTo>
                    <a:lnTo>
                      <a:pt x="180" y="18"/>
                    </a:lnTo>
                    <a:lnTo>
                      <a:pt x="174" y="12"/>
                    </a:lnTo>
                    <a:lnTo>
                      <a:pt x="162" y="12"/>
                    </a:lnTo>
                    <a:lnTo>
                      <a:pt x="156" y="18"/>
                    </a:lnTo>
                    <a:lnTo>
                      <a:pt x="150" y="18"/>
                    </a:lnTo>
                    <a:lnTo>
                      <a:pt x="144" y="12"/>
                    </a:lnTo>
                    <a:lnTo>
                      <a:pt x="138" y="12"/>
                    </a:lnTo>
                    <a:lnTo>
                      <a:pt x="126" y="6"/>
                    </a:lnTo>
                    <a:lnTo>
                      <a:pt x="120" y="6"/>
                    </a:lnTo>
                    <a:lnTo>
                      <a:pt x="114" y="12"/>
                    </a:lnTo>
                    <a:lnTo>
                      <a:pt x="108" y="12"/>
                    </a:lnTo>
                    <a:lnTo>
                      <a:pt x="102" y="6"/>
                    </a:lnTo>
                    <a:lnTo>
                      <a:pt x="96" y="6"/>
                    </a:lnTo>
                    <a:lnTo>
                      <a:pt x="90" y="0"/>
                    </a:lnTo>
                    <a:lnTo>
                      <a:pt x="72" y="0"/>
                    </a:lnTo>
                    <a:lnTo>
                      <a:pt x="60" y="12"/>
                    </a:lnTo>
                    <a:lnTo>
                      <a:pt x="18" y="12"/>
                    </a:lnTo>
                    <a:lnTo>
                      <a:pt x="6" y="18"/>
                    </a:lnTo>
                    <a:lnTo>
                      <a:pt x="0" y="18"/>
                    </a:lnTo>
                    <a:lnTo>
                      <a:pt x="0" y="60"/>
                    </a:lnTo>
                    <a:lnTo>
                      <a:pt x="12" y="84"/>
                    </a:lnTo>
                    <a:lnTo>
                      <a:pt x="18" y="90"/>
                    </a:lnTo>
                    <a:lnTo>
                      <a:pt x="18" y="96"/>
                    </a:lnTo>
                    <a:lnTo>
                      <a:pt x="30" y="96"/>
                    </a:lnTo>
                    <a:lnTo>
                      <a:pt x="30" y="102"/>
                    </a:lnTo>
                    <a:lnTo>
                      <a:pt x="42" y="102"/>
                    </a:lnTo>
                    <a:lnTo>
                      <a:pt x="48" y="108"/>
                    </a:lnTo>
                    <a:lnTo>
                      <a:pt x="72" y="108"/>
                    </a:lnTo>
                    <a:lnTo>
                      <a:pt x="84" y="102"/>
                    </a:lnTo>
                    <a:lnTo>
                      <a:pt x="102" y="102"/>
                    </a:lnTo>
                    <a:lnTo>
                      <a:pt x="108" y="114"/>
                    </a:lnTo>
                    <a:lnTo>
                      <a:pt x="108" y="132"/>
                    </a:lnTo>
                    <a:lnTo>
                      <a:pt x="96" y="144"/>
                    </a:lnTo>
                    <a:lnTo>
                      <a:pt x="102" y="162"/>
                    </a:lnTo>
                    <a:lnTo>
                      <a:pt x="120" y="162"/>
                    </a:lnTo>
                    <a:lnTo>
                      <a:pt x="138" y="168"/>
                    </a:lnTo>
                    <a:lnTo>
                      <a:pt x="144" y="168"/>
                    </a:lnTo>
                    <a:lnTo>
                      <a:pt x="156" y="174"/>
                    </a:lnTo>
                    <a:lnTo>
                      <a:pt x="156" y="198"/>
                    </a:lnTo>
                    <a:lnTo>
                      <a:pt x="162" y="198"/>
                    </a:lnTo>
                    <a:lnTo>
                      <a:pt x="168" y="192"/>
                    </a:lnTo>
                    <a:lnTo>
                      <a:pt x="180" y="192"/>
                    </a:lnTo>
                    <a:lnTo>
                      <a:pt x="192" y="186"/>
                    </a:lnTo>
                    <a:lnTo>
                      <a:pt x="198" y="186"/>
                    </a:lnTo>
                    <a:lnTo>
                      <a:pt x="204" y="192"/>
                    </a:lnTo>
                    <a:lnTo>
                      <a:pt x="204" y="198"/>
                    </a:lnTo>
                    <a:lnTo>
                      <a:pt x="234" y="198"/>
                    </a:lnTo>
                    <a:lnTo>
                      <a:pt x="234" y="180"/>
                    </a:lnTo>
                    <a:lnTo>
                      <a:pt x="246" y="192"/>
                    </a:lnTo>
                    <a:lnTo>
                      <a:pt x="252" y="180"/>
                    </a:lnTo>
                    <a:lnTo>
                      <a:pt x="258" y="174"/>
                    </a:lnTo>
                    <a:lnTo>
                      <a:pt x="270" y="168"/>
                    </a:lnTo>
                    <a:lnTo>
                      <a:pt x="288" y="168"/>
                    </a:lnTo>
                    <a:lnTo>
                      <a:pt x="288" y="174"/>
                    </a:lnTo>
                    <a:lnTo>
                      <a:pt x="282" y="180"/>
                    </a:lnTo>
                    <a:lnTo>
                      <a:pt x="294" y="180"/>
                    </a:lnTo>
                    <a:lnTo>
                      <a:pt x="294" y="174"/>
                    </a:lnTo>
                    <a:lnTo>
                      <a:pt x="288" y="168"/>
                    </a:lnTo>
                    <a:lnTo>
                      <a:pt x="288" y="156"/>
                    </a:lnTo>
                    <a:lnTo>
                      <a:pt x="282" y="150"/>
                    </a:lnTo>
                    <a:lnTo>
                      <a:pt x="282" y="144"/>
                    </a:lnTo>
                    <a:lnTo>
                      <a:pt x="294" y="144"/>
                    </a:lnTo>
                    <a:lnTo>
                      <a:pt x="294" y="138"/>
                    </a:lnTo>
                    <a:lnTo>
                      <a:pt x="288" y="126"/>
                    </a:lnTo>
                    <a:lnTo>
                      <a:pt x="288" y="120"/>
                    </a:lnTo>
                    <a:lnTo>
                      <a:pt x="294" y="114"/>
                    </a:lnTo>
                    <a:lnTo>
                      <a:pt x="312" y="114"/>
                    </a:lnTo>
                    <a:lnTo>
                      <a:pt x="306" y="96"/>
                    </a:lnTo>
                    <a:lnTo>
                      <a:pt x="312" y="96"/>
                    </a:lnTo>
                    <a:lnTo>
                      <a:pt x="318" y="102"/>
                    </a:lnTo>
                    <a:lnTo>
                      <a:pt x="336" y="102"/>
                    </a:lnTo>
                    <a:lnTo>
                      <a:pt x="342" y="96"/>
                    </a:lnTo>
                    <a:lnTo>
                      <a:pt x="324" y="78"/>
                    </a:lnTo>
                    <a:lnTo>
                      <a:pt x="324" y="72"/>
                    </a:lnTo>
                    <a:lnTo>
                      <a:pt x="330" y="66"/>
                    </a:lnTo>
                    <a:lnTo>
                      <a:pt x="330" y="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7" name="Liechtenstein" descr="© INSCALE GmbH, 05.05.2010&#10;http://www.presentationload.com/">
                <a:extLst>
                  <a:ext uri="{FF2B5EF4-FFF2-40B4-BE49-F238E27FC236}">
                    <a16:creationId xmlns:a16="http://schemas.microsoft.com/office/drawing/2014/main" id="{F520AD04-76A1-78AF-EB15-081E4FBD9817}"/>
                  </a:ext>
                </a:extLst>
              </p:cNvPr>
              <p:cNvSpPr>
                <a:spLocks/>
              </p:cNvSpPr>
              <p:nvPr/>
            </p:nvSpPr>
            <p:spPr bwMode="gray">
              <a:xfrm>
                <a:off x="4488877" y="1776125"/>
                <a:ext cx="5929" cy="8894"/>
              </a:xfrm>
              <a:custGeom>
                <a:avLst/>
                <a:gdLst>
                  <a:gd name="T0" fmla="*/ 2147483647 w 18"/>
                  <a:gd name="T1" fmla="*/ 0 h 24"/>
                  <a:gd name="T2" fmla="*/ 2147483647 w 18"/>
                  <a:gd name="T3" fmla="*/ 2147483647 h 24"/>
                  <a:gd name="T4" fmla="*/ 0 w 18"/>
                  <a:gd name="T5" fmla="*/ 2147483647 h 24"/>
                  <a:gd name="T6" fmla="*/ 0 w 18"/>
                  <a:gd name="T7" fmla="*/ 2147483647 h 24"/>
                  <a:gd name="T8" fmla="*/ 2147483647 w 18"/>
                  <a:gd name="T9" fmla="*/ 2147483647 h 24"/>
                  <a:gd name="T10" fmla="*/ 2147483647 w 18"/>
                  <a:gd name="T11" fmla="*/ 0 h 24"/>
                  <a:gd name="T12" fmla="*/ 2147483647 w 18"/>
                  <a:gd name="T13" fmla="*/ 0 h 24"/>
                  <a:gd name="T14" fmla="*/ 0 60000 65536"/>
                  <a:gd name="T15" fmla="*/ 0 60000 65536"/>
                  <a:gd name="T16" fmla="*/ 0 60000 65536"/>
                  <a:gd name="T17" fmla="*/ 0 60000 65536"/>
                  <a:gd name="T18" fmla="*/ 0 60000 65536"/>
                  <a:gd name="T19" fmla="*/ 0 60000 65536"/>
                  <a:gd name="T20" fmla="*/ 0 60000 65536"/>
                  <a:gd name="T21" fmla="*/ 0 w 18"/>
                  <a:gd name="T22" fmla="*/ 0 h 24"/>
                  <a:gd name="T23" fmla="*/ 18 w 18"/>
                  <a:gd name="T24" fmla="*/ 24 h 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8" h="24">
                    <a:moveTo>
                      <a:pt x="12" y="0"/>
                    </a:moveTo>
                    <a:lnTo>
                      <a:pt x="6" y="6"/>
                    </a:lnTo>
                    <a:lnTo>
                      <a:pt x="0" y="18"/>
                    </a:lnTo>
                    <a:lnTo>
                      <a:pt x="0" y="24"/>
                    </a:lnTo>
                    <a:lnTo>
                      <a:pt x="18" y="24"/>
                    </a:lnTo>
                    <a:lnTo>
                      <a:pt x="18" y="0"/>
                    </a:lnTo>
                    <a:lnTo>
                      <a:pt x="12" y="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8" name="Libya" descr="© INSCALE GmbH, 05.05.2010&#10;http://www.presentationload.com/">
                <a:extLst>
                  <a:ext uri="{FF2B5EF4-FFF2-40B4-BE49-F238E27FC236}">
                    <a16:creationId xmlns:a16="http://schemas.microsoft.com/office/drawing/2014/main" id="{9FE7B179-D08A-FE1D-F2DE-E801BCA2C611}"/>
                  </a:ext>
                </a:extLst>
              </p:cNvPr>
              <p:cNvSpPr>
                <a:spLocks/>
              </p:cNvSpPr>
              <p:nvPr/>
            </p:nvSpPr>
            <p:spPr bwMode="gray">
              <a:xfrm>
                <a:off x="4485913" y="2203049"/>
                <a:ext cx="416547" cy="420995"/>
              </a:xfrm>
              <a:custGeom>
                <a:avLst/>
                <a:gdLst>
                  <a:gd name="T0" fmla="*/ 2147483647 w 1098"/>
                  <a:gd name="T1" fmla="*/ 2147483647 h 1110"/>
                  <a:gd name="T2" fmla="*/ 2147483647 w 1098"/>
                  <a:gd name="T3" fmla="*/ 2147483647 h 1110"/>
                  <a:gd name="T4" fmla="*/ 2147483647 w 1098"/>
                  <a:gd name="T5" fmla="*/ 2147483647 h 1110"/>
                  <a:gd name="T6" fmla="*/ 2147483647 w 1098"/>
                  <a:gd name="T7" fmla="*/ 2147483647 h 1110"/>
                  <a:gd name="T8" fmla="*/ 2147483647 w 1098"/>
                  <a:gd name="T9" fmla="*/ 2147483647 h 1110"/>
                  <a:gd name="T10" fmla="*/ 2147483647 w 1098"/>
                  <a:gd name="T11" fmla="*/ 2147483647 h 1110"/>
                  <a:gd name="T12" fmla="*/ 2147483647 w 1098"/>
                  <a:gd name="T13" fmla="*/ 2147483647 h 1110"/>
                  <a:gd name="T14" fmla="*/ 2147483647 w 1098"/>
                  <a:gd name="T15" fmla="*/ 2147483647 h 1110"/>
                  <a:gd name="T16" fmla="*/ 2147483647 w 1098"/>
                  <a:gd name="T17" fmla="*/ 2147483647 h 1110"/>
                  <a:gd name="T18" fmla="*/ 2147483647 w 1098"/>
                  <a:gd name="T19" fmla="*/ 2147483647 h 1110"/>
                  <a:gd name="T20" fmla="*/ 2147483647 w 1098"/>
                  <a:gd name="T21" fmla="*/ 2147483647 h 1110"/>
                  <a:gd name="T22" fmla="*/ 2147483647 w 1098"/>
                  <a:gd name="T23" fmla="*/ 2147483647 h 1110"/>
                  <a:gd name="T24" fmla="*/ 0 w 1098"/>
                  <a:gd name="T25" fmla="*/ 2147483647 h 1110"/>
                  <a:gd name="T26" fmla="*/ 2147483647 w 1098"/>
                  <a:gd name="T27" fmla="*/ 2147483647 h 1110"/>
                  <a:gd name="T28" fmla="*/ 2147483647 w 1098"/>
                  <a:gd name="T29" fmla="*/ 2147483647 h 1110"/>
                  <a:gd name="T30" fmla="*/ 2147483647 w 1098"/>
                  <a:gd name="T31" fmla="*/ 2147483647 h 1110"/>
                  <a:gd name="T32" fmla="*/ 2147483647 w 1098"/>
                  <a:gd name="T33" fmla="*/ 2147483647 h 1110"/>
                  <a:gd name="T34" fmla="*/ 2147483647 w 1098"/>
                  <a:gd name="T35" fmla="*/ 2147483647 h 1110"/>
                  <a:gd name="T36" fmla="*/ 2147483647 w 1098"/>
                  <a:gd name="T37" fmla="*/ 2147483647 h 1110"/>
                  <a:gd name="T38" fmla="*/ 2147483647 w 1098"/>
                  <a:gd name="T39" fmla="*/ 2147483647 h 1110"/>
                  <a:gd name="T40" fmla="*/ 2147483647 w 1098"/>
                  <a:gd name="T41" fmla="*/ 2147483647 h 1110"/>
                  <a:gd name="T42" fmla="*/ 2147483647 w 1098"/>
                  <a:gd name="T43" fmla="*/ 2147483647 h 1110"/>
                  <a:gd name="T44" fmla="*/ 2147483647 w 1098"/>
                  <a:gd name="T45" fmla="*/ 2147483647 h 1110"/>
                  <a:gd name="T46" fmla="*/ 2147483647 w 1098"/>
                  <a:gd name="T47" fmla="*/ 2147483647 h 1110"/>
                  <a:gd name="T48" fmla="*/ 2147483647 w 1098"/>
                  <a:gd name="T49" fmla="*/ 2147483647 h 1110"/>
                  <a:gd name="T50" fmla="*/ 2147483647 w 1098"/>
                  <a:gd name="T51" fmla="*/ 2147483647 h 1110"/>
                  <a:gd name="T52" fmla="*/ 2147483647 w 1098"/>
                  <a:gd name="T53" fmla="*/ 2147483647 h 1110"/>
                  <a:gd name="T54" fmla="*/ 2147483647 w 1098"/>
                  <a:gd name="T55" fmla="*/ 2147483647 h 1110"/>
                  <a:gd name="T56" fmla="*/ 2147483647 w 1098"/>
                  <a:gd name="T57" fmla="*/ 2147483647 h 1110"/>
                  <a:gd name="T58" fmla="*/ 2147483647 w 1098"/>
                  <a:gd name="T59" fmla="*/ 2147483647 h 1110"/>
                  <a:gd name="T60" fmla="*/ 2147483647 w 1098"/>
                  <a:gd name="T61" fmla="*/ 2147483647 h 1110"/>
                  <a:gd name="T62" fmla="*/ 2147483647 w 1098"/>
                  <a:gd name="T63" fmla="*/ 2147483647 h 1110"/>
                  <a:gd name="T64" fmla="*/ 2147483647 w 1098"/>
                  <a:gd name="T65" fmla="*/ 2147483647 h 1110"/>
                  <a:gd name="T66" fmla="*/ 2147483647 w 1098"/>
                  <a:gd name="T67" fmla="*/ 2147483647 h 1110"/>
                  <a:gd name="T68" fmla="*/ 2147483647 w 1098"/>
                  <a:gd name="T69" fmla="*/ 2147483647 h 1110"/>
                  <a:gd name="T70" fmla="*/ 2147483647 w 1098"/>
                  <a:gd name="T71" fmla="*/ 2147483647 h 1110"/>
                  <a:gd name="T72" fmla="*/ 2147483647 w 1098"/>
                  <a:gd name="T73" fmla="*/ 2147483647 h 1110"/>
                  <a:gd name="T74" fmla="*/ 2147483647 w 1098"/>
                  <a:gd name="T75" fmla="*/ 2147483647 h 1110"/>
                  <a:gd name="T76" fmla="*/ 2147483647 w 1098"/>
                  <a:gd name="T77" fmla="*/ 2147483647 h 1110"/>
                  <a:gd name="T78" fmla="*/ 2147483647 w 1098"/>
                  <a:gd name="T79" fmla="*/ 2147483647 h 1110"/>
                  <a:gd name="T80" fmla="*/ 2147483647 w 1098"/>
                  <a:gd name="T81" fmla="*/ 2147483647 h 1110"/>
                  <a:gd name="T82" fmla="*/ 2147483647 w 1098"/>
                  <a:gd name="T83" fmla="*/ 2147483647 h 1110"/>
                  <a:gd name="T84" fmla="*/ 2147483647 w 1098"/>
                  <a:gd name="T85" fmla="*/ 2147483647 h 1110"/>
                  <a:gd name="T86" fmla="*/ 2147483647 w 1098"/>
                  <a:gd name="T87" fmla="*/ 2147483647 h 1110"/>
                  <a:gd name="T88" fmla="*/ 2147483647 w 1098"/>
                  <a:gd name="T89" fmla="*/ 2147483647 h 1110"/>
                  <a:gd name="T90" fmla="*/ 2147483647 w 1098"/>
                  <a:gd name="T91" fmla="*/ 2147483647 h 1110"/>
                  <a:gd name="T92" fmla="*/ 2147483647 w 1098"/>
                  <a:gd name="T93" fmla="*/ 2147483647 h 1110"/>
                  <a:gd name="T94" fmla="*/ 2147483647 w 1098"/>
                  <a:gd name="T95" fmla="*/ 2147483647 h 1110"/>
                  <a:gd name="T96" fmla="*/ 2147483647 w 1098"/>
                  <a:gd name="T97" fmla="*/ 2147483647 h 1110"/>
                  <a:gd name="T98" fmla="*/ 2147483647 w 1098"/>
                  <a:gd name="T99" fmla="*/ 2147483647 h 1110"/>
                  <a:gd name="T100" fmla="*/ 2147483647 w 1098"/>
                  <a:gd name="T101" fmla="*/ 2147483647 h 1110"/>
                  <a:gd name="T102" fmla="*/ 2147483647 w 1098"/>
                  <a:gd name="T103" fmla="*/ 2147483647 h 1110"/>
                  <a:gd name="T104" fmla="*/ 2147483647 w 1098"/>
                  <a:gd name="T105" fmla="*/ 2147483647 h 1110"/>
                  <a:gd name="T106" fmla="*/ 2147483647 w 1098"/>
                  <a:gd name="T107" fmla="*/ 2147483647 h 1110"/>
                  <a:gd name="T108" fmla="*/ 2147483647 w 1098"/>
                  <a:gd name="T109" fmla="*/ 2147483647 h 1110"/>
                  <a:gd name="T110" fmla="*/ 2147483647 w 1098"/>
                  <a:gd name="T111" fmla="*/ 2147483647 h 1110"/>
                  <a:gd name="T112" fmla="*/ 2147483647 w 1098"/>
                  <a:gd name="T113" fmla="*/ 2147483647 h 111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8"/>
                  <a:gd name="T172" fmla="*/ 0 h 1110"/>
                  <a:gd name="T173" fmla="*/ 1098 w 1098"/>
                  <a:gd name="T174" fmla="*/ 1110 h 111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8" h="1110">
                    <a:moveTo>
                      <a:pt x="156" y="60"/>
                    </a:moveTo>
                    <a:lnTo>
                      <a:pt x="150" y="66"/>
                    </a:lnTo>
                    <a:lnTo>
                      <a:pt x="126" y="78"/>
                    </a:lnTo>
                    <a:lnTo>
                      <a:pt x="114" y="78"/>
                    </a:lnTo>
                    <a:lnTo>
                      <a:pt x="102" y="84"/>
                    </a:lnTo>
                    <a:lnTo>
                      <a:pt x="96" y="90"/>
                    </a:lnTo>
                    <a:lnTo>
                      <a:pt x="90" y="102"/>
                    </a:lnTo>
                    <a:lnTo>
                      <a:pt x="84" y="108"/>
                    </a:lnTo>
                    <a:lnTo>
                      <a:pt x="78" y="120"/>
                    </a:lnTo>
                    <a:lnTo>
                      <a:pt x="72" y="120"/>
                    </a:lnTo>
                    <a:lnTo>
                      <a:pt x="54" y="138"/>
                    </a:lnTo>
                    <a:lnTo>
                      <a:pt x="54" y="156"/>
                    </a:lnTo>
                    <a:lnTo>
                      <a:pt x="66" y="180"/>
                    </a:lnTo>
                    <a:lnTo>
                      <a:pt x="66" y="204"/>
                    </a:lnTo>
                    <a:lnTo>
                      <a:pt x="36" y="234"/>
                    </a:lnTo>
                    <a:lnTo>
                      <a:pt x="30" y="234"/>
                    </a:lnTo>
                    <a:lnTo>
                      <a:pt x="24" y="240"/>
                    </a:lnTo>
                    <a:lnTo>
                      <a:pt x="12" y="246"/>
                    </a:lnTo>
                    <a:lnTo>
                      <a:pt x="6" y="246"/>
                    </a:lnTo>
                    <a:lnTo>
                      <a:pt x="0" y="252"/>
                    </a:lnTo>
                    <a:lnTo>
                      <a:pt x="12" y="270"/>
                    </a:lnTo>
                    <a:lnTo>
                      <a:pt x="36" y="330"/>
                    </a:lnTo>
                    <a:lnTo>
                      <a:pt x="48" y="354"/>
                    </a:lnTo>
                    <a:lnTo>
                      <a:pt x="48" y="360"/>
                    </a:lnTo>
                    <a:lnTo>
                      <a:pt x="42" y="372"/>
                    </a:lnTo>
                    <a:lnTo>
                      <a:pt x="42" y="402"/>
                    </a:lnTo>
                    <a:lnTo>
                      <a:pt x="36" y="408"/>
                    </a:lnTo>
                    <a:lnTo>
                      <a:pt x="36" y="414"/>
                    </a:lnTo>
                    <a:lnTo>
                      <a:pt x="42" y="432"/>
                    </a:lnTo>
                    <a:lnTo>
                      <a:pt x="30" y="456"/>
                    </a:lnTo>
                    <a:lnTo>
                      <a:pt x="36" y="510"/>
                    </a:lnTo>
                    <a:lnTo>
                      <a:pt x="36" y="516"/>
                    </a:lnTo>
                    <a:lnTo>
                      <a:pt x="42" y="522"/>
                    </a:lnTo>
                    <a:lnTo>
                      <a:pt x="42" y="534"/>
                    </a:lnTo>
                    <a:lnTo>
                      <a:pt x="36" y="546"/>
                    </a:lnTo>
                    <a:lnTo>
                      <a:pt x="30" y="552"/>
                    </a:lnTo>
                    <a:lnTo>
                      <a:pt x="18" y="558"/>
                    </a:lnTo>
                    <a:lnTo>
                      <a:pt x="6" y="558"/>
                    </a:lnTo>
                    <a:lnTo>
                      <a:pt x="0" y="564"/>
                    </a:lnTo>
                    <a:lnTo>
                      <a:pt x="0" y="570"/>
                    </a:lnTo>
                    <a:lnTo>
                      <a:pt x="6" y="582"/>
                    </a:lnTo>
                    <a:lnTo>
                      <a:pt x="18" y="594"/>
                    </a:lnTo>
                    <a:lnTo>
                      <a:pt x="24" y="612"/>
                    </a:lnTo>
                    <a:lnTo>
                      <a:pt x="36" y="624"/>
                    </a:lnTo>
                    <a:lnTo>
                      <a:pt x="42" y="636"/>
                    </a:lnTo>
                    <a:lnTo>
                      <a:pt x="48" y="642"/>
                    </a:lnTo>
                    <a:lnTo>
                      <a:pt x="48" y="684"/>
                    </a:lnTo>
                    <a:lnTo>
                      <a:pt x="72" y="708"/>
                    </a:lnTo>
                    <a:lnTo>
                      <a:pt x="96" y="696"/>
                    </a:lnTo>
                    <a:lnTo>
                      <a:pt x="102" y="696"/>
                    </a:lnTo>
                    <a:lnTo>
                      <a:pt x="138" y="714"/>
                    </a:lnTo>
                    <a:lnTo>
                      <a:pt x="150" y="714"/>
                    </a:lnTo>
                    <a:lnTo>
                      <a:pt x="162" y="726"/>
                    </a:lnTo>
                    <a:lnTo>
                      <a:pt x="162" y="732"/>
                    </a:lnTo>
                    <a:lnTo>
                      <a:pt x="168" y="744"/>
                    </a:lnTo>
                    <a:lnTo>
                      <a:pt x="174" y="762"/>
                    </a:lnTo>
                    <a:lnTo>
                      <a:pt x="180" y="774"/>
                    </a:lnTo>
                    <a:lnTo>
                      <a:pt x="186" y="780"/>
                    </a:lnTo>
                    <a:lnTo>
                      <a:pt x="186" y="786"/>
                    </a:lnTo>
                    <a:lnTo>
                      <a:pt x="222" y="792"/>
                    </a:lnTo>
                    <a:lnTo>
                      <a:pt x="234" y="792"/>
                    </a:lnTo>
                    <a:lnTo>
                      <a:pt x="246" y="798"/>
                    </a:lnTo>
                    <a:lnTo>
                      <a:pt x="258" y="798"/>
                    </a:lnTo>
                    <a:lnTo>
                      <a:pt x="276" y="804"/>
                    </a:lnTo>
                    <a:lnTo>
                      <a:pt x="288" y="810"/>
                    </a:lnTo>
                    <a:lnTo>
                      <a:pt x="294" y="810"/>
                    </a:lnTo>
                    <a:lnTo>
                      <a:pt x="300" y="816"/>
                    </a:lnTo>
                    <a:lnTo>
                      <a:pt x="312" y="822"/>
                    </a:lnTo>
                    <a:lnTo>
                      <a:pt x="318" y="828"/>
                    </a:lnTo>
                    <a:lnTo>
                      <a:pt x="324" y="840"/>
                    </a:lnTo>
                    <a:lnTo>
                      <a:pt x="336" y="846"/>
                    </a:lnTo>
                    <a:lnTo>
                      <a:pt x="342" y="852"/>
                    </a:lnTo>
                    <a:lnTo>
                      <a:pt x="360" y="846"/>
                    </a:lnTo>
                    <a:lnTo>
                      <a:pt x="396" y="828"/>
                    </a:lnTo>
                    <a:lnTo>
                      <a:pt x="456" y="792"/>
                    </a:lnTo>
                    <a:lnTo>
                      <a:pt x="468" y="786"/>
                    </a:lnTo>
                    <a:lnTo>
                      <a:pt x="1026" y="1110"/>
                    </a:lnTo>
                    <a:lnTo>
                      <a:pt x="1026" y="1062"/>
                    </a:lnTo>
                    <a:lnTo>
                      <a:pt x="1098" y="1062"/>
                    </a:lnTo>
                    <a:lnTo>
                      <a:pt x="1098" y="828"/>
                    </a:lnTo>
                    <a:lnTo>
                      <a:pt x="1092" y="750"/>
                    </a:lnTo>
                    <a:lnTo>
                      <a:pt x="1092" y="660"/>
                    </a:lnTo>
                    <a:lnTo>
                      <a:pt x="1086" y="564"/>
                    </a:lnTo>
                    <a:lnTo>
                      <a:pt x="1086" y="468"/>
                    </a:lnTo>
                    <a:lnTo>
                      <a:pt x="1080" y="390"/>
                    </a:lnTo>
                    <a:lnTo>
                      <a:pt x="1080" y="306"/>
                    </a:lnTo>
                    <a:lnTo>
                      <a:pt x="1068" y="270"/>
                    </a:lnTo>
                    <a:lnTo>
                      <a:pt x="1056" y="258"/>
                    </a:lnTo>
                    <a:lnTo>
                      <a:pt x="1050" y="246"/>
                    </a:lnTo>
                    <a:lnTo>
                      <a:pt x="1050" y="240"/>
                    </a:lnTo>
                    <a:lnTo>
                      <a:pt x="1056" y="228"/>
                    </a:lnTo>
                    <a:lnTo>
                      <a:pt x="1062" y="222"/>
                    </a:lnTo>
                    <a:lnTo>
                      <a:pt x="1068" y="210"/>
                    </a:lnTo>
                    <a:lnTo>
                      <a:pt x="1074" y="204"/>
                    </a:lnTo>
                    <a:lnTo>
                      <a:pt x="1074" y="198"/>
                    </a:lnTo>
                    <a:lnTo>
                      <a:pt x="1068" y="186"/>
                    </a:lnTo>
                    <a:lnTo>
                      <a:pt x="1056" y="180"/>
                    </a:lnTo>
                    <a:lnTo>
                      <a:pt x="1056" y="150"/>
                    </a:lnTo>
                    <a:lnTo>
                      <a:pt x="1080" y="126"/>
                    </a:lnTo>
                    <a:lnTo>
                      <a:pt x="1074" y="114"/>
                    </a:lnTo>
                    <a:lnTo>
                      <a:pt x="1074" y="96"/>
                    </a:lnTo>
                    <a:lnTo>
                      <a:pt x="1056" y="102"/>
                    </a:lnTo>
                    <a:lnTo>
                      <a:pt x="1044" y="90"/>
                    </a:lnTo>
                    <a:lnTo>
                      <a:pt x="1032" y="102"/>
                    </a:lnTo>
                    <a:lnTo>
                      <a:pt x="1026" y="102"/>
                    </a:lnTo>
                    <a:lnTo>
                      <a:pt x="1020" y="96"/>
                    </a:lnTo>
                    <a:lnTo>
                      <a:pt x="1008" y="90"/>
                    </a:lnTo>
                    <a:lnTo>
                      <a:pt x="1002" y="84"/>
                    </a:lnTo>
                    <a:lnTo>
                      <a:pt x="990" y="78"/>
                    </a:lnTo>
                    <a:lnTo>
                      <a:pt x="978" y="78"/>
                    </a:lnTo>
                    <a:lnTo>
                      <a:pt x="966" y="84"/>
                    </a:lnTo>
                    <a:lnTo>
                      <a:pt x="954" y="84"/>
                    </a:lnTo>
                    <a:lnTo>
                      <a:pt x="942" y="78"/>
                    </a:lnTo>
                    <a:lnTo>
                      <a:pt x="936" y="72"/>
                    </a:lnTo>
                    <a:lnTo>
                      <a:pt x="936" y="48"/>
                    </a:lnTo>
                    <a:lnTo>
                      <a:pt x="930" y="42"/>
                    </a:lnTo>
                    <a:lnTo>
                      <a:pt x="918" y="36"/>
                    </a:lnTo>
                    <a:lnTo>
                      <a:pt x="882" y="36"/>
                    </a:lnTo>
                    <a:lnTo>
                      <a:pt x="876" y="30"/>
                    </a:lnTo>
                    <a:lnTo>
                      <a:pt x="864" y="30"/>
                    </a:lnTo>
                    <a:lnTo>
                      <a:pt x="852" y="24"/>
                    </a:lnTo>
                    <a:lnTo>
                      <a:pt x="840" y="24"/>
                    </a:lnTo>
                    <a:lnTo>
                      <a:pt x="834" y="30"/>
                    </a:lnTo>
                    <a:lnTo>
                      <a:pt x="834" y="36"/>
                    </a:lnTo>
                    <a:lnTo>
                      <a:pt x="798" y="36"/>
                    </a:lnTo>
                    <a:lnTo>
                      <a:pt x="780" y="42"/>
                    </a:lnTo>
                    <a:lnTo>
                      <a:pt x="768" y="48"/>
                    </a:lnTo>
                    <a:lnTo>
                      <a:pt x="732" y="84"/>
                    </a:lnTo>
                    <a:lnTo>
                      <a:pt x="720" y="108"/>
                    </a:lnTo>
                    <a:lnTo>
                      <a:pt x="720" y="120"/>
                    </a:lnTo>
                    <a:lnTo>
                      <a:pt x="726" y="138"/>
                    </a:lnTo>
                    <a:lnTo>
                      <a:pt x="738" y="150"/>
                    </a:lnTo>
                    <a:lnTo>
                      <a:pt x="744" y="162"/>
                    </a:lnTo>
                    <a:lnTo>
                      <a:pt x="744" y="180"/>
                    </a:lnTo>
                    <a:lnTo>
                      <a:pt x="738" y="192"/>
                    </a:lnTo>
                    <a:lnTo>
                      <a:pt x="714" y="216"/>
                    </a:lnTo>
                    <a:lnTo>
                      <a:pt x="708" y="228"/>
                    </a:lnTo>
                    <a:lnTo>
                      <a:pt x="696" y="234"/>
                    </a:lnTo>
                    <a:lnTo>
                      <a:pt x="666" y="234"/>
                    </a:lnTo>
                    <a:lnTo>
                      <a:pt x="648" y="228"/>
                    </a:lnTo>
                    <a:lnTo>
                      <a:pt x="630" y="216"/>
                    </a:lnTo>
                    <a:lnTo>
                      <a:pt x="612" y="198"/>
                    </a:lnTo>
                    <a:lnTo>
                      <a:pt x="582" y="180"/>
                    </a:lnTo>
                    <a:lnTo>
                      <a:pt x="552" y="168"/>
                    </a:lnTo>
                    <a:lnTo>
                      <a:pt x="528" y="162"/>
                    </a:lnTo>
                    <a:lnTo>
                      <a:pt x="462" y="162"/>
                    </a:lnTo>
                    <a:lnTo>
                      <a:pt x="438" y="150"/>
                    </a:lnTo>
                    <a:lnTo>
                      <a:pt x="426" y="138"/>
                    </a:lnTo>
                    <a:lnTo>
                      <a:pt x="420" y="126"/>
                    </a:lnTo>
                    <a:lnTo>
                      <a:pt x="414" y="108"/>
                    </a:lnTo>
                    <a:lnTo>
                      <a:pt x="414" y="96"/>
                    </a:lnTo>
                    <a:lnTo>
                      <a:pt x="402" y="72"/>
                    </a:lnTo>
                    <a:lnTo>
                      <a:pt x="378" y="60"/>
                    </a:lnTo>
                    <a:lnTo>
                      <a:pt x="366" y="60"/>
                    </a:lnTo>
                    <a:lnTo>
                      <a:pt x="354" y="54"/>
                    </a:lnTo>
                    <a:lnTo>
                      <a:pt x="348" y="48"/>
                    </a:lnTo>
                    <a:lnTo>
                      <a:pt x="324" y="36"/>
                    </a:lnTo>
                    <a:lnTo>
                      <a:pt x="318" y="36"/>
                    </a:lnTo>
                    <a:lnTo>
                      <a:pt x="306" y="30"/>
                    </a:lnTo>
                    <a:lnTo>
                      <a:pt x="264" y="30"/>
                    </a:lnTo>
                    <a:lnTo>
                      <a:pt x="252" y="36"/>
                    </a:lnTo>
                    <a:lnTo>
                      <a:pt x="216" y="36"/>
                    </a:lnTo>
                    <a:lnTo>
                      <a:pt x="192" y="24"/>
                    </a:lnTo>
                    <a:lnTo>
                      <a:pt x="180" y="12"/>
                    </a:lnTo>
                    <a:lnTo>
                      <a:pt x="168" y="6"/>
                    </a:lnTo>
                    <a:lnTo>
                      <a:pt x="150" y="6"/>
                    </a:lnTo>
                    <a:lnTo>
                      <a:pt x="144" y="0"/>
                    </a:lnTo>
                    <a:lnTo>
                      <a:pt x="138" y="42"/>
                    </a:lnTo>
                    <a:lnTo>
                      <a:pt x="144" y="42"/>
                    </a:lnTo>
                    <a:lnTo>
                      <a:pt x="156" y="54"/>
                    </a:lnTo>
                    <a:lnTo>
                      <a:pt x="156" y="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89" name="Liberia" descr="© INSCALE GmbH, 05.05.2010&#10;http://www.presentationload.com/">
                <a:extLst>
                  <a:ext uri="{FF2B5EF4-FFF2-40B4-BE49-F238E27FC236}">
                    <a16:creationId xmlns:a16="http://schemas.microsoft.com/office/drawing/2014/main" id="{0B3C8F3D-AEA5-78CC-5785-CEF9BFF8D3CE}"/>
                  </a:ext>
                </a:extLst>
              </p:cNvPr>
              <p:cNvSpPr>
                <a:spLocks/>
              </p:cNvSpPr>
              <p:nvPr/>
            </p:nvSpPr>
            <p:spPr bwMode="gray">
              <a:xfrm>
                <a:off x="3918164" y="2956098"/>
                <a:ext cx="117108" cy="130449"/>
              </a:xfrm>
              <a:custGeom>
                <a:avLst/>
                <a:gdLst>
                  <a:gd name="T0" fmla="*/ 2147483647 w 312"/>
                  <a:gd name="T1" fmla="*/ 2147483647 h 342"/>
                  <a:gd name="T2" fmla="*/ 2147483647 w 312"/>
                  <a:gd name="T3" fmla="*/ 2147483647 h 342"/>
                  <a:gd name="T4" fmla="*/ 2147483647 w 312"/>
                  <a:gd name="T5" fmla="*/ 2147483647 h 342"/>
                  <a:gd name="T6" fmla="*/ 2147483647 w 312"/>
                  <a:gd name="T7" fmla="*/ 2147483647 h 342"/>
                  <a:gd name="T8" fmla="*/ 2147483647 w 312"/>
                  <a:gd name="T9" fmla="*/ 2147483647 h 342"/>
                  <a:gd name="T10" fmla="*/ 2147483647 w 312"/>
                  <a:gd name="T11" fmla="*/ 2147483647 h 342"/>
                  <a:gd name="T12" fmla="*/ 2147483647 w 312"/>
                  <a:gd name="T13" fmla="*/ 2147483647 h 342"/>
                  <a:gd name="T14" fmla="*/ 2147483647 w 312"/>
                  <a:gd name="T15" fmla="*/ 2147483647 h 342"/>
                  <a:gd name="T16" fmla="*/ 2147483647 w 312"/>
                  <a:gd name="T17" fmla="*/ 2147483647 h 342"/>
                  <a:gd name="T18" fmla="*/ 2147483647 w 312"/>
                  <a:gd name="T19" fmla="*/ 2147483647 h 342"/>
                  <a:gd name="T20" fmla="*/ 2147483647 w 312"/>
                  <a:gd name="T21" fmla="*/ 2147483647 h 342"/>
                  <a:gd name="T22" fmla="*/ 2147483647 w 312"/>
                  <a:gd name="T23" fmla="*/ 2147483647 h 342"/>
                  <a:gd name="T24" fmla="*/ 2147483647 w 312"/>
                  <a:gd name="T25" fmla="*/ 2147483647 h 342"/>
                  <a:gd name="T26" fmla="*/ 2147483647 w 312"/>
                  <a:gd name="T27" fmla="*/ 2147483647 h 342"/>
                  <a:gd name="T28" fmla="*/ 2147483647 w 312"/>
                  <a:gd name="T29" fmla="*/ 2147483647 h 342"/>
                  <a:gd name="T30" fmla="*/ 2147483647 w 312"/>
                  <a:gd name="T31" fmla="*/ 2147483647 h 342"/>
                  <a:gd name="T32" fmla="*/ 2147483647 w 312"/>
                  <a:gd name="T33" fmla="*/ 2147483647 h 342"/>
                  <a:gd name="T34" fmla="*/ 2147483647 w 312"/>
                  <a:gd name="T35" fmla="*/ 2147483647 h 342"/>
                  <a:gd name="T36" fmla="*/ 2147483647 w 312"/>
                  <a:gd name="T37" fmla="*/ 2147483647 h 342"/>
                  <a:gd name="T38" fmla="*/ 2147483647 w 312"/>
                  <a:gd name="T39" fmla="*/ 2147483647 h 342"/>
                  <a:gd name="T40" fmla="*/ 2147483647 w 312"/>
                  <a:gd name="T41" fmla="*/ 2147483647 h 342"/>
                  <a:gd name="T42" fmla="*/ 2147483647 w 312"/>
                  <a:gd name="T43" fmla="*/ 2147483647 h 342"/>
                  <a:gd name="T44" fmla="*/ 2147483647 w 312"/>
                  <a:gd name="T45" fmla="*/ 2147483647 h 342"/>
                  <a:gd name="T46" fmla="*/ 2147483647 w 312"/>
                  <a:gd name="T47" fmla="*/ 2147483647 h 342"/>
                  <a:gd name="T48" fmla="*/ 2147483647 w 312"/>
                  <a:gd name="T49" fmla="*/ 2147483647 h 342"/>
                  <a:gd name="T50" fmla="*/ 2147483647 w 312"/>
                  <a:gd name="T51" fmla="*/ 0 h 342"/>
                  <a:gd name="T52" fmla="*/ 2147483647 w 312"/>
                  <a:gd name="T53" fmla="*/ 0 h 342"/>
                  <a:gd name="T54" fmla="*/ 2147483647 w 312"/>
                  <a:gd name="T55" fmla="*/ 2147483647 h 342"/>
                  <a:gd name="T56" fmla="*/ 2147483647 w 312"/>
                  <a:gd name="T57" fmla="*/ 2147483647 h 342"/>
                  <a:gd name="T58" fmla="*/ 2147483647 w 312"/>
                  <a:gd name="T59" fmla="*/ 2147483647 h 342"/>
                  <a:gd name="T60" fmla="*/ 2147483647 w 312"/>
                  <a:gd name="T61" fmla="*/ 2147483647 h 342"/>
                  <a:gd name="T62" fmla="*/ 2147483647 w 312"/>
                  <a:gd name="T63" fmla="*/ 2147483647 h 342"/>
                  <a:gd name="T64" fmla="*/ 2147483647 w 312"/>
                  <a:gd name="T65" fmla="*/ 2147483647 h 342"/>
                  <a:gd name="T66" fmla="*/ 2147483647 w 312"/>
                  <a:gd name="T67" fmla="*/ 2147483647 h 342"/>
                  <a:gd name="T68" fmla="*/ 2147483647 w 312"/>
                  <a:gd name="T69" fmla="*/ 2147483647 h 342"/>
                  <a:gd name="T70" fmla="*/ 2147483647 w 312"/>
                  <a:gd name="T71" fmla="*/ 2147483647 h 342"/>
                  <a:gd name="T72" fmla="*/ 2147483647 w 312"/>
                  <a:gd name="T73" fmla="*/ 2147483647 h 342"/>
                  <a:gd name="T74" fmla="*/ 2147483647 w 312"/>
                  <a:gd name="T75" fmla="*/ 2147483647 h 342"/>
                  <a:gd name="T76" fmla="*/ 2147483647 w 312"/>
                  <a:gd name="T77" fmla="*/ 2147483647 h 342"/>
                  <a:gd name="T78" fmla="*/ 0 w 312"/>
                  <a:gd name="T79" fmla="*/ 2147483647 h 342"/>
                  <a:gd name="T80" fmla="*/ 2147483647 w 312"/>
                  <a:gd name="T81" fmla="*/ 2147483647 h 342"/>
                  <a:gd name="T82" fmla="*/ 2147483647 w 312"/>
                  <a:gd name="T83" fmla="*/ 2147483647 h 342"/>
                  <a:gd name="T84" fmla="*/ 2147483647 w 312"/>
                  <a:gd name="T85" fmla="*/ 2147483647 h 342"/>
                  <a:gd name="T86" fmla="*/ 2147483647 w 312"/>
                  <a:gd name="T87" fmla="*/ 2147483647 h 342"/>
                  <a:gd name="T88" fmla="*/ 2147483647 w 312"/>
                  <a:gd name="T89" fmla="*/ 2147483647 h 342"/>
                  <a:gd name="T90" fmla="*/ 2147483647 w 312"/>
                  <a:gd name="T91" fmla="*/ 2147483647 h 342"/>
                  <a:gd name="T92" fmla="*/ 2147483647 w 312"/>
                  <a:gd name="T93" fmla="*/ 2147483647 h 342"/>
                  <a:gd name="T94" fmla="*/ 2147483647 w 312"/>
                  <a:gd name="T95" fmla="*/ 2147483647 h 342"/>
                  <a:gd name="T96" fmla="*/ 2147483647 w 312"/>
                  <a:gd name="T97" fmla="*/ 2147483647 h 342"/>
                  <a:gd name="T98" fmla="*/ 2147483647 w 312"/>
                  <a:gd name="T99" fmla="*/ 2147483647 h 342"/>
                  <a:gd name="T100" fmla="*/ 2147483647 w 312"/>
                  <a:gd name="T101" fmla="*/ 2147483647 h 342"/>
                  <a:gd name="T102" fmla="*/ 2147483647 w 312"/>
                  <a:gd name="T103" fmla="*/ 2147483647 h 342"/>
                  <a:gd name="T104" fmla="*/ 2147483647 w 312"/>
                  <a:gd name="T105" fmla="*/ 2147483647 h 342"/>
                  <a:gd name="T106" fmla="*/ 2147483647 w 312"/>
                  <a:gd name="T107" fmla="*/ 2147483647 h 342"/>
                  <a:gd name="T108" fmla="*/ 2147483647 w 312"/>
                  <a:gd name="T109" fmla="*/ 2147483647 h 342"/>
                  <a:gd name="T110" fmla="*/ 2147483647 w 312"/>
                  <a:gd name="T111" fmla="*/ 2147483647 h 342"/>
                  <a:gd name="T112" fmla="*/ 2147483647 w 312"/>
                  <a:gd name="T113" fmla="*/ 2147483647 h 342"/>
                  <a:gd name="T114" fmla="*/ 2147483647 w 312"/>
                  <a:gd name="T115" fmla="*/ 2147483647 h 342"/>
                  <a:gd name="T116" fmla="*/ 2147483647 w 312"/>
                  <a:gd name="T117" fmla="*/ 2147483647 h 342"/>
                  <a:gd name="T118" fmla="*/ 2147483647 w 312"/>
                  <a:gd name="T119" fmla="*/ 2147483647 h 342"/>
                  <a:gd name="T120" fmla="*/ 2147483647 w 312"/>
                  <a:gd name="T121" fmla="*/ 2147483647 h 34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12"/>
                  <a:gd name="T184" fmla="*/ 0 h 342"/>
                  <a:gd name="T185" fmla="*/ 312 w 312"/>
                  <a:gd name="T186" fmla="*/ 342 h 34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12" h="342">
                    <a:moveTo>
                      <a:pt x="312" y="252"/>
                    </a:moveTo>
                    <a:lnTo>
                      <a:pt x="312" y="240"/>
                    </a:lnTo>
                    <a:lnTo>
                      <a:pt x="282" y="210"/>
                    </a:lnTo>
                    <a:lnTo>
                      <a:pt x="282" y="180"/>
                    </a:lnTo>
                    <a:lnTo>
                      <a:pt x="246" y="186"/>
                    </a:lnTo>
                    <a:lnTo>
                      <a:pt x="246" y="174"/>
                    </a:lnTo>
                    <a:lnTo>
                      <a:pt x="228" y="174"/>
                    </a:lnTo>
                    <a:lnTo>
                      <a:pt x="222" y="168"/>
                    </a:lnTo>
                    <a:lnTo>
                      <a:pt x="228" y="156"/>
                    </a:lnTo>
                    <a:lnTo>
                      <a:pt x="240" y="150"/>
                    </a:lnTo>
                    <a:lnTo>
                      <a:pt x="246" y="132"/>
                    </a:lnTo>
                    <a:lnTo>
                      <a:pt x="246" y="108"/>
                    </a:lnTo>
                    <a:lnTo>
                      <a:pt x="228" y="72"/>
                    </a:lnTo>
                    <a:lnTo>
                      <a:pt x="222" y="72"/>
                    </a:lnTo>
                    <a:lnTo>
                      <a:pt x="216" y="78"/>
                    </a:lnTo>
                    <a:lnTo>
                      <a:pt x="210" y="90"/>
                    </a:lnTo>
                    <a:lnTo>
                      <a:pt x="210" y="102"/>
                    </a:lnTo>
                    <a:lnTo>
                      <a:pt x="198" y="114"/>
                    </a:lnTo>
                    <a:lnTo>
                      <a:pt x="192" y="114"/>
                    </a:lnTo>
                    <a:lnTo>
                      <a:pt x="180" y="102"/>
                    </a:lnTo>
                    <a:lnTo>
                      <a:pt x="180" y="96"/>
                    </a:lnTo>
                    <a:lnTo>
                      <a:pt x="168" y="96"/>
                    </a:lnTo>
                    <a:lnTo>
                      <a:pt x="168" y="36"/>
                    </a:lnTo>
                    <a:lnTo>
                      <a:pt x="162" y="18"/>
                    </a:lnTo>
                    <a:lnTo>
                      <a:pt x="150" y="6"/>
                    </a:lnTo>
                    <a:lnTo>
                      <a:pt x="138" y="0"/>
                    </a:lnTo>
                    <a:lnTo>
                      <a:pt x="132" y="0"/>
                    </a:lnTo>
                    <a:lnTo>
                      <a:pt x="126" y="6"/>
                    </a:lnTo>
                    <a:lnTo>
                      <a:pt x="126" y="18"/>
                    </a:lnTo>
                    <a:lnTo>
                      <a:pt x="102" y="12"/>
                    </a:lnTo>
                    <a:lnTo>
                      <a:pt x="108" y="36"/>
                    </a:lnTo>
                    <a:lnTo>
                      <a:pt x="84" y="42"/>
                    </a:lnTo>
                    <a:lnTo>
                      <a:pt x="84" y="60"/>
                    </a:lnTo>
                    <a:lnTo>
                      <a:pt x="78" y="72"/>
                    </a:lnTo>
                    <a:lnTo>
                      <a:pt x="66" y="78"/>
                    </a:lnTo>
                    <a:lnTo>
                      <a:pt x="54" y="90"/>
                    </a:lnTo>
                    <a:lnTo>
                      <a:pt x="42" y="96"/>
                    </a:lnTo>
                    <a:lnTo>
                      <a:pt x="24" y="114"/>
                    </a:lnTo>
                    <a:lnTo>
                      <a:pt x="24" y="150"/>
                    </a:lnTo>
                    <a:lnTo>
                      <a:pt x="0" y="126"/>
                    </a:lnTo>
                    <a:lnTo>
                      <a:pt x="36" y="162"/>
                    </a:lnTo>
                    <a:lnTo>
                      <a:pt x="60" y="162"/>
                    </a:lnTo>
                    <a:lnTo>
                      <a:pt x="72" y="192"/>
                    </a:lnTo>
                    <a:lnTo>
                      <a:pt x="102" y="192"/>
                    </a:lnTo>
                    <a:lnTo>
                      <a:pt x="108" y="198"/>
                    </a:lnTo>
                    <a:lnTo>
                      <a:pt x="120" y="222"/>
                    </a:lnTo>
                    <a:lnTo>
                      <a:pt x="132" y="240"/>
                    </a:lnTo>
                    <a:lnTo>
                      <a:pt x="150" y="252"/>
                    </a:lnTo>
                    <a:lnTo>
                      <a:pt x="162" y="270"/>
                    </a:lnTo>
                    <a:lnTo>
                      <a:pt x="180" y="282"/>
                    </a:lnTo>
                    <a:lnTo>
                      <a:pt x="198" y="288"/>
                    </a:lnTo>
                    <a:lnTo>
                      <a:pt x="210" y="294"/>
                    </a:lnTo>
                    <a:lnTo>
                      <a:pt x="228" y="300"/>
                    </a:lnTo>
                    <a:lnTo>
                      <a:pt x="258" y="330"/>
                    </a:lnTo>
                    <a:lnTo>
                      <a:pt x="294" y="342"/>
                    </a:lnTo>
                    <a:lnTo>
                      <a:pt x="300" y="342"/>
                    </a:lnTo>
                    <a:lnTo>
                      <a:pt x="300" y="294"/>
                    </a:lnTo>
                    <a:lnTo>
                      <a:pt x="306" y="288"/>
                    </a:lnTo>
                    <a:lnTo>
                      <a:pt x="306" y="276"/>
                    </a:lnTo>
                    <a:lnTo>
                      <a:pt x="312" y="264"/>
                    </a:lnTo>
                    <a:lnTo>
                      <a:pt x="312" y="25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0" name="Lesotho" descr="© INSCALE GmbH, 05.05.2010&#10;http://www.presentationload.com/">
                <a:extLst>
                  <a:ext uri="{FF2B5EF4-FFF2-40B4-BE49-F238E27FC236}">
                    <a16:creationId xmlns:a16="http://schemas.microsoft.com/office/drawing/2014/main" id="{99E8F0D5-D92A-C42C-DA67-58B4387D443E}"/>
                  </a:ext>
                </a:extLst>
              </p:cNvPr>
              <p:cNvSpPr>
                <a:spLocks/>
              </p:cNvSpPr>
              <p:nvPr/>
            </p:nvSpPr>
            <p:spPr bwMode="gray">
              <a:xfrm>
                <a:off x="4945448" y="4093082"/>
                <a:ext cx="63743" cy="62260"/>
              </a:xfrm>
              <a:custGeom>
                <a:avLst/>
                <a:gdLst>
                  <a:gd name="T0" fmla="*/ 0 w 168"/>
                  <a:gd name="T1" fmla="*/ 2147483647 h 162"/>
                  <a:gd name="T2" fmla="*/ 2147483647 w 168"/>
                  <a:gd name="T3" fmla="*/ 2147483647 h 162"/>
                  <a:gd name="T4" fmla="*/ 2147483647 w 168"/>
                  <a:gd name="T5" fmla="*/ 2147483647 h 162"/>
                  <a:gd name="T6" fmla="*/ 2147483647 w 168"/>
                  <a:gd name="T7" fmla="*/ 2147483647 h 162"/>
                  <a:gd name="T8" fmla="*/ 2147483647 w 168"/>
                  <a:gd name="T9" fmla="*/ 2147483647 h 162"/>
                  <a:gd name="T10" fmla="*/ 2147483647 w 168"/>
                  <a:gd name="T11" fmla="*/ 2147483647 h 162"/>
                  <a:gd name="T12" fmla="*/ 2147483647 w 168"/>
                  <a:gd name="T13" fmla="*/ 2147483647 h 162"/>
                  <a:gd name="T14" fmla="*/ 2147483647 w 168"/>
                  <a:gd name="T15" fmla="*/ 2147483647 h 162"/>
                  <a:gd name="T16" fmla="*/ 2147483647 w 168"/>
                  <a:gd name="T17" fmla="*/ 2147483647 h 162"/>
                  <a:gd name="T18" fmla="*/ 2147483647 w 168"/>
                  <a:gd name="T19" fmla="*/ 2147483647 h 162"/>
                  <a:gd name="T20" fmla="*/ 2147483647 w 168"/>
                  <a:gd name="T21" fmla="*/ 2147483647 h 162"/>
                  <a:gd name="T22" fmla="*/ 2147483647 w 168"/>
                  <a:gd name="T23" fmla="*/ 2147483647 h 162"/>
                  <a:gd name="T24" fmla="*/ 2147483647 w 168"/>
                  <a:gd name="T25" fmla="*/ 2147483647 h 162"/>
                  <a:gd name="T26" fmla="*/ 2147483647 w 168"/>
                  <a:gd name="T27" fmla="*/ 2147483647 h 162"/>
                  <a:gd name="T28" fmla="*/ 2147483647 w 168"/>
                  <a:gd name="T29" fmla="*/ 2147483647 h 162"/>
                  <a:gd name="T30" fmla="*/ 2147483647 w 168"/>
                  <a:gd name="T31" fmla="*/ 2147483647 h 162"/>
                  <a:gd name="T32" fmla="*/ 2147483647 w 168"/>
                  <a:gd name="T33" fmla="*/ 2147483647 h 162"/>
                  <a:gd name="T34" fmla="*/ 2147483647 w 168"/>
                  <a:gd name="T35" fmla="*/ 2147483647 h 162"/>
                  <a:gd name="T36" fmla="*/ 2147483647 w 168"/>
                  <a:gd name="T37" fmla="*/ 2147483647 h 162"/>
                  <a:gd name="T38" fmla="*/ 2147483647 w 168"/>
                  <a:gd name="T39" fmla="*/ 2147483647 h 162"/>
                  <a:gd name="T40" fmla="*/ 2147483647 w 168"/>
                  <a:gd name="T41" fmla="*/ 2147483647 h 162"/>
                  <a:gd name="T42" fmla="*/ 2147483647 w 168"/>
                  <a:gd name="T43" fmla="*/ 0 h 162"/>
                  <a:gd name="T44" fmla="*/ 2147483647 w 168"/>
                  <a:gd name="T45" fmla="*/ 0 h 162"/>
                  <a:gd name="T46" fmla="*/ 2147483647 w 168"/>
                  <a:gd name="T47" fmla="*/ 2147483647 h 162"/>
                  <a:gd name="T48" fmla="*/ 2147483647 w 168"/>
                  <a:gd name="T49" fmla="*/ 2147483647 h 162"/>
                  <a:gd name="T50" fmla="*/ 2147483647 w 168"/>
                  <a:gd name="T51" fmla="*/ 2147483647 h 162"/>
                  <a:gd name="T52" fmla="*/ 2147483647 w 168"/>
                  <a:gd name="T53" fmla="*/ 2147483647 h 162"/>
                  <a:gd name="T54" fmla="*/ 2147483647 w 168"/>
                  <a:gd name="T55" fmla="*/ 2147483647 h 162"/>
                  <a:gd name="T56" fmla="*/ 2147483647 w 168"/>
                  <a:gd name="T57" fmla="*/ 2147483647 h 162"/>
                  <a:gd name="T58" fmla="*/ 2147483647 w 168"/>
                  <a:gd name="T59" fmla="*/ 2147483647 h 162"/>
                  <a:gd name="T60" fmla="*/ 0 w 168"/>
                  <a:gd name="T61" fmla="*/ 2147483647 h 162"/>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68"/>
                  <a:gd name="T94" fmla="*/ 0 h 162"/>
                  <a:gd name="T95" fmla="*/ 168 w 168"/>
                  <a:gd name="T96" fmla="*/ 162 h 162"/>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68" h="162">
                    <a:moveTo>
                      <a:pt x="0" y="78"/>
                    </a:moveTo>
                    <a:lnTo>
                      <a:pt x="24" y="114"/>
                    </a:lnTo>
                    <a:lnTo>
                      <a:pt x="24" y="132"/>
                    </a:lnTo>
                    <a:lnTo>
                      <a:pt x="54" y="162"/>
                    </a:lnTo>
                    <a:lnTo>
                      <a:pt x="72" y="162"/>
                    </a:lnTo>
                    <a:lnTo>
                      <a:pt x="72" y="150"/>
                    </a:lnTo>
                    <a:lnTo>
                      <a:pt x="78" y="144"/>
                    </a:lnTo>
                    <a:lnTo>
                      <a:pt x="84" y="132"/>
                    </a:lnTo>
                    <a:lnTo>
                      <a:pt x="90" y="126"/>
                    </a:lnTo>
                    <a:lnTo>
                      <a:pt x="102" y="120"/>
                    </a:lnTo>
                    <a:lnTo>
                      <a:pt x="120" y="120"/>
                    </a:lnTo>
                    <a:lnTo>
                      <a:pt x="132" y="114"/>
                    </a:lnTo>
                    <a:lnTo>
                      <a:pt x="138" y="108"/>
                    </a:lnTo>
                    <a:lnTo>
                      <a:pt x="150" y="102"/>
                    </a:lnTo>
                    <a:lnTo>
                      <a:pt x="144" y="84"/>
                    </a:lnTo>
                    <a:lnTo>
                      <a:pt x="168" y="66"/>
                    </a:lnTo>
                    <a:lnTo>
                      <a:pt x="162" y="42"/>
                    </a:lnTo>
                    <a:lnTo>
                      <a:pt x="150" y="36"/>
                    </a:lnTo>
                    <a:lnTo>
                      <a:pt x="144" y="24"/>
                    </a:lnTo>
                    <a:lnTo>
                      <a:pt x="138" y="18"/>
                    </a:lnTo>
                    <a:lnTo>
                      <a:pt x="132" y="6"/>
                    </a:lnTo>
                    <a:lnTo>
                      <a:pt x="126" y="0"/>
                    </a:lnTo>
                    <a:lnTo>
                      <a:pt x="90" y="0"/>
                    </a:lnTo>
                    <a:lnTo>
                      <a:pt x="78" y="6"/>
                    </a:lnTo>
                    <a:lnTo>
                      <a:pt x="78" y="18"/>
                    </a:lnTo>
                    <a:lnTo>
                      <a:pt x="54" y="18"/>
                    </a:lnTo>
                    <a:lnTo>
                      <a:pt x="48" y="24"/>
                    </a:lnTo>
                    <a:lnTo>
                      <a:pt x="48" y="42"/>
                    </a:lnTo>
                    <a:lnTo>
                      <a:pt x="30" y="60"/>
                    </a:lnTo>
                    <a:lnTo>
                      <a:pt x="24" y="78"/>
                    </a:lnTo>
                    <a:lnTo>
                      <a:pt x="0" y="7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1" name="Lebanon" descr="© INSCALE GmbH, 05.05.2010&#10;http://www.presentationload.com/">
                <a:extLst>
                  <a:ext uri="{FF2B5EF4-FFF2-40B4-BE49-F238E27FC236}">
                    <a16:creationId xmlns:a16="http://schemas.microsoft.com/office/drawing/2014/main" id="{37B58154-1BD6-8DB4-CB3C-3DCF06AB86EC}"/>
                  </a:ext>
                </a:extLst>
              </p:cNvPr>
              <p:cNvSpPr>
                <a:spLocks/>
              </p:cNvSpPr>
              <p:nvPr/>
            </p:nvSpPr>
            <p:spPr bwMode="gray">
              <a:xfrm>
                <a:off x="5141121" y="2160060"/>
                <a:ext cx="41506" cy="59295"/>
              </a:xfrm>
              <a:custGeom>
                <a:avLst/>
                <a:gdLst>
                  <a:gd name="T0" fmla="*/ 2147483647 w 108"/>
                  <a:gd name="T1" fmla="*/ 2147483647 h 156"/>
                  <a:gd name="T2" fmla="*/ 2147483647 w 108"/>
                  <a:gd name="T3" fmla="*/ 2147483647 h 156"/>
                  <a:gd name="T4" fmla="*/ 2147483647 w 108"/>
                  <a:gd name="T5" fmla="*/ 2147483647 h 156"/>
                  <a:gd name="T6" fmla="*/ 2147483647 w 108"/>
                  <a:gd name="T7" fmla="*/ 2147483647 h 156"/>
                  <a:gd name="T8" fmla="*/ 2147483647 w 108"/>
                  <a:gd name="T9" fmla="*/ 2147483647 h 156"/>
                  <a:gd name="T10" fmla="*/ 2147483647 w 108"/>
                  <a:gd name="T11" fmla="*/ 2147483647 h 156"/>
                  <a:gd name="T12" fmla="*/ 2147483647 w 108"/>
                  <a:gd name="T13" fmla="*/ 2147483647 h 156"/>
                  <a:gd name="T14" fmla="*/ 2147483647 w 108"/>
                  <a:gd name="T15" fmla="*/ 2147483647 h 156"/>
                  <a:gd name="T16" fmla="*/ 2147483647 w 108"/>
                  <a:gd name="T17" fmla="*/ 2147483647 h 156"/>
                  <a:gd name="T18" fmla="*/ 2147483647 w 108"/>
                  <a:gd name="T19" fmla="*/ 2147483647 h 156"/>
                  <a:gd name="T20" fmla="*/ 2147483647 w 108"/>
                  <a:gd name="T21" fmla="*/ 0 h 156"/>
                  <a:gd name="T22" fmla="*/ 2147483647 w 108"/>
                  <a:gd name="T23" fmla="*/ 0 h 156"/>
                  <a:gd name="T24" fmla="*/ 2147483647 w 108"/>
                  <a:gd name="T25" fmla="*/ 0 h 156"/>
                  <a:gd name="T26" fmla="*/ 2147483647 w 108"/>
                  <a:gd name="T27" fmla="*/ 2147483647 h 156"/>
                  <a:gd name="T28" fmla="*/ 2147483647 w 108"/>
                  <a:gd name="T29" fmla="*/ 2147483647 h 156"/>
                  <a:gd name="T30" fmla="*/ 2147483647 w 108"/>
                  <a:gd name="T31" fmla="*/ 2147483647 h 156"/>
                  <a:gd name="T32" fmla="*/ 2147483647 w 108"/>
                  <a:gd name="T33" fmla="*/ 2147483647 h 156"/>
                  <a:gd name="T34" fmla="*/ 2147483647 w 108"/>
                  <a:gd name="T35" fmla="*/ 2147483647 h 156"/>
                  <a:gd name="T36" fmla="*/ 2147483647 w 108"/>
                  <a:gd name="T37" fmla="*/ 2147483647 h 156"/>
                  <a:gd name="T38" fmla="*/ 2147483647 w 108"/>
                  <a:gd name="T39" fmla="*/ 2147483647 h 156"/>
                  <a:gd name="T40" fmla="*/ 2147483647 w 108"/>
                  <a:gd name="T41" fmla="*/ 2147483647 h 156"/>
                  <a:gd name="T42" fmla="*/ 0 w 108"/>
                  <a:gd name="T43" fmla="*/ 2147483647 h 156"/>
                  <a:gd name="T44" fmla="*/ 0 w 108"/>
                  <a:gd name="T45" fmla="*/ 2147483647 h 156"/>
                  <a:gd name="T46" fmla="*/ 2147483647 w 108"/>
                  <a:gd name="T47" fmla="*/ 2147483647 h 156"/>
                  <a:gd name="T48" fmla="*/ 2147483647 w 108"/>
                  <a:gd name="T49" fmla="*/ 2147483647 h 156"/>
                  <a:gd name="T50" fmla="*/ 2147483647 w 108"/>
                  <a:gd name="T51" fmla="*/ 2147483647 h 156"/>
                  <a:gd name="T52" fmla="*/ 2147483647 w 108"/>
                  <a:gd name="T53" fmla="*/ 2147483647 h 156"/>
                  <a:gd name="T54" fmla="*/ 2147483647 w 108"/>
                  <a:gd name="T55" fmla="*/ 2147483647 h 156"/>
                  <a:gd name="T56" fmla="*/ 2147483647 w 108"/>
                  <a:gd name="T57" fmla="*/ 2147483647 h 156"/>
                  <a:gd name="T58" fmla="*/ 2147483647 w 108"/>
                  <a:gd name="T59" fmla="*/ 2147483647 h 156"/>
                  <a:gd name="T60" fmla="*/ 2147483647 w 108"/>
                  <a:gd name="T61" fmla="*/ 2147483647 h 15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8"/>
                  <a:gd name="T94" fmla="*/ 0 h 156"/>
                  <a:gd name="T95" fmla="*/ 108 w 108"/>
                  <a:gd name="T96" fmla="*/ 156 h 15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8" h="156">
                    <a:moveTo>
                      <a:pt x="72" y="96"/>
                    </a:moveTo>
                    <a:lnTo>
                      <a:pt x="72" y="72"/>
                    </a:lnTo>
                    <a:lnTo>
                      <a:pt x="78" y="66"/>
                    </a:lnTo>
                    <a:lnTo>
                      <a:pt x="84" y="66"/>
                    </a:lnTo>
                    <a:lnTo>
                      <a:pt x="96" y="60"/>
                    </a:lnTo>
                    <a:lnTo>
                      <a:pt x="102" y="60"/>
                    </a:lnTo>
                    <a:lnTo>
                      <a:pt x="108" y="48"/>
                    </a:lnTo>
                    <a:lnTo>
                      <a:pt x="108" y="30"/>
                    </a:lnTo>
                    <a:lnTo>
                      <a:pt x="102" y="18"/>
                    </a:lnTo>
                    <a:lnTo>
                      <a:pt x="96" y="12"/>
                    </a:lnTo>
                    <a:lnTo>
                      <a:pt x="102" y="0"/>
                    </a:lnTo>
                    <a:lnTo>
                      <a:pt x="54" y="0"/>
                    </a:lnTo>
                    <a:lnTo>
                      <a:pt x="60" y="0"/>
                    </a:lnTo>
                    <a:lnTo>
                      <a:pt x="60" y="6"/>
                    </a:lnTo>
                    <a:lnTo>
                      <a:pt x="54" y="6"/>
                    </a:lnTo>
                    <a:lnTo>
                      <a:pt x="48" y="18"/>
                    </a:lnTo>
                    <a:lnTo>
                      <a:pt x="36" y="24"/>
                    </a:lnTo>
                    <a:lnTo>
                      <a:pt x="30" y="30"/>
                    </a:lnTo>
                    <a:lnTo>
                      <a:pt x="18" y="66"/>
                    </a:lnTo>
                    <a:lnTo>
                      <a:pt x="12" y="78"/>
                    </a:lnTo>
                    <a:lnTo>
                      <a:pt x="12" y="90"/>
                    </a:lnTo>
                    <a:lnTo>
                      <a:pt x="0" y="114"/>
                    </a:lnTo>
                    <a:lnTo>
                      <a:pt x="0" y="156"/>
                    </a:lnTo>
                    <a:lnTo>
                      <a:pt x="12" y="150"/>
                    </a:lnTo>
                    <a:lnTo>
                      <a:pt x="24" y="126"/>
                    </a:lnTo>
                    <a:lnTo>
                      <a:pt x="30" y="132"/>
                    </a:lnTo>
                    <a:lnTo>
                      <a:pt x="36" y="132"/>
                    </a:lnTo>
                    <a:lnTo>
                      <a:pt x="42" y="126"/>
                    </a:lnTo>
                    <a:lnTo>
                      <a:pt x="48" y="114"/>
                    </a:lnTo>
                    <a:lnTo>
                      <a:pt x="48" y="102"/>
                    </a:lnTo>
                    <a:lnTo>
                      <a:pt x="72" y="9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2" name="Latvia" descr="© INSCALE GmbH, 05.05.2010&#10;http://www.presentationload.com/">
                <a:extLst>
                  <a:ext uri="{FF2B5EF4-FFF2-40B4-BE49-F238E27FC236}">
                    <a16:creationId xmlns:a16="http://schemas.microsoft.com/office/drawing/2014/main" id="{0DFEE5AC-46FF-0EFF-548D-ECA21BDFDB2A}"/>
                  </a:ext>
                </a:extLst>
              </p:cNvPr>
              <p:cNvSpPr>
                <a:spLocks/>
              </p:cNvSpPr>
              <p:nvPr/>
            </p:nvSpPr>
            <p:spPr bwMode="gray">
              <a:xfrm>
                <a:off x="4749775" y="1461860"/>
                <a:ext cx="161579" cy="68189"/>
              </a:xfrm>
              <a:custGeom>
                <a:avLst/>
                <a:gdLst>
                  <a:gd name="T0" fmla="*/ 2147483647 w 426"/>
                  <a:gd name="T1" fmla="*/ 2147483647 h 180"/>
                  <a:gd name="T2" fmla="*/ 2147483647 w 426"/>
                  <a:gd name="T3" fmla="*/ 2147483647 h 180"/>
                  <a:gd name="T4" fmla="*/ 2147483647 w 426"/>
                  <a:gd name="T5" fmla="*/ 2147483647 h 180"/>
                  <a:gd name="T6" fmla="*/ 2147483647 w 426"/>
                  <a:gd name="T7" fmla="*/ 2147483647 h 180"/>
                  <a:gd name="T8" fmla="*/ 2147483647 w 426"/>
                  <a:gd name="T9" fmla="*/ 2147483647 h 180"/>
                  <a:gd name="T10" fmla="*/ 2147483647 w 426"/>
                  <a:gd name="T11" fmla="*/ 2147483647 h 180"/>
                  <a:gd name="T12" fmla="*/ 2147483647 w 426"/>
                  <a:gd name="T13" fmla="*/ 2147483647 h 180"/>
                  <a:gd name="T14" fmla="*/ 2147483647 w 426"/>
                  <a:gd name="T15" fmla="*/ 2147483647 h 180"/>
                  <a:gd name="T16" fmla="*/ 2147483647 w 426"/>
                  <a:gd name="T17" fmla="*/ 2147483647 h 180"/>
                  <a:gd name="T18" fmla="*/ 2147483647 w 426"/>
                  <a:gd name="T19" fmla="*/ 2147483647 h 180"/>
                  <a:gd name="T20" fmla="*/ 2147483647 w 426"/>
                  <a:gd name="T21" fmla="*/ 2147483647 h 180"/>
                  <a:gd name="T22" fmla="*/ 2147483647 w 426"/>
                  <a:gd name="T23" fmla="*/ 2147483647 h 180"/>
                  <a:gd name="T24" fmla="*/ 2147483647 w 426"/>
                  <a:gd name="T25" fmla="*/ 2147483647 h 180"/>
                  <a:gd name="T26" fmla="*/ 2147483647 w 426"/>
                  <a:gd name="T27" fmla="*/ 2147483647 h 180"/>
                  <a:gd name="T28" fmla="*/ 2147483647 w 426"/>
                  <a:gd name="T29" fmla="*/ 2147483647 h 180"/>
                  <a:gd name="T30" fmla="*/ 2147483647 w 426"/>
                  <a:gd name="T31" fmla="*/ 2147483647 h 180"/>
                  <a:gd name="T32" fmla="*/ 2147483647 w 426"/>
                  <a:gd name="T33" fmla="*/ 2147483647 h 180"/>
                  <a:gd name="T34" fmla="*/ 2147483647 w 426"/>
                  <a:gd name="T35" fmla="*/ 2147483647 h 180"/>
                  <a:gd name="T36" fmla="*/ 2147483647 w 426"/>
                  <a:gd name="T37" fmla="*/ 2147483647 h 180"/>
                  <a:gd name="T38" fmla="*/ 2147483647 w 426"/>
                  <a:gd name="T39" fmla="*/ 2147483647 h 180"/>
                  <a:gd name="T40" fmla="*/ 2147483647 w 426"/>
                  <a:gd name="T41" fmla="*/ 2147483647 h 180"/>
                  <a:gd name="T42" fmla="*/ 2147483647 w 426"/>
                  <a:gd name="T43" fmla="*/ 2147483647 h 180"/>
                  <a:gd name="T44" fmla="*/ 2147483647 w 426"/>
                  <a:gd name="T45" fmla="*/ 2147483647 h 180"/>
                  <a:gd name="T46" fmla="*/ 2147483647 w 426"/>
                  <a:gd name="T47" fmla="*/ 2147483647 h 180"/>
                  <a:gd name="T48" fmla="*/ 2147483647 w 426"/>
                  <a:gd name="T49" fmla="*/ 2147483647 h 180"/>
                  <a:gd name="T50" fmla="*/ 2147483647 w 426"/>
                  <a:gd name="T51" fmla="*/ 2147483647 h 180"/>
                  <a:gd name="T52" fmla="*/ 2147483647 w 426"/>
                  <a:gd name="T53" fmla="*/ 2147483647 h 180"/>
                  <a:gd name="T54" fmla="*/ 2147483647 w 426"/>
                  <a:gd name="T55" fmla="*/ 2147483647 h 180"/>
                  <a:gd name="T56" fmla="*/ 2147483647 w 426"/>
                  <a:gd name="T57" fmla="*/ 2147483647 h 180"/>
                  <a:gd name="T58" fmla="*/ 2147483647 w 426"/>
                  <a:gd name="T59" fmla="*/ 2147483647 h 180"/>
                  <a:gd name="T60" fmla="*/ 2147483647 w 426"/>
                  <a:gd name="T61" fmla="*/ 0 h 180"/>
                  <a:gd name="T62" fmla="*/ 2147483647 w 426"/>
                  <a:gd name="T63" fmla="*/ 2147483647 h 180"/>
                  <a:gd name="T64" fmla="*/ 2147483647 w 426"/>
                  <a:gd name="T65" fmla="*/ 2147483647 h 180"/>
                  <a:gd name="T66" fmla="*/ 2147483647 w 426"/>
                  <a:gd name="T67" fmla="*/ 2147483647 h 180"/>
                  <a:gd name="T68" fmla="*/ 2147483647 w 426"/>
                  <a:gd name="T69" fmla="*/ 2147483647 h 180"/>
                  <a:gd name="T70" fmla="*/ 2147483647 w 426"/>
                  <a:gd name="T71" fmla="*/ 2147483647 h 180"/>
                  <a:gd name="T72" fmla="*/ 2147483647 w 426"/>
                  <a:gd name="T73" fmla="*/ 2147483647 h 180"/>
                  <a:gd name="T74" fmla="*/ 2147483647 w 426"/>
                  <a:gd name="T75" fmla="*/ 2147483647 h 180"/>
                  <a:gd name="T76" fmla="*/ 2147483647 w 426"/>
                  <a:gd name="T77" fmla="*/ 2147483647 h 180"/>
                  <a:gd name="T78" fmla="*/ 2147483647 w 426"/>
                  <a:gd name="T79" fmla="*/ 2147483647 h 180"/>
                  <a:gd name="T80" fmla="*/ 2147483647 w 426"/>
                  <a:gd name="T81" fmla="*/ 2147483647 h 180"/>
                  <a:gd name="T82" fmla="*/ 2147483647 w 426"/>
                  <a:gd name="T83" fmla="*/ 2147483647 h 180"/>
                  <a:gd name="T84" fmla="*/ 0 w 426"/>
                  <a:gd name="T85" fmla="*/ 2147483647 h 180"/>
                  <a:gd name="T86" fmla="*/ 2147483647 w 426"/>
                  <a:gd name="T87" fmla="*/ 2147483647 h 18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26"/>
                  <a:gd name="T133" fmla="*/ 0 h 180"/>
                  <a:gd name="T134" fmla="*/ 426 w 426"/>
                  <a:gd name="T135" fmla="*/ 180 h 18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26" h="180">
                    <a:moveTo>
                      <a:pt x="6" y="144"/>
                    </a:moveTo>
                    <a:lnTo>
                      <a:pt x="6" y="138"/>
                    </a:lnTo>
                    <a:lnTo>
                      <a:pt x="12" y="138"/>
                    </a:lnTo>
                    <a:lnTo>
                      <a:pt x="24" y="132"/>
                    </a:lnTo>
                    <a:lnTo>
                      <a:pt x="66" y="132"/>
                    </a:lnTo>
                    <a:lnTo>
                      <a:pt x="78" y="120"/>
                    </a:lnTo>
                    <a:lnTo>
                      <a:pt x="96" y="120"/>
                    </a:lnTo>
                    <a:lnTo>
                      <a:pt x="102" y="126"/>
                    </a:lnTo>
                    <a:lnTo>
                      <a:pt x="108" y="126"/>
                    </a:lnTo>
                    <a:lnTo>
                      <a:pt x="114" y="132"/>
                    </a:lnTo>
                    <a:lnTo>
                      <a:pt x="120" y="132"/>
                    </a:lnTo>
                    <a:lnTo>
                      <a:pt x="126" y="126"/>
                    </a:lnTo>
                    <a:lnTo>
                      <a:pt x="132" y="126"/>
                    </a:lnTo>
                    <a:lnTo>
                      <a:pt x="144" y="132"/>
                    </a:lnTo>
                    <a:lnTo>
                      <a:pt x="150" y="132"/>
                    </a:lnTo>
                    <a:lnTo>
                      <a:pt x="156" y="138"/>
                    </a:lnTo>
                    <a:lnTo>
                      <a:pt x="162" y="138"/>
                    </a:lnTo>
                    <a:lnTo>
                      <a:pt x="168" y="132"/>
                    </a:lnTo>
                    <a:lnTo>
                      <a:pt x="180" y="132"/>
                    </a:lnTo>
                    <a:lnTo>
                      <a:pt x="186" y="138"/>
                    </a:lnTo>
                    <a:lnTo>
                      <a:pt x="204" y="138"/>
                    </a:lnTo>
                    <a:lnTo>
                      <a:pt x="216" y="126"/>
                    </a:lnTo>
                    <a:lnTo>
                      <a:pt x="228" y="126"/>
                    </a:lnTo>
                    <a:lnTo>
                      <a:pt x="234" y="132"/>
                    </a:lnTo>
                    <a:lnTo>
                      <a:pt x="240" y="144"/>
                    </a:lnTo>
                    <a:lnTo>
                      <a:pt x="270" y="144"/>
                    </a:lnTo>
                    <a:lnTo>
                      <a:pt x="282" y="150"/>
                    </a:lnTo>
                    <a:lnTo>
                      <a:pt x="288" y="150"/>
                    </a:lnTo>
                    <a:lnTo>
                      <a:pt x="300" y="162"/>
                    </a:lnTo>
                    <a:lnTo>
                      <a:pt x="318" y="174"/>
                    </a:lnTo>
                    <a:lnTo>
                      <a:pt x="336" y="180"/>
                    </a:lnTo>
                    <a:lnTo>
                      <a:pt x="360" y="168"/>
                    </a:lnTo>
                    <a:lnTo>
                      <a:pt x="378" y="168"/>
                    </a:lnTo>
                    <a:lnTo>
                      <a:pt x="384" y="174"/>
                    </a:lnTo>
                    <a:lnTo>
                      <a:pt x="390" y="168"/>
                    </a:lnTo>
                    <a:lnTo>
                      <a:pt x="396" y="168"/>
                    </a:lnTo>
                    <a:lnTo>
                      <a:pt x="402" y="162"/>
                    </a:lnTo>
                    <a:lnTo>
                      <a:pt x="408" y="150"/>
                    </a:lnTo>
                    <a:lnTo>
                      <a:pt x="414" y="144"/>
                    </a:lnTo>
                    <a:lnTo>
                      <a:pt x="420" y="150"/>
                    </a:lnTo>
                    <a:lnTo>
                      <a:pt x="426" y="150"/>
                    </a:lnTo>
                    <a:lnTo>
                      <a:pt x="426" y="126"/>
                    </a:lnTo>
                    <a:lnTo>
                      <a:pt x="414" y="114"/>
                    </a:lnTo>
                    <a:lnTo>
                      <a:pt x="408" y="102"/>
                    </a:lnTo>
                    <a:lnTo>
                      <a:pt x="402" y="96"/>
                    </a:lnTo>
                    <a:lnTo>
                      <a:pt x="378" y="90"/>
                    </a:lnTo>
                    <a:lnTo>
                      <a:pt x="384" y="72"/>
                    </a:lnTo>
                    <a:lnTo>
                      <a:pt x="402" y="72"/>
                    </a:lnTo>
                    <a:lnTo>
                      <a:pt x="402" y="66"/>
                    </a:lnTo>
                    <a:lnTo>
                      <a:pt x="396" y="60"/>
                    </a:lnTo>
                    <a:lnTo>
                      <a:pt x="384" y="54"/>
                    </a:lnTo>
                    <a:lnTo>
                      <a:pt x="372" y="42"/>
                    </a:lnTo>
                    <a:lnTo>
                      <a:pt x="354" y="42"/>
                    </a:lnTo>
                    <a:lnTo>
                      <a:pt x="348" y="36"/>
                    </a:lnTo>
                    <a:lnTo>
                      <a:pt x="330" y="36"/>
                    </a:lnTo>
                    <a:lnTo>
                      <a:pt x="324" y="42"/>
                    </a:lnTo>
                    <a:lnTo>
                      <a:pt x="306" y="42"/>
                    </a:lnTo>
                    <a:lnTo>
                      <a:pt x="288" y="24"/>
                    </a:lnTo>
                    <a:lnTo>
                      <a:pt x="276" y="18"/>
                    </a:lnTo>
                    <a:lnTo>
                      <a:pt x="270" y="12"/>
                    </a:lnTo>
                    <a:lnTo>
                      <a:pt x="246" y="0"/>
                    </a:lnTo>
                    <a:lnTo>
                      <a:pt x="216" y="0"/>
                    </a:lnTo>
                    <a:lnTo>
                      <a:pt x="186" y="12"/>
                    </a:lnTo>
                    <a:lnTo>
                      <a:pt x="174" y="12"/>
                    </a:lnTo>
                    <a:lnTo>
                      <a:pt x="180" y="24"/>
                    </a:lnTo>
                    <a:lnTo>
                      <a:pt x="180" y="30"/>
                    </a:lnTo>
                    <a:lnTo>
                      <a:pt x="186" y="42"/>
                    </a:lnTo>
                    <a:lnTo>
                      <a:pt x="186" y="60"/>
                    </a:lnTo>
                    <a:lnTo>
                      <a:pt x="192" y="66"/>
                    </a:lnTo>
                    <a:lnTo>
                      <a:pt x="186" y="78"/>
                    </a:lnTo>
                    <a:lnTo>
                      <a:pt x="156" y="78"/>
                    </a:lnTo>
                    <a:lnTo>
                      <a:pt x="138" y="72"/>
                    </a:lnTo>
                    <a:lnTo>
                      <a:pt x="126" y="72"/>
                    </a:lnTo>
                    <a:lnTo>
                      <a:pt x="114" y="54"/>
                    </a:lnTo>
                    <a:lnTo>
                      <a:pt x="84" y="24"/>
                    </a:lnTo>
                    <a:lnTo>
                      <a:pt x="72" y="24"/>
                    </a:lnTo>
                    <a:lnTo>
                      <a:pt x="60" y="30"/>
                    </a:lnTo>
                    <a:lnTo>
                      <a:pt x="48" y="30"/>
                    </a:lnTo>
                    <a:lnTo>
                      <a:pt x="36" y="36"/>
                    </a:lnTo>
                    <a:lnTo>
                      <a:pt x="30" y="42"/>
                    </a:lnTo>
                    <a:lnTo>
                      <a:pt x="24" y="54"/>
                    </a:lnTo>
                    <a:lnTo>
                      <a:pt x="24" y="66"/>
                    </a:lnTo>
                    <a:lnTo>
                      <a:pt x="18" y="78"/>
                    </a:lnTo>
                    <a:lnTo>
                      <a:pt x="6" y="84"/>
                    </a:lnTo>
                    <a:lnTo>
                      <a:pt x="0" y="96"/>
                    </a:lnTo>
                    <a:lnTo>
                      <a:pt x="0" y="120"/>
                    </a:lnTo>
                    <a:lnTo>
                      <a:pt x="6" y="132"/>
                    </a:lnTo>
                    <a:lnTo>
                      <a:pt x="6" y="150"/>
                    </a:lnTo>
                    <a:lnTo>
                      <a:pt x="6" y="14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3" name="Laos" descr="© INSCALE GmbH, 05.05.2010&#10;http://www.presentationload.com/">
                <a:extLst>
                  <a:ext uri="{FF2B5EF4-FFF2-40B4-BE49-F238E27FC236}">
                    <a16:creationId xmlns:a16="http://schemas.microsoft.com/office/drawing/2014/main" id="{7246E8AB-7F84-906F-C717-9F874F2D949E}"/>
                  </a:ext>
                </a:extLst>
              </p:cNvPr>
              <p:cNvSpPr>
                <a:spLocks/>
              </p:cNvSpPr>
              <p:nvPr/>
            </p:nvSpPr>
            <p:spPr bwMode="gray">
              <a:xfrm>
                <a:off x="6890321" y="2530655"/>
                <a:ext cx="228285" cy="263864"/>
              </a:xfrm>
              <a:custGeom>
                <a:avLst/>
                <a:gdLst>
                  <a:gd name="T0" fmla="*/ 2147483647 w 600"/>
                  <a:gd name="T1" fmla="*/ 2147483647 h 696"/>
                  <a:gd name="T2" fmla="*/ 2147483647 w 600"/>
                  <a:gd name="T3" fmla="*/ 2147483647 h 696"/>
                  <a:gd name="T4" fmla="*/ 2147483647 w 600"/>
                  <a:gd name="T5" fmla="*/ 2147483647 h 696"/>
                  <a:gd name="T6" fmla="*/ 2147483647 w 600"/>
                  <a:gd name="T7" fmla="*/ 2147483647 h 696"/>
                  <a:gd name="T8" fmla="*/ 2147483647 w 600"/>
                  <a:gd name="T9" fmla="*/ 2147483647 h 696"/>
                  <a:gd name="T10" fmla="*/ 2147483647 w 600"/>
                  <a:gd name="T11" fmla="*/ 2147483647 h 696"/>
                  <a:gd name="T12" fmla="*/ 2147483647 w 600"/>
                  <a:gd name="T13" fmla="*/ 2147483647 h 696"/>
                  <a:gd name="T14" fmla="*/ 2147483647 w 600"/>
                  <a:gd name="T15" fmla="*/ 2147483647 h 696"/>
                  <a:gd name="T16" fmla="*/ 2147483647 w 600"/>
                  <a:gd name="T17" fmla="*/ 2147483647 h 696"/>
                  <a:gd name="T18" fmla="*/ 2147483647 w 600"/>
                  <a:gd name="T19" fmla="*/ 2147483647 h 696"/>
                  <a:gd name="T20" fmla="*/ 2147483647 w 600"/>
                  <a:gd name="T21" fmla="*/ 2147483647 h 696"/>
                  <a:gd name="T22" fmla="*/ 2147483647 w 600"/>
                  <a:gd name="T23" fmla="*/ 2147483647 h 696"/>
                  <a:gd name="T24" fmla="*/ 2147483647 w 600"/>
                  <a:gd name="T25" fmla="*/ 2147483647 h 696"/>
                  <a:gd name="T26" fmla="*/ 2147483647 w 600"/>
                  <a:gd name="T27" fmla="*/ 2147483647 h 696"/>
                  <a:gd name="T28" fmla="*/ 2147483647 w 600"/>
                  <a:gd name="T29" fmla="*/ 2147483647 h 696"/>
                  <a:gd name="T30" fmla="*/ 2147483647 w 600"/>
                  <a:gd name="T31" fmla="*/ 2147483647 h 696"/>
                  <a:gd name="T32" fmla="*/ 2147483647 w 600"/>
                  <a:gd name="T33" fmla="*/ 2147483647 h 696"/>
                  <a:gd name="T34" fmla="*/ 2147483647 w 600"/>
                  <a:gd name="T35" fmla="*/ 2147483647 h 696"/>
                  <a:gd name="T36" fmla="*/ 2147483647 w 600"/>
                  <a:gd name="T37" fmla="*/ 2147483647 h 696"/>
                  <a:gd name="T38" fmla="*/ 2147483647 w 600"/>
                  <a:gd name="T39" fmla="*/ 2147483647 h 696"/>
                  <a:gd name="T40" fmla="*/ 2147483647 w 600"/>
                  <a:gd name="T41" fmla="*/ 2147483647 h 696"/>
                  <a:gd name="T42" fmla="*/ 2147483647 w 600"/>
                  <a:gd name="T43" fmla="*/ 2147483647 h 696"/>
                  <a:gd name="T44" fmla="*/ 2147483647 w 600"/>
                  <a:gd name="T45" fmla="*/ 2147483647 h 696"/>
                  <a:gd name="T46" fmla="*/ 2147483647 w 600"/>
                  <a:gd name="T47" fmla="*/ 2147483647 h 696"/>
                  <a:gd name="T48" fmla="*/ 2147483647 w 600"/>
                  <a:gd name="T49" fmla="*/ 2147483647 h 696"/>
                  <a:gd name="T50" fmla="*/ 2147483647 w 600"/>
                  <a:gd name="T51" fmla="*/ 2147483647 h 696"/>
                  <a:gd name="T52" fmla="*/ 2147483647 w 600"/>
                  <a:gd name="T53" fmla="*/ 2147483647 h 696"/>
                  <a:gd name="T54" fmla="*/ 2147483647 w 600"/>
                  <a:gd name="T55" fmla="*/ 2147483647 h 696"/>
                  <a:gd name="T56" fmla="*/ 2147483647 w 600"/>
                  <a:gd name="T57" fmla="*/ 2147483647 h 696"/>
                  <a:gd name="T58" fmla="*/ 2147483647 w 600"/>
                  <a:gd name="T59" fmla="*/ 2147483647 h 696"/>
                  <a:gd name="T60" fmla="*/ 2147483647 w 600"/>
                  <a:gd name="T61" fmla="*/ 2147483647 h 696"/>
                  <a:gd name="T62" fmla="*/ 2147483647 w 600"/>
                  <a:gd name="T63" fmla="*/ 2147483647 h 696"/>
                  <a:gd name="T64" fmla="*/ 2147483647 w 600"/>
                  <a:gd name="T65" fmla="*/ 2147483647 h 696"/>
                  <a:gd name="T66" fmla="*/ 2147483647 w 600"/>
                  <a:gd name="T67" fmla="*/ 2147483647 h 696"/>
                  <a:gd name="T68" fmla="*/ 2147483647 w 600"/>
                  <a:gd name="T69" fmla="*/ 2147483647 h 696"/>
                  <a:gd name="T70" fmla="*/ 2147483647 w 600"/>
                  <a:gd name="T71" fmla="*/ 2147483647 h 696"/>
                  <a:gd name="T72" fmla="*/ 2147483647 w 600"/>
                  <a:gd name="T73" fmla="*/ 2147483647 h 696"/>
                  <a:gd name="T74" fmla="*/ 2147483647 w 600"/>
                  <a:gd name="T75" fmla="*/ 2147483647 h 696"/>
                  <a:gd name="T76" fmla="*/ 2147483647 w 600"/>
                  <a:gd name="T77" fmla="*/ 2147483647 h 696"/>
                  <a:gd name="T78" fmla="*/ 2147483647 w 600"/>
                  <a:gd name="T79" fmla="*/ 2147483647 h 696"/>
                  <a:gd name="T80" fmla="*/ 2147483647 w 600"/>
                  <a:gd name="T81" fmla="*/ 2147483647 h 696"/>
                  <a:gd name="T82" fmla="*/ 2147483647 w 600"/>
                  <a:gd name="T83" fmla="*/ 2147483647 h 696"/>
                  <a:gd name="T84" fmla="*/ 2147483647 w 600"/>
                  <a:gd name="T85" fmla="*/ 2147483647 h 696"/>
                  <a:gd name="T86" fmla="*/ 2147483647 w 600"/>
                  <a:gd name="T87" fmla="*/ 2147483647 h 696"/>
                  <a:gd name="T88" fmla="*/ 2147483647 w 600"/>
                  <a:gd name="T89" fmla="*/ 2147483647 h 696"/>
                  <a:gd name="T90" fmla="*/ 2147483647 w 600"/>
                  <a:gd name="T91" fmla="*/ 2147483647 h 696"/>
                  <a:gd name="T92" fmla="*/ 2147483647 w 600"/>
                  <a:gd name="T93" fmla="*/ 2147483647 h 696"/>
                  <a:gd name="T94" fmla="*/ 2147483647 w 600"/>
                  <a:gd name="T95" fmla="*/ 2147483647 h 696"/>
                  <a:gd name="T96" fmla="*/ 2147483647 w 600"/>
                  <a:gd name="T97" fmla="*/ 2147483647 h 696"/>
                  <a:gd name="T98" fmla="*/ 2147483647 w 600"/>
                  <a:gd name="T99" fmla="*/ 2147483647 h 696"/>
                  <a:gd name="T100" fmla="*/ 2147483647 w 600"/>
                  <a:gd name="T101" fmla="*/ 2147483647 h 696"/>
                  <a:gd name="T102" fmla="*/ 2147483647 w 600"/>
                  <a:gd name="T103" fmla="*/ 2147483647 h 696"/>
                  <a:gd name="T104" fmla="*/ 2147483647 w 600"/>
                  <a:gd name="T105" fmla="*/ 2147483647 h 696"/>
                  <a:gd name="T106" fmla="*/ 2147483647 w 600"/>
                  <a:gd name="T107" fmla="*/ 2147483647 h 696"/>
                  <a:gd name="T108" fmla="*/ 2147483647 w 600"/>
                  <a:gd name="T109" fmla="*/ 2147483647 h 696"/>
                  <a:gd name="T110" fmla="*/ 2147483647 w 600"/>
                  <a:gd name="T111" fmla="*/ 2147483647 h 696"/>
                  <a:gd name="T112" fmla="*/ 2147483647 w 600"/>
                  <a:gd name="T113" fmla="*/ 2147483647 h 696"/>
                  <a:gd name="T114" fmla="*/ 2147483647 w 600"/>
                  <a:gd name="T115" fmla="*/ 2147483647 h 696"/>
                  <a:gd name="T116" fmla="*/ 2147483647 w 600"/>
                  <a:gd name="T117" fmla="*/ 2147483647 h 696"/>
                  <a:gd name="T118" fmla="*/ 0 w 600"/>
                  <a:gd name="T119" fmla="*/ 2147483647 h 696"/>
                  <a:gd name="T120" fmla="*/ 2147483647 w 600"/>
                  <a:gd name="T121" fmla="*/ 2147483647 h 69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600"/>
                  <a:gd name="T184" fmla="*/ 0 h 696"/>
                  <a:gd name="T185" fmla="*/ 600 w 600"/>
                  <a:gd name="T186" fmla="*/ 696 h 69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600" h="696">
                    <a:moveTo>
                      <a:pt x="24" y="180"/>
                    </a:moveTo>
                    <a:lnTo>
                      <a:pt x="36" y="180"/>
                    </a:lnTo>
                    <a:lnTo>
                      <a:pt x="42" y="186"/>
                    </a:lnTo>
                    <a:lnTo>
                      <a:pt x="42" y="198"/>
                    </a:lnTo>
                    <a:lnTo>
                      <a:pt x="36" y="204"/>
                    </a:lnTo>
                    <a:lnTo>
                      <a:pt x="36" y="228"/>
                    </a:lnTo>
                    <a:lnTo>
                      <a:pt x="42" y="240"/>
                    </a:lnTo>
                    <a:lnTo>
                      <a:pt x="48" y="246"/>
                    </a:lnTo>
                    <a:lnTo>
                      <a:pt x="66" y="246"/>
                    </a:lnTo>
                    <a:lnTo>
                      <a:pt x="66" y="234"/>
                    </a:lnTo>
                    <a:lnTo>
                      <a:pt x="78" y="234"/>
                    </a:lnTo>
                    <a:lnTo>
                      <a:pt x="84" y="228"/>
                    </a:lnTo>
                    <a:lnTo>
                      <a:pt x="90" y="228"/>
                    </a:lnTo>
                    <a:lnTo>
                      <a:pt x="102" y="234"/>
                    </a:lnTo>
                    <a:lnTo>
                      <a:pt x="102" y="264"/>
                    </a:lnTo>
                    <a:lnTo>
                      <a:pt x="96" y="270"/>
                    </a:lnTo>
                    <a:lnTo>
                      <a:pt x="102" y="276"/>
                    </a:lnTo>
                    <a:lnTo>
                      <a:pt x="108" y="288"/>
                    </a:lnTo>
                    <a:lnTo>
                      <a:pt x="108" y="300"/>
                    </a:lnTo>
                    <a:lnTo>
                      <a:pt x="102" y="312"/>
                    </a:lnTo>
                    <a:lnTo>
                      <a:pt x="90" y="324"/>
                    </a:lnTo>
                    <a:lnTo>
                      <a:pt x="102" y="324"/>
                    </a:lnTo>
                    <a:lnTo>
                      <a:pt x="108" y="330"/>
                    </a:lnTo>
                    <a:lnTo>
                      <a:pt x="108" y="342"/>
                    </a:lnTo>
                    <a:lnTo>
                      <a:pt x="84" y="390"/>
                    </a:lnTo>
                    <a:lnTo>
                      <a:pt x="84" y="402"/>
                    </a:lnTo>
                    <a:lnTo>
                      <a:pt x="102" y="402"/>
                    </a:lnTo>
                    <a:lnTo>
                      <a:pt x="126" y="390"/>
                    </a:lnTo>
                    <a:lnTo>
                      <a:pt x="132" y="384"/>
                    </a:lnTo>
                    <a:lnTo>
                      <a:pt x="132" y="378"/>
                    </a:lnTo>
                    <a:lnTo>
                      <a:pt x="144" y="366"/>
                    </a:lnTo>
                    <a:lnTo>
                      <a:pt x="150" y="354"/>
                    </a:lnTo>
                    <a:lnTo>
                      <a:pt x="156" y="348"/>
                    </a:lnTo>
                    <a:lnTo>
                      <a:pt x="168" y="348"/>
                    </a:lnTo>
                    <a:lnTo>
                      <a:pt x="174" y="354"/>
                    </a:lnTo>
                    <a:lnTo>
                      <a:pt x="198" y="366"/>
                    </a:lnTo>
                    <a:lnTo>
                      <a:pt x="216" y="366"/>
                    </a:lnTo>
                    <a:lnTo>
                      <a:pt x="234" y="348"/>
                    </a:lnTo>
                    <a:lnTo>
                      <a:pt x="234" y="336"/>
                    </a:lnTo>
                    <a:lnTo>
                      <a:pt x="240" y="330"/>
                    </a:lnTo>
                    <a:lnTo>
                      <a:pt x="258" y="330"/>
                    </a:lnTo>
                    <a:lnTo>
                      <a:pt x="264" y="336"/>
                    </a:lnTo>
                    <a:lnTo>
                      <a:pt x="276" y="342"/>
                    </a:lnTo>
                    <a:lnTo>
                      <a:pt x="300" y="342"/>
                    </a:lnTo>
                    <a:lnTo>
                      <a:pt x="306" y="348"/>
                    </a:lnTo>
                    <a:lnTo>
                      <a:pt x="306" y="360"/>
                    </a:lnTo>
                    <a:lnTo>
                      <a:pt x="318" y="372"/>
                    </a:lnTo>
                    <a:lnTo>
                      <a:pt x="336" y="384"/>
                    </a:lnTo>
                    <a:lnTo>
                      <a:pt x="348" y="390"/>
                    </a:lnTo>
                    <a:lnTo>
                      <a:pt x="366" y="408"/>
                    </a:lnTo>
                    <a:lnTo>
                      <a:pt x="372" y="450"/>
                    </a:lnTo>
                    <a:lnTo>
                      <a:pt x="372" y="462"/>
                    </a:lnTo>
                    <a:lnTo>
                      <a:pt x="384" y="486"/>
                    </a:lnTo>
                    <a:lnTo>
                      <a:pt x="420" y="522"/>
                    </a:lnTo>
                    <a:lnTo>
                      <a:pt x="420" y="528"/>
                    </a:lnTo>
                    <a:lnTo>
                      <a:pt x="426" y="534"/>
                    </a:lnTo>
                    <a:lnTo>
                      <a:pt x="426" y="546"/>
                    </a:lnTo>
                    <a:lnTo>
                      <a:pt x="432" y="540"/>
                    </a:lnTo>
                    <a:lnTo>
                      <a:pt x="432" y="546"/>
                    </a:lnTo>
                    <a:lnTo>
                      <a:pt x="444" y="558"/>
                    </a:lnTo>
                    <a:lnTo>
                      <a:pt x="432" y="582"/>
                    </a:lnTo>
                    <a:lnTo>
                      <a:pt x="426" y="588"/>
                    </a:lnTo>
                    <a:lnTo>
                      <a:pt x="426" y="594"/>
                    </a:lnTo>
                    <a:lnTo>
                      <a:pt x="438" y="606"/>
                    </a:lnTo>
                    <a:lnTo>
                      <a:pt x="450" y="612"/>
                    </a:lnTo>
                    <a:lnTo>
                      <a:pt x="456" y="618"/>
                    </a:lnTo>
                    <a:lnTo>
                      <a:pt x="456" y="630"/>
                    </a:lnTo>
                    <a:lnTo>
                      <a:pt x="450" y="636"/>
                    </a:lnTo>
                    <a:lnTo>
                      <a:pt x="444" y="648"/>
                    </a:lnTo>
                    <a:lnTo>
                      <a:pt x="432" y="654"/>
                    </a:lnTo>
                    <a:lnTo>
                      <a:pt x="426" y="660"/>
                    </a:lnTo>
                    <a:lnTo>
                      <a:pt x="426" y="672"/>
                    </a:lnTo>
                    <a:lnTo>
                      <a:pt x="450" y="672"/>
                    </a:lnTo>
                    <a:lnTo>
                      <a:pt x="456" y="678"/>
                    </a:lnTo>
                    <a:lnTo>
                      <a:pt x="462" y="678"/>
                    </a:lnTo>
                    <a:lnTo>
                      <a:pt x="462" y="684"/>
                    </a:lnTo>
                    <a:lnTo>
                      <a:pt x="474" y="696"/>
                    </a:lnTo>
                    <a:lnTo>
                      <a:pt x="486" y="696"/>
                    </a:lnTo>
                    <a:lnTo>
                      <a:pt x="492" y="690"/>
                    </a:lnTo>
                    <a:lnTo>
                      <a:pt x="492" y="678"/>
                    </a:lnTo>
                    <a:lnTo>
                      <a:pt x="480" y="666"/>
                    </a:lnTo>
                    <a:lnTo>
                      <a:pt x="498" y="654"/>
                    </a:lnTo>
                    <a:lnTo>
                      <a:pt x="510" y="642"/>
                    </a:lnTo>
                    <a:lnTo>
                      <a:pt x="546" y="654"/>
                    </a:lnTo>
                    <a:lnTo>
                      <a:pt x="558" y="642"/>
                    </a:lnTo>
                    <a:lnTo>
                      <a:pt x="582" y="648"/>
                    </a:lnTo>
                    <a:lnTo>
                      <a:pt x="588" y="648"/>
                    </a:lnTo>
                    <a:lnTo>
                      <a:pt x="600" y="636"/>
                    </a:lnTo>
                    <a:lnTo>
                      <a:pt x="600" y="630"/>
                    </a:lnTo>
                    <a:lnTo>
                      <a:pt x="588" y="618"/>
                    </a:lnTo>
                    <a:lnTo>
                      <a:pt x="582" y="618"/>
                    </a:lnTo>
                    <a:lnTo>
                      <a:pt x="600" y="582"/>
                    </a:lnTo>
                    <a:lnTo>
                      <a:pt x="594" y="582"/>
                    </a:lnTo>
                    <a:lnTo>
                      <a:pt x="588" y="576"/>
                    </a:lnTo>
                    <a:lnTo>
                      <a:pt x="564" y="564"/>
                    </a:lnTo>
                    <a:lnTo>
                      <a:pt x="540" y="540"/>
                    </a:lnTo>
                    <a:lnTo>
                      <a:pt x="546" y="540"/>
                    </a:lnTo>
                    <a:lnTo>
                      <a:pt x="552" y="534"/>
                    </a:lnTo>
                    <a:lnTo>
                      <a:pt x="558" y="534"/>
                    </a:lnTo>
                    <a:lnTo>
                      <a:pt x="564" y="528"/>
                    </a:lnTo>
                    <a:lnTo>
                      <a:pt x="564" y="516"/>
                    </a:lnTo>
                    <a:lnTo>
                      <a:pt x="558" y="510"/>
                    </a:lnTo>
                    <a:lnTo>
                      <a:pt x="546" y="504"/>
                    </a:lnTo>
                    <a:lnTo>
                      <a:pt x="540" y="498"/>
                    </a:lnTo>
                    <a:lnTo>
                      <a:pt x="528" y="498"/>
                    </a:lnTo>
                    <a:lnTo>
                      <a:pt x="516" y="486"/>
                    </a:lnTo>
                    <a:lnTo>
                      <a:pt x="504" y="462"/>
                    </a:lnTo>
                    <a:lnTo>
                      <a:pt x="498" y="456"/>
                    </a:lnTo>
                    <a:lnTo>
                      <a:pt x="498" y="450"/>
                    </a:lnTo>
                    <a:lnTo>
                      <a:pt x="480" y="450"/>
                    </a:lnTo>
                    <a:lnTo>
                      <a:pt x="474" y="432"/>
                    </a:lnTo>
                    <a:lnTo>
                      <a:pt x="456" y="414"/>
                    </a:lnTo>
                    <a:lnTo>
                      <a:pt x="438" y="402"/>
                    </a:lnTo>
                    <a:lnTo>
                      <a:pt x="426" y="378"/>
                    </a:lnTo>
                    <a:lnTo>
                      <a:pt x="426" y="354"/>
                    </a:lnTo>
                    <a:lnTo>
                      <a:pt x="420" y="354"/>
                    </a:lnTo>
                    <a:lnTo>
                      <a:pt x="414" y="348"/>
                    </a:lnTo>
                    <a:lnTo>
                      <a:pt x="402" y="342"/>
                    </a:lnTo>
                    <a:lnTo>
                      <a:pt x="390" y="342"/>
                    </a:lnTo>
                    <a:lnTo>
                      <a:pt x="384" y="336"/>
                    </a:lnTo>
                    <a:lnTo>
                      <a:pt x="384" y="306"/>
                    </a:lnTo>
                    <a:lnTo>
                      <a:pt x="372" y="306"/>
                    </a:lnTo>
                    <a:lnTo>
                      <a:pt x="366" y="300"/>
                    </a:lnTo>
                    <a:lnTo>
                      <a:pt x="354" y="294"/>
                    </a:lnTo>
                    <a:lnTo>
                      <a:pt x="342" y="282"/>
                    </a:lnTo>
                    <a:lnTo>
                      <a:pt x="306" y="264"/>
                    </a:lnTo>
                    <a:lnTo>
                      <a:pt x="300" y="258"/>
                    </a:lnTo>
                    <a:lnTo>
                      <a:pt x="288" y="252"/>
                    </a:lnTo>
                    <a:lnTo>
                      <a:pt x="288" y="234"/>
                    </a:lnTo>
                    <a:lnTo>
                      <a:pt x="282" y="228"/>
                    </a:lnTo>
                    <a:lnTo>
                      <a:pt x="306" y="228"/>
                    </a:lnTo>
                    <a:lnTo>
                      <a:pt x="312" y="234"/>
                    </a:lnTo>
                    <a:lnTo>
                      <a:pt x="330" y="234"/>
                    </a:lnTo>
                    <a:lnTo>
                      <a:pt x="336" y="228"/>
                    </a:lnTo>
                    <a:lnTo>
                      <a:pt x="342" y="216"/>
                    </a:lnTo>
                    <a:lnTo>
                      <a:pt x="354" y="210"/>
                    </a:lnTo>
                    <a:lnTo>
                      <a:pt x="360" y="198"/>
                    </a:lnTo>
                    <a:lnTo>
                      <a:pt x="360" y="186"/>
                    </a:lnTo>
                    <a:lnTo>
                      <a:pt x="348" y="180"/>
                    </a:lnTo>
                    <a:lnTo>
                      <a:pt x="330" y="174"/>
                    </a:lnTo>
                    <a:lnTo>
                      <a:pt x="306" y="162"/>
                    </a:lnTo>
                    <a:lnTo>
                      <a:pt x="306" y="156"/>
                    </a:lnTo>
                    <a:lnTo>
                      <a:pt x="312" y="150"/>
                    </a:lnTo>
                    <a:lnTo>
                      <a:pt x="318" y="150"/>
                    </a:lnTo>
                    <a:lnTo>
                      <a:pt x="294" y="126"/>
                    </a:lnTo>
                    <a:lnTo>
                      <a:pt x="282" y="120"/>
                    </a:lnTo>
                    <a:lnTo>
                      <a:pt x="270" y="120"/>
                    </a:lnTo>
                    <a:lnTo>
                      <a:pt x="264" y="132"/>
                    </a:lnTo>
                    <a:lnTo>
                      <a:pt x="264" y="138"/>
                    </a:lnTo>
                    <a:lnTo>
                      <a:pt x="258" y="150"/>
                    </a:lnTo>
                    <a:lnTo>
                      <a:pt x="252" y="156"/>
                    </a:lnTo>
                    <a:lnTo>
                      <a:pt x="240" y="144"/>
                    </a:lnTo>
                    <a:lnTo>
                      <a:pt x="240" y="138"/>
                    </a:lnTo>
                    <a:lnTo>
                      <a:pt x="222" y="138"/>
                    </a:lnTo>
                    <a:lnTo>
                      <a:pt x="216" y="126"/>
                    </a:lnTo>
                    <a:lnTo>
                      <a:pt x="198" y="108"/>
                    </a:lnTo>
                    <a:lnTo>
                      <a:pt x="186" y="84"/>
                    </a:lnTo>
                    <a:lnTo>
                      <a:pt x="186" y="54"/>
                    </a:lnTo>
                    <a:lnTo>
                      <a:pt x="180" y="54"/>
                    </a:lnTo>
                    <a:lnTo>
                      <a:pt x="174" y="60"/>
                    </a:lnTo>
                    <a:lnTo>
                      <a:pt x="168" y="48"/>
                    </a:lnTo>
                    <a:lnTo>
                      <a:pt x="156" y="42"/>
                    </a:lnTo>
                    <a:lnTo>
                      <a:pt x="150" y="30"/>
                    </a:lnTo>
                    <a:lnTo>
                      <a:pt x="144" y="24"/>
                    </a:lnTo>
                    <a:lnTo>
                      <a:pt x="138" y="12"/>
                    </a:lnTo>
                    <a:lnTo>
                      <a:pt x="132" y="6"/>
                    </a:lnTo>
                    <a:lnTo>
                      <a:pt x="96" y="0"/>
                    </a:lnTo>
                    <a:lnTo>
                      <a:pt x="90" y="6"/>
                    </a:lnTo>
                    <a:lnTo>
                      <a:pt x="90" y="48"/>
                    </a:lnTo>
                    <a:lnTo>
                      <a:pt x="114" y="72"/>
                    </a:lnTo>
                    <a:lnTo>
                      <a:pt x="114" y="108"/>
                    </a:lnTo>
                    <a:lnTo>
                      <a:pt x="72" y="108"/>
                    </a:lnTo>
                    <a:lnTo>
                      <a:pt x="72" y="84"/>
                    </a:lnTo>
                    <a:lnTo>
                      <a:pt x="36" y="102"/>
                    </a:lnTo>
                    <a:lnTo>
                      <a:pt x="36" y="114"/>
                    </a:lnTo>
                    <a:lnTo>
                      <a:pt x="30" y="126"/>
                    </a:lnTo>
                    <a:lnTo>
                      <a:pt x="36" y="132"/>
                    </a:lnTo>
                    <a:lnTo>
                      <a:pt x="30" y="138"/>
                    </a:lnTo>
                    <a:lnTo>
                      <a:pt x="18" y="138"/>
                    </a:lnTo>
                    <a:lnTo>
                      <a:pt x="0" y="156"/>
                    </a:lnTo>
                    <a:lnTo>
                      <a:pt x="0" y="168"/>
                    </a:lnTo>
                    <a:lnTo>
                      <a:pt x="6" y="168"/>
                    </a:lnTo>
                    <a:lnTo>
                      <a:pt x="12" y="174"/>
                    </a:lnTo>
                    <a:lnTo>
                      <a:pt x="24" y="18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4" name="Kyrgyzstan" descr="© INSCALE GmbH, 05.05.2010&#10;http://www.presentationload.com/">
                <a:extLst>
                  <a:ext uri="{FF2B5EF4-FFF2-40B4-BE49-F238E27FC236}">
                    <a16:creationId xmlns:a16="http://schemas.microsoft.com/office/drawing/2014/main" id="{4A5268CB-C8C4-A37C-14FB-9D758FA4A6D5}"/>
                  </a:ext>
                </a:extLst>
              </p:cNvPr>
              <p:cNvSpPr>
                <a:spLocks/>
              </p:cNvSpPr>
              <p:nvPr/>
            </p:nvSpPr>
            <p:spPr bwMode="gray">
              <a:xfrm>
                <a:off x="5980144" y="1900644"/>
                <a:ext cx="254967" cy="118590"/>
              </a:xfrm>
              <a:custGeom>
                <a:avLst/>
                <a:gdLst>
                  <a:gd name="T0" fmla="*/ 2147483647 w 672"/>
                  <a:gd name="T1" fmla="*/ 2147483647 h 312"/>
                  <a:gd name="T2" fmla="*/ 2147483647 w 672"/>
                  <a:gd name="T3" fmla="*/ 2147483647 h 312"/>
                  <a:gd name="T4" fmla="*/ 2147483647 w 672"/>
                  <a:gd name="T5" fmla="*/ 2147483647 h 312"/>
                  <a:gd name="T6" fmla="*/ 2147483647 w 672"/>
                  <a:gd name="T7" fmla="*/ 2147483647 h 312"/>
                  <a:gd name="T8" fmla="*/ 2147483647 w 672"/>
                  <a:gd name="T9" fmla="*/ 2147483647 h 312"/>
                  <a:gd name="T10" fmla="*/ 2147483647 w 672"/>
                  <a:gd name="T11" fmla="*/ 2147483647 h 312"/>
                  <a:gd name="T12" fmla="*/ 2147483647 w 672"/>
                  <a:gd name="T13" fmla="*/ 2147483647 h 312"/>
                  <a:gd name="T14" fmla="*/ 2147483647 w 672"/>
                  <a:gd name="T15" fmla="*/ 2147483647 h 312"/>
                  <a:gd name="T16" fmla="*/ 2147483647 w 672"/>
                  <a:gd name="T17" fmla="*/ 2147483647 h 312"/>
                  <a:gd name="T18" fmla="*/ 2147483647 w 672"/>
                  <a:gd name="T19" fmla="*/ 2147483647 h 312"/>
                  <a:gd name="T20" fmla="*/ 2147483647 w 672"/>
                  <a:gd name="T21" fmla="*/ 2147483647 h 312"/>
                  <a:gd name="T22" fmla="*/ 2147483647 w 672"/>
                  <a:gd name="T23" fmla="*/ 2147483647 h 312"/>
                  <a:gd name="T24" fmla="*/ 0 w 672"/>
                  <a:gd name="T25" fmla="*/ 2147483647 h 312"/>
                  <a:gd name="T26" fmla="*/ 2147483647 w 672"/>
                  <a:gd name="T27" fmla="*/ 2147483647 h 312"/>
                  <a:gd name="T28" fmla="*/ 2147483647 w 672"/>
                  <a:gd name="T29" fmla="*/ 2147483647 h 312"/>
                  <a:gd name="T30" fmla="*/ 2147483647 w 672"/>
                  <a:gd name="T31" fmla="*/ 2147483647 h 312"/>
                  <a:gd name="T32" fmla="*/ 2147483647 w 672"/>
                  <a:gd name="T33" fmla="*/ 2147483647 h 312"/>
                  <a:gd name="T34" fmla="*/ 2147483647 w 672"/>
                  <a:gd name="T35" fmla="*/ 2147483647 h 312"/>
                  <a:gd name="T36" fmla="*/ 2147483647 w 672"/>
                  <a:gd name="T37" fmla="*/ 2147483647 h 312"/>
                  <a:gd name="T38" fmla="*/ 2147483647 w 672"/>
                  <a:gd name="T39" fmla="*/ 2147483647 h 312"/>
                  <a:gd name="T40" fmla="*/ 2147483647 w 672"/>
                  <a:gd name="T41" fmla="*/ 2147483647 h 312"/>
                  <a:gd name="T42" fmla="*/ 2147483647 w 672"/>
                  <a:gd name="T43" fmla="*/ 2147483647 h 312"/>
                  <a:gd name="T44" fmla="*/ 2147483647 w 672"/>
                  <a:gd name="T45" fmla="*/ 2147483647 h 312"/>
                  <a:gd name="T46" fmla="*/ 2147483647 w 672"/>
                  <a:gd name="T47" fmla="*/ 2147483647 h 312"/>
                  <a:gd name="T48" fmla="*/ 2147483647 w 672"/>
                  <a:gd name="T49" fmla="*/ 2147483647 h 312"/>
                  <a:gd name="T50" fmla="*/ 2147483647 w 672"/>
                  <a:gd name="T51" fmla="*/ 2147483647 h 312"/>
                  <a:gd name="T52" fmla="*/ 2147483647 w 672"/>
                  <a:gd name="T53" fmla="*/ 2147483647 h 312"/>
                  <a:gd name="T54" fmla="*/ 2147483647 w 672"/>
                  <a:gd name="T55" fmla="*/ 2147483647 h 312"/>
                  <a:gd name="T56" fmla="*/ 2147483647 w 672"/>
                  <a:gd name="T57" fmla="*/ 2147483647 h 312"/>
                  <a:gd name="T58" fmla="*/ 2147483647 w 672"/>
                  <a:gd name="T59" fmla="*/ 2147483647 h 312"/>
                  <a:gd name="T60" fmla="*/ 2147483647 w 672"/>
                  <a:gd name="T61" fmla="*/ 2147483647 h 312"/>
                  <a:gd name="T62" fmla="*/ 2147483647 w 672"/>
                  <a:gd name="T63" fmla="*/ 2147483647 h 312"/>
                  <a:gd name="T64" fmla="*/ 2147483647 w 672"/>
                  <a:gd name="T65" fmla="*/ 2147483647 h 312"/>
                  <a:gd name="T66" fmla="*/ 2147483647 w 672"/>
                  <a:gd name="T67" fmla="*/ 2147483647 h 312"/>
                  <a:gd name="T68" fmla="*/ 2147483647 w 672"/>
                  <a:gd name="T69" fmla="*/ 2147483647 h 312"/>
                  <a:gd name="T70" fmla="*/ 2147483647 w 672"/>
                  <a:gd name="T71" fmla="*/ 2147483647 h 312"/>
                  <a:gd name="T72" fmla="*/ 2147483647 w 672"/>
                  <a:gd name="T73" fmla="*/ 2147483647 h 312"/>
                  <a:gd name="T74" fmla="*/ 2147483647 w 672"/>
                  <a:gd name="T75" fmla="*/ 2147483647 h 312"/>
                  <a:gd name="T76" fmla="*/ 2147483647 w 672"/>
                  <a:gd name="T77" fmla="*/ 0 h 312"/>
                  <a:gd name="T78" fmla="*/ 2147483647 w 672"/>
                  <a:gd name="T79" fmla="*/ 2147483647 h 312"/>
                  <a:gd name="T80" fmla="*/ 2147483647 w 672"/>
                  <a:gd name="T81" fmla="*/ 2147483647 h 312"/>
                  <a:gd name="T82" fmla="*/ 2147483647 w 672"/>
                  <a:gd name="T83" fmla="*/ 2147483647 h 312"/>
                  <a:gd name="T84" fmla="*/ 2147483647 w 672"/>
                  <a:gd name="T85" fmla="*/ 2147483647 h 312"/>
                  <a:gd name="T86" fmla="*/ 2147483647 w 672"/>
                  <a:gd name="T87" fmla="*/ 2147483647 h 312"/>
                  <a:gd name="T88" fmla="*/ 2147483647 w 672"/>
                  <a:gd name="T89" fmla="*/ 2147483647 h 31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72"/>
                  <a:gd name="T136" fmla="*/ 0 h 312"/>
                  <a:gd name="T137" fmla="*/ 672 w 672"/>
                  <a:gd name="T138" fmla="*/ 312 h 31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72" h="312">
                    <a:moveTo>
                      <a:pt x="36" y="132"/>
                    </a:moveTo>
                    <a:lnTo>
                      <a:pt x="66" y="144"/>
                    </a:lnTo>
                    <a:lnTo>
                      <a:pt x="78" y="156"/>
                    </a:lnTo>
                    <a:lnTo>
                      <a:pt x="114" y="156"/>
                    </a:lnTo>
                    <a:lnTo>
                      <a:pt x="114" y="144"/>
                    </a:lnTo>
                    <a:lnTo>
                      <a:pt x="126" y="144"/>
                    </a:lnTo>
                    <a:lnTo>
                      <a:pt x="126" y="132"/>
                    </a:lnTo>
                    <a:lnTo>
                      <a:pt x="144" y="156"/>
                    </a:lnTo>
                    <a:lnTo>
                      <a:pt x="162" y="156"/>
                    </a:lnTo>
                    <a:lnTo>
                      <a:pt x="168" y="174"/>
                    </a:lnTo>
                    <a:lnTo>
                      <a:pt x="192" y="174"/>
                    </a:lnTo>
                    <a:lnTo>
                      <a:pt x="198" y="186"/>
                    </a:lnTo>
                    <a:lnTo>
                      <a:pt x="204" y="186"/>
                    </a:lnTo>
                    <a:lnTo>
                      <a:pt x="216" y="180"/>
                    </a:lnTo>
                    <a:lnTo>
                      <a:pt x="228" y="180"/>
                    </a:lnTo>
                    <a:lnTo>
                      <a:pt x="228" y="192"/>
                    </a:lnTo>
                    <a:lnTo>
                      <a:pt x="216" y="204"/>
                    </a:lnTo>
                    <a:lnTo>
                      <a:pt x="204" y="210"/>
                    </a:lnTo>
                    <a:lnTo>
                      <a:pt x="192" y="210"/>
                    </a:lnTo>
                    <a:lnTo>
                      <a:pt x="192" y="216"/>
                    </a:lnTo>
                    <a:lnTo>
                      <a:pt x="174" y="222"/>
                    </a:lnTo>
                    <a:lnTo>
                      <a:pt x="156" y="240"/>
                    </a:lnTo>
                    <a:lnTo>
                      <a:pt x="150" y="240"/>
                    </a:lnTo>
                    <a:lnTo>
                      <a:pt x="144" y="234"/>
                    </a:lnTo>
                    <a:lnTo>
                      <a:pt x="138" y="234"/>
                    </a:lnTo>
                    <a:lnTo>
                      <a:pt x="132" y="228"/>
                    </a:lnTo>
                    <a:lnTo>
                      <a:pt x="114" y="228"/>
                    </a:lnTo>
                    <a:lnTo>
                      <a:pt x="102" y="234"/>
                    </a:lnTo>
                    <a:lnTo>
                      <a:pt x="96" y="234"/>
                    </a:lnTo>
                    <a:lnTo>
                      <a:pt x="96" y="246"/>
                    </a:lnTo>
                    <a:lnTo>
                      <a:pt x="90" y="252"/>
                    </a:lnTo>
                    <a:lnTo>
                      <a:pt x="84" y="252"/>
                    </a:lnTo>
                    <a:lnTo>
                      <a:pt x="72" y="246"/>
                    </a:lnTo>
                    <a:lnTo>
                      <a:pt x="36" y="234"/>
                    </a:lnTo>
                    <a:lnTo>
                      <a:pt x="24" y="234"/>
                    </a:lnTo>
                    <a:lnTo>
                      <a:pt x="18" y="240"/>
                    </a:lnTo>
                    <a:lnTo>
                      <a:pt x="18" y="252"/>
                    </a:lnTo>
                    <a:lnTo>
                      <a:pt x="12" y="258"/>
                    </a:lnTo>
                    <a:lnTo>
                      <a:pt x="0" y="264"/>
                    </a:lnTo>
                    <a:lnTo>
                      <a:pt x="0" y="276"/>
                    </a:lnTo>
                    <a:lnTo>
                      <a:pt x="6" y="282"/>
                    </a:lnTo>
                    <a:lnTo>
                      <a:pt x="6" y="288"/>
                    </a:lnTo>
                    <a:lnTo>
                      <a:pt x="12" y="294"/>
                    </a:lnTo>
                    <a:lnTo>
                      <a:pt x="24" y="288"/>
                    </a:lnTo>
                    <a:lnTo>
                      <a:pt x="36" y="288"/>
                    </a:lnTo>
                    <a:lnTo>
                      <a:pt x="42" y="282"/>
                    </a:lnTo>
                    <a:lnTo>
                      <a:pt x="60" y="282"/>
                    </a:lnTo>
                    <a:lnTo>
                      <a:pt x="72" y="288"/>
                    </a:lnTo>
                    <a:lnTo>
                      <a:pt x="96" y="288"/>
                    </a:lnTo>
                    <a:lnTo>
                      <a:pt x="108" y="300"/>
                    </a:lnTo>
                    <a:lnTo>
                      <a:pt x="126" y="300"/>
                    </a:lnTo>
                    <a:lnTo>
                      <a:pt x="132" y="294"/>
                    </a:lnTo>
                    <a:lnTo>
                      <a:pt x="144" y="288"/>
                    </a:lnTo>
                    <a:lnTo>
                      <a:pt x="150" y="282"/>
                    </a:lnTo>
                    <a:lnTo>
                      <a:pt x="180" y="312"/>
                    </a:lnTo>
                    <a:lnTo>
                      <a:pt x="192" y="306"/>
                    </a:lnTo>
                    <a:lnTo>
                      <a:pt x="198" y="306"/>
                    </a:lnTo>
                    <a:lnTo>
                      <a:pt x="198" y="312"/>
                    </a:lnTo>
                    <a:lnTo>
                      <a:pt x="210" y="312"/>
                    </a:lnTo>
                    <a:lnTo>
                      <a:pt x="222" y="306"/>
                    </a:lnTo>
                    <a:lnTo>
                      <a:pt x="228" y="300"/>
                    </a:lnTo>
                    <a:lnTo>
                      <a:pt x="270" y="300"/>
                    </a:lnTo>
                    <a:lnTo>
                      <a:pt x="282" y="288"/>
                    </a:lnTo>
                    <a:lnTo>
                      <a:pt x="300" y="294"/>
                    </a:lnTo>
                    <a:lnTo>
                      <a:pt x="318" y="294"/>
                    </a:lnTo>
                    <a:lnTo>
                      <a:pt x="318" y="282"/>
                    </a:lnTo>
                    <a:lnTo>
                      <a:pt x="312" y="270"/>
                    </a:lnTo>
                    <a:lnTo>
                      <a:pt x="300" y="264"/>
                    </a:lnTo>
                    <a:lnTo>
                      <a:pt x="300" y="258"/>
                    </a:lnTo>
                    <a:lnTo>
                      <a:pt x="306" y="252"/>
                    </a:lnTo>
                    <a:lnTo>
                      <a:pt x="318" y="246"/>
                    </a:lnTo>
                    <a:lnTo>
                      <a:pt x="330" y="246"/>
                    </a:lnTo>
                    <a:lnTo>
                      <a:pt x="336" y="240"/>
                    </a:lnTo>
                    <a:lnTo>
                      <a:pt x="348" y="234"/>
                    </a:lnTo>
                    <a:lnTo>
                      <a:pt x="348" y="216"/>
                    </a:lnTo>
                    <a:lnTo>
                      <a:pt x="372" y="216"/>
                    </a:lnTo>
                    <a:lnTo>
                      <a:pt x="384" y="204"/>
                    </a:lnTo>
                    <a:lnTo>
                      <a:pt x="396" y="204"/>
                    </a:lnTo>
                    <a:lnTo>
                      <a:pt x="402" y="210"/>
                    </a:lnTo>
                    <a:lnTo>
                      <a:pt x="408" y="222"/>
                    </a:lnTo>
                    <a:lnTo>
                      <a:pt x="414" y="228"/>
                    </a:lnTo>
                    <a:lnTo>
                      <a:pt x="426" y="222"/>
                    </a:lnTo>
                    <a:lnTo>
                      <a:pt x="456" y="228"/>
                    </a:lnTo>
                    <a:lnTo>
                      <a:pt x="462" y="222"/>
                    </a:lnTo>
                    <a:lnTo>
                      <a:pt x="462" y="198"/>
                    </a:lnTo>
                    <a:lnTo>
                      <a:pt x="468" y="186"/>
                    </a:lnTo>
                    <a:lnTo>
                      <a:pt x="486" y="168"/>
                    </a:lnTo>
                    <a:lnTo>
                      <a:pt x="516" y="168"/>
                    </a:lnTo>
                    <a:lnTo>
                      <a:pt x="534" y="174"/>
                    </a:lnTo>
                    <a:lnTo>
                      <a:pt x="552" y="174"/>
                    </a:lnTo>
                    <a:lnTo>
                      <a:pt x="558" y="168"/>
                    </a:lnTo>
                    <a:lnTo>
                      <a:pt x="564" y="156"/>
                    </a:lnTo>
                    <a:lnTo>
                      <a:pt x="564" y="138"/>
                    </a:lnTo>
                    <a:lnTo>
                      <a:pt x="570" y="132"/>
                    </a:lnTo>
                    <a:lnTo>
                      <a:pt x="582" y="126"/>
                    </a:lnTo>
                    <a:lnTo>
                      <a:pt x="594" y="114"/>
                    </a:lnTo>
                    <a:lnTo>
                      <a:pt x="642" y="96"/>
                    </a:lnTo>
                    <a:lnTo>
                      <a:pt x="666" y="96"/>
                    </a:lnTo>
                    <a:lnTo>
                      <a:pt x="672" y="90"/>
                    </a:lnTo>
                    <a:lnTo>
                      <a:pt x="672" y="78"/>
                    </a:lnTo>
                    <a:lnTo>
                      <a:pt x="660" y="66"/>
                    </a:lnTo>
                    <a:lnTo>
                      <a:pt x="642" y="60"/>
                    </a:lnTo>
                    <a:lnTo>
                      <a:pt x="600" y="60"/>
                    </a:lnTo>
                    <a:lnTo>
                      <a:pt x="576" y="30"/>
                    </a:lnTo>
                    <a:lnTo>
                      <a:pt x="558" y="30"/>
                    </a:lnTo>
                    <a:lnTo>
                      <a:pt x="546" y="18"/>
                    </a:lnTo>
                    <a:lnTo>
                      <a:pt x="498" y="24"/>
                    </a:lnTo>
                    <a:lnTo>
                      <a:pt x="486" y="24"/>
                    </a:lnTo>
                    <a:lnTo>
                      <a:pt x="474" y="18"/>
                    </a:lnTo>
                    <a:lnTo>
                      <a:pt x="354" y="18"/>
                    </a:lnTo>
                    <a:lnTo>
                      <a:pt x="336" y="24"/>
                    </a:lnTo>
                    <a:lnTo>
                      <a:pt x="318" y="24"/>
                    </a:lnTo>
                    <a:lnTo>
                      <a:pt x="306" y="18"/>
                    </a:lnTo>
                    <a:lnTo>
                      <a:pt x="282" y="18"/>
                    </a:lnTo>
                    <a:lnTo>
                      <a:pt x="276" y="6"/>
                    </a:lnTo>
                    <a:lnTo>
                      <a:pt x="264" y="0"/>
                    </a:lnTo>
                    <a:lnTo>
                      <a:pt x="222" y="0"/>
                    </a:lnTo>
                    <a:lnTo>
                      <a:pt x="216" y="6"/>
                    </a:lnTo>
                    <a:lnTo>
                      <a:pt x="216" y="36"/>
                    </a:lnTo>
                    <a:lnTo>
                      <a:pt x="222" y="48"/>
                    </a:lnTo>
                    <a:lnTo>
                      <a:pt x="222" y="60"/>
                    </a:lnTo>
                    <a:lnTo>
                      <a:pt x="204" y="54"/>
                    </a:lnTo>
                    <a:lnTo>
                      <a:pt x="174" y="54"/>
                    </a:lnTo>
                    <a:lnTo>
                      <a:pt x="138" y="36"/>
                    </a:lnTo>
                    <a:lnTo>
                      <a:pt x="120" y="30"/>
                    </a:lnTo>
                    <a:lnTo>
                      <a:pt x="108" y="24"/>
                    </a:lnTo>
                    <a:lnTo>
                      <a:pt x="78" y="24"/>
                    </a:lnTo>
                    <a:lnTo>
                      <a:pt x="60" y="42"/>
                    </a:lnTo>
                    <a:lnTo>
                      <a:pt x="54" y="54"/>
                    </a:lnTo>
                    <a:lnTo>
                      <a:pt x="54" y="72"/>
                    </a:lnTo>
                    <a:lnTo>
                      <a:pt x="72" y="72"/>
                    </a:lnTo>
                    <a:lnTo>
                      <a:pt x="78" y="78"/>
                    </a:lnTo>
                    <a:lnTo>
                      <a:pt x="84" y="78"/>
                    </a:lnTo>
                    <a:lnTo>
                      <a:pt x="84" y="84"/>
                    </a:lnTo>
                    <a:lnTo>
                      <a:pt x="36" y="13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5" name="Kuwait" descr="© INSCALE GmbH, 05.05.2010&#10;http://www.presentationload.com/">
                <a:extLst>
                  <a:ext uri="{FF2B5EF4-FFF2-40B4-BE49-F238E27FC236}">
                    <a16:creationId xmlns:a16="http://schemas.microsoft.com/office/drawing/2014/main" id="{EB63770A-37EF-F92E-4DDE-E2A4C6DB0849}"/>
                  </a:ext>
                </a:extLst>
              </p:cNvPr>
              <p:cNvSpPr>
                <a:spLocks/>
              </p:cNvSpPr>
              <p:nvPr/>
            </p:nvSpPr>
            <p:spPr bwMode="gray">
              <a:xfrm>
                <a:off x="5455385" y="2300887"/>
                <a:ext cx="51884" cy="45954"/>
              </a:xfrm>
              <a:custGeom>
                <a:avLst/>
                <a:gdLst>
                  <a:gd name="T0" fmla="*/ 2147483647 w 138"/>
                  <a:gd name="T1" fmla="*/ 0 h 120"/>
                  <a:gd name="T2" fmla="*/ 2147483647 w 138"/>
                  <a:gd name="T3" fmla="*/ 0 h 120"/>
                  <a:gd name="T4" fmla="*/ 2147483647 w 138"/>
                  <a:gd name="T5" fmla="*/ 2147483647 h 120"/>
                  <a:gd name="T6" fmla="*/ 2147483647 w 138"/>
                  <a:gd name="T7" fmla="*/ 2147483647 h 120"/>
                  <a:gd name="T8" fmla="*/ 2147483647 w 138"/>
                  <a:gd name="T9" fmla="*/ 2147483647 h 120"/>
                  <a:gd name="T10" fmla="*/ 2147483647 w 138"/>
                  <a:gd name="T11" fmla="*/ 2147483647 h 120"/>
                  <a:gd name="T12" fmla="*/ 0 w 138"/>
                  <a:gd name="T13" fmla="*/ 2147483647 h 120"/>
                  <a:gd name="T14" fmla="*/ 2147483647 w 138"/>
                  <a:gd name="T15" fmla="*/ 2147483647 h 120"/>
                  <a:gd name="T16" fmla="*/ 2147483647 w 138"/>
                  <a:gd name="T17" fmla="*/ 2147483647 h 120"/>
                  <a:gd name="T18" fmla="*/ 2147483647 w 138"/>
                  <a:gd name="T19" fmla="*/ 2147483647 h 120"/>
                  <a:gd name="T20" fmla="*/ 2147483647 w 138"/>
                  <a:gd name="T21" fmla="*/ 2147483647 h 120"/>
                  <a:gd name="T22" fmla="*/ 2147483647 w 138"/>
                  <a:gd name="T23" fmla="*/ 2147483647 h 120"/>
                  <a:gd name="T24" fmla="*/ 2147483647 w 138"/>
                  <a:gd name="T25" fmla="*/ 2147483647 h 120"/>
                  <a:gd name="T26" fmla="*/ 2147483647 w 138"/>
                  <a:gd name="T27" fmla="*/ 2147483647 h 120"/>
                  <a:gd name="T28" fmla="*/ 2147483647 w 138"/>
                  <a:gd name="T29" fmla="*/ 2147483647 h 120"/>
                  <a:gd name="T30" fmla="*/ 2147483647 w 138"/>
                  <a:gd name="T31" fmla="*/ 2147483647 h 120"/>
                  <a:gd name="T32" fmla="*/ 2147483647 w 138"/>
                  <a:gd name="T33" fmla="*/ 2147483647 h 120"/>
                  <a:gd name="T34" fmla="*/ 2147483647 w 138"/>
                  <a:gd name="T35" fmla="*/ 2147483647 h 120"/>
                  <a:gd name="T36" fmla="*/ 2147483647 w 138"/>
                  <a:gd name="T37" fmla="*/ 2147483647 h 120"/>
                  <a:gd name="T38" fmla="*/ 2147483647 w 138"/>
                  <a:gd name="T39" fmla="*/ 2147483647 h 120"/>
                  <a:gd name="T40" fmla="*/ 2147483647 w 138"/>
                  <a:gd name="T41" fmla="*/ 2147483647 h 120"/>
                  <a:gd name="T42" fmla="*/ 2147483647 w 138"/>
                  <a:gd name="T43" fmla="*/ 2147483647 h 120"/>
                  <a:gd name="T44" fmla="*/ 2147483647 w 138"/>
                  <a:gd name="T45" fmla="*/ 2147483647 h 120"/>
                  <a:gd name="T46" fmla="*/ 2147483647 w 138"/>
                  <a:gd name="T47" fmla="*/ 2147483647 h 120"/>
                  <a:gd name="T48" fmla="*/ 2147483647 w 138"/>
                  <a:gd name="T49" fmla="*/ 0 h 120"/>
                  <a:gd name="T50" fmla="*/ 2147483647 w 138"/>
                  <a:gd name="T51" fmla="*/ 0 h 12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38"/>
                  <a:gd name="T79" fmla="*/ 0 h 120"/>
                  <a:gd name="T80" fmla="*/ 138 w 138"/>
                  <a:gd name="T81" fmla="*/ 120 h 12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38" h="120">
                    <a:moveTo>
                      <a:pt x="54" y="0"/>
                    </a:moveTo>
                    <a:lnTo>
                      <a:pt x="36" y="0"/>
                    </a:lnTo>
                    <a:lnTo>
                      <a:pt x="30" y="12"/>
                    </a:lnTo>
                    <a:lnTo>
                      <a:pt x="24" y="18"/>
                    </a:lnTo>
                    <a:lnTo>
                      <a:pt x="24" y="30"/>
                    </a:lnTo>
                    <a:lnTo>
                      <a:pt x="6" y="66"/>
                    </a:lnTo>
                    <a:lnTo>
                      <a:pt x="0" y="72"/>
                    </a:lnTo>
                    <a:lnTo>
                      <a:pt x="42" y="72"/>
                    </a:lnTo>
                    <a:lnTo>
                      <a:pt x="60" y="78"/>
                    </a:lnTo>
                    <a:lnTo>
                      <a:pt x="66" y="78"/>
                    </a:lnTo>
                    <a:lnTo>
                      <a:pt x="66" y="114"/>
                    </a:lnTo>
                    <a:lnTo>
                      <a:pt x="72" y="120"/>
                    </a:lnTo>
                    <a:lnTo>
                      <a:pt x="138" y="120"/>
                    </a:lnTo>
                    <a:lnTo>
                      <a:pt x="126" y="114"/>
                    </a:lnTo>
                    <a:lnTo>
                      <a:pt x="114" y="102"/>
                    </a:lnTo>
                    <a:lnTo>
                      <a:pt x="102" y="78"/>
                    </a:lnTo>
                    <a:lnTo>
                      <a:pt x="102" y="66"/>
                    </a:lnTo>
                    <a:lnTo>
                      <a:pt x="90" y="60"/>
                    </a:lnTo>
                    <a:lnTo>
                      <a:pt x="84" y="36"/>
                    </a:lnTo>
                    <a:lnTo>
                      <a:pt x="120" y="36"/>
                    </a:lnTo>
                    <a:lnTo>
                      <a:pt x="120" y="18"/>
                    </a:lnTo>
                    <a:lnTo>
                      <a:pt x="114" y="12"/>
                    </a:lnTo>
                    <a:lnTo>
                      <a:pt x="90" y="12"/>
                    </a:lnTo>
                    <a:lnTo>
                      <a:pt x="90" y="18"/>
                    </a:lnTo>
                    <a:lnTo>
                      <a:pt x="84" y="0"/>
                    </a:lnTo>
                    <a:lnTo>
                      <a:pt x="54" y="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6" name="Kosovo" descr="© INSCALE GmbH, 05.05.2010&#10;http://www.presentationload.com/">
                <a:extLst>
                  <a:ext uri="{FF2B5EF4-FFF2-40B4-BE49-F238E27FC236}">
                    <a16:creationId xmlns:a16="http://schemas.microsoft.com/office/drawing/2014/main" id="{F46DBFCA-0670-B867-DADB-701D0E2F74B1}"/>
                  </a:ext>
                </a:extLst>
              </p:cNvPr>
              <p:cNvSpPr>
                <a:spLocks noEditPoints="1"/>
              </p:cNvSpPr>
              <p:nvPr/>
            </p:nvSpPr>
            <p:spPr bwMode="gray">
              <a:xfrm>
                <a:off x="4751078" y="1888485"/>
                <a:ext cx="48855" cy="49219"/>
              </a:xfrm>
              <a:custGeom>
                <a:avLst/>
                <a:gdLst/>
                <a:ahLst/>
                <a:cxnLst>
                  <a:cxn ang="0">
                    <a:pos x="6" y="75"/>
                  </a:cxn>
                  <a:cxn ang="0">
                    <a:pos x="0" y="72"/>
                  </a:cxn>
                  <a:cxn ang="0">
                    <a:pos x="227" y="122"/>
                  </a:cxn>
                  <a:cxn ang="0">
                    <a:pos x="218" y="127"/>
                  </a:cxn>
                  <a:cxn ang="0">
                    <a:pos x="214" y="120"/>
                  </a:cxn>
                  <a:cxn ang="0">
                    <a:pos x="206" y="113"/>
                  </a:cxn>
                  <a:cxn ang="0">
                    <a:pos x="197" y="111"/>
                  </a:cxn>
                  <a:cxn ang="0">
                    <a:pos x="190" y="110"/>
                  </a:cxn>
                  <a:cxn ang="0">
                    <a:pos x="185" y="110"/>
                  </a:cxn>
                  <a:cxn ang="0">
                    <a:pos x="185" y="101"/>
                  </a:cxn>
                  <a:cxn ang="0">
                    <a:pos x="189" y="95"/>
                  </a:cxn>
                  <a:cxn ang="0">
                    <a:pos x="187" y="84"/>
                  </a:cxn>
                  <a:cxn ang="0">
                    <a:pos x="177" y="78"/>
                  </a:cxn>
                  <a:cxn ang="0">
                    <a:pos x="169" y="76"/>
                  </a:cxn>
                  <a:cxn ang="0">
                    <a:pos x="170" y="61"/>
                  </a:cxn>
                  <a:cxn ang="0">
                    <a:pos x="165" y="56"/>
                  </a:cxn>
                  <a:cxn ang="0">
                    <a:pos x="161" y="61"/>
                  </a:cxn>
                  <a:cxn ang="0">
                    <a:pos x="157" y="53"/>
                  </a:cxn>
                  <a:cxn ang="0">
                    <a:pos x="158" y="35"/>
                  </a:cxn>
                  <a:cxn ang="0">
                    <a:pos x="154" y="32"/>
                  </a:cxn>
                  <a:cxn ang="0">
                    <a:pos x="147" y="32"/>
                  </a:cxn>
                  <a:cxn ang="0">
                    <a:pos x="137" y="32"/>
                  </a:cxn>
                  <a:cxn ang="0">
                    <a:pos x="126" y="27"/>
                  </a:cxn>
                  <a:cxn ang="0">
                    <a:pos x="131" y="20"/>
                  </a:cxn>
                  <a:cxn ang="0">
                    <a:pos x="130" y="12"/>
                  </a:cxn>
                  <a:cxn ang="0">
                    <a:pos x="122" y="0"/>
                  </a:cxn>
                  <a:cxn ang="0">
                    <a:pos x="115" y="6"/>
                  </a:cxn>
                  <a:cxn ang="0">
                    <a:pos x="104" y="13"/>
                  </a:cxn>
                  <a:cxn ang="0">
                    <a:pos x="96" y="15"/>
                  </a:cxn>
                  <a:cxn ang="0">
                    <a:pos x="89" y="13"/>
                  </a:cxn>
                  <a:cxn ang="0">
                    <a:pos x="91" y="22"/>
                  </a:cxn>
                  <a:cxn ang="0">
                    <a:pos x="101" y="27"/>
                  </a:cxn>
                  <a:cxn ang="0">
                    <a:pos x="97" y="33"/>
                  </a:cxn>
                  <a:cxn ang="0">
                    <a:pos x="100" y="40"/>
                  </a:cxn>
                  <a:cxn ang="0">
                    <a:pos x="99" y="46"/>
                  </a:cxn>
                  <a:cxn ang="0">
                    <a:pos x="92" y="49"/>
                  </a:cxn>
                  <a:cxn ang="0">
                    <a:pos x="88" y="45"/>
                  </a:cxn>
                  <a:cxn ang="0">
                    <a:pos x="70" y="59"/>
                  </a:cxn>
                  <a:cxn ang="0">
                    <a:pos x="73" y="71"/>
                  </a:cxn>
                  <a:cxn ang="0">
                    <a:pos x="45" y="74"/>
                  </a:cxn>
                  <a:cxn ang="0">
                    <a:pos x="14" y="72"/>
                  </a:cxn>
                  <a:cxn ang="0">
                    <a:pos x="6" y="75"/>
                  </a:cxn>
                  <a:cxn ang="0">
                    <a:pos x="6" y="141"/>
                  </a:cxn>
                  <a:cxn ang="0">
                    <a:pos x="14" y="155"/>
                  </a:cxn>
                  <a:cxn ang="0">
                    <a:pos x="27" y="173"/>
                  </a:cxn>
                  <a:cxn ang="0">
                    <a:pos x="50" y="175"/>
                  </a:cxn>
                  <a:cxn ang="0">
                    <a:pos x="60" y="211"/>
                  </a:cxn>
                  <a:cxn ang="0">
                    <a:pos x="60" y="237"/>
                  </a:cxn>
                  <a:cxn ang="0">
                    <a:pos x="92" y="226"/>
                  </a:cxn>
                  <a:cxn ang="0">
                    <a:pos x="138" y="205"/>
                  </a:cxn>
                  <a:cxn ang="0">
                    <a:pos x="146" y="184"/>
                  </a:cxn>
                  <a:cxn ang="0">
                    <a:pos x="189" y="173"/>
                  </a:cxn>
                  <a:cxn ang="0">
                    <a:pos x="209" y="163"/>
                  </a:cxn>
                  <a:cxn ang="0">
                    <a:pos x="217" y="156"/>
                  </a:cxn>
                  <a:cxn ang="0">
                    <a:pos x="225" y="144"/>
                  </a:cxn>
                  <a:cxn ang="0">
                    <a:pos x="228" y="137"/>
                  </a:cxn>
                  <a:cxn ang="0">
                    <a:pos x="232" y="129"/>
                  </a:cxn>
                </a:cxnLst>
                <a:rect l="0" t="0" r="r" b="b"/>
                <a:pathLst>
                  <a:path w="232" h="237">
                    <a:moveTo>
                      <a:pt x="0" y="72"/>
                    </a:moveTo>
                    <a:cubicBezTo>
                      <a:pt x="1" y="72"/>
                      <a:pt x="2" y="73"/>
                      <a:pt x="6" y="75"/>
                    </a:cubicBezTo>
                    <a:cubicBezTo>
                      <a:pt x="6" y="66"/>
                      <a:pt x="6" y="66"/>
                      <a:pt x="6" y="66"/>
                    </a:cubicBezTo>
                    <a:lnTo>
                      <a:pt x="0" y="72"/>
                    </a:lnTo>
                    <a:close/>
                    <a:moveTo>
                      <a:pt x="231" y="124"/>
                    </a:moveTo>
                    <a:cubicBezTo>
                      <a:pt x="227" y="122"/>
                      <a:pt x="227" y="122"/>
                      <a:pt x="227" y="122"/>
                    </a:cubicBezTo>
                    <a:cubicBezTo>
                      <a:pt x="223" y="124"/>
                      <a:pt x="223" y="124"/>
                      <a:pt x="223" y="124"/>
                    </a:cubicBezTo>
                    <a:cubicBezTo>
                      <a:pt x="218" y="127"/>
                      <a:pt x="218" y="127"/>
                      <a:pt x="218" y="127"/>
                    </a:cubicBezTo>
                    <a:cubicBezTo>
                      <a:pt x="216" y="124"/>
                      <a:pt x="216" y="124"/>
                      <a:pt x="216" y="124"/>
                    </a:cubicBezTo>
                    <a:cubicBezTo>
                      <a:pt x="214" y="120"/>
                      <a:pt x="214" y="120"/>
                      <a:pt x="214" y="120"/>
                    </a:cubicBezTo>
                    <a:cubicBezTo>
                      <a:pt x="210" y="117"/>
                      <a:pt x="210" y="117"/>
                      <a:pt x="210" y="117"/>
                    </a:cubicBezTo>
                    <a:cubicBezTo>
                      <a:pt x="206" y="113"/>
                      <a:pt x="206" y="113"/>
                      <a:pt x="206" y="113"/>
                    </a:cubicBezTo>
                    <a:cubicBezTo>
                      <a:pt x="202" y="113"/>
                      <a:pt x="202" y="113"/>
                      <a:pt x="202" y="113"/>
                    </a:cubicBezTo>
                    <a:cubicBezTo>
                      <a:pt x="197" y="111"/>
                      <a:pt x="197" y="111"/>
                      <a:pt x="197" y="111"/>
                    </a:cubicBezTo>
                    <a:cubicBezTo>
                      <a:pt x="195" y="113"/>
                      <a:pt x="195" y="113"/>
                      <a:pt x="195" y="113"/>
                    </a:cubicBezTo>
                    <a:cubicBezTo>
                      <a:pt x="190" y="110"/>
                      <a:pt x="190" y="110"/>
                      <a:pt x="190" y="110"/>
                    </a:cubicBezTo>
                    <a:cubicBezTo>
                      <a:pt x="186" y="111"/>
                      <a:pt x="186" y="111"/>
                      <a:pt x="186" y="111"/>
                    </a:cubicBezTo>
                    <a:cubicBezTo>
                      <a:pt x="185" y="110"/>
                      <a:pt x="185" y="110"/>
                      <a:pt x="185" y="110"/>
                    </a:cubicBezTo>
                    <a:cubicBezTo>
                      <a:pt x="187" y="106"/>
                      <a:pt x="187" y="106"/>
                      <a:pt x="187" y="106"/>
                    </a:cubicBezTo>
                    <a:cubicBezTo>
                      <a:pt x="185" y="101"/>
                      <a:pt x="185" y="101"/>
                      <a:pt x="185" y="101"/>
                    </a:cubicBezTo>
                    <a:cubicBezTo>
                      <a:pt x="189" y="100"/>
                      <a:pt x="189" y="100"/>
                      <a:pt x="189" y="100"/>
                    </a:cubicBezTo>
                    <a:cubicBezTo>
                      <a:pt x="189" y="95"/>
                      <a:pt x="189" y="95"/>
                      <a:pt x="189" y="95"/>
                    </a:cubicBezTo>
                    <a:cubicBezTo>
                      <a:pt x="191" y="85"/>
                      <a:pt x="191" y="85"/>
                      <a:pt x="191" y="85"/>
                    </a:cubicBezTo>
                    <a:cubicBezTo>
                      <a:pt x="187" y="84"/>
                      <a:pt x="187" y="84"/>
                      <a:pt x="187" y="84"/>
                    </a:cubicBezTo>
                    <a:cubicBezTo>
                      <a:pt x="182" y="80"/>
                      <a:pt x="182" y="80"/>
                      <a:pt x="182" y="80"/>
                    </a:cubicBezTo>
                    <a:cubicBezTo>
                      <a:pt x="177" y="78"/>
                      <a:pt x="177" y="78"/>
                      <a:pt x="177" y="78"/>
                    </a:cubicBezTo>
                    <a:cubicBezTo>
                      <a:pt x="172" y="78"/>
                      <a:pt x="172" y="78"/>
                      <a:pt x="172" y="78"/>
                    </a:cubicBezTo>
                    <a:cubicBezTo>
                      <a:pt x="169" y="76"/>
                      <a:pt x="169" y="76"/>
                      <a:pt x="169" y="76"/>
                    </a:cubicBezTo>
                    <a:cubicBezTo>
                      <a:pt x="169" y="71"/>
                      <a:pt x="169" y="71"/>
                      <a:pt x="169" y="71"/>
                    </a:cubicBezTo>
                    <a:cubicBezTo>
                      <a:pt x="170" y="61"/>
                      <a:pt x="170" y="61"/>
                      <a:pt x="170" y="61"/>
                    </a:cubicBezTo>
                    <a:cubicBezTo>
                      <a:pt x="167" y="57"/>
                      <a:pt x="167" y="57"/>
                      <a:pt x="167" y="57"/>
                    </a:cubicBezTo>
                    <a:cubicBezTo>
                      <a:pt x="165" y="56"/>
                      <a:pt x="165" y="56"/>
                      <a:pt x="165" y="56"/>
                    </a:cubicBezTo>
                    <a:cubicBezTo>
                      <a:pt x="163" y="59"/>
                      <a:pt x="163" y="59"/>
                      <a:pt x="163" y="59"/>
                    </a:cubicBezTo>
                    <a:cubicBezTo>
                      <a:pt x="161" y="61"/>
                      <a:pt x="161" y="61"/>
                      <a:pt x="161" y="61"/>
                    </a:cubicBezTo>
                    <a:cubicBezTo>
                      <a:pt x="158" y="60"/>
                      <a:pt x="158" y="60"/>
                      <a:pt x="158" y="60"/>
                    </a:cubicBezTo>
                    <a:cubicBezTo>
                      <a:pt x="157" y="53"/>
                      <a:pt x="157" y="53"/>
                      <a:pt x="157" y="53"/>
                    </a:cubicBezTo>
                    <a:cubicBezTo>
                      <a:pt x="159" y="36"/>
                      <a:pt x="159" y="36"/>
                      <a:pt x="159" y="36"/>
                    </a:cubicBezTo>
                    <a:cubicBezTo>
                      <a:pt x="158" y="35"/>
                      <a:pt x="158" y="35"/>
                      <a:pt x="158" y="35"/>
                    </a:cubicBezTo>
                    <a:cubicBezTo>
                      <a:pt x="151" y="36"/>
                      <a:pt x="151" y="36"/>
                      <a:pt x="151" y="36"/>
                    </a:cubicBezTo>
                    <a:cubicBezTo>
                      <a:pt x="154" y="32"/>
                      <a:pt x="154" y="32"/>
                      <a:pt x="154" y="32"/>
                    </a:cubicBezTo>
                    <a:cubicBezTo>
                      <a:pt x="152" y="29"/>
                      <a:pt x="152" y="29"/>
                      <a:pt x="152" y="29"/>
                    </a:cubicBezTo>
                    <a:cubicBezTo>
                      <a:pt x="147" y="32"/>
                      <a:pt x="147" y="32"/>
                      <a:pt x="147" y="32"/>
                    </a:cubicBezTo>
                    <a:cubicBezTo>
                      <a:pt x="142" y="30"/>
                      <a:pt x="142" y="30"/>
                      <a:pt x="142" y="30"/>
                    </a:cubicBezTo>
                    <a:cubicBezTo>
                      <a:pt x="137" y="32"/>
                      <a:pt x="137" y="32"/>
                      <a:pt x="137" y="32"/>
                    </a:cubicBezTo>
                    <a:cubicBezTo>
                      <a:pt x="132" y="28"/>
                      <a:pt x="132" y="28"/>
                      <a:pt x="132" y="28"/>
                    </a:cubicBezTo>
                    <a:cubicBezTo>
                      <a:pt x="126" y="27"/>
                      <a:pt x="126" y="27"/>
                      <a:pt x="126" y="27"/>
                    </a:cubicBezTo>
                    <a:cubicBezTo>
                      <a:pt x="125" y="24"/>
                      <a:pt x="125" y="24"/>
                      <a:pt x="125" y="24"/>
                    </a:cubicBezTo>
                    <a:cubicBezTo>
                      <a:pt x="131" y="20"/>
                      <a:pt x="131" y="20"/>
                      <a:pt x="131" y="20"/>
                    </a:cubicBezTo>
                    <a:cubicBezTo>
                      <a:pt x="131" y="17"/>
                      <a:pt x="131" y="17"/>
                      <a:pt x="131" y="17"/>
                    </a:cubicBezTo>
                    <a:cubicBezTo>
                      <a:pt x="130" y="12"/>
                      <a:pt x="130" y="12"/>
                      <a:pt x="130" y="12"/>
                    </a:cubicBezTo>
                    <a:cubicBezTo>
                      <a:pt x="126" y="5"/>
                      <a:pt x="126" y="5"/>
                      <a:pt x="126" y="5"/>
                    </a:cubicBezTo>
                    <a:cubicBezTo>
                      <a:pt x="122" y="0"/>
                      <a:pt x="122" y="0"/>
                      <a:pt x="122" y="0"/>
                    </a:cubicBezTo>
                    <a:cubicBezTo>
                      <a:pt x="116" y="2"/>
                      <a:pt x="116" y="2"/>
                      <a:pt x="116" y="2"/>
                    </a:cubicBezTo>
                    <a:cubicBezTo>
                      <a:pt x="115" y="6"/>
                      <a:pt x="115" y="6"/>
                      <a:pt x="115" y="6"/>
                    </a:cubicBezTo>
                    <a:cubicBezTo>
                      <a:pt x="112" y="8"/>
                      <a:pt x="112" y="8"/>
                      <a:pt x="112" y="8"/>
                    </a:cubicBezTo>
                    <a:cubicBezTo>
                      <a:pt x="104" y="13"/>
                      <a:pt x="104" y="13"/>
                      <a:pt x="104" y="13"/>
                    </a:cubicBezTo>
                    <a:cubicBezTo>
                      <a:pt x="100" y="16"/>
                      <a:pt x="100" y="16"/>
                      <a:pt x="100" y="16"/>
                    </a:cubicBezTo>
                    <a:cubicBezTo>
                      <a:pt x="96" y="15"/>
                      <a:pt x="96" y="15"/>
                      <a:pt x="96" y="15"/>
                    </a:cubicBezTo>
                    <a:cubicBezTo>
                      <a:pt x="92" y="17"/>
                      <a:pt x="92" y="17"/>
                      <a:pt x="92" y="17"/>
                    </a:cubicBezTo>
                    <a:cubicBezTo>
                      <a:pt x="89" y="13"/>
                      <a:pt x="89" y="13"/>
                      <a:pt x="89" y="13"/>
                    </a:cubicBezTo>
                    <a:cubicBezTo>
                      <a:pt x="88" y="16"/>
                      <a:pt x="88" y="16"/>
                      <a:pt x="88" y="16"/>
                    </a:cubicBezTo>
                    <a:cubicBezTo>
                      <a:pt x="91" y="22"/>
                      <a:pt x="91" y="22"/>
                      <a:pt x="91" y="22"/>
                    </a:cubicBezTo>
                    <a:cubicBezTo>
                      <a:pt x="99" y="24"/>
                      <a:pt x="99" y="24"/>
                      <a:pt x="99" y="24"/>
                    </a:cubicBezTo>
                    <a:cubicBezTo>
                      <a:pt x="101" y="27"/>
                      <a:pt x="101" y="27"/>
                      <a:pt x="101" y="27"/>
                    </a:cubicBezTo>
                    <a:cubicBezTo>
                      <a:pt x="97" y="30"/>
                      <a:pt x="97" y="30"/>
                      <a:pt x="97" y="30"/>
                    </a:cubicBezTo>
                    <a:cubicBezTo>
                      <a:pt x="97" y="33"/>
                      <a:pt x="97" y="33"/>
                      <a:pt x="97" y="33"/>
                    </a:cubicBezTo>
                    <a:cubicBezTo>
                      <a:pt x="101" y="35"/>
                      <a:pt x="101" y="35"/>
                      <a:pt x="101" y="35"/>
                    </a:cubicBezTo>
                    <a:cubicBezTo>
                      <a:pt x="100" y="40"/>
                      <a:pt x="100" y="40"/>
                      <a:pt x="100" y="40"/>
                    </a:cubicBezTo>
                    <a:cubicBezTo>
                      <a:pt x="97" y="42"/>
                      <a:pt x="97" y="42"/>
                      <a:pt x="97" y="42"/>
                    </a:cubicBezTo>
                    <a:cubicBezTo>
                      <a:pt x="99" y="46"/>
                      <a:pt x="99" y="46"/>
                      <a:pt x="99" y="46"/>
                    </a:cubicBezTo>
                    <a:cubicBezTo>
                      <a:pt x="96" y="47"/>
                      <a:pt x="96" y="47"/>
                      <a:pt x="96" y="47"/>
                    </a:cubicBezTo>
                    <a:cubicBezTo>
                      <a:pt x="92" y="49"/>
                      <a:pt x="92" y="49"/>
                      <a:pt x="92" y="49"/>
                    </a:cubicBezTo>
                    <a:cubicBezTo>
                      <a:pt x="91" y="44"/>
                      <a:pt x="91" y="44"/>
                      <a:pt x="91" y="44"/>
                    </a:cubicBezTo>
                    <a:cubicBezTo>
                      <a:pt x="88" y="45"/>
                      <a:pt x="88" y="45"/>
                      <a:pt x="88" y="45"/>
                    </a:cubicBezTo>
                    <a:cubicBezTo>
                      <a:pt x="78" y="53"/>
                      <a:pt x="78" y="53"/>
                      <a:pt x="78" y="53"/>
                    </a:cubicBezTo>
                    <a:cubicBezTo>
                      <a:pt x="70" y="59"/>
                      <a:pt x="70" y="59"/>
                      <a:pt x="70" y="59"/>
                    </a:cubicBezTo>
                    <a:cubicBezTo>
                      <a:pt x="72" y="65"/>
                      <a:pt x="72" y="65"/>
                      <a:pt x="72" y="65"/>
                    </a:cubicBezTo>
                    <a:cubicBezTo>
                      <a:pt x="73" y="71"/>
                      <a:pt x="73" y="71"/>
                      <a:pt x="73" y="71"/>
                    </a:cubicBezTo>
                    <a:cubicBezTo>
                      <a:pt x="63" y="74"/>
                      <a:pt x="63" y="74"/>
                      <a:pt x="63" y="74"/>
                    </a:cubicBezTo>
                    <a:cubicBezTo>
                      <a:pt x="45" y="74"/>
                      <a:pt x="45" y="74"/>
                      <a:pt x="45" y="74"/>
                    </a:cubicBezTo>
                    <a:cubicBezTo>
                      <a:pt x="32" y="75"/>
                      <a:pt x="32" y="75"/>
                      <a:pt x="32" y="75"/>
                    </a:cubicBezTo>
                    <a:cubicBezTo>
                      <a:pt x="14" y="72"/>
                      <a:pt x="14" y="72"/>
                      <a:pt x="14" y="72"/>
                    </a:cubicBezTo>
                    <a:cubicBezTo>
                      <a:pt x="9" y="77"/>
                      <a:pt x="9" y="77"/>
                      <a:pt x="9" y="77"/>
                    </a:cubicBezTo>
                    <a:cubicBezTo>
                      <a:pt x="8" y="76"/>
                      <a:pt x="7" y="76"/>
                      <a:pt x="6" y="75"/>
                    </a:cubicBezTo>
                    <a:cubicBezTo>
                      <a:pt x="6" y="116"/>
                      <a:pt x="6" y="116"/>
                      <a:pt x="6" y="116"/>
                    </a:cubicBezTo>
                    <a:cubicBezTo>
                      <a:pt x="6" y="141"/>
                      <a:pt x="6" y="141"/>
                      <a:pt x="6" y="141"/>
                    </a:cubicBezTo>
                    <a:cubicBezTo>
                      <a:pt x="14" y="153"/>
                      <a:pt x="14" y="153"/>
                      <a:pt x="14" y="153"/>
                    </a:cubicBezTo>
                    <a:cubicBezTo>
                      <a:pt x="14" y="154"/>
                      <a:pt x="14" y="155"/>
                      <a:pt x="14" y="155"/>
                    </a:cubicBezTo>
                    <a:cubicBezTo>
                      <a:pt x="14" y="155"/>
                      <a:pt x="15" y="155"/>
                      <a:pt x="16" y="156"/>
                    </a:cubicBezTo>
                    <a:cubicBezTo>
                      <a:pt x="27" y="173"/>
                      <a:pt x="27" y="173"/>
                      <a:pt x="27" y="173"/>
                    </a:cubicBezTo>
                    <a:cubicBezTo>
                      <a:pt x="48" y="173"/>
                      <a:pt x="48" y="173"/>
                      <a:pt x="48" y="173"/>
                    </a:cubicBezTo>
                    <a:cubicBezTo>
                      <a:pt x="48" y="173"/>
                      <a:pt x="49" y="174"/>
                      <a:pt x="50" y="175"/>
                    </a:cubicBezTo>
                    <a:cubicBezTo>
                      <a:pt x="59" y="201"/>
                      <a:pt x="59" y="201"/>
                      <a:pt x="59" y="201"/>
                    </a:cubicBezTo>
                    <a:cubicBezTo>
                      <a:pt x="59" y="205"/>
                      <a:pt x="60" y="208"/>
                      <a:pt x="60" y="211"/>
                    </a:cubicBezTo>
                    <a:cubicBezTo>
                      <a:pt x="60" y="229"/>
                      <a:pt x="60" y="229"/>
                      <a:pt x="60" y="229"/>
                    </a:cubicBezTo>
                    <a:cubicBezTo>
                      <a:pt x="60" y="237"/>
                      <a:pt x="60" y="237"/>
                      <a:pt x="60" y="237"/>
                    </a:cubicBezTo>
                    <a:cubicBezTo>
                      <a:pt x="76" y="232"/>
                      <a:pt x="76" y="232"/>
                      <a:pt x="76" y="232"/>
                    </a:cubicBezTo>
                    <a:cubicBezTo>
                      <a:pt x="92" y="226"/>
                      <a:pt x="92" y="226"/>
                      <a:pt x="92" y="226"/>
                    </a:cubicBezTo>
                    <a:cubicBezTo>
                      <a:pt x="103" y="205"/>
                      <a:pt x="103" y="205"/>
                      <a:pt x="103" y="205"/>
                    </a:cubicBezTo>
                    <a:cubicBezTo>
                      <a:pt x="138" y="205"/>
                      <a:pt x="138" y="205"/>
                      <a:pt x="138" y="205"/>
                    </a:cubicBezTo>
                    <a:cubicBezTo>
                      <a:pt x="146" y="205"/>
                      <a:pt x="146" y="205"/>
                      <a:pt x="146" y="205"/>
                    </a:cubicBezTo>
                    <a:cubicBezTo>
                      <a:pt x="146" y="184"/>
                      <a:pt x="146" y="184"/>
                      <a:pt x="146" y="184"/>
                    </a:cubicBezTo>
                    <a:cubicBezTo>
                      <a:pt x="178" y="184"/>
                      <a:pt x="178" y="184"/>
                      <a:pt x="178" y="184"/>
                    </a:cubicBezTo>
                    <a:cubicBezTo>
                      <a:pt x="189" y="173"/>
                      <a:pt x="189" y="173"/>
                      <a:pt x="189" y="173"/>
                    </a:cubicBezTo>
                    <a:cubicBezTo>
                      <a:pt x="210" y="170"/>
                      <a:pt x="210" y="170"/>
                      <a:pt x="210" y="170"/>
                    </a:cubicBezTo>
                    <a:cubicBezTo>
                      <a:pt x="209" y="163"/>
                      <a:pt x="209" y="163"/>
                      <a:pt x="209" y="163"/>
                    </a:cubicBezTo>
                    <a:cubicBezTo>
                      <a:pt x="213" y="159"/>
                      <a:pt x="213" y="159"/>
                      <a:pt x="213" y="159"/>
                    </a:cubicBezTo>
                    <a:cubicBezTo>
                      <a:pt x="217" y="156"/>
                      <a:pt x="217" y="156"/>
                      <a:pt x="217" y="156"/>
                    </a:cubicBezTo>
                    <a:cubicBezTo>
                      <a:pt x="219" y="147"/>
                      <a:pt x="219" y="147"/>
                      <a:pt x="219" y="147"/>
                    </a:cubicBezTo>
                    <a:cubicBezTo>
                      <a:pt x="225" y="144"/>
                      <a:pt x="225" y="144"/>
                      <a:pt x="225" y="144"/>
                    </a:cubicBezTo>
                    <a:cubicBezTo>
                      <a:pt x="225" y="141"/>
                      <a:pt x="225" y="141"/>
                      <a:pt x="225" y="141"/>
                    </a:cubicBezTo>
                    <a:cubicBezTo>
                      <a:pt x="228" y="137"/>
                      <a:pt x="228" y="137"/>
                      <a:pt x="228" y="137"/>
                    </a:cubicBezTo>
                    <a:cubicBezTo>
                      <a:pt x="229" y="133"/>
                      <a:pt x="229" y="133"/>
                      <a:pt x="229" y="133"/>
                    </a:cubicBezTo>
                    <a:cubicBezTo>
                      <a:pt x="232" y="129"/>
                      <a:pt x="232" y="129"/>
                      <a:pt x="232" y="129"/>
                    </a:cubicBezTo>
                    <a:cubicBezTo>
                      <a:pt x="231" y="124"/>
                      <a:pt x="231" y="124"/>
                      <a:pt x="231" y="124"/>
                    </a:cubicBez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7" name="Korea, South" descr="© INSCALE GmbH, 05.05.2010&#10;http://www.presentationload.com/">
                <a:extLst>
                  <a:ext uri="{FF2B5EF4-FFF2-40B4-BE49-F238E27FC236}">
                    <a16:creationId xmlns:a16="http://schemas.microsoft.com/office/drawing/2014/main" id="{9FA66C8C-988B-7083-664D-BF74250971F0}"/>
                  </a:ext>
                </a:extLst>
              </p:cNvPr>
              <p:cNvSpPr>
                <a:spLocks noEditPoints="1"/>
              </p:cNvSpPr>
              <p:nvPr/>
            </p:nvSpPr>
            <p:spPr bwMode="gray">
              <a:xfrm>
                <a:off x="7434351" y="2041470"/>
                <a:ext cx="103766" cy="161579"/>
              </a:xfrm>
              <a:custGeom>
                <a:avLst/>
                <a:gdLst>
                  <a:gd name="T0" fmla="*/ 2147483647 w 276"/>
                  <a:gd name="T1" fmla="*/ 2147483647 h 426"/>
                  <a:gd name="T2" fmla="*/ 2147483647 w 276"/>
                  <a:gd name="T3" fmla="*/ 2147483647 h 426"/>
                  <a:gd name="T4" fmla="*/ 2147483647 w 276"/>
                  <a:gd name="T5" fmla="*/ 2147483647 h 426"/>
                  <a:gd name="T6" fmla="*/ 2147483647 w 276"/>
                  <a:gd name="T7" fmla="*/ 2147483647 h 426"/>
                  <a:gd name="T8" fmla="*/ 2147483647 w 276"/>
                  <a:gd name="T9" fmla="*/ 2147483647 h 426"/>
                  <a:gd name="T10" fmla="*/ 2147483647 w 276"/>
                  <a:gd name="T11" fmla="*/ 2147483647 h 426"/>
                  <a:gd name="T12" fmla="*/ 2147483647 w 276"/>
                  <a:gd name="T13" fmla="*/ 2147483647 h 426"/>
                  <a:gd name="T14" fmla="*/ 2147483647 w 276"/>
                  <a:gd name="T15" fmla="*/ 2147483647 h 426"/>
                  <a:gd name="T16" fmla="*/ 2147483647 w 276"/>
                  <a:gd name="T17" fmla="*/ 2147483647 h 426"/>
                  <a:gd name="T18" fmla="*/ 2147483647 w 276"/>
                  <a:gd name="T19" fmla="*/ 2147483647 h 426"/>
                  <a:gd name="T20" fmla="*/ 2147483647 w 276"/>
                  <a:gd name="T21" fmla="*/ 2147483647 h 426"/>
                  <a:gd name="T22" fmla="*/ 2147483647 w 276"/>
                  <a:gd name="T23" fmla="*/ 2147483647 h 426"/>
                  <a:gd name="T24" fmla="*/ 2147483647 w 276"/>
                  <a:gd name="T25" fmla="*/ 0 h 426"/>
                  <a:gd name="T26" fmla="*/ 2147483647 w 276"/>
                  <a:gd name="T27" fmla="*/ 2147483647 h 426"/>
                  <a:gd name="T28" fmla="*/ 2147483647 w 276"/>
                  <a:gd name="T29" fmla="*/ 2147483647 h 426"/>
                  <a:gd name="T30" fmla="*/ 2147483647 w 276"/>
                  <a:gd name="T31" fmla="*/ 2147483647 h 426"/>
                  <a:gd name="T32" fmla="*/ 2147483647 w 276"/>
                  <a:gd name="T33" fmla="*/ 2147483647 h 426"/>
                  <a:gd name="T34" fmla="*/ 0 w 276"/>
                  <a:gd name="T35" fmla="*/ 2147483647 h 426"/>
                  <a:gd name="T36" fmla="*/ 2147483647 w 276"/>
                  <a:gd name="T37" fmla="*/ 2147483647 h 426"/>
                  <a:gd name="T38" fmla="*/ 2147483647 w 276"/>
                  <a:gd name="T39" fmla="*/ 2147483647 h 426"/>
                  <a:gd name="T40" fmla="*/ 2147483647 w 276"/>
                  <a:gd name="T41" fmla="*/ 2147483647 h 426"/>
                  <a:gd name="T42" fmla="*/ 2147483647 w 276"/>
                  <a:gd name="T43" fmla="*/ 2147483647 h 426"/>
                  <a:gd name="T44" fmla="*/ 2147483647 w 276"/>
                  <a:gd name="T45" fmla="*/ 2147483647 h 426"/>
                  <a:gd name="T46" fmla="*/ 2147483647 w 276"/>
                  <a:gd name="T47" fmla="*/ 2147483647 h 426"/>
                  <a:gd name="T48" fmla="*/ 2147483647 w 276"/>
                  <a:gd name="T49" fmla="*/ 2147483647 h 426"/>
                  <a:gd name="T50" fmla="*/ 2147483647 w 276"/>
                  <a:gd name="T51" fmla="*/ 2147483647 h 426"/>
                  <a:gd name="T52" fmla="*/ 2147483647 w 276"/>
                  <a:gd name="T53" fmla="*/ 2147483647 h 426"/>
                  <a:gd name="T54" fmla="*/ 2147483647 w 276"/>
                  <a:gd name="T55" fmla="*/ 2147483647 h 426"/>
                  <a:gd name="T56" fmla="*/ 2147483647 w 276"/>
                  <a:gd name="T57" fmla="*/ 2147483647 h 426"/>
                  <a:gd name="T58" fmla="*/ 2147483647 w 276"/>
                  <a:gd name="T59" fmla="*/ 2147483647 h 426"/>
                  <a:gd name="T60" fmla="*/ 2147483647 w 276"/>
                  <a:gd name="T61" fmla="*/ 2147483647 h 426"/>
                  <a:gd name="T62" fmla="*/ 2147483647 w 276"/>
                  <a:gd name="T63" fmla="*/ 2147483647 h 426"/>
                  <a:gd name="T64" fmla="*/ 2147483647 w 276"/>
                  <a:gd name="T65" fmla="*/ 2147483647 h 426"/>
                  <a:gd name="T66" fmla="*/ 2147483647 w 276"/>
                  <a:gd name="T67" fmla="*/ 2147483647 h 426"/>
                  <a:gd name="T68" fmla="*/ 2147483647 w 276"/>
                  <a:gd name="T69" fmla="*/ 2147483647 h 426"/>
                  <a:gd name="T70" fmla="*/ 2147483647 w 276"/>
                  <a:gd name="T71" fmla="*/ 2147483647 h 426"/>
                  <a:gd name="T72" fmla="*/ 2147483647 w 276"/>
                  <a:gd name="T73" fmla="*/ 2147483647 h 426"/>
                  <a:gd name="T74" fmla="*/ 2147483647 w 276"/>
                  <a:gd name="T75" fmla="*/ 2147483647 h 42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76"/>
                  <a:gd name="T115" fmla="*/ 0 h 426"/>
                  <a:gd name="T116" fmla="*/ 276 w 276"/>
                  <a:gd name="T117" fmla="*/ 426 h 42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76" h="426">
                    <a:moveTo>
                      <a:pt x="150" y="402"/>
                    </a:moveTo>
                    <a:lnTo>
                      <a:pt x="132" y="408"/>
                    </a:lnTo>
                    <a:lnTo>
                      <a:pt x="126" y="414"/>
                    </a:lnTo>
                    <a:lnTo>
                      <a:pt x="138" y="426"/>
                    </a:lnTo>
                    <a:lnTo>
                      <a:pt x="162" y="426"/>
                    </a:lnTo>
                    <a:lnTo>
                      <a:pt x="174" y="414"/>
                    </a:lnTo>
                    <a:lnTo>
                      <a:pt x="174" y="408"/>
                    </a:lnTo>
                    <a:lnTo>
                      <a:pt x="168" y="402"/>
                    </a:lnTo>
                    <a:lnTo>
                      <a:pt x="150" y="402"/>
                    </a:lnTo>
                    <a:close/>
                    <a:moveTo>
                      <a:pt x="276" y="246"/>
                    </a:moveTo>
                    <a:lnTo>
                      <a:pt x="270" y="228"/>
                    </a:lnTo>
                    <a:lnTo>
                      <a:pt x="264" y="216"/>
                    </a:lnTo>
                    <a:lnTo>
                      <a:pt x="246" y="198"/>
                    </a:lnTo>
                    <a:lnTo>
                      <a:pt x="252" y="186"/>
                    </a:lnTo>
                    <a:lnTo>
                      <a:pt x="252" y="180"/>
                    </a:lnTo>
                    <a:lnTo>
                      <a:pt x="246" y="162"/>
                    </a:lnTo>
                    <a:lnTo>
                      <a:pt x="240" y="150"/>
                    </a:lnTo>
                    <a:lnTo>
                      <a:pt x="210" y="120"/>
                    </a:lnTo>
                    <a:lnTo>
                      <a:pt x="198" y="102"/>
                    </a:lnTo>
                    <a:lnTo>
                      <a:pt x="168" y="72"/>
                    </a:lnTo>
                    <a:lnTo>
                      <a:pt x="144" y="66"/>
                    </a:lnTo>
                    <a:lnTo>
                      <a:pt x="144" y="60"/>
                    </a:lnTo>
                    <a:lnTo>
                      <a:pt x="138" y="54"/>
                    </a:lnTo>
                    <a:lnTo>
                      <a:pt x="132" y="42"/>
                    </a:lnTo>
                    <a:lnTo>
                      <a:pt x="102" y="12"/>
                    </a:lnTo>
                    <a:lnTo>
                      <a:pt x="96" y="0"/>
                    </a:lnTo>
                    <a:lnTo>
                      <a:pt x="78" y="12"/>
                    </a:lnTo>
                    <a:lnTo>
                      <a:pt x="48" y="12"/>
                    </a:lnTo>
                    <a:lnTo>
                      <a:pt x="24" y="24"/>
                    </a:lnTo>
                    <a:lnTo>
                      <a:pt x="18" y="30"/>
                    </a:lnTo>
                    <a:lnTo>
                      <a:pt x="12" y="30"/>
                    </a:lnTo>
                    <a:lnTo>
                      <a:pt x="12" y="36"/>
                    </a:lnTo>
                    <a:lnTo>
                      <a:pt x="18" y="42"/>
                    </a:lnTo>
                    <a:lnTo>
                      <a:pt x="18" y="48"/>
                    </a:lnTo>
                    <a:lnTo>
                      <a:pt x="12" y="54"/>
                    </a:lnTo>
                    <a:lnTo>
                      <a:pt x="0" y="60"/>
                    </a:lnTo>
                    <a:lnTo>
                      <a:pt x="0" y="66"/>
                    </a:lnTo>
                    <a:lnTo>
                      <a:pt x="6" y="72"/>
                    </a:lnTo>
                    <a:lnTo>
                      <a:pt x="12" y="84"/>
                    </a:lnTo>
                    <a:lnTo>
                      <a:pt x="24" y="90"/>
                    </a:lnTo>
                    <a:lnTo>
                      <a:pt x="30" y="90"/>
                    </a:lnTo>
                    <a:lnTo>
                      <a:pt x="42" y="96"/>
                    </a:lnTo>
                    <a:lnTo>
                      <a:pt x="60" y="132"/>
                    </a:lnTo>
                    <a:lnTo>
                      <a:pt x="54" y="132"/>
                    </a:lnTo>
                    <a:lnTo>
                      <a:pt x="48" y="126"/>
                    </a:lnTo>
                    <a:lnTo>
                      <a:pt x="36" y="126"/>
                    </a:lnTo>
                    <a:lnTo>
                      <a:pt x="24" y="120"/>
                    </a:lnTo>
                    <a:lnTo>
                      <a:pt x="6" y="120"/>
                    </a:lnTo>
                    <a:lnTo>
                      <a:pt x="6" y="126"/>
                    </a:lnTo>
                    <a:lnTo>
                      <a:pt x="18" y="132"/>
                    </a:lnTo>
                    <a:lnTo>
                      <a:pt x="30" y="144"/>
                    </a:lnTo>
                    <a:lnTo>
                      <a:pt x="42" y="150"/>
                    </a:lnTo>
                    <a:lnTo>
                      <a:pt x="54" y="192"/>
                    </a:lnTo>
                    <a:lnTo>
                      <a:pt x="90" y="198"/>
                    </a:lnTo>
                    <a:lnTo>
                      <a:pt x="90" y="228"/>
                    </a:lnTo>
                    <a:lnTo>
                      <a:pt x="78" y="240"/>
                    </a:lnTo>
                    <a:lnTo>
                      <a:pt x="78" y="270"/>
                    </a:lnTo>
                    <a:lnTo>
                      <a:pt x="84" y="282"/>
                    </a:lnTo>
                    <a:lnTo>
                      <a:pt x="102" y="300"/>
                    </a:lnTo>
                    <a:lnTo>
                      <a:pt x="108" y="300"/>
                    </a:lnTo>
                    <a:lnTo>
                      <a:pt x="108" y="306"/>
                    </a:lnTo>
                    <a:lnTo>
                      <a:pt x="102" y="312"/>
                    </a:lnTo>
                    <a:lnTo>
                      <a:pt x="102" y="324"/>
                    </a:lnTo>
                    <a:lnTo>
                      <a:pt x="108" y="330"/>
                    </a:lnTo>
                    <a:lnTo>
                      <a:pt x="132" y="330"/>
                    </a:lnTo>
                    <a:lnTo>
                      <a:pt x="144" y="324"/>
                    </a:lnTo>
                    <a:lnTo>
                      <a:pt x="144" y="318"/>
                    </a:lnTo>
                    <a:lnTo>
                      <a:pt x="150" y="312"/>
                    </a:lnTo>
                    <a:lnTo>
                      <a:pt x="150" y="306"/>
                    </a:lnTo>
                    <a:lnTo>
                      <a:pt x="198" y="282"/>
                    </a:lnTo>
                    <a:lnTo>
                      <a:pt x="222" y="288"/>
                    </a:lnTo>
                    <a:lnTo>
                      <a:pt x="234" y="270"/>
                    </a:lnTo>
                    <a:lnTo>
                      <a:pt x="258" y="270"/>
                    </a:lnTo>
                    <a:lnTo>
                      <a:pt x="270" y="264"/>
                    </a:lnTo>
                    <a:lnTo>
                      <a:pt x="276" y="264"/>
                    </a:lnTo>
                    <a:lnTo>
                      <a:pt x="276" y="24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8" name="Korea, North" descr="© INSCALE GmbH, 05.05.2010&#10;http://www.presentationload.com/">
                <a:extLst>
                  <a:ext uri="{FF2B5EF4-FFF2-40B4-BE49-F238E27FC236}">
                    <a16:creationId xmlns:a16="http://schemas.microsoft.com/office/drawing/2014/main" id="{DB6928DC-6900-EC59-0FF2-F6219B409089}"/>
                  </a:ext>
                </a:extLst>
              </p:cNvPr>
              <p:cNvSpPr>
                <a:spLocks/>
              </p:cNvSpPr>
              <p:nvPr/>
            </p:nvSpPr>
            <p:spPr bwMode="gray">
              <a:xfrm>
                <a:off x="7348373" y="1908055"/>
                <a:ext cx="124519" cy="158615"/>
              </a:xfrm>
              <a:custGeom>
                <a:avLst/>
                <a:gdLst>
                  <a:gd name="T0" fmla="*/ 2147483647 w 330"/>
                  <a:gd name="T1" fmla="*/ 0 h 420"/>
                  <a:gd name="T2" fmla="*/ 2147483647 w 330"/>
                  <a:gd name="T3" fmla="*/ 2147483647 h 420"/>
                  <a:gd name="T4" fmla="*/ 2147483647 w 330"/>
                  <a:gd name="T5" fmla="*/ 2147483647 h 420"/>
                  <a:gd name="T6" fmla="*/ 2147483647 w 330"/>
                  <a:gd name="T7" fmla="*/ 2147483647 h 420"/>
                  <a:gd name="T8" fmla="*/ 2147483647 w 330"/>
                  <a:gd name="T9" fmla="*/ 2147483647 h 420"/>
                  <a:gd name="T10" fmla="*/ 2147483647 w 330"/>
                  <a:gd name="T11" fmla="*/ 2147483647 h 420"/>
                  <a:gd name="T12" fmla="*/ 2147483647 w 330"/>
                  <a:gd name="T13" fmla="*/ 2147483647 h 420"/>
                  <a:gd name="T14" fmla="*/ 2147483647 w 330"/>
                  <a:gd name="T15" fmla="*/ 2147483647 h 420"/>
                  <a:gd name="T16" fmla="*/ 2147483647 w 330"/>
                  <a:gd name="T17" fmla="*/ 2147483647 h 420"/>
                  <a:gd name="T18" fmla="*/ 2147483647 w 330"/>
                  <a:gd name="T19" fmla="*/ 2147483647 h 420"/>
                  <a:gd name="T20" fmla="*/ 2147483647 w 330"/>
                  <a:gd name="T21" fmla="*/ 2147483647 h 420"/>
                  <a:gd name="T22" fmla="*/ 2147483647 w 330"/>
                  <a:gd name="T23" fmla="*/ 2147483647 h 420"/>
                  <a:gd name="T24" fmla="*/ 2147483647 w 330"/>
                  <a:gd name="T25" fmla="*/ 2147483647 h 420"/>
                  <a:gd name="T26" fmla="*/ 2147483647 w 330"/>
                  <a:gd name="T27" fmla="*/ 2147483647 h 420"/>
                  <a:gd name="T28" fmla="*/ 2147483647 w 330"/>
                  <a:gd name="T29" fmla="*/ 2147483647 h 420"/>
                  <a:gd name="T30" fmla="*/ 2147483647 w 330"/>
                  <a:gd name="T31" fmla="*/ 2147483647 h 420"/>
                  <a:gd name="T32" fmla="*/ 2147483647 w 330"/>
                  <a:gd name="T33" fmla="*/ 2147483647 h 420"/>
                  <a:gd name="T34" fmla="*/ 2147483647 w 330"/>
                  <a:gd name="T35" fmla="*/ 2147483647 h 420"/>
                  <a:gd name="T36" fmla="*/ 2147483647 w 330"/>
                  <a:gd name="T37" fmla="*/ 2147483647 h 420"/>
                  <a:gd name="T38" fmla="*/ 2147483647 w 330"/>
                  <a:gd name="T39" fmla="*/ 2147483647 h 420"/>
                  <a:gd name="T40" fmla="*/ 2147483647 w 330"/>
                  <a:gd name="T41" fmla="*/ 2147483647 h 420"/>
                  <a:gd name="T42" fmla="*/ 2147483647 w 330"/>
                  <a:gd name="T43" fmla="*/ 2147483647 h 420"/>
                  <a:gd name="T44" fmla="*/ 2147483647 w 330"/>
                  <a:gd name="T45" fmla="*/ 2147483647 h 420"/>
                  <a:gd name="T46" fmla="*/ 2147483647 w 330"/>
                  <a:gd name="T47" fmla="*/ 2147483647 h 420"/>
                  <a:gd name="T48" fmla="*/ 2147483647 w 330"/>
                  <a:gd name="T49" fmla="*/ 2147483647 h 420"/>
                  <a:gd name="T50" fmla="*/ 2147483647 w 330"/>
                  <a:gd name="T51" fmla="*/ 2147483647 h 420"/>
                  <a:gd name="T52" fmla="*/ 2147483647 w 330"/>
                  <a:gd name="T53" fmla="*/ 2147483647 h 420"/>
                  <a:gd name="T54" fmla="*/ 2147483647 w 330"/>
                  <a:gd name="T55" fmla="*/ 2147483647 h 420"/>
                  <a:gd name="T56" fmla="*/ 2147483647 w 330"/>
                  <a:gd name="T57" fmla="*/ 2147483647 h 420"/>
                  <a:gd name="T58" fmla="*/ 2147483647 w 330"/>
                  <a:gd name="T59" fmla="*/ 2147483647 h 420"/>
                  <a:gd name="T60" fmla="*/ 2147483647 w 330"/>
                  <a:gd name="T61" fmla="*/ 2147483647 h 420"/>
                  <a:gd name="T62" fmla="*/ 2147483647 w 330"/>
                  <a:gd name="T63" fmla="*/ 2147483647 h 420"/>
                  <a:gd name="T64" fmla="*/ 2147483647 w 330"/>
                  <a:gd name="T65" fmla="*/ 2147483647 h 420"/>
                  <a:gd name="T66" fmla="*/ 2147483647 w 330"/>
                  <a:gd name="T67" fmla="*/ 2147483647 h 420"/>
                  <a:gd name="T68" fmla="*/ 2147483647 w 330"/>
                  <a:gd name="T69" fmla="*/ 2147483647 h 420"/>
                  <a:gd name="T70" fmla="*/ 2147483647 w 330"/>
                  <a:gd name="T71" fmla="*/ 2147483647 h 420"/>
                  <a:gd name="T72" fmla="*/ 2147483647 w 330"/>
                  <a:gd name="T73" fmla="*/ 2147483647 h 420"/>
                  <a:gd name="T74" fmla="*/ 2147483647 w 330"/>
                  <a:gd name="T75" fmla="*/ 2147483647 h 420"/>
                  <a:gd name="T76" fmla="*/ 2147483647 w 330"/>
                  <a:gd name="T77" fmla="*/ 2147483647 h 420"/>
                  <a:gd name="T78" fmla="*/ 2147483647 w 330"/>
                  <a:gd name="T79" fmla="*/ 2147483647 h 420"/>
                  <a:gd name="T80" fmla="*/ 2147483647 w 330"/>
                  <a:gd name="T81" fmla="*/ 2147483647 h 420"/>
                  <a:gd name="T82" fmla="*/ 2147483647 w 330"/>
                  <a:gd name="T83" fmla="*/ 2147483647 h 420"/>
                  <a:gd name="T84" fmla="*/ 2147483647 w 330"/>
                  <a:gd name="T85" fmla="*/ 2147483647 h 420"/>
                  <a:gd name="T86" fmla="*/ 2147483647 w 330"/>
                  <a:gd name="T87" fmla="*/ 2147483647 h 420"/>
                  <a:gd name="T88" fmla="*/ 2147483647 w 330"/>
                  <a:gd name="T89" fmla="*/ 2147483647 h 420"/>
                  <a:gd name="T90" fmla="*/ 2147483647 w 330"/>
                  <a:gd name="T91" fmla="*/ 2147483647 h 420"/>
                  <a:gd name="T92" fmla="*/ 2147483647 w 330"/>
                  <a:gd name="T93" fmla="*/ 2147483647 h 420"/>
                  <a:gd name="T94" fmla="*/ 2147483647 w 330"/>
                  <a:gd name="T95" fmla="*/ 2147483647 h 420"/>
                  <a:gd name="T96" fmla="*/ 2147483647 w 330"/>
                  <a:gd name="T97" fmla="*/ 2147483647 h 420"/>
                  <a:gd name="T98" fmla="*/ 2147483647 w 330"/>
                  <a:gd name="T99" fmla="*/ 2147483647 h 420"/>
                  <a:gd name="T100" fmla="*/ 2147483647 w 330"/>
                  <a:gd name="T101" fmla="*/ 2147483647 h 420"/>
                  <a:gd name="T102" fmla="*/ 2147483647 w 330"/>
                  <a:gd name="T103" fmla="*/ 0 h 42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330"/>
                  <a:gd name="T157" fmla="*/ 0 h 420"/>
                  <a:gd name="T158" fmla="*/ 330 w 330"/>
                  <a:gd name="T159" fmla="*/ 420 h 42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330" h="420">
                    <a:moveTo>
                      <a:pt x="270" y="0"/>
                    </a:moveTo>
                    <a:lnTo>
                      <a:pt x="240" y="0"/>
                    </a:lnTo>
                    <a:lnTo>
                      <a:pt x="240" y="6"/>
                    </a:lnTo>
                    <a:lnTo>
                      <a:pt x="246" y="12"/>
                    </a:lnTo>
                    <a:lnTo>
                      <a:pt x="252" y="24"/>
                    </a:lnTo>
                    <a:lnTo>
                      <a:pt x="252" y="42"/>
                    </a:lnTo>
                    <a:lnTo>
                      <a:pt x="228" y="42"/>
                    </a:lnTo>
                    <a:lnTo>
                      <a:pt x="234" y="54"/>
                    </a:lnTo>
                    <a:lnTo>
                      <a:pt x="234" y="60"/>
                    </a:lnTo>
                    <a:lnTo>
                      <a:pt x="228" y="72"/>
                    </a:lnTo>
                    <a:lnTo>
                      <a:pt x="216" y="78"/>
                    </a:lnTo>
                    <a:lnTo>
                      <a:pt x="204" y="72"/>
                    </a:lnTo>
                    <a:lnTo>
                      <a:pt x="180" y="72"/>
                    </a:lnTo>
                    <a:lnTo>
                      <a:pt x="174" y="66"/>
                    </a:lnTo>
                    <a:lnTo>
                      <a:pt x="168" y="72"/>
                    </a:lnTo>
                    <a:lnTo>
                      <a:pt x="168" y="84"/>
                    </a:lnTo>
                    <a:lnTo>
                      <a:pt x="192" y="108"/>
                    </a:lnTo>
                    <a:lnTo>
                      <a:pt x="198" y="108"/>
                    </a:lnTo>
                    <a:lnTo>
                      <a:pt x="198" y="120"/>
                    </a:lnTo>
                    <a:lnTo>
                      <a:pt x="150" y="120"/>
                    </a:lnTo>
                    <a:lnTo>
                      <a:pt x="138" y="114"/>
                    </a:lnTo>
                    <a:lnTo>
                      <a:pt x="126" y="114"/>
                    </a:lnTo>
                    <a:lnTo>
                      <a:pt x="114" y="102"/>
                    </a:lnTo>
                    <a:lnTo>
                      <a:pt x="102" y="96"/>
                    </a:lnTo>
                    <a:lnTo>
                      <a:pt x="90" y="96"/>
                    </a:lnTo>
                    <a:lnTo>
                      <a:pt x="90" y="102"/>
                    </a:lnTo>
                    <a:lnTo>
                      <a:pt x="84" y="108"/>
                    </a:lnTo>
                    <a:lnTo>
                      <a:pt x="84" y="138"/>
                    </a:lnTo>
                    <a:lnTo>
                      <a:pt x="66" y="174"/>
                    </a:lnTo>
                    <a:lnTo>
                      <a:pt x="54" y="186"/>
                    </a:lnTo>
                    <a:lnTo>
                      <a:pt x="18" y="204"/>
                    </a:lnTo>
                    <a:lnTo>
                      <a:pt x="12" y="216"/>
                    </a:lnTo>
                    <a:lnTo>
                      <a:pt x="6" y="222"/>
                    </a:lnTo>
                    <a:lnTo>
                      <a:pt x="6" y="234"/>
                    </a:lnTo>
                    <a:lnTo>
                      <a:pt x="0" y="246"/>
                    </a:lnTo>
                    <a:lnTo>
                      <a:pt x="12" y="228"/>
                    </a:lnTo>
                    <a:lnTo>
                      <a:pt x="18" y="246"/>
                    </a:lnTo>
                    <a:lnTo>
                      <a:pt x="36" y="270"/>
                    </a:lnTo>
                    <a:lnTo>
                      <a:pt x="48" y="252"/>
                    </a:lnTo>
                    <a:lnTo>
                      <a:pt x="54" y="258"/>
                    </a:lnTo>
                    <a:lnTo>
                      <a:pt x="60" y="270"/>
                    </a:lnTo>
                    <a:lnTo>
                      <a:pt x="96" y="270"/>
                    </a:lnTo>
                    <a:lnTo>
                      <a:pt x="96" y="282"/>
                    </a:lnTo>
                    <a:lnTo>
                      <a:pt x="102" y="294"/>
                    </a:lnTo>
                    <a:lnTo>
                      <a:pt x="102" y="336"/>
                    </a:lnTo>
                    <a:lnTo>
                      <a:pt x="138" y="336"/>
                    </a:lnTo>
                    <a:lnTo>
                      <a:pt x="144" y="348"/>
                    </a:lnTo>
                    <a:lnTo>
                      <a:pt x="132" y="342"/>
                    </a:lnTo>
                    <a:lnTo>
                      <a:pt x="108" y="342"/>
                    </a:lnTo>
                    <a:lnTo>
                      <a:pt x="102" y="348"/>
                    </a:lnTo>
                    <a:lnTo>
                      <a:pt x="102" y="360"/>
                    </a:lnTo>
                    <a:lnTo>
                      <a:pt x="108" y="378"/>
                    </a:lnTo>
                    <a:lnTo>
                      <a:pt x="114" y="384"/>
                    </a:lnTo>
                    <a:lnTo>
                      <a:pt x="126" y="408"/>
                    </a:lnTo>
                    <a:lnTo>
                      <a:pt x="156" y="396"/>
                    </a:lnTo>
                    <a:lnTo>
                      <a:pt x="162" y="402"/>
                    </a:lnTo>
                    <a:lnTo>
                      <a:pt x="174" y="408"/>
                    </a:lnTo>
                    <a:lnTo>
                      <a:pt x="180" y="414"/>
                    </a:lnTo>
                    <a:lnTo>
                      <a:pt x="192" y="420"/>
                    </a:lnTo>
                    <a:lnTo>
                      <a:pt x="198" y="420"/>
                    </a:lnTo>
                    <a:lnTo>
                      <a:pt x="216" y="414"/>
                    </a:lnTo>
                    <a:lnTo>
                      <a:pt x="228" y="414"/>
                    </a:lnTo>
                    <a:lnTo>
                      <a:pt x="240" y="408"/>
                    </a:lnTo>
                    <a:lnTo>
                      <a:pt x="246" y="402"/>
                    </a:lnTo>
                    <a:lnTo>
                      <a:pt x="246" y="396"/>
                    </a:lnTo>
                    <a:lnTo>
                      <a:pt x="240" y="390"/>
                    </a:lnTo>
                    <a:lnTo>
                      <a:pt x="240" y="384"/>
                    </a:lnTo>
                    <a:lnTo>
                      <a:pt x="246" y="384"/>
                    </a:lnTo>
                    <a:lnTo>
                      <a:pt x="252" y="378"/>
                    </a:lnTo>
                    <a:lnTo>
                      <a:pt x="276" y="366"/>
                    </a:lnTo>
                    <a:lnTo>
                      <a:pt x="306" y="366"/>
                    </a:lnTo>
                    <a:lnTo>
                      <a:pt x="324" y="354"/>
                    </a:lnTo>
                    <a:lnTo>
                      <a:pt x="312" y="342"/>
                    </a:lnTo>
                    <a:lnTo>
                      <a:pt x="312" y="336"/>
                    </a:lnTo>
                    <a:lnTo>
                      <a:pt x="264" y="312"/>
                    </a:lnTo>
                    <a:lnTo>
                      <a:pt x="240" y="312"/>
                    </a:lnTo>
                    <a:lnTo>
                      <a:pt x="240" y="300"/>
                    </a:lnTo>
                    <a:lnTo>
                      <a:pt x="246" y="288"/>
                    </a:lnTo>
                    <a:lnTo>
                      <a:pt x="252" y="282"/>
                    </a:lnTo>
                    <a:lnTo>
                      <a:pt x="246" y="276"/>
                    </a:lnTo>
                    <a:lnTo>
                      <a:pt x="234" y="270"/>
                    </a:lnTo>
                    <a:lnTo>
                      <a:pt x="228" y="264"/>
                    </a:lnTo>
                    <a:lnTo>
                      <a:pt x="228" y="252"/>
                    </a:lnTo>
                    <a:lnTo>
                      <a:pt x="240" y="246"/>
                    </a:lnTo>
                    <a:lnTo>
                      <a:pt x="246" y="240"/>
                    </a:lnTo>
                    <a:lnTo>
                      <a:pt x="258" y="234"/>
                    </a:lnTo>
                    <a:lnTo>
                      <a:pt x="270" y="234"/>
                    </a:lnTo>
                    <a:lnTo>
                      <a:pt x="276" y="228"/>
                    </a:lnTo>
                    <a:lnTo>
                      <a:pt x="288" y="204"/>
                    </a:lnTo>
                    <a:lnTo>
                      <a:pt x="288" y="192"/>
                    </a:lnTo>
                    <a:lnTo>
                      <a:pt x="294" y="186"/>
                    </a:lnTo>
                    <a:lnTo>
                      <a:pt x="300" y="174"/>
                    </a:lnTo>
                    <a:lnTo>
                      <a:pt x="324" y="162"/>
                    </a:lnTo>
                    <a:lnTo>
                      <a:pt x="312" y="132"/>
                    </a:lnTo>
                    <a:lnTo>
                      <a:pt x="306" y="126"/>
                    </a:lnTo>
                    <a:lnTo>
                      <a:pt x="294" y="102"/>
                    </a:lnTo>
                    <a:lnTo>
                      <a:pt x="294" y="90"/>
                    </a:lnTo>
                    <a:lnTo>
                      <a:pt x="306" y="66"/>
                    </a:lnTo>
                    <a:lnTo>
                      <a:pt x="318" y="60"/>
                    </a:lnTo>
                    <a:lnTo>
                      <a:pt x="324" y="54"/>
                    </a:lnTo>
                    <a:lnTo>
                      <a:pt x="330" y="54"/>
                    </a:lnTo>
                    <a:lnTo>
                      <a:pt x="312" y="36"/>
                    </a:lnTo>
                    <a:lnTo>
                      <a:pt x="288" y="24"/>
                    </a:lnTo>
                    <a:lnTo>
                      <a:pt x="270" y="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99" name="Kenya" descr="© INSCALE GmbH, 05.05.2010&#10;http://www.presentationload.com/">
                <a:extLst>
                  <a:ext uri="{FF2B5EF4-FFF2-40B4-BE49-F238E27FC236}">
                    <a16:creationId xmlns:a16="http://schemas.microsoft.com/office/drawing/2014/main" id="{311D76FB-234C-D9DD-84B9-3D8828DB7A48}"/>
                  </a:ext>
                </a:extLst>
              </p:cNvPr>
              <p:cNvSpPr>
                <a:spLocks/>
              </p:cNvSpPr>
              <p:nvPr/>
            </p:nvSpPr>
            <p:spPr bwMode="gray">
              <a:xfrm>
                <a:off x="5152980" y="3074689"/>
                <a:ext cx="213462" cy="289065"/>
              </a:xfrm>
              <a:custGeom>
                <a:avLst/>
                <a:gdLst>
                  <a:gd name="T0" fmla="*/ 2147483647 w 564"/>
                  <a:gd name="T1" fmla="*/ 2147483647 h 762"/>
                  <a:gd name="T2" fmla="*/ 2147483647 w 564"/>
                  <a:gd name="T3" fmla="*/ 2147483647 h 762"/>
                  <a:gd name="T4" fmla="*/ 2147483647 w 564"/>
                  <a:gd name="T5" fmla="*/ 2147483647 h 762"/>
                  <a:gd name="T6" fmla="*/ 2147483647 w 564"/>
                  <a:gd name="T7" fmla="*/ 2147483647 h 762"/>
                  <a:gd name="T8" fmla="*/ 2147483647 w 564"/>
                  <a:gd name="T9" fmla="*/ 2147483647 h 762"/>
                  <a:gd name="T10" fmla="*/ 2147483647 w 564"/>
                  <a:gd name="T11" fmla="*/ 2147483647 h 762"/>
                  <a:gd name="T12" fmla="*/ 2147483647 w 564"/>
                  <a:gd name="T13" fmla="*/ 2147483647 h 762"/>
                  <a:gd name="T14" fmla="*/ 2147483647 w 564"/>
                  <a:gd name="T15" fmla="*/ 2147483647 h 762"/>
                  <a:gd name="T16" fmla="*/ 2147483647 w 564"/>
                  <a:gd name="T17" fmla="*/ 2147483647 h 762"/>
                  <a:gd name="T18" fmla="*/ 2147483647 w 564"/>
                  <a:gd name="T19" fmla="*/ 2147483647 h 762"/>
                  <a:gd name="T20" fmla="*/ 2147483647 w 564"/>
                  <a:gd name="T21" fmla="*/ 2147483647 h 762"/>
                  <a:gd name="T22" fmla="*/ 2147483647 w 564"/>
                  <a:gd name="T23" fmla="*/ 2147483647 h 762"/>
                  <a:gd name="T24" fmla="*/ 2147483647 w 564"/>
                  <a:gd name="T25" fmla="*/ 0 h 762"/>
                  <a:gd name="T26" fmla="*/ 2147483647 w 564"/>
                  <a:gd name="T27" fmla="*/ 2147483647 h 762"/>
                  <a:gd name="T28" fmla="*/ 2147483647 w 564"/>
                  <a:gd name="T29" fmla="*/ 2147483647 h 762"/>
                  <a:gd name="T30" fmla="*/ 2147483647 w 564"/>
                  <a:gd name="T31" fmla="*/ 2147483647 h 762"/>
                  <a:gd name="T32" fmla="*/ 2147483647 w 564"/>
                  <a:gd name="T33" fmla="*/ 2147483647 h 762"/>
                  <a:gd name="T34" fmla="*/ 2147483647 w 564"/>
                  <a:gd name="T35" fmla="*/ 2147483647 h 762"/>
                  <a:gd name="T36" fmla="*/ 2147483647 w 564"/>
                  <a:gd name="T37" fmla="*/ 2147483647 h 762"/>
                  <a:gd name="T38" fmla="*/ 2147483647 w 564"/>
                  <a:gd name="T39" fmla="*/ 2147483647 h 762"/>
                  <a:gd name="T40" fmla="*/ 2147483647 w 564"/>
                  <a:gd name="T41" fmla="*/ 2147483647 h 762"/>
                  <a:gd name="T42" fmla="*/ 2147483647 w 564"/>
                  <a:gd name="T43" fmla="*/ 2147483647 h 762"/>
                  <a:gd name="T44" fmla="*/ 2147483647 w 564"/>
                  <a:gd name="T45" fmla="*/ 2147483647 h 762"/>
                  <a:gd name="T46" fmla="*/ 2147483647 w 564"/>
                  <a:gd name="T47" fmla="*/ 2147483647 h 762"/>
                  <a:gd name="T48" fmla="*/ 2147483647 w 564"/>
                  <a:gd name="T49" fmla="*/ 2147483647 h 762"/>
                  <a:gd name="T50" fmla="*/ 2147483647 w 564"/>
                  <a:gd name="T51" fmla="*/ 2147483647 h 762"/>
                  <a:gd name="T52" fmla="*/ 2147483647 w 564"/>
                  <a:gd name="T53" fmla="*/ 2147483647 h 762"/>
                  <a:gd name="T54" fmla="*/ 2147483647 w 564"/>
                  <a:gd name="T55" fmla="*/ 2147483647 h 762"/>
                  <a:gd name="T56" fmla="*/ 2147483647 w 564"/>
                  <a:gd name="T57" fmla="*/ 2147483647 h 762"/>
                  <a:gd name="T58" fmla="*/ 0 w 564"/>
                  <a:gd name="T59" fmla="*/ 2147483647 h 762"/>
                  <a:gd name="T60" fmla="*/ 2147483647 w 564"/>
                  <a:gd name="T61" fmla="*/ 2147483647 h 762"/>
                  <a:gd name="T62" fmla="*/ 2147483647 w 564"/>
                  <a:gd name="T63" fmla="*/ 2147483647 h 762"/>
                  <a:gd name="T64" fmla="*/ 2147483647 w 564"/>
                  <a:gd name="T65" fmla="*/ 2147483647 h 762"/>
                  <a:gd name="T66" fmla="*/ 2147483647 w 564"/>
                  <a:gd name="T67" fmla="*/ 2147483647 h 762"/>
                  <a:gd name="T68" fmla="*/ 2147483647 w 564"/>
                  <a:gd name="T69" fmla="*/ 2147483647 h 762"/>
                  <a:gd name="T70" fmla="*/ 0 w 564"/>
                  <a:gd name="T71" fmla="*/ 2147483647 h 762"/>
                  <a:gd name="T72" fmla="*/ 2147483647 w 564"/>
                  <a:gd name="T73" fmla="*/ 2147483647 h 762"/>
                  <a:gd name="T74" fmla="*/ 2147483647 w 564"/>
                  <a:gd name="T75" fmla="*/ 2147483647 h 762"/>
                  <a:gd name="T76" fmla="*/ 2147483647 w 564"/>
                  <a:gd name="T77" fmla="*/ 2147483647 h 762"/>
                  <a:gd name="T78" fmla="*/ 2147483647 w 564"/>
                  <a:gd name="T79" fmla="*/ 2147483647 h 762"/>
                  <a:gd name="T80" fmla="*/ 2147483647 w 564"/>
                  <a:gd name="T81" fmla="*/ 2147483647 h 762"/>
                  <a:gd name="T82" fmla="*/ 2147483647 w 564"/>
                  <a:gd name="T83" fmla="*/ 2147483647 h 762"/>
                  <a:gd name="T84" fmla="*/ 2147483647 w 564"/>
                  <a:gd name="T85" fmla="*/ 2147483647 h 762"/>
                  <a:gd name="T86" fmla="*/ 2147483647 w 564"/>
                  <a:gd name="T87" fmla="*/ 2147483647 h 762"/>
                  <a:gd name="T88" fmla="*/ 2147483647 w 564"/>
                  <a:gd name="T89" fmla="*/ 2147483647 h 762"/>
                  <a:gd name="T90" fmla="*/ 2147483647 w 564"/>
                  <a:gd name="T91" fmla="*/ 2147483647 h 762"/>
                  <a:gd name="T92" fmla="*/ 2147483647 w 564"/>
                  <a:gd name="T93" fmla="*/ 2147483647 h 762"/>
                  <a:gd name="T94" fmla="*/ 2147483647 w 564"/>
                  <a:gd name="T95" fmla="*/ 2147483647 h 762"/>
                  <a:gd name="T96" fmla="*/ 2147483647 w 564"/>
                  <a:gd name="T97" fmla="*/ 2147483647 h 762"/>
                  <a:gd name="T98" fmla="*/ 2147483647 w 564"/>
                  <a:gd name="T99" fmla="*/ 2147483647 h 762"/>
                  <a:gd name="T100" fmla="*/ 2147483647 w 564"/>
                  <a:gd name="T101" fmla="*/ 2147483647 h 76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564"/>
                  <a:gd name="T154" fmla="*/ 0 h 762"/>
                  <a:gd name="T155" fmla="*/ 564 w 564"/>
                  <a:gd name="T156" fmla="*/ 762 h 76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564" h="762">
                    <a:moveTo>
                      <a:pt x="498" y="150"/>
                    </a:moveTo>
                    <a:lnTo>
                      <a:pt x="540" y="108"/>
                    </a:lnTo>
                    <a:lnTo>
                      <a:pt x="558" y="72"/>
                    </a:lnTo>
                    <a:lnTo>
                      <a:pt x="564" y="66"/>
                    </a:lnTo>
                    <a:lnTo>
                      <a:pt x="564" y="60"/>
                    </a:lnTo>
                    <a:lnTo>
                      <a:pt x="540" y="54"/>
                    </a:lnTo>
                    <a:lnTo>
                      <a:pt x="534" y="60"/>
                    </a:lnTo>
                    <a:lnTo>
                      <a:pt x="504" y="60"/>
                    </a:lnTo>
                    <a:lnTo>
                      <a:pt x="480" y="30"/>
                    </a:lnTo>
                    <a:lnTo>
                      <a:pt x="462" y="48"/>
                    </a:lnTo>
                    <a:lnTo>
                      <a:pt x="456" y="48"/>
                    </a:lnTo>
                    <a:lnTo>
                      <a:pt x="450" y="54"/>
                    </a:lnTo>
                    <a:lnTo>
                      <a:pt x="438" y="60"/>
                    </a:lnTo>
                    <a:lnTo>
                      <a:pt x="426" y="60"/>
                    </a:lnTo>
                    <a:lnTo>
                      <a:pt x="414" y="72"/>
                    </a:lnTo>
                    <a:lnTo>
                      <a:pt x="414" y="84"/>
                    </a:lnTo>
                    <a:lnTo>
                      <a:pt x="390" y="102"/>
                    </a:lnTo>
                    <a:lnTo>
                      <a:pt x="378" y="96"/>
                    </a:lnTo>
                    <a:lnTo>
                      <a:pt x="372" y="96"/>
                    </a:lnTo>
                    <a:lnTo>
                      <a:pt x="360" y="90"/>
                    </a:lnTo>
                    <a:lnTo>
                      <a:pt x="330" y="90"/>
                    </a:lnTo>
                    <a:lnTo>
                      <a:pt x="318" y="84"/>
                    </a:lnTo>
                    <a:lnTo>
                      <a:pt x="288" y="84"/>
                    </a:lnTo>
                    <a:lnTo>
                      <a:pt x="210" y="24"/>
                    </a:lnTo>
                    <a:lnTo>
                      <a:pt x="138" y="18"/>
                    </a:lnTo>
                    <a:lnTo>
                      <a:pt x="132" y="0"/>
                    </a:lnTo>
                    <a:lnTo>
                      <a:pt x="108" y="12"/>
                    </a:lnTo>
                    <a:lnTo>
                      <a:pt x="18" y="12"/>
                    </a:lnTo>
                    <a:lnTo>
                      <a:pt x="0" y="42"/>
                    </a:lnTo>
                    <a:lnTo>
                      <a:pt x="6" y="48"/>
                    </a:lnTo>
                    <a:lnTo>
                      <a:pt x="12" y="60"/>
                    </a:lnTo>
                    <a:lnTo>
                      <a:pt x="12" y="84"/>
                    </a:lnTo>
                    <a:lnTo>
                      <a:pt x="18" y="84"/>
                    </a:lnTo>
                    <a:lnTo>
                      <a:pt x="24" y="90"/>
                    </a:lnTo>
                    <a:lnTo>
                      <a:pt x="24" y="84"/>
                    </a:lnTo>
                    <a:lnTo>
                      <a:pt x="30" y="84"/>
                    </a:lnTo>
                    <a:lnTo>
                      <a:pt x="30" y="96"/>
                    </a:lnTo>
                    <a:lnTo>
                      <a:pt x="24" y="102"/>
                    </a:lnTo>
                    <a:lnTo>
                      <a:pt x="24" y="108"/>
                    </a:lnTo>
                    <a:lnTo>
                      <a:pt x="42" y="126"/>
                    </a:lnTo>
                    <a:lnTo>
                      <a:pt x="36" y="132"/>
                    </a:lnTo>
                    <a:lnTo>
                      <a:pt x="72" y="174"/>
                    </a:lnTo>
                    <a:lnTo>
                      <a:pt x="66" y="180"/>
                    </a:lnTo>
                    <a:lnTo>
                      <a:pt x="60" y="180"/>
                    </a:lnTo>
                    <a:lnTo>
                      <a:pt x="54" y="186"/>
                    </a:lnTo>
                    <a:lnTo>
                      <a:pt x="54" y="192"/>
                    </a:lnTo>
                    <a:lnTo>
                      <a:pt x="66" y="216"/>
                    </a:lnTo>
                    <a:lnTo>
                      <a:pt x="72" y="222"/>
                    </a:lnTo>
                    <a:lnTo>
                      <a:pt x="78" y="234"/>
                    </a:lnTo>
                    <a:lnTo>
                      <a:pt x="78" y="246"/>
                    </a:lnTo>
                    <a:lnTo>
                      <a:pt x="66" y="258"/>
                    </a:lnTo>
                    <a:lnTo>
                      <a:pt x="60" y="282"/>
                    </a:lnTo>
                    <a:lnTo>
                      <a:pt x="42" y="282"/>
                    </a:lnTo>
                    <a:lnTo>
                      <a:pt x="36" y="288"/>
                    </a:lnTo>
                    <a:lnTo>
                      <a:pt x="36" y="312"/>
                    </a:lnTo>
                    <a:lnTo>
                      <a:pt x="18" y="324"/>
                    </a:lnTo>
                    <a:lnTo>
                      <a:pt x="12" y="342"/>
                    </a:lnTo>
                    <a:lnTo>
                      <a:pt x="6" y="348"/>
                    </a:lnTo>
                    <a:lnTo>
                      <a:pt x="0" y="360"/>
                    </a:lnTo>
                    <a:lnTo>
                      <a:pt x="0" y="384"/>
                    </a:lnTo>
                    <a:lnTo>
                      <a:pt x="18" y="402"/>
                    </a:lnTo>
                    <a:lnTo>
                      <a:pt x="30" y="402"/>
                    </a:lnTo>
                    <a:lnTo>
                      <a:pt x="30" y="390"/>
                    </a:lnTo>
                    <a:lnTo>
                      <a:pt x="54" y="390"/>
                    </a:lnTo>
                    <a:lnTo>
                      <a:pt x="60" y="408"/>
                    </a:lnTo>
                    <a:lnTo>
                      <a:pt x="42" y="408"/>
                    </a:lnTo>
                    <a:lnTo>
                      <a:pt x="30" y="420"/>
                    </a:lnTo>
                    <a:lnTo>
                      <a:pt x="24" y="414"/>
                    </a:lnTo>
                    <a:lnTo>
                      <a:pt x="18" y="414"/>
                    </a:lnTo>
                    <a:lnTo>
                      <a:pt x="6" y="420"/>
                    </a:lnTo>
                    <a:lnTo>
                      <a:pt x="0" y="432"/>
                    </a:lnTo>
                    <a:lnTo>
                      <a:pt x="0" y="438"/>
                    </a:lnTo>
                    <a:lnTo>
                      <a:pt x="12" y="450"/>
                    </a:lnTo>
                    <a:lnTo>
                      <a:pt x="6" y="468"/>
                    </a:lnTo>
                    <a:lnTo>
                      <a:pt x="258" y="624"/>
                    </a:lnTo>
                    <a:lnTo>
                      <a:pt x="270" y="636"/>
                    </a:lnTo>
                    <a:lnTo>
                      <a:pt x="270" y="642"/>
                    </a:lnTo>
                    <a:lnTo>
                      <a:pt x="264" y="648"/>
                    </a:lnTo>
                    <a:lnTo>
                      <a:pt x="258" y="648"/>
                    </a:lnTo>
                    <a:lnTo>
                      <a:pt x="252" y="654"/>
                    </a:lnTo>
                    <a:lnTo>
                      <a:pt x="366" y="762"/>
                    </a:lnTo>
                    <a:lnTo>
                      <a:pt x="384" y="756"/>
                    </a:lnTo>
                    <a:lnTo>
                      <a:pt x="414" y="690"/>
                    </a:lnTo>
                    <a:lnTo>
                      <a:pt x="414" y="660"/>
                    </a:lnTo>
                    <a:lnTo>
                      <a:pt x="426" y="648"/>
                    </a:lnTo>
                    <a:lnTo>
                      <a:pt x="432" y="648"/>
                    </a:lnTo>
                    <a:lnTo>
                      <a:pt x="444" y="636"/>
                    </a:lnTo>
                    <a:lnTo>
                      <a:pt x="444" y="624"/>
                    </a:lnTo>
                    <a:lnTo>
                      <a:pt x="438" y="618"/>
                    </a:lnTo>
                    <a:lnTo>
                      <a:pt x="438" y="600"/>
                    </a:lnTo>
                    <a:lnTo>
                      <a:pt x="444" y="594"/>
                    </a:lnTo>
                    <a:lnTo>
                      <a:pt x="456" y="588"/>
                    </a:lnTo>
                    <a:lnTo>
                      <a:pt x="468" y="588"/>
                    </a:lnTo>
                    <a:lnTo>
                      <a:pt x="474" y="582"/>
                    </a:lnTo>
                    <a:lnTo>
                      <a:pt x="480" y="582"/>
                    </a:lnTo>
                    <a:lnTo>
                      <a:pt x="486" y="540"/>
                    </a:lnTo>
                    <a:lnTo>
                      <a:pt x="516" y="540"/>
                    </a:lnTo>
                    <a:lnTo>
                      <a:pt x="528" y="534"/>
                    </a:lnTo>
                    <a:lnTo>
                      <a:pt x="534" y="522"/>
                    </a:lnTo>
                    <a:lnTo>
                      <a:pt x="540" y="516"/>
                    </a:lnTo>
                    <a:lnTo>
                      <a:pt x="498" y="450"/>
                    </a:lnTo>
                    <a:lnTo>
                      <a:pt x="498" y="15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0" name="Kazakhstan" descr="© INSCALE GmbH, 05.05.2010&#10;http://www.presentationload.com/">
                <a:extLst>
                  <a:ext uri="{FF2B5EF4-FFF2-40B4-BE49-F238E27FC236}">
                    <a16:creationId xmlns:a16="http://schemas.microsoft.com/office/drawing/2014/main" id="{63FB0634-5F70-47B2-1018-4B7D4FAA1B29}"/>
                  </a:ext>
                </a:extLst>
              </p:cNvPr>
              <p:cNvSpPr>
                <a:spLocks noEditPoints="1"/>
              </p:cNvSpPr>
              <p:nvPr/>
            </p:nvSpPr>
            <p:spPr bwMode="gray">
              <a:xfrm>
                <a:off x="5370889" y="1538944"/>
                <a:ext cx="953166" cy="441749"/>
              </a:xfrm>
              <a:custGeom>
                <a:avLst/>
                <a:gdLst>
                  <a:gd name="T0" fmla="*/ 2147483647 w 2514"/>
                  <a:gd name="T1" fmla="*/ 2147483647 h 1164"/>
                  <a:gd name="T2" fmla="*/ 2147483647 w 2514"/>
                  <a:gd name="T3" fmla="*/ 2147483647 h 1164"/>
                  <a:gd name="T4" fmla="*/ 2147483647 w 2514"/>
                  <a:gd name="T5" fmla="*/ 2147483647 h 1164"/>
                  <a:gd name="T6" fmla="*/ 2147483647 w 2514"/>
                  <a:gd name="T7" fmla="*/ 2147483647 h 1164"/>
                  <a:gd name="T8" fmla="*/ 2147483647 w 2514"/>
                  <a:gd name="T9" fmla="*/ 2147483647 h 1164"/>
                  <a:gd name="T10" fmla="*/ 2147483647 w 2514"/>
                  <a:gd name="T11" fmla="*/ 2147483647 h 1164"/>
                  <a:gd name="T12" fmla="*/ 2147483647 w 2514"/>
                  <a:gd name="T13" fmla="*/ 2147483647 h 1164"/>
                  <a:gd name="T14" fmla="*/ 2147483647 w 2514"/>
                  <a:gd name="T15" fmla="*/ 2147483647 h 1164"/>
                  <a:gd name="T16" fmla="*/ 2147483647 w 2514"/>
                  <a:gd name="T17" fmla="*/ 2147483647 h 1164"/>
                  <a:gd name="T18" fmla="*/ 2147483647 w 2514"/>
                  <a:gd name="T19" fmla="*/ 2147483647 h 1164"/>
                  <a:gd name="T20" fmla="*/ 2147483647 w 2514"/>
                  <a:gd name="T21" fmla="*/ 2147483647 h 1164"/>
                  <a:gd name="T22" fmla="*/ 2147483647 w 2514"/>
                  <a:gd name="T23" fmla="*/ 2147483647 h 1164"/>
                  <a:gd name="T24" fmla="*/ 2147483647 w 2514"/>
                  <a:gd name="T25" fmla="*/ 2147483647 h 1164"/>
                  <a:gd name="T26" fmla="*/ 2147483647 w 2514"/>
                  <a:gd name="T27" fmla="*/ 2147483647 h 1164"/>
                  <a:gd name="T28" fmla="*/ 2147483647 w 2514"/>
                  <a:gd name="T29" fmla="*/ 2147483647 h 1164"/>
                  <a:gd name="T30" fmla="*/ 2147483647 w 2514"/>
                  <a:gd name="T31" fmla="*/ 2147483647 h 1164"/>
                  <a:gd name="T32" fmla="*/ 2147483647 w 2514"/>
                  <a:gd name="T33" fmla="*/ 2147483647 h 1164"/>
                  <a:gd name="T34" fmla="*/ 2147483647 w 2514"/>
                  <a:gd name="T35" fmla="*/ 2147483647 h 1164"/>
                  <a:gd name="T36" fmla="*/ 2147483647 w 2514"/>
                  <a:gd name="T37" fmla="*/ 2147483647 h 1164"/>
                  <a:gd name="T38" fmla="*/ 2147483647 w 2514"/>
                  <a:gd name="T39" fmla="*/ 2147483647 h 1164"/>
                  <a:gd name="T40" fmla="*/ 2147483647 w 2514"/>
                  <a:gd name="T41" fmla="*/ 2147483647 h 1164"/>
                  <a:gd name="T42" fmla="*/ 2147483647 w 2514"/>
                  <a:gd name="T43" fmla="*/ 2147483647 h 1164"/>
                  <a:gd name="T44" fmla="*/ 2147483647 w 2514"/>
                  <a:gd name="T45" fmla="*/ 2147483647 h 1164"/>
                  <a:gd name="T46" fmla="*/ 2147483647 w 2514"/>
                  <a:gd name="T47" fmla="*/ 2147483647 h 1164"/>
                  <a:gd name="T48" fmla="*/ 2147483647 w 2514"/>
                  <a:gd name="T49" fmla="*/ 2147483647 h 1164"/>
                  <a:gd name="T50" fmla="*/ 2147483647 w 2514"/>
                  <a:gd name="T51" fmla="*/ 2147483647 h 1164"/>
                  <a:gd name="T52" fmla="*/ 2147483647 w 2514"/>
                  <a:gd name="T53" fmla="*/ 2147483647 h 1164"/>
                  <a:gd name="T54" fmla="*/ 2147483647 w 2514"/>
                  <a:gd name="T55" fmla="*/ 2147483647 h 1164"/>
                  <a:gd name="T56" fmla="*/ 2147483647 w 2514"/>
                  <a:gd name="T57" fmla="*/ 2147483647 h 1164"/>
                  <a:gd name="T58" fmla="*/ 2147483647 w 2514"/>
                  <a:gd name="T59" fmla="*/ 2147483647 h 1164"/>
                  <a:gd name="T60" fmla="*/ 2147483647 w 2514"/>
                  <a:gd name="T61" fmla="*/ 2147483647 h 1164"/>
                  <a:gd name="T62" fmla="*/ 2147483647 w 2514"/>
                  <a:gd name="T63" fmla="*/ 2147483647 h 1164"/>
                  <a:gd name="T64" fmla="*/ 2147483647 w 2514"/>
                  <a:gd name="T65" fmla="*/ 2147483647 h 1164"/>
                  <a:gd name="T66" fmla="*/ 2147483647 w 2514"/>
                  <a:gd name="T67" fmla="*/ 2147483647 h 1164"/>
                  <a:gd name="T68" fmla="*/ 2147483647 w 2514"/>
                  <a:gd name="T69" fmla="*/ 2147483647 h 1164"/>
                  <a:gd name="T70" fmla="*/ 2147483647 w 2514"/>
                  <a:gd name="T71" fmla="*/ 2147483647 h 1164"/>
                  <a:gd name="T72" fmla="*/ 2147483647 w 2514"/>
                  <a:gd name="T73" fmla="*/ 2147483647 h 1164"/>
                  <a:gd name="T74" fmla="*/ 2147483647 w 2514"/>
                  <a:gd name="T75" fmla="*/ 2147483647 h 1164"/>
                  <a:gd name="T76" fmla="*/ 2147483647 w 2514"/>
                  <a:gd name="T77" fmla="*/ 2147483647 h 1164"/>
                  <a:gd name="T78" fmla="*/ 2147483647 w 2514"/>
                  <a:gd name="T79" fmla="*/ 2147483647 h 1164"/>
                  <a:gd name="T80" fmla="*/ 2147483647 w 2514"/>
                  <a:gd name="T81" fmla="*/ 2147483647 h 1164"/>
                  <a:gd name="T82" fmla="*/ 2147483647 w 2514"/>
                  <a:gd name="T83" fmla="*/ 2147483647 h 1164"/>
                  <a:gd name="T84" fmla="*/ 2147483647 w 2514"/>
                  <a:gd name="T85" fmla="*/ 2147483647 h 1164"/>
                  <a:gd name="T86" fmla="*/ 2147483647 w 2514"/>
                  <a:gd name="T87" fmla="*/ 2147483647 h 1164"/>
                  <a:gd name="T88" fmla="*/ 2147483647 w 2514"/>
                  <a:gd name="T89" fmla="*/ 2147483647 h 1164"/>
                  <a:gd name="T90" fmla="*/ 2147483647 w 2514"/>
                  <a:gd name="T91" fmla="*/ 2147483647 h 1164"/>
                  <a:gd name="T92" fmla="*/ 2147483647 w 2514"/>
                  <a:gd name="T93" fmla="*/ 2147483647 h 1164"/>
                  <a:gd name="T94" fmla="*/ 2147483647 w 2514"/>
                  <a:gd name="T95" fmla="*/ 2147483647 h 1164"/>
                  <a:gd name="T96" fmla="*/ 2147483647 w 2514"/>
                  <a:gd name="T97" fmla="*/ 2147483647 h 1164"/>
                  <a:gd name="T98" fmla="*/ 2147483647 w 2514"/>
                  <a:gd name="T99" fmla="*/ 2147483647 h 1164"/>
                  <a:gd name="T100" fmla="*/ 2147483647 w 2514"/>
                  <a:gd name="T101" fmla="*/ 2147483647 h 1164"/>
                  <a:gd name="T102" fmla="*/ 2147483647 w 2514"/>
                  <a:gd name="T103" fmla="*/ 2147483647 h 1164"/>
                  <a:gd name="T104" fmla="*/ 2147483647 w 2514"/>
                  <a:gd name="T105" fmla="*/ 2147483647 h 1164"/>
                  <a:gd name="T106" fmla="*/ 2147483647 w 2514"/>
                  <a:gd name="T107" fmla="*/ 2147483647 h 1164"/>
                  <a:gd name="T108" fmla="*/ 2147483647 w 2514"/>
                  <a:gd name="T109" fmla="*/ 2147483647 h 1164"/>
                  <a:gd name="T110" fmla="*/ 2147483647 w 2514"/>
                  <a:gd name="T111" fmla="*/ 2147483647 h 1164"/>
                  <a:gd name="T112" fmla="*/ 2147483647 w 2514"/>
                  <a:gd name="T113" fmla="*/ 2147483647 h 1164"/>
                  <a:gd name="T114" fmla="*/ 2147483647 w 2514"/>
                  <a:gd name="T115" fmla="*/ 2147483647 h 1164"/>
                  <a:gd name="T116" fmla="*/ 2147483647 w 2514"/>
                  <a:gd name="T117" fmla="*/ 2147483647 h 1164"/>
                  <a:gd name="T118" fmla="*/ 2147483647 w 2514"/>
                  <a:gd name="T119" fmla="*/ 2147483647 h 1164"/>
                  <a:gd name="T120" fmla="*/ 2147483647 w 2514"/>
                  <a:gd name="T121" fmla="*/ 2147483647 h 1164"/>
                  <a:gd name="T122" fmla="*/ 2147483647 w 2514"/>
                  <a:gd name="T123" fmla="*/ 2147483647 h 116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514"/>
                  <a:gd name="T187" fmla="*/ 0 h 1164"/>
                  <a:gd name="T188" fmla="*/ 2514 w 2514"/>
                  <a:gd name="T189" fmla="*/ 1164 h 116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514" h="1164">
                    <a:moveTo>
                      <a:pt x="852" y="756"/>
                    </a:moveTo>
                    <a:lnTo>
                      <a:pt x="840" y="744"/>
                    </a:lnTo>
                    <a:lnTo>
                      <a:pt x="822" y="768"/>
                    </a:lnTo>
                    <a:lnTo>
                      <a:pt x="816" y="780"/>
                    </a:lnTo>
                    <a:lnTo>
                      <a:pt x="870" y="804"/>
                    </a:lnTo>
                    <a:lnTo>
                      <a:pt x="870" y="786"/>
                    </a:lnTo>
                    <a:lnTo>
                      <a:pt x="864" y="780"/>
                    </a:lnTo>
                    <a:lnTo>
                      <a:pt x="858" y="768"/>
                    </a:lnTo>
                    <a:lnTo>
                      <a:pt x="858" y="762"/>
                    </a:lnTo>
                    <a:lnTo>
                      <a:pt x="852" y="756"/>
                    </a:lnTo>
                    <a:close/>
                    <a:moveTo>
                      <a:pt x="2484" y="492"/>
                    </a:moveTo>
                    <a:lnTo>
                      <a:pt x="2484" y="486"/>
                    </a:lnTo>
                    <a:lnTo>
                      <a:pt x="2514" y="486"/>
                    </a:lnTo>
                    <a:lnTo>
                      <a:pt x="2478" y="444"/>
                    </a:lnTo>
                    <a:lnTo>
                      <a:pt x="2454" y="420"/>
                    </a:lnTo>
                    <a:lnTo>
                      <a:pt x="2442" y="456"/>
                    </a:lnTo>
                    <a:lnTo>
                      <a:pt x="2370" y="450"/>
                    </a:lnTo>
                    <a:lnTo>
                      <a:pt x="2370" y="444"/>
                    </a:lnTo>
                    <a:lnTo>
                      <a:pt x="2364" y="438"/>
                    </a:lnTo>
                    <a:lnTo>
                      <a:pt x="2358" y="426"/>
                    </a:lnTo>
                    <a:lnTo>
                      <a:pt x="2352" y="420"/>
                    </a:lnTo>
                    <a:lnTo>
                      <a:pt x="2346" y="408"/>
                    </a:lnTo>
                    <a:lnTo>
                      <a:pt x="2346" y="402"/>
                    </a:lnTo>
                    <a:lnTo>
                      <a:pt x="2340" y="402"/>
                    </a:lnTo>
                    <a:lnTo>
                      <a:pt x="2328" y="396"/>
                    </a:lnTo>
                    <a:lnTo>
                      <a:pt x="2316" y="396"/>
                    </a:lnTo>
                    <a:lnTo>
                      <a:pt x="2304" y="390"/>
                    </a:lnTo>
                    <a:lnTo>
                      <a:pt x="2292" y="390"/>
                    </a:lnTo>
                    <a:lnTo>
                      <a:pt x="2286" y="378"/>
                    </a:lnTo>
                    <a:lnTo>
                      <a:pt x="2274" y="372"/>
                    </a:lnTo>
                    <a:lnTo>
                      <a:pt x="2250" y="348"/>
                    </a:lnTo>
                    <a:lnTo>
                      <a:pt x="2226" y="336"/>
                    </a:lnTo>
                    <a:lnTo>
                      <a:pt x="2208" y="336"/>
                    </a:lnTo>
                    <a:lnTo>
                      <a:pt x="2196" y="342"/>
                    </a:lnTo>
                    <a:lnTo>
                      <a:pt x="2178" y="348"/>
                    </a:lnTo>
                    <a:lnTo>
                      <a:pt x="2166" y="354"/>
                    </a:lnTo>
                    <a:lnTo>
                      <a:pt x="2160" y="366"/>
                    </a:lnTo>
                    <a:lnTo>
                      <a:pt x="2136" y="366"/>
                    </a:lnTo>
                    <a:lnTo>
                      <a:pt x="2124" y="360"/>
                    </a:lnTo>
                    <a:lnTo>
                      <a:pt x="2118" y="348"/>
                    </a:lnTo>
                    <a:lnTo>
                      <a:pt x="2106" y="342"/>
                    </a:lnTo>
                    <a:lnTo>
                      <a:pt x="2076" y="342"/>
                    </a:lnTo>
                    <a:lnTo>
                      <a:pt x="2076" y="336"/>
                    </a:lnTo>
                    <a:lnTo>
                      <a:pt x="2070" y="330"/>
                    </a:lnTo>
                    <a:lnTo>
                      <a:pt x="2070" y="318"/>
                    </a:lnTo>
                    <a:lnTo>
                      <a:pt x="2064" y="312"/>
                    </a:lnTo>
                    <a:lnTo>
                      <a:pt x="2052" y="312"/>
                    </a:lnTo>
                    <a:lnTo>
                      <a:pt x="2052" y="318"/>
                    </a:lnTo>
                    <a:lnTo>
                      <a:pt x="2046" y="324"/>
                    </a:lnTo>
                    <a:lnTo>
                      <a:pt x="2046" y="336"/>
                    </a:lnTo>
                    <a:lnTo>
                      <a:pt x="2034" y="348"/>
                    </a:lnTo>
                    <a:lnTo>
                      <a:pt x="2022" y="354"/>
                    </a:lnTo>
                    <a:lnTo>
                      <a:pt x="2010" y="354"/>
                    </a:lnTo>
                    <a:lnTo>
                      <a:pt x="1998" y="348"/>
                    </a:lnTo>
                    <a:lnTo>
                      <a:pt x="1986" y="336"/>
                    </a:lnTo>
                    <a:lnTo>
                      <a:pt x="1974" y="318"/>
                    </a:lnTo>
                    <a:lnTo>
                      <a:pt x="1938" y="282"/>
                    </a:lnTo>
                    <a:lnTo>
                      <a:pt x="1920" y="258"/>
                    </a:lnTo>
                    <a:lnTo>
                      <a:pt x="1848" y="198"/>
                    </a:lnTo>
                    <a:lnTo>
                      <a:pt x="1818" y="168"/>
                    </a:lnTo>
                    <a:lnTo>
                      <a:pt x="1800" y="156"/>
                    </a:lnTo>
                    <a:lnTo>
                      <a:pt x="1788" y="150"/>
                    </a:lnTo>
                    <a:lnTo>
                      <a:pt x="1758" y="132"/>
                    </a:lnTo>
                    <a:lnTo>
                      <a:pt x="1728" y="120"/>
                    </a:lnTo>
                    <a:lnTo>
                      <a:pt x="1692" y="102"/>
                    </a:lnTo>
                    <a:lnTo>
                      <a:pt x="1698" y="102"/>
                    </a:lnTo>
                    <a:lnTo>
                      <a:pt x="1710" y="90"/>
                    </a:lnTo>
                    <a:lnTo>
                      <a:pt x="1710" y="72"/>
                    </a:lnTo>
                    <a:lnTo>
                      <a:pt x="1704" y="66"/>
                    </a:lnTo>
                    <a:lnTo>
                      <a:pt x="1698" y="66"/>
                    </a:lnTo>
                    <a:lnTo>
                      <a:pt x="1680" y="84"/>
                    </a:lnTo>
                    <a:lnTo>
                      <a:pt x="1644" y="96"/>
                    </a:lnTo>
                    <a:lnTo>
                      <a:pt x="1632" y="114"/>
                    </a:lnTo>
                    <a:lnTo>
                      <a:pt x="1620" y="114"/>
                    </a:lnTo>
                    <a:lnTo>
                      <a:pt x="1608" y="120"/>
                    </a:lnTo>
                    <a:lnTo>
                      <a:pt x="1602" y="126"/>
                    </a:lnTo>
                    <a:lnTo>
                      <a:pt x="1602" y="144"/>
                    </a:lnTo>
                    <a:lnTo>
                      <a:pt x="1590" y="156"/>
                    </a:lnTo>
                    <a:lnTo>
                      <a:pt x="1578" y="150"/>
                    </a:lnTo>
                    <a:lnTo>
                      <a:pt x="1572" y="144"/>
                    </a:lnTo>
                    <a:lnTo>
                      <a:pt x="1560" y="138"/>
                    </a:lnTo>
                    <a:lnTo>
                      <a:pt x="1554" y="132"/>
                    </a:lnTo>
                    <a:lnTo>
                      <a:pt x="1548" y="132"/>
                    </a:lnTo>
                    <a:lnTo>
                      <a:pt x="1542" y="138"/>
                    </a:lnTo>
                    <a:lnTo>
                      <a:pt x="1536" y="138"/>
                    </a:lnTo>
                    <a:lnTo>
                      <a:pt x="1530" y="144"/>
                    </a:lnTo>
                    <a:lnTo>
                      <a:pt x="1524" y="144"/>
                    </a:lnTo>
                    <a:lnTo>
                      <a:pt x="1524" y="138"/>
                    </a:lnTo>
                    <a:lnTo>
                      <a:pt x="1530" y="132"/>
                    </a:lnTo>
                    <a:lnTo>
                      <a:pt x="1530" y="108"/>
                    </a:lnTo>
                    <a:lnTo>
                      <a:pt x="1518" y="102"/>
                    </a:lnTo>
                    <a:lnTo>
                      <a:pt x="1512" y="102"/>
                    </a:lnTo>
                    <a:lnTo>
                      <a:pt x="1506" y="108"/>
                    </a:lnTo>
                    <a:lnTo>
                      <a:pt x="1482" y="96"/>
                    </a:lnTo>
                    <a:lnTo>
                      <a:pt x="1458" y="108"/>
                    </a:lnTo>
                    <a:lnTo>
                      <a:pt x="1434" y="72"/>
                    </a:lnTo>
                    <a:lnTo>
                      <a:pt x="1422" y="90"/>
                    </a:lnTo>
                    <a:lnTo>
                      <a:pt x="1404" y="90"/>
                    </a:lnTo>
                    <a:lnTo>
                      <a:pt x="1392" y="96"/>
                    </a:lnTo>
                    <a:lnTo>
                      <a:pt x="1374" y="96"/>
                    </a:lnTo>
                    <a:lnTo>
                      <a:pt x="1368" y="90"/>
                    </a:lnTo>
                    <a:lnTo>
                      <a:pt x="1368" y="48"/>
                    </a:lnTo>
                    <a:lnTo>
                      <a:pt x="1362" y="42"/>
                    </a:lnTo>
                    <a:lnTo>
                      <a:pt x="1350" y="42"/>
                    </a:lnTo>
                    <a:lnTo>
                      <a:pt x="1344" y="36"/>
                    </a:lnTo>
                    <a:lnTo>
                      <a:pt x="1338" y="24"/>
                    </a:lnTo>
                    <a:lnTo>
                      <a:pt x="1320" y="6"/>
                    </a:lnTo>
                    <a:lnTo>
                      <a:pt x="1314" y="6"/>
                    </a:lnTo>
                    <a:lnTo>
                      <a:pt x="1302" y="18"/>
                    </a:lnTo>
                    <a:lnTo>
                      <a:pt x="1290" y="18"/>
                    </a:lnTo>
                    <a:lnTo>
                      <a:pt x="1278" y="6"/>
                    </a:lnTo>
                    <a:lnTo>
                      <a:pt x="1260" y="6"/>
                    </a:lnTo>
                    <a:lnTo>
                      <a:pt x="1242" y="0"/>
                    </a:lnTo>
                    <a:lnTo>
                      <a:pt x="1218" y="0"/>
                    </a:lnTo>
                    <a:lnTo>
                      <a:pt x="1200" y="6"/>
                    </a:lnTo>
                    <a:lnTo>
                      <a:pt x="1188" y="12"/>
                    </a:lnTo>
                    <a:lnTo>
                      <a:pt x="1176" y="24"/>
                    </a:lnTo>
                    <a:lnTo>
                      <a:pt x="1176" y="36"/>
                    </a:lnTo>
                    <a:lnTo>
                      <a:pt x="1164" y="36"/>
                    </a:lnTo>
                    <a:lnTo>
                      <a:pt x="1110" y="54"/>
                    </a:lnTo>
                    <a:lnTo>
                      <a:pt x="1020" y="54"/>
                    </a:lnTo>
                    <a:lnTo>
                      <a:pt x="1014" y="60"/>
                    </a:lnTo>
                    <a:lnTo>
                      <a:pt x="1014" y="78"/>
                    </a:lnTo>
                    <a:lnTo>
                      <a:pt x="948" y="78"/>
                    </a:lnTo>
                    <a:lnTo>
                      <a:pt x="942" y="96"/>
                    </a:lnTo>
                    <a:lnTo>
                      <a:pt x="888" y="96"/>
                    </a:lnTo>
                    <a:lnTo>
                      <a:pt x="828" y="102"/>
                    </a:lnTo>
                    <a:lnTo>
                      <a:pt x="792" y="114"/>
                    </a:lnTo>
                    <a:lnTo>
                      <a:pt x="780" y="126"/>
                    </a:lnTo>
                    <a:lnTo>
                      <a:pt x="780" y="132"/>
                    </a:lnTo>
                    <a:lnTo>
                      <a:pt x="786" y="138"/>
                    </a:lnTo>
                    <a:lnTo>
                      <a:pt x="786" y="144"/>
                    </a:lnTo>
                    <a:lnTo>
                      <a:pt x="810" y="144"/>
                    </a:lnTo>
                    <a:lnTo>
                      <a:pt x="798" y="162"/>
                    </a:lnTo>
                    <a:lnTo>
                      <a:pt x="810" y="162"/>
                    </a:lnTo>
                    <a:lnTo>
                      <a:pt x="834" y="174"/>
                    </a:lnTo>
                    <a:lnTo>
                      <a:pt x="846" y="174"/>
                    </a:lnTo>
                    <a:lnTo>
                      <a:pt x="858" y="186"/>
                    </a:lnTo>
                    <a:lnTo>
                      <a:pt x="804" y="186"/>
                    </a:lnTo>
                    <a:lnTo>
                      <a:pt x="792" y="198"/>
                    </a:lnTo>
                    <a:lnTo>
                      <a:pt x="798" y="204"/>
                    </a:lnTo>
                    <a:lnTo>
                      <a:pt x="804" y="216"/>
                    </a:lnTo>
                    <a:lnTo>
                      <a:pt x="810" y="222"/>
                    </a:lnTo>
                    <a:lnTo>
                      <a:pt x="810" y="234"/>
                    </a:lnTo>
                    <a:lnTo>
                      <a:pt x="798" y="246"/>
                    </a:lnTo>
                    <a:lnTo>
                      <a:pt x="786" y="246"/>
                    </a:lnTo>
                    <a:lnTo>
                      <a:pt x="774" y="252"/>
                    </a:lnTo>
                    <a:lnTo>
                      <a:pt x="762" y="252"/>
                    </a:lnTo>
                    <a:lnTo>
                      <a:pt x="792" y="282"/>
                    </a:lnTo>
                    <a:lnTo>
                      <a:pt x="816" y="282"/>
                    </a:lnTo>
                    <a:lnTo>
                      <a:pt x="834" y="288"/>
                    </a:lnTo>
                    <a:lnTo>
                      <a:pt x="846" y="294"/>
                    </a:lnTo>
                    <a:lnTo>
                      <a:pt x="870" y="318"/>
                    </a:lnTo>
                    <a:lnTo>
                      <a:pt x="876" y="336"/>
                    </a:lnTo>
                    <a:lnTo>
                      <a:pt x="876" y="348"/>
                    </a:lnTo>
                    <a:lnTo>
                      <a:pt x="870" y="360"/>
                    </a:lnTo>
                    <a:lnTo>
                      <a:pt x="864" y="366"/>
                    </a:lnTo>
                    <a:lnTo>
                      <a:pt x="828" y="366"/>
                    </a:lnTo>
                    <a:lnTo>
                      <a:pt x="816" y="360"/>
                    </a:lnTo>
                    <a:lnTo>
                      <a:pt x="810" y="354"/>
                    </a:lnTo>
                    <a:lnTo>
                      <a:pt x="798" y="354"/>
                    </a:lnTo>
                    <a:lnTo>
                      <a:pt x="792" y="348"/>
                    </a:lnTo>
                    <a:lnTo>
                      <a:pt x="780" y="372"/>
                    </a:lnTo>
                    <a:lnTo>
                      <a:pt x="768" y="372"/>
                    </a:lnTo>
                    <a:lnTo>
                      <a:pt x="756" y="366"/>
                    </a:lnTo>
                    <a:lnTo>
                      <a:pt x="732" y="366"/>
                    </a:lnTo>
                    <a:lnTo>
                      <a:pt x="708" y="354"/>
                    </a:lnTo>
                    <a:lnTo>
                      <a:pt x="702" y="342"/>
                    </a:lnTo>
                    <a:lnTo>
                      <a:pt x="690" y="336"/>
                    </a:lnTo>
                    <a:lnTo>
                      <a:pt x="684" y="330"/>
                    </a:lnTo>
                    <a:lnTo>
                      <a:pt x="672" y="330"/>
                    </a:lnTo>
                    <a:lnTo>
                      <a:pt x="666" y="336"/>
                    </a:lnTo>
                    <a:lnTo>
                      <a:pt x="654" y="342"/>
                    </a:lnTo>
                    <a:lnTo>
                      <a:pt x="636" y="348"/>
                    </a:lnTo>
                    <a:lnTo>
                      <a:pt x="624" y="348"/>
                    </a:lnTo>
                    <a:lnTo>
                      <a:pt x="588" y="330"/>
                    </a:lnTo>
                    <a:lnTo>
                      <a:pt x="582" y="330"/>
                    </a:lnTo>
                    <a:lnTo>
                      <a:pt x="570" y="336"/>
                    </a:lnTo>
                    <a:lnTo>
                      <a:pt x="558" y="348"/>
                    </a:lnTo>
                    <a:lnTo>
                      <a:pt x="546" y="354"/>
                    </a:lnTo>
                    <a:lnTo>
                      <a:pt x="540" y="366"/>
                    </a:lnTo>
                    <a:lnTo>
                      <a:pt x="534" y="372"/>
                    </a:lnTo>
                    <a:lnTo>
                      <a:pt x="462" y="336"/>
                    </a:lnTo>
                    <a:lnTo>
                      <a:pt x="450" y="336"/>
                    </a:lnTo>
                    <a:lnTo>
                      <a:pt x="450" y="342"/>
                    </a:lnTo>
                    <a:lnTo>
                      <a:pt x="462" y="354"/>
                    </a:lnTo>
                    <a:lnTo>
                      <a:pt x="462" y="372"/>
                    </a:lnTo>
                    <a:lnTo>
                      <a:pt x="450" y="372"/>
                    </a:lnTo>
                    <a:lnTo>
                      <a:pt x="438" y="360"/>
                    </a:lnTo>
                    <a:lnTo>
                      <a:pt x="438" y="354"/>
                    </a:lnTo>
                    <a:lnTo>
                      <a:pt x="426" y="324"/>
                    </a:lnTo>
                    <a:lnTo>
                      <a:pt x="390" y="324"/>
                    </a:lnTo>
                    <a:lnTo>
                      <a:pt x="384" y="312"/>
                    </a:lnTo>
                    <a:lnTo>
                      <a:pt x="384" y="306"/>
                    </a:lnTo>
                    <a:lnTo>
                      <a:pt x="378" y="300"/>
                    </a:lnTo>
                    <a:lnTo>
                      <a:pt x="318" y="300"/>
                    </a:lnTo>
                    <a:lnTo>
                      <a:pt x="312" y="288"/>
                    </a:lnTo>
                    <a:lnTo>
                      <a:pt x="306" y="282"/>
                    </a:lnTo>
                    <a:lnTo>
                      <a:pt x="288" y="282"/>
                    </a:lnTo>
                    <a:lnTo>
                      <a:pt x="276" y="288"/>
                    </a:lnTo>
                    <a:lnTo>
                      <a:pt x="264" y="300"/>
                    </a:lnTo>
                    <a:lnTo>
                      <a:pt x="234" y="300"/>
                    </a:lnTo>
                    <a:lnTo>
                      <a:pt x="228" y="294"/>
                    </a:lnTo>
                    <a:lnTo>
                      <a:pt x="228" y="288"/>
                    </a:lnTo>
                    <a:lnTo>
                      <a:pt x="222" y="288"/>
                    </a:lnTo>
                    <a:lnTo>
                      <a:pt x="210" y="282"/>
                    </a:lnTo>
                    <a:lnTo>
                      <a:pt x="180" y="282"/>
                    </a:lnTo>
                    <a:lnTo>
                      <a:pt x="180" y="288"/>
                    </a:lnTo>
                    <a:lnTo>
                      <a:pt x="186" y="294"/>
                    </a:lnTo>
                    <a:lnTo>
                      <a:pt x="186" y="312"/>
                    </a:lnTo>
                    <a:lnTo>
                      <a:pt x="174" y="324"/>
                    </a:lnTo>
                    <a:lnTo>
                      <a:pt x="162" y="330"/>
                    </a:lnTo>
                    <a:lnTo>
                      <a:pt x="150" y="330"/>
                    </a:lnTo>
                    <a:lnTo>
                      <a:pt x="138" y="336"/>
                    </a:lnTo>
                    <a:lnTo>
                      <a:pt x="132" y="336"/>
                    </a:lnTo>
                    <a:lnTo>
                      <a:pt x="132" y="360"/>
                    </a:lnTo>
                    <a:lnTo>
                      <a:pt x="102" y="372"/>
                    </a:lnTo>
                    <a:lnTo>
                      <a:pt x="114" y="384"/>
                    </a:lnTo>
                    <a:lnTo>
                      <a:pt x="120" y="396"/>
                    </a:lnTo>
                    <a:lnTo>
                      <a:pt x="114" y="402"/>
                    </a:lnTo>
                    <a:lnTo>
                      <a:pt x="108" y="414"/>
                    </a:lnTo>
                    <a:lnTo>
                      <a:pt x="102" y="420"/>
                    </a:lnTo>
                    <a:lnTo>
                      <a:pt x="90" y="420"/>
                    </a:lnTo>
                    <a:lnTo>
                      <a:pt x="78" y="414"/>
                    </a:lnTo>
                    <a:lnTo>
                      <a:pt x="72" y="402"/>
                    </a:lnTo>
                    <a:lnTo>
                      <a:pt x="60" y="396"/>
                    </a:lnTo>
                    <a:lnTo>
                      <a:pt x="48" y="384"/>
                    </a:lnTo>
                    <a:lnTo>
                      <a:pt x="36" y="378"/>
                    </a:lnTo>
                    <a:lnTo>
                      <a:pt x="24" y="378"/>
                    </a:lnTo>
                    <a:lnTo>
                      <a:pt x="18" y="384"/>
                    </a:lnTo>
                    <a:lnTo>
                      <a:pt x="18" y="396"/>
                    </a:lnTo>
                    <a:lnTo>
                      <a:pt x="24" y="402"/>
                    </a:lnTo>
                    <a:lnTo>
                      <a:pt x="24" y="426"/>
                    </a:lnTo>
                    <a:lnTo>
                      <a:pt x="0" y="426"/>
                    </a:lnTo>
                    <a:lnTo>
                      <a:pt x="6" y="462"/>
                    </a:lnTo>
                    <a:lnTo>
                      <a:pt x="12" y="468"/>
                    </a:lnTo>
                    <a:lnTo>
                      <a:pt x="12" y="492"/>
                    </a:lnTo>
                    <a:lnTo>
                      <a:pt x="0" y="516"/>
                    </a:lnTo>
                    <a:lnTo>
                      <a:pt x="0" y="546"/>
                    </a:lnTo>
                    <a:lnTo>
                      <a:pt x="6" y="546"/>
                    </a:lnTo>
                    <a:lnTo>
                      <a:pt x="12" y="552"/>
                    </a:lnTo>
                    <a:lnTo>
                      <a:pt x="36" y="552"/>
                    </a:lnTo>
                    <a:lnTo>
                      <a:pt x="42" y="558"/>
                    </a:lnTo>
                    <a:lnTo>
                      <a:pt x="42" y="588"/>
                    </a:lnTo>
                    <a:lnTo>
                      <a:pt x="48" y="594"/>
                    </a:lnTo>
                    <a:lnTo>
                      <a:pt x="90" y="594"/>
                    </a:lnTo>
                    <a:lnTo>
                      <a:pt x="102" y="588"/>
                    </a:lnTo>
                    <a:lnTo>
                      <a:pt x="114" y="588"/>
                    </a:lnTo>
                    <a:lnTo>
                      <a:pt x="162" y="636"/>
                    </a:lnTo>
                    <a:lnTo>
                      <a:pt x="168" y="648"/>
                    </a:lnTo>
                    <a:lnTo>
                      <a:pt x="180" y="660"/>
                    </a:lnTo>
                    <a:lnTo>
                      <a:pt x="180" y="672"/>
                    </a:lnTo>
                    <a:lnTo>
                      <a:pt x="144" y="672"/>
                    </a:lnTo>
                    <a:lnTo>
                      <a:pt x="144" y="678"/>
                    </a:lnTo>
                    <a:lnTo>
                      <a:pt x="156" y="690"/>
                    </a:lnTo>
                    <a:lnTo>
                      <a:pt x="174" y="696"/>
                    </a:lnTo>
                    <a:lnTo>
                      <a:pt x="186" y="696"/>
                    </a:lnTo>
                    <a:lnTo>
                      <a:pt x="192" y="702"/>
                    </a:lnTo>
                    <a:lnTo>
                      <a:pt x="198" y="702"/>
                    </a:lnTo>
                    <a:lnTo>
                      <a:pt x="204" y="690"/>
                    </a:lnTo>
                    <a:lnTo>
                      <a:pt x="222" y="690"/>
                    </a:lnTo>
                    <a:lnTo>
                      <a:pt x="228" y="684"/>
                    </a:lnTo>
                    <a:lnTo>
                      <a:pt x="246" y="672"/>
                    </a:lnTo>
                    <a:lnTo>
                      <a:pt x="306" y="648"/>
                    </a:lnTo>
                    <a:lnTo>
                      <a:pt x="324" y="642"/>
                    </a:lnTo>
                    <a:lnTo>
                      <a:pt x="336" y="648"/>
                    </a:lnTo>
                    <a:lnTo>
                      <a:pt x="342" y="654"/>
                    </a:lnTo>
                    <a:lnTo>
                      <a:pt x="360" y="666"/>
                    </a:lnTo>
                    <a:lnTo>
                      <a:pt x="366" y="672"/>
                    </a:lnTo>
                    <a:lnTo>
                      <a:pt x="384" y="672"/>
                    </a:lnTo>
                    <a:lnTo>
                      <a:pt x="390" y="666"/>
                    </a:lnTo>
                    <a:lnTo>
                      <a:pt x="402" y="666"/>
                    </a:lnTo>
                    <a:lnTo>
                      <a:pt x="408" y="660"/>
                    </a:lnTo>
                    <a:lnTo>
                      <a:pt x="414" y="666"/>
                    </a:lnTo>
                    <a:lnTo>
                      <a:pt x="426" y="672"/>
                    </a:lnTo>
                    <a:lnTo>
                      <a:pt x="450" y="696"/>
                    </a:lnTo>
                    <a:lnTo>
                      <a:pt x="450" y="726"/>
                    </a:lnTo>
                    <a:lnTo>
                      <a:pt x="444" y="732"/>
                    </a:lnTo>
                    <a:lnTo>
                      <a:pt x="444" y="738"/>
                    </a:lnTo>
                    <a:lnTo>
                      <a:pt x="438" y="744"/>
                    </a:lnTo>
                    <a:lnTo>
                      <a:pt x="438" y="750"/>
                    </a:lnTo>
                    <a:lnTo>
                      <a:pt x="444" y="756"/>
                    </a:lnTo>
                    <a:lnTo>
                      <a:pt x="450" y="768"/>
                    </a:lnTo>
                    <a:lnTo>
                      <a:pt x="462" y="774"/>
                    </a:lnTo>
                    <a:lnTo>
                      <a:pt x="474" y="786"/>
                    </a:lnTo>
                    <a:lnTo>
                      <a:pt x="486" y="786"/>
                    </a:lnTo>
                    <a:lnTo>
                      <a:pt x="504" y="768"/>
                    </a:lnTo>
                    <a:lnTo>
                      <a:pt x="516" y="762"/>
                    </a:lnTo>
                    <a:lnTo>
                      <a:pt x="528" y="762"/>
                    </a:lnTo>
                    <a:lnTo>
                      <a:pt x="528" y="792"/>
                    </a:lnTo>
                    <a:lnTo>
                      <a:pt x="546" y="810"/>
                    </a:lnTo>
                    <a:lnTo>
                      <a:pt x="510" y="816"/>
                    </a:lnTo>
                    <a:lnTo>
                      <a:pt x="510" y="828"/>
                    </a:lnTo>
                    <a:lnTo>
                      <a:pt x="504" y="834"/>
                    </a:lnTo>
                    <a:lnTo>
                      <a:pt x="498" y="834"/>
                    </a:lnTo>
                    <a:lnTo>
                      <a:pt x="486" y="822"/>
                    </a:lnTo>
                    <a:lnTo>
                      <a:pt x="486" y="816"/>
                    </a:lnTo>
                    <a:lnTo>
                      <a:pt x="498" y="804"/>
                    </a:lnTo>
                    <a:lnTo>
                      <a:pt x="504" y="804"/>
                    </a:lnTo>
                    <a:lnTo>
                      <a:pt x="510" y="798"/>
                    </a:lnTo>
                    <a:lnTo>
                      <a:pt x="480" y="798"/>
                    </a:lnTo>
                    <a:lnTo>
                      <a:pt x="462" y="792"/>
                    </a:lnTo>
                    <a:lnTo>
                      <a:pt x="450" y="792"/>
                    </a:lnTo>
                    <a:lnTo>
                      <a:pt x="432" y="786"/>
                    </a:lnTo>
                    <a:lnTo>
                      <a:pt x="408" y="786"/>
                    </a:lnTo>
                    <a:lnTo>
                      <a:pt x="390" y="780"/>
                    </a:lnTo>
                    <a:lnTo>
                      <a:pt x="372" y="780"/>
                    </a:lnTo>
                    <a:lnTo>
                      <a:pt x="360" y="774"/>
                    </a:lnTo>
                    <a:lnTo>
                      <a:pt x="348" y="774"/>
                    </a:lnTo>
                    <a:lnTo>
                      <a:pt x="360" y="804"/>
                    </a:lnTo>
                    <a:lnTo>
                      <a:pt x="342" y="804"/>
                    </a:lnTo>
                    <a:lnTo>
                      <a:pt x="330" y="816"/>
                    </a:lnTo>
                    <a:lnTo>
                      <a:pt x="330" y="822"/>
                    </a:lnTo>
                    <a:lnTo>
                      <a:pt x="336" y="828"/>
                    </a:lnTo>
                    <a:lnTo>
                      <a:pt x="348" y="834"/>
                    </a:lnTo>
                    <a:lnTo>
                      <a:pt x="354" y="840"/>
                    </a:lnTo>
                    <a:lnTo>
                      <a:pt x="366" y="840"/>
                    </a:lnTo>
                    <a:lnTo>
                      <a:pt x="372" y="846"/>
                    </a:lnTo>
                    <a:lnTo>
                      <a:pt x="372" y="852"/>
                    </a:lnTo>
                    <a:lnTo>
                      <a:pt x="360" y="852"/>
                    </a:lnTo>
                    <a:lnTo>
                      <a:pt x="348" y="846"/>
                    </a:lnTo>
                    <a:lnTo>
                      <a:pt x="336" y="846"/>
                    </a:lnTo>
                    <a:lnTo>
                      <a:pt x="324" y="840"/>
                    </a:lnTo>
                    <a:lnTo>
                      <a:pt x="306" y="834"/>
                    </a:lnTo>
                    <a:lnTo>
                      <a:pt x="300" y="834"/>
                    </a:lnTo>
                    <a:lnTo>
                      <a:pt x="294" y="840"/>
                    </a:lnTo>
                    <a:lnTo>
                      <a:pt x="294" y="846"/>
                    </a:lnTo>
                    <a:lnTo>
                      <a:pt x="306" y="858"/>
                    </a:lnTo>
                    <a:lnTo>
                      <a:pt x="318" y="864"/>
                    </a:lnTo>
                    <a:lnTo>
                      <a:pt x="324" y="870"/>
                    </a:lnTo>
                    <a:lnTo>
                      <a:pt x="336" y="870"/>
                    </a:lnTo>
                    <a:lnTo>
                      <a:pt x="336" y="882"/>
                    </a:lnTo>
                    <a:lnTo>
                      <a:pt x="342" y="894"/>
                    </a:lnTo>
                    <a:lnTo>
                      <a:pt x="366" y="918"/>
                    </a:lnTo>
                    <a:lnTo>
                      <a:pt x="372" y="930"/>
                    </a:lnTo>
                    <a:lnTo>
                      <a:pt x="372" y="954"/>
                    </a:lnTo>
                    <a:lnTo>
                      <a:pt x="408" y="960"/>
                    </a:lnTo>
                    <a:lnTo>
                      <a:pt x="414" y="978"/>
                    </a:lnTo>
                    <a:lnTo>
                      <a:pt x="444" y="978"/>
                    </a:lnTo>
                    <a:lnTo>
                      <a:pt x="480" y="996"/>
                    </a:lnTo>
                    <a:lnTo>
                      <a:pt x="486" y="1002"/>
                    </a:lnTo>
                    <a:lnTo>
                      <a:pt x="486" y="1014"/>
                    </a:lnTo>
                    <a:lnTo>
                      <a:pt x="480" y="1020"/>
                    </a:lnTo>
                    <a:lnTo>
                      <a:pt x="468" y="1026"/>
                    </a:lnTo>
                    <a:lnTo>
                      <a:pt x="462" y="1038"/>
                    </a:lnTo>
                    <a:lnTo>
                      <a:pt x="462" y="1056"/>
                    </a:lnTo>
                    <a:lnTo>
                      <a:pt x="468" y="1062"/>
                    </a:lnTo>
                    <a:lnTo>
                      <a:pt x="492" y="1062"/>
                    </a:lnTo>
                    <a:lnTo>
                      <a:pt x="498" y="1056"/>
                    </a:lnTo>
                    <a:lnTo>
                      <a:pt x="504" y="1038"/>
                    </a:lnTo>
                    <a:lnTo>
                      <a:pt x="510" y="1026"/>
                    </a:lnTo>
                    <a:lnTo>
                      <a:pt x="516" y="1020"/>
                    </a:lnTo>
                    <a:lnTo>
                      <a:pt x="528" y="1020"/>
                    </a:lnTo>
                    <a:lnTo>
                      <a:pt x="546" y="1026"/>
                    </a:lnTo>
                    <a:lnTo>
                      <a:pt x="546" y="1020"/>
                    </a:lnTo>
                    <a:lnTo>
                      <a:pt x="552" y="1014"/>
                    </a:lnTo>
                    <a:lnTo>
                      <a:pt x="570" y="1014"/>
                    </a:lnTo>
                    <a:lnTo>
                      <a:pt x="594" y="1026"/>
                    </a:lnTo>
                    <a:lnTo>
                      <a:pt x="606" y="1026"/>
                    </a:lnTo>
                    <a:lnTo>
                      <a:pt x="618" y="1038"/>
                    </a:lnTo>
                    <a:lnTo>
                      <a:pt x="630" y="1044"/>
                    </a:lnTo>
                    <a:lnTo>
                      <a:pt x="636" y="1056"/>
                    </a:lnTo>
                    <a:lnTo>
                      <a:pt x="642" y="1062"/>
                    </a:lnTo>
                    <a:lnTo>
                      <a:pt x="648" y="1074"/>
                    </a:lnTo>
                    <a:lnTo>
                      <a:pt x="672" y="1098"/>
                    </a:lnTo>
                    <a:lnTo>
                      <a:pt x="684" y="1104"/>
                    </a:lnTo>
                    <a:lnTo>
                      <a:pt x="690" y="1110"/>
                    </a:lnTo>
                    <a:lnTo>
                      <a:pt x="696" y="1104"/>
                    </a:lnTo>
                    <a:lnTo>
                      <a:pt x="696" y="1098"/>
                    </a:lnTo>
                    <a:lnTo>
                      <a:pt x="702" y="1092"/>
                    </a:lnTo>
                    <a:lnTo>
                      <a:pt x="654" y="810"/>
                    </a:lnTo>
                    <a:lnTo>
                      <a:pt x="798" y="768"/>
                    </a:lnTo>
                    <a:lnTo>
                      <a:pt x="804" y="774"/>
                    </a:lnTo>
                    <a:lnTo>
                      <a:pt x="804" y="762"/>
                    </a:lnTo>
                    <a:lnTo>
                      <a:pt x="810" y="756"/>
                    </a:lnTo>
                    <a:lnTo>
                      <a:pt x="810" y="750"/>
                    </a:lnTo>
                    <a:lnTo>
                      <a:pt x="816" y="738"/>
                    </a:lnTo>
                    <a:lnTo>
                      <a:pt x="816" y="732"/>
                    </a:lnTo>
                    <a:lnTo>
                      <a:pt x="822" y="726"/>
                    </a:lnTo>
                    <a:lnTo>
                      <a:pt x="846" y="726"/>
                    </a:lnTo>
                    <a:lnTo>
                      <a:pt x="852" y="750"/>
                    </a:lnTo>
                    <a:lnTo>
                      <a:pt x="864" y="744"/>
                    </a:lnTo>
                    <a:lnTo>
                      <a:pt x="870" y="744"/>
                    </a:lnTo>
                    <a:lnTo>
                      <a:pt x="876" y="738"/>
                    </a:lnTo>
                    <a:lnTo>
                      <a:pt x="876" y="732"/>
                    </a:lnTo>
                    <a:lnTo>
                      <a:pt x="852" y="708"/>
                    </a:lnTo>
                    <a:lnTo>
                      <a:pt x="870" y="708"/>
                    </a:lnTo>
                    <a:lnTo>
                      <a:pt x="882" y="720"/>
                    </a:lnTo>
                    <a:lnTo>
                      <a:pt x="936" y="720"/>
                    </a:lnTo>
                    <a:lnTo>
                      <a:pt x="924" y="708"/>
                    </a:lnTo>
                    <a:lnTo>
                      <a:pt x="918" y="708"/>
                    </a:lnTo>
                    <a:lnTo>
                      <a:pt x="906" y="696"/>
                    </a:lnTo>
                    <a:lnTo>
                      <a:pt x="882" y="696"/>
                    </a:lnTo>
                    <a:lnTo>
                      <a:pt x="876" y="690"/>
                    </a:lnTo>
                    <a:lnTo>
                      <a:pt x="876" y="684"/>
                    </a:lnTo>
                    <a:lnTo>
                      <a:pt x="882" y="678"/>
                    </a:lnTo>
                    <a:lnTo>
                      <a:pt x="906" y="678"/>
                    </a:lnTo>
                    <a:lnTo>
                      <a:pt x="924" y="666"/>
                    </a:lnTo>
                    <a:lnTo>
                      <a:pt x="930" y="672"/>
                    </a:lnTo>
                    <a:lnTo>
                      <a:pt x="936" y="684"/>
                    </a:lnTo>
                    <a:lnTo>
                      <a:pt x="942" y="690"/>
                    </a:lnTo>
                    <a:lnTo>
                      <a:pt x="948" y="690"/>
                    </a:lnTo>
                    <a:lnTo>
                      <a:pt x="954" y="684"/>
                    </a:lnTo>
                    <a:lnTo>
                      <a:pt x="960" y="690"/>
                    </a:lnTo>
                    <a:lnTo>
                      <a:pt x="966" y="702"/>
                    </a:lnTo>
                    <a:lnTo>
                      <a:pt x="966" y="708"/>
                    </a:lnTo>
                    <a:lnTo>
                      <a:pt x="960" y="714"/>
                    </a:lnTo>
                    <a:lnTo>
                      <a:pt x="954" y="714"/>
                    </a:lnTo>
                    <a:lnTo>
                      <a:pt x="942" y="720"/>
                    </a:lnTo>
                    <a:lnTo>
                      <a:pt x="924" y="738"/>
                    </a:lnTo>
                    <a:lnTo>
                      <a:pt x="888" y="738"/>
                    </a:lnTo>
                    <a:lnTo>
                      <a:pt x="882" y="744"/>
                    </a:lnTo>
                    <a:lnTo>
                      <a:pt x="882" y="756"/>
                    </a:lnTo>
                    <a:lnTo>
                      <a:pt x="888" y="762"/>
                    </a:lnTo>
                    <a:lnTo>
                      <a:pt x="900" y="762"/>
                    </a:lnTo>
                    <a:lnTo>
                      <a:pt x="906" y="768"/>
                    </a:lnTo>
                    <a:lnTo>
                      <a:pt x="918" y="768"/>
                    </a:lnTo>
                    <a:lnTo>
                      <a:pt x="918" y="786"/>
                    </a:lnTo>
                    <a:lnTo>
                      <a:pt x="912" y="798"/>
                    </a:lnTo>
                    <a:lnTo>
                      <a:pt x="912" y="816"/>
                    </a:lnTo>
                    <a:lnTo>
                      <a:pt x="918" y="822"/>
                    </a:lnTo>
                    <a:lnTo>
                      <a:pt x="984" y="858"/>
                    </a:lnTo>
                    <a:lnTo>
                      <a:pt x="1062" y="930"/>
                    </a:lnTo>
                    <a:lnTo>
                      <a:pt x="1068" y="930"/>
                    </a:lnTo>
                    <a:lnTo>
                      <a:pt x="1074" y="924"/>
                    </a:lnTo>
                    <a:lnTo>
                      <a:pt x="1110" y="924"/>
                    </a:lnTo>
                    <a:lnTo>
                      <a:pt x="1128" y="918"/>
                    </a:lnTo>
                    <a:lnTo>
                      <a:pt x="1188" y="918"/>
                    </a:lnTo>
                    <a:lnTo>
                      <a:pt x="1206" y="924"/>
                    </a:lnTo>
                    <a:lnTo>
                      <a:pt x="1224" y="924"/>
                    </a:lnTo>
                    <a:lnTo>
                      <a:pt x="1230" y="918"/>
                    </a:lnTo>
                    <a:lnTo>
                      <a:pt x="1254" y="906"/>
                    </a:lnTo>
                    <a:lnTo>
                      <a:pt x="1266" y="906"/>
                    </a:lnTo>
                    <a:lnTo>
                      <a:pt x="1272" y="918"/>
                    </a:lnTo>
                    <a:lnTo>
                      <a:pt x="1290" y="936"/>
                    </a:lnTo>
                    <a:lnTo>
                      <a:pt x="1296" y="954"/>
                    </a:lnTo>
                    <a:lnTo>
                      <a:pt x="1308" y="960"/>
                    </a:lnTo>
                    <a:lnTo>
                      <a:pt x="1314" y="972"/>
                    </a:lnTo>
                    <a:lnTo>
                      <a:pt x="1344" y="972"/>
                    </a:lnTo>
                    <a:lnTo>
                      <a:pt x="1344" y="984"/>
                    </a:lnTo>
                    <a:lnTo>
                      <a:pt x="1350" y="1002"/>
                    </a:lnTo>
                    <a:lnTo>
                      <a:pt x="1350" y="1044"/>
                    </a:lnTo>
                    <a:lnTo>
                      <a:pt x="1356" y="1050"/>
                    </a:lnTo>
                    <a:lnTo>
                      <a:pt x="1362" y="1050"/>
                    </a:lnTo>
                    <a:lnTo>
                      <a:pt x="1368" y="1044"/>
                    </a:lnTo>
                    <a:lnTo>
                      <a:pt x="1380" y="1044"/>
                    </a:lnTo>
                    <a:lnTo>
                      <a:pt x="1386" y="1050"/>
                    </a:lnTo>
                    <a:lnTo>
                      <a:pt x="1416" y="1110"/>
                    </a:lnTo>
                    <a:lnTo>
                      <a:pt x="1494" y="1110"/>
                    </a:lnTo>
                    <a:lnTo>
                      <a:pt x="1512" y="1116"/>
                    </a:lnTo>
                    <a:lnTo>
                      <a:pt x="1512" y="1134"/>
                    </a:lnTo>
                    <a:lnTo>
                      <a:pt x="1506" y="1140"/>
                    </a:lnTo>
                    <a:lnTo>
                      <a:pt x="1506" y="1152"/>
                    </a:lnTo>
                    <a:lnTo>
                      <a:pt x="1512" y="1152"/>
                    </a:lnTo>
                    <a:lnTo>
                      <a:pt x="1524" y="1158"/>
                    </a:lnTo>
                    <a:lnTo>
                      <a:pt x="1536" y="1158"/>
                    </a:lnTo>
                    <a:lnTo>
                      <a:pt x="1542" y="1164"/>
                    </a:lnTo>
                    <a:lnTo>
                      <a:pt x="1542" y="1152"/>
                    </a:lnTo>
                    <a:lnTo>
                      <a:pt x="1536" y="1146"/>
                    </a:lnTo>
                    <a:lnTo>
                      <a:pt x="1536" y="1134"/>
                    </a:lnTo>
                    <a:lnTo>
                      <a:pt x="1548" y="1122"/>
                    </a:lnTo>
                    <a:lnTo>
                      <a:pt x="1560" y="1116"/>
                    </a:lnTo>
                    <a:lnTo>
                      <a:pt x="1566" y="1110"/>
                    </a:lnTo>
                    <a:lnTo>
                      <a:pt x="1572" y="1110"/>
                    </a:lnTo>
                    <a:lnTo>
                      <a:pt x="1572" y="1092"/>
                    </a:lnTo>
                    <a:lnTo>
                      <a:pt x="1584" y="1080"/>
                    </a:lnTo>
                    <a:lnTo>
                      <a:pt x="1596" y="1074"/>
                    </a:lnTo>
                    <a:lnTo>
                      <a:pt x="1608" y="1074"/>
                    </a:lnTo>
                    <a:lnTo>
                      <a:pt x="1614" y="1068"/>
                    </a:lnTo>
                    <a:lnTo>
                      <a:pt x="1620" y="1068"/>
                    </a:lnTo>
                    <a:lnTo>
                      <a:pt x="1632" y="1044"/>
                    </a:lnTo>
                    <a:lnTo>
                      <a:pt x="1656" y="1044"/>
                    </a:lnTo>
                    <a:lnTo>
                      <a:pt x="1686" y="1026"/>
                    </a:lnTo>
                    <a:lnTo>
                      <a:pt x="1662" y="1026"/>
                    </a:lnTo>
                    <a:lnTo>
                      <a:pt x="1662" y="1008"/>
                    </a:lnTo>
                    <a:lnTo>
                      <a:pt x="1668" y="996"/>
                    </a:lnTo>
                    <a:lnTo>
                      <a:pt x="1686" y="978"/>
                    </a:lnTo>
                    <a:lnTo>
                      <a:pt x="1716" y="978"/>
                    </a:lnTo>
                    <a:lnTo>
                      <a:pt x="1728" y="984"/>
                    </a:lnTo>
                    <a:lnTo>
                      <a:pt x="1746" y="990"/>
                    </a:lnTo>
                    <a:lnTo>
                      <a:pt x="1782" y="1008"/>
                    </a:lnTo>
                    <a:lnTo>
                      <a:pt x="1812" y="1008"/>
                    </a:lnTo>
                    <a:lnTo>
                      <a:pt x="1830" y="1014"/>
                    </a:lnTo>
                    <a:lnTo>
                      <a:pt x="1830" y="1002"/>
                    </a:lnTo>
                    <a:lnTo>
                      <a:pt x="1824" y="990"/>
                    </a:lnTo>
                    <a:lnTo>
                      <a:pt x="1824" y="960"/>
                    </a:lnTo>
                    <a:lnTo>
                      <a:pt x="1830" y="954"/>
                    </a:lnTo>
                    <a:lnTo>
                      <a:pt x="1872" y="954"/>
                    </a:lnTo>
                    <a:lnTo>
                      <a:pt x="1884" y="960"/>
                    </a:lnTo>
                    <a:lnTo>
                      <a:pt x="1890" y="972"/>
                    </a:lnTo>
                    <a:lnTo>
                      <a:pt x="1914" y="972"/>
                    </a:lnTo>
                    <a:lnTo>
                      <a:pt x="1926" y="978"/>
                    </a:lnTo>
                    <a:lnTo>
                      <a:pt x="1944" y="978"/>
                    </a:lnTo>
                    <a:lnTo>
                      <a:pt x="1962" y="972"/>
                    </a:lnTo>
                    <a:lnTo>
                      <a:pt x="2082" y="972"/>
                    </a:lnTo>
                    <a:lnTo>
                      <a:pt x="2094" y="978"/>
                    </a:lnTo>
                    <a:lnTo>
                      <a:pt x="2106" y="978"/>
                    </a:lnTo>
                    <a:lnTo>
                      <a:pt x="2154" y="972"/>
                    </a:lnTo>
                    <a:lnTo>
                      <a:pt x="2166" y="984"/>
                    </a:lnTo>
                    <a:lnTo>
                      <a:pt x="2184" y="984"/>
                    </a:lnTo>
                    <a:lnTo>
                      <a:pt x="2208" y="1014"/>
                    </a:lnTo>
                    <a:lnTo>
                      <a:pt x="2250" y="1014"/>
                    </a:lnTo>
                    <a:lnTo>
                      <a:pt x="2268" y="1020"/>
                    </a:lnTo>
                    <a:lnTo>
                      <a:pt x="2262" y="1014"/>
                    </a:lnTo>
                    <a:lnTo>
                      <a:pt x="2262" y="1002"/>
                    </a:lnTo>
                    <a:lnTo>
                      <a:pt x="2256" y="996"/>
                    </a:lnTo>
                    <a:lnTo>
                      <a:pt x="2256" y="984"/>
                    </a:lnTo>
                    <a:lnTo>
                      <a:pt x="2280" y="984"/>
                    </a:lnTo>
                    <a:lnTo>
                      <a:pt x="2262" y="966"/>
                    </a:lnTo>
                    <a:lnTo>
                      <a:pt x="2262" y="960"/>
                    </a:lnTo>
                    <a:lnTo>
                      <a:pt x="2268" y="954"/>
                    </a:lnTo>
                    <a:lnTo>
                      <a:pt x="2286" y="954"/>
                    </a:lnTo>
                    <a:lnTo>
                      <a:pt x="2286" y="942"/>
                    </a:lnTo>
                    <a:lnTo>
                      <a:pt x="2274" y="936"/>
                    </a:lnTo>
                    <a:lnTo>
                      <a:pt x="2268" y="924"/>
                    </a:lnTo>
                    <a:lnTo>
                      <a:pt x="2226" y="882"/>
                    </a:lnTo>
                    <a:lnTo>
                      <a:pt x="2214" y="858"/>
                    </a:lnTo>
                    <a:lnTo>
                      <a:pt x="2214" y="828"/>
                    </a:lnTo>
                    <a:lnTo>
                      <a:pt x="2196" y="828"/>
                    </a:lnTo>
                    <a:lnTo>
                      <a:pt x="2184" y="822"/>
                    </a:lnTo>
                    <a:lnTo>
                      <a:pt x="2178" y="816"/>
                    </a:lnTo>
                    <a:lnTo>
                      <a:pt x="2178" y="810"/>
                    </a:lnTo>
                    <a:lnTo>
                      <a:pt x="2184" y="804"/>
                    </a:lnTo>
                    <a:lnTo>
                      <a:pt x="2196" y="798"/>
                    </a:lnTo>
                    <a:lnTo>
                      <a:pt x="2208" y="798"/>
                    </a:lnTo>
                    <a:lnTo>
                      <a:pt x="2220" y="792"/>
                    </a:lnTo>
                    <a:lnTo>
                      <a:pt x="2232" y="792"/>
                    </a:lnTo>
                    <a:lnTo>
                      <a:pt x="2268" y="774"/>
                    </a:lnTo>
                    <a:lnTo>
                      <a:pt x="2280" y="774"/>
                    </a:lnTo>
                    <a:lnTo>
                      <a:pt x="2286" y="780"/>
                    </a:lnTo>
                    <a:lnTo>
                      <a:pt x="2292" y="792"/>
                    </a:lnTo>
                    <a:lnTo>
                      <a:pt x="2298" y="798"/>
                    </a:lnTo>
                    <a:lnTo>
                      <a:pt x="2316" y="786"/>
                    </a:lnTo>
                    <a:lnTo>
                      <a:pt x="2328" y="798"/>
                    </a:lnTo>
                    <a:lnTo>
                      <a:pt x="2334" y="798"/>
                    </a:lnTo>
                    <a:lnTo>
                      <a:pt x="2340" y="792"/>
                    </a:lnTo>
                    <a:lnTo>
                      <a:pt x="2340" y="780"/>
                    </a:lnTo>
                    <a:lnTo>
                      <a:pt x="2334" y="774"/>
                    </a:lnTo>
                    <a:lnTo>
                      <a:pt x="2328" y="774"/>
                    </a:lnTo>
                    <a:lnTo>
                      <a:pt x="2322" y="768"/>
                    </a:lnTo>
                    <a:lnTo>
                      <a:pt x="2316" y="768"/>
                    </a:lnTo>
                    <a:lnTo>
                      <a:pt x="2316" y="630"/>
                    </a:lnTo>
                    <a:lnTo>
                      <a:pt x="2328" y="630"/>
                    </a:lnTo>
                    <a:lnTo>
                      <a:pt x="2340" y="636"/>
                    </a:lnTo>
                    <a:lnTo>
                      <a:pt x="2352" y="636"/>
                    </a:lnTo>
                    <a:lnTo>
                      <a:pt x="2376" y="648"/>
                    </a:lnTo>
                    <a:lnTo>
                      <a:pt x="2424" y="648"/>
                    </a:lnTo>
                    <a:lnTo>
                      <a:pt x="2436" y="660"/>
                    </a:lnTo>
                    <a:lnTo>
                      <a:pt x="2454" y="642"/>
                    </a:lnTo>
                    <a:lnTo>
                      <a:pt x="2472" y="642"/>
                    </a:lnTo>
                    <a:lnTo>
                      <a:pt x="2478" y="636"/>
                    </a:lnTo>
                    <a:lnTo>
                      <a:pt x="2478" y="618"/>
                    </a:lnTo>
                    <a:lnTo>
                      <a:pt x="2466" y="594"/>
                    </a:lnTo>
                    <a:lnTo>
                      <a:pt x="2454" y="582"/>
                    </a:lnTo>
                    <a:lnTo>
                      <a:pt x="2442" y="558"/>
                    </a:lnTo>
                    <a:lnTo>
                      <a:pt x="2442" y="540"/>
                    </a:lnTo>
                    <a:lnTo>
                      <a:pt x="2454" y="528"/>
                    </a:lnTo>
                    <a:lnTo>
                      <a:pt x="2496" y="528"/>
                    </a:lnTo>
                    <a:lnTo>
                      <a:pt x="2502" y="522"/>
                    </a:lnTo>
                    <a:lnTo>
                      <a:pt x="2502" y="510"/>
                    </a:lnTo>
                    <a:lnTo>
                      <a:pt x="2484" y="492"/>
                    </a:lnTo>
                    <a:close/>
                    <a:moveTo>
                      <a:pt x="2082" y="696"/>
                    </a:moveTo>
                    <a:lnTo>
                      <a:pt x="2046" y="696"/>
                    </a:lnTo>
                    <a:lnTo>
                      <a:pt x="2046" y="702"/>
                    </a:lnTo>
                    <a:lnTo>
                      <a:pt x="2040" y="708"/>
                    </a:lnTo>
                    <a:lnTo>
                      <a:pt x="2028" y="708"/>
                    </a:lnTo>
                    <a:lnTo>
                      <a:pt x="2022" y="702"/>
                    </a:lnTo>
                    <a:lnTo>
                      <a:pt x="2010" y="696"/>
                    </a:lnTo>
                    <a:lnTo>
                      <a:pt x="1980" y="702"/>
                    </a:lnTo>
                    <a:lnTo>
                      <a:pt x="1950" y="696"/>
                    </a:lnTo>
                    <a:lnTo>
                      <a:pt x="1932" y="696"/>
                    </a:lnTo>
                    <a:lnTo>
                      <a:pt x="1908" y="690"/>
                    </a:lnTo>
                    <a:lnTo>
                      <a:pt x="1860" y="690"/>
                    </a:lnTo>
                    <a:lnTo>
                      <a:pt x="1854" y="684"/>
                    </a:lnTo>
                    <a:lnTo>
                      <a:pt x="1854" y="678"/>
                    </a:lnTo>
                    <a:lnTo>
                      <a:pt x="1836" y="696"/>
                    </a:lnTo>
                    <a:lnTo>
                      <a:pt x="1830" y="696"/>
                    </a:lnTo>
                    <a:lnTo>
                      <a:pt x="1824" y="708"/>
                    </a:lnTo>
                    <a:lnTo>
                      <a:pt x="1824" y="714"/>
                    </a:lnTo>
                    <a:lnTo>
                      <a:pt x="1818" y="726"/>
                    </a:lnTo>
                    <a:lnTo>
                      <a:pt x="1812" y="732"/>
                    </a:lnTo>
                    <a:lnTo>
                      <a:pt x="1794" y="732"/>
                    </a:lnTo>
                    <a:lnTo>
                      <a:pt x="1800" y="762"/>
                    </a:lnTo>
                    <a:lnTo>
                      <a:pt x="1788" y="768"/>
                    </a:lnTo>
                    <a:lnTo>
                      <a:pt x="1806" y="786"/>
                    </a:lnTo>
                    <a:lnTo>
                      <a:pt x="1800" y="810"/>
                    </a:lnTo>
                    <a:lnTo>
                      <a:pt x="1794" y="810"/>
                    </a:lnTo>
                    <a:lnTo>
                      <a:pt x="1788" y="798"/>
                    </a:lnTo>
                    <a:lnTo>
                      <a:pt x="1776" y="792"/>
                    </a:lnTo>
                    <a:lnTo>
                      <a:pt x="1770" y="780"/>
                    </a:lnTo>
                    <a:lnTo>
                      <a:pt x="1758" y="774"/>
                    </a:lnTo>
                    <a:lnTo>
                      <a:pt x="1752" y="762"/>
                    </a:lnTo>
                    <a:lnTo>
                      <a:pt x="1752" y="750"/>
                    </a:lnTo>
                    <a:lnTo>
                      <a:pt x="1746" y="732"/>
                    </a:lnTo>
                    <a:lnTo>
                      <a:pt x="1746" y="720"/>
                    </a:lnTo>
                    <a:lnTo>
                      <a:pt x="1764" y="702"/>
                    </a:lnTo>
                    <a:lnTo>
                      <a:pt x="1776" y="702"/>
                    </a:lnTo>
                    <a:lnTo>
                      <a:pt x="1782" y="696"/>
                    </a:lnTo>
                    <a:lnTo>
                      <a:pt x="1788" y="684"/>
                    </a:lnTo>
                    <a:lnTo>
                      <a:pt x="1788" y="678"/>
                    </a:lnTo>
                    <a:lnTo>
                      <a:pt x="1800" y="666"/>
                    </a:lnTo>
                    <a:lnTo>
                      <a:pt x="1818" y="666"/>
                    </a:lnTo>
                    <a:lnTo>
                      <a:pt x="1830" y="672"/>
                    </a:lnTo>
                    <a:lnTo>
                      <a:pt x="1848" y="672"/>
                    </a:lnTo>
                    <a:lnTo>
                      <a:pt x="1854" y="666"/>
                    </a:lnTo>
                    <a:lnTo>
                      <a:pt x="1896" y="666"/>
                    </a:lnTo>
                    <a:lnTo>
                      <a:pt x="1908" y="672"/>
                    </a:lnTo>
                    <a:lnTo>
                      <a:pt x="1914" y="678"/>
                    </a:lnTo>
                    <a:lnTo>
                      <a:pt x="1932" y="678"/>
                    </a:lnTo>
                    <a:lnTo>
                      <a:pt x="1944" y="684"/>
                    </a:lnTo>
                    <a:lnTo>
                      <a:pt x="1974" y="684"/>
                    </a:lnTo>
                    <a:lnTo>
                      <a:pt x="1986" y="672"/>
                    </a:lnTo>
                    <a:lnTo>
                      <a:pt x="2028" y="672"/>
                    </a:lnTo>
                    <a:lnTo>
                      <a:pt x="2034" y="678"/>
                    </a:lnTo>
                    <a:lnTo>
                      <a:pt x="2046" y="678"/>
                    </a:lnTo>
                    <a:lnTo>
                      <a:pt x="2052" y="672"/>
                    </a:lnTo>
                    <a:lnTo>
                      <a:pt x="2064" y="666"/>
                    </a:lnTo>
                    <a:lnTo>
                      <a:pt x="2088" y="666"/>
                    </a:lnTo>
                    <a:lnTo>
                      <a:pt x="2088" y="684"/>
                    </a:lnTo>
                    <a:lnTo>
                      <a:pt x="2082" y="690"/>
                    </a:lnTo>
                    <a:lnTo>
                      <a:pt x="2082" y="69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1" name="Jordan" descr="© INSCALE GmbH, 05.05.2010&#10;http://www.presentationload.com/">
                <a:extLst>
                  <a:ext uri="{FF2B5EF4-FFF2-40B4-BE49-F238E27FC236}">
                    <a16:creationId xmlns:a16="http://schemas.microsoft.com/office/drawing/2014/main" id="{DE3DD642-D8CC-7557-B6BD-791D568AE2C1}"/>
                  </a:ext>
                </a:extLst>
              </p:cNvPr>
              <p:cNvSpPr>
                <a:spLocks/>
              </p:cNvSpPr>
              <p:nvPr/>
            </p:nvSpPr>
            <p:spPr bwMode="gray">
              <a:xfrm>
                <a:off x="5152980" y="2201567"/>
                <a:ext cx="106731" cy="127485"/>
              </a:xfrm>
              <a:custGeom>
                <a:avLst/>
                <a:gdLst>
                  <a:gd name="T0" fmla="*/ 2147483647 w 282"/>
                  <a:gd name="T1" fmla="*/ 2147483647 h 336"/>
                  <a:gd name="T2" fmla="*/ 2147483647 w 282"/>
                  <a:gd name="T3" fmla="*/ 2147483647 h 336"/>
                  <a:gd name="T4" fmla="*/ 2147483647 w 282"/>
                  <a:gd name="T5" fmla="*/ 0 h 336"/>
                  <a:gd name="T6" fmla="*/ 2147483647 w 282"/>
                  <a:gd name="T7" fmla="*/ 2147483647 h 336"/>
                  <a:gd name="T8" fmla="*/ 2147483647 w 282"/>
                  <a:gd name="T9" fmla="*/ 2147483647 h 336"/>
                  <a:gd name="T10" fmla="*/ 2147483647 w 282"/>
                  <a:gd name="T11" fmla="*/ 2147483647 h 336"/>
                  <a:gd name="T12" fmla="*/ 2147483647 w 282"/>
                  <a:gd name="T13" fmla="*/ 2147483647 h 336"/>
                  <a:gd name="T14" fmla="*/ 2147483647 w 282"/>
                  <a:gd name="T15" fmla="*/ 2147483647 h 336"/>
                  <a:gd name="T16" fmla="*/ 2147483647 w 282"/>
                  <a:gd name="T17" fmla="*/ 2147483647 h 336"/>
                  <a:gd name="T18" fmla="*/ 2147483647 w 282"/>
                  <a:gd name="T19" fmla="*/ 2147483647 h 336"/>
                  <a:gd name="T20" fmla="*/ 2147483647 w 282"/>
                  <a:gd name="T21" fmla="*/ 2147483647 h 336"/>
                  <a:gd name="T22" fmla="*/ 2147483647 w 282"/>
                  <a:gd name="T23" fmla="*/ 2147483647 h 336"/>
                  <a:gd name="T24" fmla="*/ 2147483647 w 282"/>
                  <a:gd name="T25" fmla="*/ 2147483647 h 336"/>
                  <a:gd name="T26" fmla="*/ 2147483647 w 282"/>
                  <a:gd name="T27" fmla="*/ 2147483647 h 336"/>
                  <a:gd name="T28" fmla="*/ 2147483647 w 282"/>
                  <a:gd name="T29" fmla="*/ 2147483647 h 336"/>
                  <a:gd name="T30" fmla="*/ 2147483647 w 282"/>
                  <a:gd name="T31" fmla="*/ 2147483647 h 336"/>
                  <a:gd name="T32" fmla="*/ 2147483647 w 282"/>
                  <a:gd name="T33" fmla="*/ 2147483647 h 336"/>
                  <a:gd name="T34" fmla="*/ 2147483647 w 282"/>
                  <a:gd name="T35" fmla="*/ 2147483647 h 336"/>
                  <a:gd name="T36" fmla="*/ 2147483647 w 282"/>
                  <a:gd name="T37" fmla="*/ 2147483647 h 336"/>
                  <a:gd name="T38" fmla="*/ 2147483647 w 282"/>
                  <a:gd name="T39" fmla="*/ 2147483647 h 336"/>
                  <a:gd name="T40" fmla="*/ 2147483647 w 282"/>
                  <a:gd name="T41" fmla="*/ 2147483647 h 336"/>
                  <a:gd name="T42" fmla="*/ 2147483647 w 282"/>
                  <a:gd name="T43" fmla="*/ 2147483647 h 336"/>
                  <a:gd name="T44" fmla="*/ 2147483647 w 282"/>
                  <a:gd name="T45" fmla="*/ 2147483647 h 336"/>
                  <a:gd name="T46" fmla="*/ 0 w 282"/>
                  <a:gd name="T47" fmla="*/ 2147483647 h 336"/>
                  <a:gd name="T48" fmla="*/ 0 w 282"/>
                  <a:gd name="T49" fmla="*/ 2147483647 h 336"/>
                  <a:gd name="T50" fmla="*/ 2147483647 w 282"/>
                  <a:gd name="T51" fmla="*/ 2147483647 h 336"/>
                  <a:gd name="T52" fmla="*/ 2147483647 w 282"/>
                  <a:gd name="T53" fmla="*/ 2147483647 h 336"/>
                  <a:gd name="T54" fmla="*/ 2147483647 w 282"/>
                  <a:gd name="T55" fmla="*/ 2147483647 h 336"/>
                  <a:gd name="T56" fmla="*/ 2147483647 w 282"/>
                  <a:gd name="T57" fmla="*/ 2147483647 h 336"/>
                  <a:gd name="T58" fmla="*/ 2147483647 w 282"/>
                  <a:gd name="T59" fmla="*/ 2147483647 h 336"/>
                  <a:gd name="T60" fmla="*/ 2147483647 w 282"/>
                  <a:gd name="T61" fmla="*/ 2147483647 h 336"/>
                  <a:gd name="T62" fmla="*/ 2147483647 w 282"/>
                  <a:gd name="T63" fmla="*/ 2147483647 h 336"/>
                  <a:gd name="T64" fmla="*/ 2147483647 w 282"/>
                  <a:gd name="T65" fmla="*/ 2147483647 h 336"/>
                  <a:gd name="T66" fmla="*/ 2147483647 w 282"/>
                  <a:gd name="T67" fmla="*/ 2147483647 h 336"/>
                  <a:gd name="T68" fmla="*/ 2147483647 w 282"/>
                  <a:gd name="T69" fmla="*/ 2147483647 h 336"/>
                  <a:gd name="T70" fmla="*/ 2147483647 w 282"/>
                  <a:gd name="T71" fmla="*/ 2147483647 h 336"/>
                  <a:gd name="T72" fmla="*/ 2147483647 w 282"/>
                  <a:gd name="T73" fmla="*/ 2147483647 h 336"/>
                  <a:gd name="T74" fmla="*/ 2147483647 w 282"/>
                  <a:gd name="T75" fmla="*/ 2147483647 h 336"/>
                  <a:gd name="T76" fmla="*/ 2147483647 w 282"/>
                  <a:gd name="T77" fmla="*/ 2147483647 h 336"/>
                  <a:gd name="T78" fmla="*/ 2147483647 w 282"/>
                  <a:gd name="T79" fmla="*/ 2147483647 h 336"/>
                  <a:gd name="T80" fmla="*/ 2147483647 w 282"/>
                  <a:gd name="T81" fmla="*/ 2147483647 h 336"/>
                  <a:gd name="T82" fmla="*/ 2147483647 w 282"/>
                  <a:gd name="T83" fmla="*/ 2147483647 h 336"/>
                  <a:gd name="T84" fmla="*/ 2147483647 w 282"/>
                  <a:gd name="T85" fmla="*/ 2147483647 h 336"/>
                  <a:gd name="T86" fmla="*/ 2147483647 w 282"/>
                  <a:gd name="T87" fmla="*/ 2147483647 h 336"/>
                  <a:gd name="T88" fmla="*/ 2147483647 w 282"/>
                  <a:gd name="T89" fmla="*/ 2147483647 h 336"/>
                  <a:gd name="T90" fmla="*/ 2147483647 w 282"/>
                  <a:gd name="T91" fmla="*/ 2147483647 h 336"/>
                  <a:gd name="T92" fmla="*/ 2147483647 w 282"/>
                  <a:gd name="T93" fmla="*/ 2147483647 h 336"/>
                  <a:gd name="T94" fmla="*/ 2147483647 w 282"/>
                  <a:gd name="T95" fmla="*/ 2147483647 h 336"/>
                  <a:gd name="T96" fmla="*/ 2147483647 w 282"/>
                  <a:gd name="T97" fmla="*/ 2147483647 h 336"/>
                  <a:gd name="T98" fmla="*/ 2147483647 w 282"/>
                  <a:gd name="T99" fmla="*/ 2147483647 h 336"/>
                  <a:gd name="T100" fmla="*/ 2147483647 w 282"/>
                  <a:gd name="T101" fmla="*/ 2147483647 h 336"/>
                  <a:gd name="T102" fmla="*/ 2147483647 w 282"/>
                  <a:gd name="T103" fmla="*/ 2147483647 h 336"/>
                  <a:gd name="T104" fmla="*/ 2147483647 w 282"/>
                  <a:gd name="T105" fmla="*/ 2147483647 h 336"/>
                  <a:gd name="T106" fmla="*/ 2147483647 w 282"/>
                  <a:gd name="T107" fmla="*/ 2147483647 h 336"/>
                  <a:gd name="T108" fmla="*/ 2147483647 w 282"/>
                  <a:gd name="T109" fmla="*/ 2147483647 h 336"/>
                  <a:gd name="T110" fmla="*/ 2147483647 w 282"/>
                  <a:gd name="T111" fmla="*/ 2147483647 h 336"/>
                  <a:gd name="T112" fmla="*/ 2147483647 w 282"/>
                  <a:gd name="T113" fmla="*/ 2147483647 h 336"/>
                  <a:gd name="T114" fmla="*/ 2147483647 w 282"/>
                  <a:gd name="T115" fmla="*/ 2147483647 h 336"/>
                  <a:gd name="T116" fmla="*/ 2147483647 w 282"/>
                  <a:gd name="T117" fmla="*/ 2147483647 h 336"/>
                  <a:gd name="T118" fmla="*/ 2147483647 w 282"/>
                  <a:gd name="T119" fmla="*/ 2147483647 h 336"/>
                  <a:gd name="T120" fmla="*/ 2147483647 w 282"/>
                  <a:gd name="T121" fmla="*/ 2147483647 h 336"/>
                  <a:gd name="T122" fmla="*/ 2147483647 w 282"/>
                  <a:gd name="T123" fmla="*/ 2147483647 h 3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82"/>
                  <a:gd name="T187" fmla="*/ 0 h 336"/>
                  <a:gd name="T188" fmla="*/ 282 w 282"/>
                  <a:gd name="T189" fmla="*/ 336 h 3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82" h="336">
                    <a:moveTo>
                      <a:pt x="258" y="60"/>
                    </a:moveTo>
                    <a:lnTo>
                      <a:pt x="258" y="42"/>
                    </a:lnTo>
                    <a:lnTo>
                      <a:pt x="234" y="0"/>
                    </a:lnTo>
                    <a:lnTo>
                      <a:pt x="222" y="6"/>
                    </a:lnTo>
                    <a:lnTo>
                      <a:pt x="198" y="30"/>
                    </a:lnTo>
                    <a:lnTo>
                      <a:pt x="138" y="78"/>
                    </a:lnTo>
                    <a:lnTo>
                      <a:pt x="114" y="84"/>
                    </a:lnTo>
                    <a:lnTo>
                      <a:pt x="96" y="84"/>
                    </a:lnTo>
                    <a:lnTo>
                      <a:pt x="84" y="78"/>
                    </a:lnTo>
                    <a:lnTo>
                      <a:pt x="72" y="66"/>
                    </a:lnTo>
                    <a:lnTo>
                      <a:pt x="36" y="48"/>
                    </a:lnTo>
                    <a:lnTo>
                      <a:pt x="30" y="48"/>
                    </a:lnTo>
                    <a:lnTo>
                      <a:pt x="24" y="66"/>
                    </a:lnTo>
                    <a:lnTo>
                      <a:pt x="30" y="138"/>
                    </a:lnTo>
                    <a:lnTo>
                      <a:pt x="18" y="150"/>
                    </a:lnTo>
                    <a:lnTo>
                      <a:pt x="18" y="162"/>
                    </a:lnTo>
                    <a:lnTo>
                      <a:pt x="30" y="174"/>
                    </a:lnTo>
                    <a:lnTo>
                      <a:pt x="30" y="186"/>
                    </a:lnTo>
                    <a:lnTo>
                      <a:pt x="24" y="198"/>
                    </a:lnTo>
                    <a:lnTo>
                      <a:pt x="18" y="204"/>
                    </a:lnTo>
                    <a:lnTo>
                      <a:pt x="12" y="216"/>
                    </a:lnTo>
                    <a:lnTo>
                      <a:pt x="6" y="222"/>
                    </a:lnTo>
                    <a:lnTo>
                      <a:pt x="6" y="282"/>
                    </a:lnTo>
                    <a:lnTo>
                      <a:pt x="0" y="294"/>
                    </a:lnTo>
                    <a:lnTo>
                      <a:pt x="0" y="312"/>
                    </a:lnTo>
                    <a:lnTo>
                      <a:pt x="6" y="324"/>
                    </a:lnTo>
                    <a:lnTo>
                      <a:pt x="24" y="324"/>
                    </a:lnTo>
                    <a:lnTo>
                      <a:pt x="48" y="336"/>
                    </a:lnTo>
                    <a:lnTo>
                      <a:pt x="84" y="336"/>
                    </a:lnTo>
                    <a:lnTo>
                      <a:pt x="96" y="324"/>
                    </a:lnTo>
                    <a:lnTo>
                      <a:pt x="108" y="300"/>
                    </a:lnTo>
                    <a:lnTo>
                      <a:pt x="108" y="288"/>
                    </a:lnTo>
                    <a:lnTo>
                      <a:pt x="120" y="276"/>
                    </a:lnTo>
                    <a:lnTo>
                      <a:pt x="126" y="276"/>
                    </a:lnTo>
                    <a:lnTo>
                      <a:pt x="138" y="270"/>
                    </a:lnTo>
                    <a:lnTo>
                      <a:pt x="150" y="270"/>
                    </a:lnTo>
                    <a:lnTo>
                      <a:pt x="162" y="264"/>
                    </a:lnTo>
                    <a:lnTo>
                      <a:pt x="168" y="258"/>
                    </a:lnTo>
                    <a:lnTo>
                      <a:pt x="174" y="246"/>
                    </a:lnTo>
                    <a:lnTo>
                      <a:pt x="180" y="240"/>
                    </a:lnTo>
                    <a:lnTo>
                      <a:pt x="180" y="228"/>
                    </a:lnTo>
                    <a:lnTo>
                      <a:pt x="186" y="222"/>
                    </a:lnTo>
                    <a:lnTo>
                      <a:pt x="186" y="210"/>
                    </a:lnTo>
                    <a:lnTo>
                      <a:pt x="180" y="204"/>
                    </a:lnTo>
                    <a:lnTo>
                      <a:pt x="168" y="180"/>
                    </a:lnTo>
                    <a:lnTo>
                      <a:pt x="144" y="156"/>
                    </a:lnTo>
                    <a:lnTo>
                      <a:pt x="132" y="156"/>
                    </a:lnTo>
                    <a:lnTo>
                      <a:pt x="120" y="150"/>
                    </a:lnTo>
                    <a:lnTo>
                      <a:pt x="96" y="150"/>
                    </a:lnTo>
                    <a:lnTo>
                      <a:pt x="96" y="144"/>
                    </a:lnTo>
                    <a:lnTo>
                      <a:pt x="108" y="144"/>
                    </a:lnTo>
                    <a:lnTo>
                      <a:pt x="120" y="138"/>
                    </a:lnTo>
                    <a:lnTo>
                      <a:pt x="186" y="138"/>
                    </a:lnTo>
                    <a:lnTo>
                      <a:pt x="198" y="114"/>
                    </a:lnTo>
                    <a:lnTo>
                      <a:pt x="240" y="114"/>
                    </a:lnTo>
                    <a:lnTo>
                      <a:pt x="252" y="108"/>
                    </a:lnTo>
                    <a:lnTo>
                      <a:pt x="258" y="102"/>
                    </a:lnTo>
                    <a:lnTo>
                      <a:pt x="264" y="102"/>
                    </a:lnTo>
                    <a:lnTo>
                      <a:pt x="276" y="96"/>
                    </a:lnTo>
                    <a:lnTo>
                      <a:pt x="282" y="90"/>
                    </a:lnTo>
                    <a:lnTo>
                      <a:pt x="282" y="78"/>
                    </a:lnTo>
                    <a:lnTo>
                      <a:pt x="258" y="6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2" name="Jamaica" descr="© INSCALE GmbH, 05.05.2010&#10;http://www.presentationload.com/">
                <a:extLst>
                  <a:ext uri="{FF2B5EF4-FFF2-40B4-BE49-F238E27FC236}">
                    <a16:creationId xmlns:a16="http://schemas.microsoft.com/office/drawing/2014/main" id="{52CD97CB-5A16-3C7D-259F-9BBDEFDD9D3B}"/>
                  </a:ext>
                </a:extLst>
              </p:cNvPr>
              <p:cNvSpPr>
                <a:spLocks/>
              </p:cNvSpPr>
              <p:nvPr/>
            </p:nvSpPr>
            <p:spPr bwMode="gray">
              <a:xfrm>
                <a:off x="2149694" y="2656657"/>
                <a:ext cx="59295" cy="19271"/>
              </a:xfrm>
              <a:custGeom>
                <a:avLst/>
                <a:gdLst>
                  <a:gd name="T0" fmla="*/ 2147483647 w 156"/>
                  <a:gd name="T1" fmla="*/ 2147483647 h 54"/>
                  <a:gd name="T2" fmla="*/ 2147483647 w 156"/>
                  <a:gd name="T3" fmla="*/ 2147483647 h 54"/>
                  <a:gd name="T4" fmla="*/ 2147483647 w 156"/>
                  <a:gd name="T5" fmla="*/ 2147483647 h 54"/>
                  <a:gd name="T6" fmla="*/ 2147483647 w 156"/>
                  <a:gd name="T7" fmla="*/ 2147483647 h 54"/>
                  <a:gd name="T8" fmla="*/ 2147483647 w 156"/>
                  <a:gd name="T9" fmla="*/ 2147483647 h 54"/>
                  <a:gd name="T10" fmla="*/ 2147483647 w 156"/>
                  <a:gd name="T11" fmla="*/ 2147483647 h 54"/>
                  <a:gd name="T12" fmla="*/ 2147483647 w 156"/>
                  <a:gd name="T13" fmla="*/ 2147483647 h 54"/>
                  <a:gd name="T14" fmla="*/ 2147483647 w 156"/>
                  <a:gd name="T15" fmla="*/ 2147483647 h 54"/>
                  <a:gd name="T16" fmla="*/ 2147483647 w 156"/>
                  <a:gd name="T17" fmla="*/ 0 h 54"/>
                  <a:gd name="T18" fmla="*/ 2147483647 w 156"/>
                  <a:gd name="T19" fmla="*/ 0 h 54"/>
                  <a:gd name="T20" fmla="*/ 2147483647 w 156"/>
                  <a:gd name="T21" fmla="*/ 2147483647 h 54"/>
                  <a:gd name="T22" fmla="*/ 0 w 156"/>
                  <a:gd name="T23" fmla="*/ 2147483647 h 54"/>
                  <a:gd name="T24" fmla="*/ 2147483647 w 156"/>
                  <a:gd name="T25" fmla="*/ 2147483647 h 54"/>
                  <a:gd name="T26" fmla="*/ 2147483647 w 156"/>
                  <a:gd name="T27" fmla="*/ 2147483647 h 54"/>
                  <a:gd name="T28" fmla="*/ 2147483647 w 156"/>
                  <a:gd name="T29" fmla="*/ 2147483647 h 54"/>
                  <a:gd name="T30" fmla="*/ 2147483647 w 156"/>
                  <a:gd name="T31" fmla="*/ 2147483647 h 54"/>
                  <a:gd name="T32" fmla="*/ 2147483647 w 156"/>
                  <a:gd name="T33" fmla="*/ 2147483647 h 54"/>
                  <a:gd name="T34" fmla="*/ 2147483647 w 156"/>
                  <a:gd name="T35" fmla="*/ 2147483647 h 54"/>
                  <a:gd name="T36" fmla="*/ 2147483647 w 156"/>
                  <a:gd name="T37" fmla="*/ 2147483647 h 5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6"/>
                  <a:gd name="T58" fmla="*/ 0 h 54"/>
                  <a:gd name="T59" fmla="*/ 156 w 156"/>
                  <a:gd name="T60" fmla="*/ 54 h 5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6" h="54">
                    <a:moveTo>
                      <a:pt x="108" y="54"/>
                    </a:moveTo>
                    <a:lnTo>
                      <a:pt x="114" y="36"/>
                    </a:lnTo>
                    <a:lnTo>
                      <a:pt x="156" y="48"/>
                    </a:lnTo>
                    <a:lnTo>
                      <a:pt x="156" y="42"/>
                    </a:lnTo>
                    <a:lnTo>
                      <a:pt x="150" y="36"/>
                    </a:lnTo>
                    <a:lnTo>
                      <a:pt x="144" y="24"/>
                    </a:lnTo>
                    <a:lnTo>
                      <a:pt x="126" y="6"/>
                    </a:lnTo>
                    <a:lnTo>
                      <a:pt x="84" y="6"/>
                    </a:lnTo>
                    <a:lnTo>
                      <a:pt x="66" y="0"/>
                    </a:lnTo>
                    <a:lnTo>
                      <a:pt x="24" y="0"/>
                    </a:lnTo>
                    <a:lnTo>
                      <a:pt x="12" y="6"/>
                    </a:lnTo>
                    <a:lnTo>
                      <a:pt x="0" y="6"/>
                    </a:lnTo>
                    <a:lnTo>
                      <a:pt x="6" y="18"/>
                    </a:lnTo>
                    <a:lnTo>
                      <a:pt x="18" y="24"/>
                    </a:lnTo>
                    <a:lnTo>
                      <a:pt x="24" y="36"/>
                    </a:lnTo>
                    <a:lnTo>
                      <a:pt x="36" y="42"/>
                    </a:lnTo>
                    <a:lnTo>
                      <a:pt x="60" y="42"/>
                    </a:lnTo>
                    <a:lnTo>
                      <a:pt x="78" y="48"/>
                    </a:lnTo>
                    <a:lnTo>
                      <a:pt x="108" y="5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3" name="Japan" descr="© INSCALE GmbH, 05.05.2010&#10;http://www.presentationload.com/">
                <a:extLst>
                  <a:ext uri="{FF2B5EF4-FFF2-40B4-BE49-F238E27FC236}">
                    <a16:creationId xmlns:a16="http://schemas.microsoft.com/office/drawing/2014/main" id="{8FC7958F-554A-40A1-153D-FC5BB81B2B3E}"/>
                  </a:ext>
                </a:extLst>
              </p:cNvPr>
              <p:cNvSpPr>
                <a:spLocks noEditPoints="1"/>
              </p:cNvSpPr>
              <p:nvPr/>
            </p:nvSpPr>
            <p:spPr bwMode="gray">
              <a:xfrm>
                <a:off x="7493646" y="1830973"/>
                <a:ext cx="332051" cy="647800"/>
              </a:xfrm>
              <a:custGeom>
                <a:avLst/>
                <a:gdLst>
                  <a:gd name="T0" fmla="*/ 2147483647 w 876"/>
                  <a:gd name="T1" fmla="*/ 2147483647 h 1710"/>
                  <a:gd name="T2" fmla="*/ 2147483647 w 876"/>
                  <a:gd name="T3" fmla="*/ 2147483647 h 1710"/>
                  <a:gd name="T4" fmla="*/ 2147483647 w 876"/>
                  <a:gd name="T5" fmla="*/ 2147483647 h 1710"/>
                  <a:gd name="T6" fmla="*/ 2147483647 w 876"/>
                  <a:gd name="T7" fmla="*/ 2147483647 h 1710"/>
                  <a:gd name="T8" fmla="*/ 2147483647 w 876"/>
                  <a:gd name="T9" fmla="*/ 2147483647 h 1710"/>
                  <a:gd name="T10" fmla="*/ 2147483647 w 876"/>
                  <a:gd name="T11" fmla="*/ 2147483647 h 1710"/>
                  <a:gd name="T12" fmla="*/ 2147483647 w 876"/>
                  <a:gd name="T13" fmla="*/ 2147483647 h 1710"/>
                  <a:gd name="T14" fmla="*/ 2147483647 w 876"/>
                  <a:gd name="T15" fmla="*/ 2147483647 h 1710"/>
                  <a:gd name="T16" fmla="*/ 2147483647 w 876"/>
                  <a:gd name="T17" fmla="*/ 2147483647 h 1710"/>
                  <a:gd name="T18" fmla="*/ 2147483647 w 876"/>
                  <a:gd name="T19" fmla="*/ 2147483647 h 1710"/>
                  <a:gd name="T20" fmla="*/ 2147483647 w 876"/>
                  <a:gd name="T21" fmla="*/ 2147483647 h 1710"/>
                  <a:gd name="T22" fmla="*/ 2147483647 w 876"/>
                  <a:gd name="T23" fmla="*/ 2147483647 h 1710"/>
                  <a:gd name="T24" fmla="*/ 2147483647 w 876"/>
                  <a:gd name="T25" fmla="*/ 2147483647 h 1710"/>
                  <a:gd name="T26" fmla="*/ 2147483647 w 876"/>
                  <a:gd name="T27" fmla="*/ 2147483647 h 1710"/>
                  <a:gd name="T28" fmla="*/ 2147483647 w 876"/>
                  <a:gd name="T29" fmla="*/ 2147483647 h 1710"/>
                  <a:gd name="T30" fmla="*/ 2147483647 w 876"/>
                  <a:gd name="T31" fmla="*/ 2147483647 h 1710"/>
                  <a:gd name="T32" fmla="*/ 2147483647 w 876"/>
                  <a:gd name="T33" fmla="*/ 2147483647 h 1710"/>
                  <a:gd name="T34" fmla="*/ 2147483647 w 876"/>
                  <a:gd name="T35" fmla="*/ 2147483647 h 1710"/>
                  <a:gd name="T36" fmla="*/ 2147483647 w 876"/>
                  <a:gd name="T37" fmla="*/ 2147483647 h 1710"/>
                  <a:gd name="T38" fmla="*/ 2147483647 w 876"/>
                  <a:gd name="T39" fmla="*/ 2147483647 h 1710"/>
                  <a:gd name="T40" fmla="*/ 2147483647 w 876"/>
                  <a:gd name="T41" fmla="*/ 2147483647 h 1710"/>
                  <a:gd name="T42" fmla="*/ 2147483647 w 876"/>
                  <a:gd name="T43" fmla="*/ 2147483647 h 1710"/>
                  <a:gd name="T44" fmla="*/ 2147483647 w 876"/>
                  <a:gd name="T45" fmla="*/ 2147483647 h 1710"/>
                  <a:gd name="T46" fmla="*/ 2147483647 w 876"/>
                  <a:gd name="T47" fmla="*/ 2147483647 h 1710"/>
                  <a:gd name="T48" fmla="*/ 2147483647 w 876"/>
                  <a:gd name="T49" fmla="*/ 2147483647 h 1710"/>
                  <a:gd name="T50" fmla="*/ 2147483647 w 876"/>
                  <a:gd name="T51" fmla="*/ 2147483647 h 1710"/>
                  <a:gd name="T52" fmla="*/ 2147483647 w 876"/>
                  <a:gd name="T53" fmla="*/ 2147483647 h 1710"/>
                  <a:gd name="T54" fmla="*/ 2147483647 w 876"/>
                  <a:gd name="T55" fmla="*/ 2147483647 h 1710"/>
                  <a:gd name="T56" fmla="*/ 2147483647 w 876"/>
                  <a:gd name="T57" fmla="*/ 2147483647 h 1710"/>
                  <a:gd name="T58" fmla="*/ 2147483647 w 876"/>
                  <a:gd name="T59" fmla="*/ 2147483647 h 1710"/>
                  <a:gd name="T60" fmla="*/ 2147483647 w 876"/>
                  <a:gd name="T61" fmla="*/ 2147483647 h 1710"/>
                  <a:gd name="T62" fmla="*/ 2147483647 w 876"/>
                  <a:gd name="T63" fmla="*/ 2147483647 h 1710"/>
                  <a:gd name="T64" fmla="*/ 2147483647 w 876"/>
                  <a:gd name="T65" fmla="*/ 2147483647 h 1710"/>
                  <a:gd name="T66" fmla="*/ 2147483647 w 876"/>
                  <a:gd name="T67" fmla="*/ 2147483647 h 1710"/>
                  <a:gd name="T68" fmla="*/ 2147483647 w 876"/>
                  <a:gd name="T69" fmla="*/ 2147483647 h 1710"/>
                  <a:gd name="T70" fmla="*/ 2147483647 w 876"/>
                  <a:gd name="T71" fmla="*/ 2147483647 h 1710"/>
                  <a:gd name="T72" fmla="*/ 2147483647 w 876"/>
                  <a:gd name="T73" fmla="*/ 2147483647 h 1710"/>
                  <a:gd name="T74" fmla="*/ 2147483647 w 876"/>
                  <a:gd name="T75" fmla="*/ 2147483647 h 1710"/>
                  <a:gd name="T76" fmla="*/ 2147483647 w 876"/>
                  <a:gd name="T77" fmla="*/ 2147483647 h 1710"/>
                  <a:gd name="T78" fmla="*/ 2147483647 w 876"/>
                  <a:gd name="T79" fmla="*/ 2147483647 h 1710"/>
                  <a:gd name="T80" fmla="*/ 2147483647 w 876"/>
                  <a:gd name="T81" fmla="*/ 2147483647 h 1710"/>
                  <a:gd name="T82" fmla="*/ 2147483647 w 876"/>
                  <a:gd name="T83" fmla="*/ 2147483647 h 1710"/>
                  <a:gd name="T84" fmla="*/ 2147483647 w 876"/>
                  <a:gd name="T85" fmla="*/ 2147483647 h 1710"/>
                  <a:gd name="T86" fmla="*/ 2147483647 w 876"/>
                  <a:gd name="T87" fmla="*/ 2147483647 h 1710"/>
                  <a:gd name="T88" fmla="*/ 2147483647 w 876"/>
                  <a:gd name="T89" fmla="*/ 2147483647 h 1710"/>
                  <a:gd name="T90" fmla="*/ 2147483647 w 876"/>
                  <a:gd name="T91" fmla="*/ 2147483647 h 1710"/>
                  <a:gd name="T92" fmla="*/ 2147483647 w 876"/>
                  <a:gd name="T93" fmla="*/ 2147483647 h 1710"/>
                  <a:gd name="T94" fmla="*/ 2147483647 w 876"/>
                  <a:gd name="T95" fmla="*/ 2147483647 h 1710"/>
                  <a:gd name="T96" fmla="*/ 2147483647 w 876"/>
                  <a:gd name="T97" fmla="*/ 2147483647 h 1710"/>
                  <a:gd name="T98" fmla="*/ 2147483647 w 876"/>
                  <a:gd name="T99" fmla="*/ 2147483647 h 1710"/>
                  <a:gd name="T100" fmla="*/ 2147483647 w 876"/>
                  <a:gd name="T101" fmla="*/ 2147483647 h 1710"/>
                  <a:gd name="T102" fmla="*/ 2147483647 w 876"/>
                  <a:gd name="T103" fmla="*/ 2147483647 h 1710"/>
                  <a:gd name="T104" fmla="*/ 2147483647 w 876"/>
                  <a:gd name="T105" fmla="*/ 2147483647 h 1710"/>
                  <a:gd name="T106" fmla="*/ 2147483647 w 876"/>
                  <a:gd name="T107" fmla="*/ 2147483647 h 1710"/>
                  <a:gd name="T108" fmla="*/ 2147483647 w 876"/>
                  <a:gd name="T109" fmla="*/ 2147483647 h 1710"/>
                  <a:gd name="T110" fmla="*/ 2147483647 w 876"/>
                  <a:gd name="T111" fmla="*/ 2147483647 h 1710"/>
                  <a:gd name="T112" fmla="*/ 2147483647 w 876"/>
                  <a:gd name="T113" fmla="*/ 2147483647 h 1710"/>
                  <a:gd name="T114" fmla="*/ 2147483647 w 876"/>
                  <a:gd name="T115" fmla="*/ 2147483647 h 1710"/>
                  <a:gd name="T116" fmla="*/ 2147483647 w 876"/>
                  <a:gd name="T117" fmla="*/ 2147483647 h 1710"/>
                  <a:gd name="T118" fmla="*/ 2147483647 w 876"/>
                  <a:gd name="T119" fmla="*/ 2147483647 h 171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76"/>
                  <a:gd name="T181" fmla="*/ 0 h 1710"/>
                  <a:gd name="T182" fmla="*/ 876 w 876"/>
                  <a:gd name="T183" fmla="*/ 1710 h 171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76" h="1710">
                    <a:moveTo>
                      <a:pt x="876" y="780"/>
                    </a:moveTo>
                    <a:lnTo>
                      <a:pt x="864" y="774"/>
                    </a:lnTo>
                    <a:lnTo>
                      <a:pt x="858" y="768"/>
                    </a:lnTo>
                    <a:lnTo>
                      <a:pt x="846" y="762"/>
                    </a:lnTo>
                    <a:lnTo>
                      <a:pt x="840" y="750"/>
                    </a:lnTo>
                    <a:lnTo>
                      <a:pt x="828" y="744"/>
                    </a:lnTo>
                    <a:lnTo>
                      <a:pt x="828" y="720"/>
                    </a:lnTo>
                    <a:lnTo>
                      <a:pt x="834" y="702"/>
                    </a:lnTo>
                    <a:lnTo>
                      <a:pt x="834" y="684"/>
                    </a:lnTo>
                    <a:lnTo>
                      <a:pt x="828" y="666"/>
                    </a:lnTo>
                    <a:lnTo>
                      <a:pt x="816" y="642"/>
                    </a:lnTo>
                    <a:lnTo>
                      <a:pt x="792" y="618"/>
                    </a:lnTo>
                    <a:lnTo>
                      <a:pt x="786" y="600"/>
                    </a:lnTo>
                    <a:lnTo>
                      <a:pt x="786" y="576"/>
                    </a:lnTo>
                    <a:lnTo>
                      <a:pt x="792" y="570"/>
                    </a:lnTo>
                    <a:lnTo>
                      <a:pt x="810" y="570"/>
                    </a:lnTo>
                    <a:lnTo>
                      <a:pt x="810" y="528"/>
                    </a:lnTo>
                    <a:lnTo>
                      <a:pt x="798" y="516"/>
                    </a:lnTo>
                    <a:lnTo>
                      <a:pt x="810" y="510"/>
                    </a:lnTo>
                    <a:lnTo>
                      <a:pt x="810" y="498"/>
                    </a:lnTo>
                    <a:lnTo>
                      <a:pt x="804" y="486"/>
                    </a:lnTo>
                    <a:lnTo>
                      <a:pt x="804" y="474"/>
                    </a:lnTo>
                    <a:lnTo>
                      <a:pt x="798" y="468"/>
                    </a:lnTo>
                    <a:lnTo>
                      <a:pt x="792" y="456"/>
                    </a:lnTo>
                    <a:lnTo>
                      <a:pt x="786" y="450"/>
                    </a:lnTo>
                    <a:lnTo>
                      <a:pt x="774" y="444"/>
                    </a:lnTo>
                    <a:lnTo>
                      <a:pt x="768" y="438"/>
                    </a:lnTo>
                    <a:lnTo>
                      <a:pt x="762" y="420"/>
                    </a:lnTo>
                    <a:lnTo>
                      <a:pt x="756" y="420"/>
                    </a:lnTo>
                    <a:lnTo>
                      <a:pt x="738" y="402"/>
                    </a:lnTo>
                    <a:lnTo>
                      <a:pt x="714" y="390"/>
                    </a:lnTo>
                    <a:lnTo>
                      <a:pt x="702" y="378"/>
                    </a:lnTo>
                    <a:lnTo>
                      <a:pt x="696" y="360"/>
                    </a:lnTo>
                    <a:lnTo>
                      <a:pt x="690" y="348"/>
                    </a:lnTo>
                    <a:lnTo>
                      <a:pt x="690" y="330"/>
                    </a:lnTo>
                    <a:lnTo>
                      <a:pt x="684" y="324"/>
                    </a:lnTo>
                    <a:lnTo>
                      <a:pt x="678" y="324"/>
                    </a:lnTo>
                    <a:lnTo>
                      <a:pt x="666" y="318"/>
                    </a:lnTo>
                    <a:lnTo>
                      <a:pt x="654" y="318"/>
                    </a:lnTo>
                    <a:lnTo>
                      <a:pt x="648" y="324"/>
                    </a:lnTo>
                    <a:lnTo>
                      <a:pt x="648" y="342"/>
                    </a:lnTo>
                    <a:lnTo>
                      <a:pt x="654" y="342"/>
                    </a:lnTo>
                    <a:lnTo>
                      <a:pt x="660" y="348"/>
                    </a:lnTo>
                    <a:lnTo>
                      <a:pt x="672" y="342"/>
                    </a:lnTo>
                    <a:lnTo>
                      <a:pt x="678" y="348"/>
                    </a:lnTo>
                    <a:lnTo>
                      <a:pt x="678" y="366"/>
                    </a:lnTo>
                    <a:lnTo>
                      <a:pt x="672" y="366"/>
                    </a:lnTo>
                    <a:lnTo>
                      <a:pt x="666" y="360"/>
                    </a:lnTo>
                    <a:lnTo>
                      <a:pt x="654" y="372"/>
                    </a:lnTo>
                    <a:lnTo>
                      <a:pt x="630" y="342"/>
                    </a:lnTo>
                    <a:lnTo>
                      <a:pt x="612" y="342"/>
                    </a:lnTo>
                    <a:lnTo>
                      <a:pt x="636" y="378"/>
                    </a:lnTo>
                    <a:lnTo>
                      <a:pt x="618" y="378"/>
                    </a:lnTo>
                    <a:lnTo>
                      <a:pt x="648" y="426"/>
                    </a:lnTo>
                    <a:lnTo>
                      <a:pt x="636" y="438"/>
                    </a:lnTo>
                    <a:lnTo>
                      <a:pt x="648" y="444"/>
                    </a:lnTo>
                    <a:lnTo>
                      <a:pt x="666" y="462"/>
                    </a:lnTo>
                    <a:lnTo>
                      <a:pt x="678" y="468"/>
                    </a:lnTo>
                    <a:lnTo>
                      <a:pt x="684" y="480"/>
                    </a:lnTo>
                    <a:lnTo>
                      <a:pt x="684" y="504"/>
                    </a:lnTo>
                    <a:lnTo>
                      <a:pt x="678" y="516"/>
                    </a:lnTo>
                    <a:lnTo>
                      <a:pt x="678" y="534"/>
                    </a:lnTo>
                    <a:lnTo>
                      <a:pt x="672" y="540"/>
                    </a:lnTo>
                    <a:lnTo>
                      <a:pt x="672" y="570"/>
                    </a:lnTo>
                    <a:lnTo>
                      <a:pt x="678" y="570"/>
                    </a:lnTo>
                    <a:lnTo>
                      <a:pt x="690" y="582"/>
                    </a:lnTo>
                    <a:lnTo>
                      <a:pt x="690" y="600"/>
                    </a:lnTo>
                    <a:lnTo>
                      <a:pt x="678" y="606"/>
                    </a:lnTo>
                    <a:lnTo>
                      <a:pt x="660" y="606"/>
                    </a:lnTo>
                    <a:lnTo>
                      <a:pt x="660" y="618"/>
                    </a:lnTo>
                    <a:lnTo>
                      <a:pt x="666" y="630"/>
                    </a:lnTo>
                    <a:lnTo>
                      <a:pt x="666" y="642"/>
                    </a:lnTo>
                    <a:lnTo>
                      <a:pt x="660" y="654"/>
                    </a:lnTo>
                    <a:lnTo>
                      <a:pt x="654" y="660"/>
                    </a:lnTo>
                    <a:lnTo>
                      <a:pt x="642" y="666"/>
                    </a:lnTo>
                    <a:lnTo>
                      <a:pt x="630" y="666"/>
                    </a:lnTo>
                    <a:lnTo>
                      <a:pt x="618" y="672"/>
                    </a:lnTo>
                    <a:lnTo>
                      <a:pt x="612" y="678"/>
                    </a:lnTo>
                    <a:lnTo>
                      <a:pt x="606" y="678"/>
                    </a:lnTo>
                    <a:lnTo>
                      <a:pt x="606" y="696"/>
                    </a:lnTo>
                    <a:lnTo>
                      <a:pt x="588" y="696"/>
                    </a:lnTo>
                    <a:lnTo>
                      <a:pt x="564" y="672"/>
                    </a:lnTo>
                    <a:lnTo>
                      <a:pt x="564" y="654"/>
                    </a:lnTo>
                    <a:lnTo>
                      <a:pt x="570" y="636"/>
                    </a:lnTo>
                    <a:lnTo>
                      <a:pt x="558" y="636"/>
                    </a:lnTo>
                    <a:lnTo>
                      <a:pt x="552" y="642"/>
                    </a:lnTo>
                    <a:lnTo>
                      <a:pt x="540" y="648"/>
                    </a:lnTo>
                    <a:lnTo>
                      <a:pt x="534" y="654"/>
                    </a:lnTo>
                    <a:lnTo>
                      <a:pt x="534" y="660"/>
                    </a:lnTo>
                    <a:lnTo>
                      <a:pt x="540" y="666"/>
                    </a:lnTo>
                    <a:lnTo>
                      <a:pt x="558" y="702"/>
                    </a:lnTo>
                    <a:lnTo>
                      <a:pt x="558" y="714"/>
                    </a:lnTo>
                    <a:lnTo>
                      <a:pt x="552" y="720"/>
                    </a:lnTo>
                    <a:lnTo>
                      <a:pt x="540" y="744"/>
                    </a:lnTo>
                    <a:lnTo>
                      <a:pt x="540" y="756"/>
                    </a:lnTo>
                    <a:lnTo>
                      <a:pt x="546" y="762"/>
                    </a:lnTo>
                    <a:lnTo>
                      <a:pt x="546" y="768"/>
                    </a:lnTo>
                    <a:lnTo>
                      <a:pt x="552" y="780"/>
                    </a:lnTo>
                    <a:lnTo>
                      <a:pt x="558" y="786"/>
                    </a:lnTo>
                    <a:lnTo>
                      <a:pt x="558" y="792"/>
                    </a:lnTo>
                    <a:lnTo>
                      <a:pt x="522" y="792"/>
                    </a:lnTo>
                    <a:lnTo>
                      <a:pt x="498" y="780"/>
                    </a:lnTo>
                    <a:lnTo>
                      <a:pt x="474" y="780"/>
                    </a:lnTo>
                    <a:lnTo>
                      <a:pt x="450" y="792"/>
                    </a:lnTo>
                    <a:lnTo>
                      <a:pt x="438" y="792"/>
                    </a:lnTo>
                    <a:lnTo>
                      <a:pt x="420" y="798"/>
                    </a:lnTo>
                    <a:lnTo>
                      <a:pt x="414" y="804"/>
                    </a:lnTo>
                    <a:lnTo>
                      <a:pt x="378" y="804"/>
                    </a:lnTo>
                    <a:lnTo>
                      <a:pt x="366" y="792"/>
                    </a:lnTo>
                    <a:lnTo>
                      <a:pt x="336" y="816"/>
                    </a:lnTo>
                    <a:lnTo>
                      <a:pt x="330" y="828"/>
                    </a:lnTo>
                    <a:lnTo>
                      <a:pt x="312" y="846"/>
                    </a:lnTo>
                    <a:lnTo>
                      <a:pt x="306" y="864"/>
                    </a:lnTo>
                    <a:lnTo>
                      <a:pt x="300" y="870"/>
                    </a:lnTo>
                    <a:lnTo>
                      <a:pt x="294" y="882"/>
                    </a:lnTo>
                    <a:lnTo>
                      <a:pt x="270" y="882"/>
                    </a:lnTo>
                    <a:lnTo>
                      <a:pt x="264" y="888"/>
                    </a:lnTo>
                    <a:lnTo>
                      <a:pt x="258" y="888"/>
                    </a:lnTo>
                    <a:lnTo>
                      <a:pt x="258" y="900"/>
                    </a:lnTo>
                    <a:lnTo>
                      <a:pt x="264" y="912"/>
                    </a:lnTo>
                    <a:lnTo>
                      <a:pt x="276" y="924"/>
                    </a:lnTo>
                    <a:lnTo>
                      <a:pt x="288" y="924"/>
                    </a:lnTo>
                    <a:lnTo>
                      <a:pt x="294" y="918"/>
                    </a:lnTo>
                    <a:lnTo>
                      <a:pt x="312" y="918"/>
                    </a:lnTo>
                    <a:lnTo>
                      <a:pt x="318" y="924"/>
                    </a:lnTo>
                    <a:lnTo>
                      <a:pt x="324" y="924"/>
                    </a:lnTo>
                    <a:lnTo>
                      <a:pt x="336" y="930"/>
                    </a:lnTo>
                    <a:lnTo>
                      <a:pt x="342" y="930"/>
                    </a:lnTo>
                    <a:lnTo>
                      <a:pt x="348" y="924"/>
                    </a:lnTo>
                    <a:lnTo>
                      <a:pt x="348" y="912"/>
                    </a:lnTo>
                    <a:lnTo>
                      <a:pt x="354" y="906"/>
                    </a:lnTo>
                    <a:lnTo>
                      <a:pt x="354" y="894"/>
                    </a:lnTo>
                    <a:lnTo>
                      <a:pt x="372" y="906"/>
                    </a:lnTo>
                    <a:lnTo>
                      <a:pt x="378" y="906"/>
                    </a:lnTo>
                    <a:lnTo>
                      <a:pt x="384" y="900"/>
                    </a:lnTo>
                    <a:lnTo>
                      <a:pt x="420" y="882"/>
                    </a:lnTo>
                    <a:lnTo>
                      <a:pt x="426" y="882"/>
                    </a:lnTo>
                    <a:lnTo>
                      <a:pt x="432" y="876"/>
                    </a:lnTo>
                    <a:lnTo>
                      <a:pt x="444" y="876"/>
                    </a:lnTo>
                    <a:lnTo>
                      <a:pt x="456" y="882"/>
                    </a:lnTo>
                    <a:lnTo>
                      <a:pt x="480" y="882"/>
                    </a:lnTo>
                    <a:lnTo>
                      <a:pt x="480" y="876"/>
                    </a:lnTo>
                    <a:lnTo>
                      <a:pt x="474" y="870"/>
                    </a:lnTo>
                    <a:lnTo>
                      <a:pt x="474" y="864"/>
                    </a:lnTo>
                    <a:lnTo>
                      <a:pt x="480" y="858"/>
                    </a:lnTo>
                    <a:lnTo>
                      <a:pt x="498" y="858"/>
                    </a:lnTo>
                    <a:lnTo>
                      <a:pt x="516" y="876"/>
                    </a:lnTo>
                    <a:lnTo>
                      <a:pt x="522" y="870"/>
                    </a:lnTo>
                    <a:lnTo>
                      <a:pt x="534" y="864"/>
                    </a:lnTo>
                    <a:lnTo>
                      <a:pt x="540" y="864"/>
                    </a:lnTo>
                    <a:lnTo>
                      <a:pt x="546" y="858"/>
                    </a:lnTo>
                    <a:lnTo>
                      <a:pt x="552" y="864"/>
                    </a:lnTo>
                    <a:lnTo>
                      <a:pt x="552" y="882"/>
                    </a:lnTo>
                    <a:lnTo>
                      <a:pt x="546" y="894"/>
                    </a:lnTo>
                    <a:lnTo>
                      <a:pt x="540" y="900"/>
                    </a:lnTo>
                    <a:lnTo>
                      <a:pt x="540" y="912"/>
                    </a:lnTo>
                    <a:lnTo>
                      <a:pt x="546" y="918"/>
                    </a:lnTo>
                    <a:lnTo>
                      <a:pt x="552" y="930"/>
                    </a:lnTo>
                    <a:lnTo>
                      <a:pt x="576" y="954"/>
                    </a:lnTo>
                    <a:lnTo>
                      <a:pt x="600" y="966"/>
                    </a:lnTo>
                    <a:lnTo>
                      <a:pt x="612" y="960"/>
                    </a:lnTo>
                    <a:lnTo>
                      <a:pt x="618" y="954"/>
                    </a:lnTo>
                    <a:lnTo>
                      <a:pt x="630" y="930"/>
                    </a:lnTo>
                    <a:lnTo>
                      <a:pt x="630" y="906"/>
                    </a:lnTo>
                    <a:lnTo>
                      <a:pt x="660" y="900"/>
                    </a:lnTo>
                    <a:lnTo>
                      <a:pt x="654" y="894"/>
                    </a:lnTo>
                    <a:lnTo>
                      <a:pt x="648" y="882"/>
                    </a:lnTo>
                    <a:lnTo>
                      <a:pt x="636" y="870"/>
                    </a:lnTo>
                    <a:lnTo>
                      <a:pt x="624" y="870"/>
                    </a:lnTo>
                    <a:lnTo>
                      <a:pt x="612" y="858"/>
                    </a:lnTo>
                    <a:lnTo>
                      <a:pt x="630" y="834"/>
                    </a:lnTo>
                    <a:lnTo>
                      <a:pt x="636" y="834"/>
                    </a:lnTo>
                    <a:lnTo>
                      <a:pt x="636" y="840"/>
                    </a:lnTo>
                    <a:lnTo>
                      <a:pt x="642" y="852"/>
                    </a:lnTo>
                    <a:lnTo>
                      <a:pt x="642" y="858"/>
                    </a:lnTo>
                    <a:lnTo>
                      <a:pt x="654" y="858"/>
                    </a:lnTo>
                    <a:lnTo>
                      <a:pt x="666" y="870"/>
                    </a:lnTo>
                    <a:lnTo>
                      <a:pt x="666" y="876"/>
                    </a:lnTo>
                    <a:lnTo>
                      <a:pt x="684" y="864"/>
                    </a:lnTo>
                    <a:lnTo>
                      <a:pt x="696" y="870"/>
                    </a:lnTo>
                    <a:lnTo>
                      <a:pt x="732" y="870"/>
                    </a:lnTo>
                    <a:lnTo>
                      <a:pt x="744" y="858"/>
                    </a:lnTo>
                    <a:lnTo>
                      <a:pt x="744" y="852"/>
                    </a:lnTo>
                    <a:lnTo>
                      <a:pt x="738" y="846"/>
                    </a:lnTo>
                    <a:lnTo>
                      <a:pt x="738" y="840"/>
                    </a:lnTo>
                    <a:lnTo>
                      <a:pt x="744" y="834"/>
                    </a:lnTo>
                    <a:lnTo>
                      <a:pt x="762" y="834"/>
                    </a:lnTo>
                    <a:lnTo>
                      <a:pt x="768" y="840"/>
                    </a:lnTo>
                    <a:lnTo>
                      <a:pt x="768" y="858"/>
                    </a:lnTo>
                    <a:lnTo>
                      <a:pt x="774" y="864"/>
                    </a:lnTo>
                    <a:lnTo>
                      <a:pt x="774" y="870"/>
                    </a:lnTo>
                    <a:lnTo>
                      <a:pt x="780" y="870"/>
                    </a:lnTo>
                    <a:lnTo>
                      <a:pt x="786" y="864"/>
                    </a:lnTo>
                    <a:lnTo>
                      <a:pt x="786" y="852"/>
                    </a:lnTo>
                    <a:lnTo>
                      <a:pt x="780" y="840"/>
                    </a:lnTo>
                    <a:lnTo>
                      <a:pt x="780" y="816"/>
                    </a:lnTo>
                    <a:lnTo>
                      <a:pt x="804" y="816"/>
                    </a:lnTo>
                    <a:lnTo>
                      <a:pt x="804" y="798"/>
                    </a:lnTo>
                    <a:lnTo>
                      <a:pt x="810" y="792"/>
                    </a:lnTo>
                    <a:lnTo>
                      <a:pt x="810" y="786"/>
                    </a:lnTo>
                    <a:lnTo>
                      <a:pt x="816" y="780"/>
                    </a:lnTo>
                    <a:lnTo>
                      <a:pt x="828" y="792"/>
                    </a:lnTo>
                    <a:lnTo>
                      <a:pt x="828" y="840"/>
                    </a:lnTo>
                    <a:lnTo>
                      <a:pt x="852" y="840"/>
                    </a:lnTo>
                    <a:lnTo>
                      <a:pt x="858" y="828"/>
                    </a:lnTo>
                    <a:lnTo>
                      <a:pt x="858" y="792"/>
                    </a:lnTo>
                    <a:lnTo>
                      <a:pt x="876" y="780"/>
                    </a:lnTo>
                    <a:close/>
                    <a:moveTo>
                      <a:pt x="498" y="912"/>
                    </a:moveTo>
                    <a:lnTo>
                      <a:pt x="486" y="906"/>
                    </a:lnTo>
                    <a:lnTo>
                      <a:pt x="480" y="900"/>
                    </a:lnTo>
                    <a:lnTo>
                      <a:pt x="468" y="894"/>
                    </a:lnTo>
                    <a:lnTo>
                      <a:pt x="444" y="894"/>
                    </a:lnTo>
                    <a:lnTo>
                      <a:pt x="438" y="900"/>
                    </a:lnTo>
                    <a:lnTo>
                      <a:pt x="438" y="924"/>
                    </a:lnTo>
                    <a:lnTo>
                      <a:pt x="432" y="924"/>
                    </a:lnTo>
                    <a:lnTo>
                      <a:pt x="426" y="918"/>
                    </a:lnTo>
                    <a:lnTo>
                      <a:pt x="396" y="918"/>
                    </a:lnTo>
                    <a:lnTo>
                      <a:pt x="390" y="924"/>
                    </a:lnTo>
                    <a:lnTo>
                      <a:pt x="390" y="942"/>
                    </a:lnTo>
                    <a:lnTo>
                      <a:pt x="396" y="948"/>
                    </a:lnTo>
                    <a:lnTo>
                      <a:pt x="396" y="954"/>
                    </a:lnTo>
                    <a:lnTo>
                      <a:pt x="378" y="972"/>
                    </a:lnTo>
                    <a:lnTo>
                      <a:pt x="390" y="978"/>
                    </a:lnTo>
                    <a:lnTo>
                      <a:pt x="396" y="990"/>
                    </a:lnTo>
                    <a:lnTo>
                      <a:pt x="408" y="1002"/>
                    </a:lnTo>
                    <a:lnTo>
                      <a:pt x="432" y="1014"/>
                    </a:lnTo>
                    <a:lnTo>
                      <a:pt x="438" y="1020"/>
                    </a:lnTo>
                    <a:lnTo>
                      <a:pt x="450" y="1026"/>
                    </a:lnTo>
                    <a:lnTo>
                      <a:pt x="450" y="984"/>
                    </a:lnTo>
                    <a:lnTo>
                      <a:pt x="456" y="972"/>
                    </a:lnTo>
                    <a:lnTo>
                      <a:pt x="462" y="966"/>
                    </a:lnTo>
                    <a:lnTo>
                      <a:pt x="474" y="960"/>
                    </a:lnTo>
                    <a:lnTo>
                      <a:pt x="486" y="960"/>
                    </a:lnTo>
                    <a:lnTo>
                      <a:pt x="492" y="966"/>
                    </a:lnTo>
                    <a:lnTo>
                      <a:pt x="504" y="972"/>
                    </a:lnTo>
                    <a:lnTo>
                      <a:pt x="510" y="984"/>
                    </a:lnTo>
                    <a:lnTo>
                      <a:pt x="516" y="990"/>
                    </a:lnTo>
                    <a:lnTo>
                      <a:pt x="516" y="978"/>
                    </a:lnTo>
                    <a:lnTo>
                      <a:pt x="522" y="966"/>
                    </a:lnTo>
                    <a:lnTo>
                      <a:pt x="522" y="954"/>
                    </a:lnTo>
                    <a:lnTo>
                      <a:pt x="528" y="942"/>
                    </a:lnTo>
                    <a:lnTo>
                      <a:pt x="528" y="930"/>
                    </a:lnTo>
                    <a:lnTo>
                      <a:pt x="522" y="918"/>
                    </a:lnTo>
                    <a:lnTo>
                      <a:pt x="516" y="912"/>
                    </a:lnTo>
                    <a:lnTo>
                      <a:pt x="516" y="906"/>
                    </a:lnTo>
                    <a:lnTo>
                      <a:pt x="498" y="912"/>
                    </a:lnTo>
                    <a:close/>
                    <a:moveTo>
                      <a:pt x="354" y="1050"/>
                    </a:moveTo>
                    <a:lnTo>
                      <a:pt x="354" y="1038"/>
                    </a:lnTo>
                    <a:lnTo>
                      <a:pt x="372" y="1020"/>
                    </a:lnTo>
                    <a:lnTo>
                      <a:pt x="372" y="1008"/>
                    </a:lnTo>
                    <a:lnTo>
                      <a:pt x="360" y="1002"/>
                    </a:lnTo>
                    <a:lnTo>
                      <a:pt x="354" y="990"/>
                    </a:lnTo>
                    <a:lnTo>
                      <a:pt x="348" y="984"/>
                    </a:lnTo>
                    <a:lnTo>
                      <a:pt x="336" y="978"/>
                    </a:lnTo>
                    <a:lnTo>
                      <a:pt x="336" y="966"/>
                    </a:lnTo>
                    <a:lnTo>
                      <a:pt x="330" y="960"/>
                    </a:lnTo>
                    <a:lnTo>
                      <a:pt x="324" y="960"/>
                    </a:lnTo>
                    <a:lnTo>
                      <a:pt x="318" y="954"/>
                    </a:lnTo>
                    <a:lnTo>
                      <a:pt x="300" y="954"/>
                    </a:lnTo>
                    <a:lnTo>
                      <a:pt x="294" y="948"/>
                    </a:lnTo>
                    <a:lnTo>
                      <a:pt x="270" y="936"/>
                    </a:lnTo>
                    <a:lnTo>
                      <a:pt x="258" y="936"/>
                    </a:lnTo>
                    <a:lnTo>
                      <a:pt x="240" y="954"/>
                    </a:lnTo>
                    <a:lnTo>
                      <a:pt x="204" y="972"/>
                    </a:lnTo>
                    <a:lnTo>
                      <a:pt x="234" y="1026"/>
                    </a:lnTo>
                    <a:lnTo>
                      <a:pt x="252" y="1014"/>
                    </a:lnTo>
                    <a:lnTo>
                      <a:pt x="252" y="1008"/>
                    </a:lnTo>
                    <a:lnTo>
                      <a:pt x="246" y="1002"/>
                    </a:lnTo>
                    <a:lnTo>
                      <a:pt x="246" y="990"/>
                    </a:lnTo>
                    <a:lnTo>
                      <a:pt x="252" y="990"/>
                    </a:lnTo>
                    <a:lnTo>
                      <a:pt x="264" y="1002"/>
                    </a:lnTo>
                    <a:lnTo>
                      <a:pt x="270" y="1014"/>
                    </a:lnTo>
                    <a:lnTo>
                      <a:pt x="276" y="1020"/>
                    </a:lnTo>
                    <a:lnTo>
                      <a:pt x="282" y="1032"/>
                    </a:lnTo>
                    <a:lnTo>
                      <a:pt x="282" y="1068"/>
                    </a:lnTo>
                    <a:lnTo>
                      <a:pt x="264" y="1074"/>
                    </a:lnTo>
                    <a:lnTo>
                      <a:pt x="264" y="1080"/>
                    </a:lnTo>
                    <a:lnTo>
                      <a:pt x="270" y="1086"/>
                    </a:lnTo>
                    <a:lnTo>
                      <a:pt x="270" y="1104"/>
                    </a:lnTo>
                    <a:lnTo>
                      <a:pt x="276" y="1116"/>
                    </a:lnTo>
                    <a:lnTo>
                      <a:pt x="282" y="1134"/>
                    </a:lnTo>
                    <a:lnTo>
                      <a:pt x="294" y="1146"/>
                    </a:lnTo>
                    <a:lnTo>
                      <a:pt x="300" y="1146"/>
                    </a:lnTo>
                    <a:lnTo>
                      <a:pt x="306" y="1140"/>
                    </a:lnTo>
                    <a:lnTo>
                      <a:pt x="306" y="1104"/>
                    </a:lnTo>
                    <a:lnTo>
                      <a:pt x="336" y="1116"/>
                    </a:lnTo>
                    <a:lnTo>
                      <a:pt x="336" y="1140"/>
                    </a:lnTo>
                    <a:lnTo>
                      <a:pt x="342" y="1146"/>
                    </a:lnTo>
                    <a:lnTo>
                      <a:pt x="342" y="1152"/>
                    </a:lnTo>
                    <a:lnTo>
                      <a:pt x="348" y="1152"/>
                    </a:lnTo>
                    <a:lnTo>
                      <a:pt x="348" y="1140"/>
                    </a:lnTo>
                    <a:lnTo>
                      <a:pt x="360" y="1128"/>
                    </a:lnTo>
                    <a:lnTo>
                      <a:pt x="366" y="1116"/>
                    </a:lnTo>
                    <a:lnTo>
                      <a:pt x="366" y="1110"/>
                    </a:lnTo>
                    <a:lnTo>
                      <a:pt x="360" y="1104"/>
                    </a:lnTo>
                    <a:lnTo>
                      <a:pt x="360" y="1074"/>
                    </a:lnTo>
                    <a:lnTo>
                      <a:pt x="354" y="1062"/>
                    </a:lnTo>
                    <a:lnTo>
                      <a:pt x="354" y="1050"/>
                    </a:lnTo>
                    <a:close/>
                    <a:moveTo>
                      <a:pt x="264" y="1026"/>
                    </a:moveTo>
                    <a:lnTo>
                      <a:pt x="246" y="1062"/>
                    </a:lnTo>
                    <a:lnTo>
                      <a:pt x="264" y="1056"/>
                    </a:lnTo>
                    <a:lnTo>
                      <a:pt x="264" y="1026"/>
                    </a:lnTo>
                    <a:close/>
                    <a:moveTo>
                      <a:pt x="624" y="618"/>
                    </a:moveTo>
                    <a:lnTo>
                      <a:pt x="636" y="618"/>
                    </a:lnTo>
                    <a:lnTo>
                      <a:pt x="636" y="594"/>
                    </a:lnTo>
                    <a:lnTo>
                      <a:pt x="630" y="594"/>
                    </a:lnTo>
                    <a:lnTo>
                      <a:pt x="612" y="570"/>
                    </a:lnTo>
                    <a:lnTo>
                      <a:pt x="606" y="582"/>
                    </a:lnTo>
                    <a:lnTo>
                      <a:pt x="618" y="600"/>
                    </a:lnTo>
                    <a:lnTo>
                      <a:pt x="624" y="618"/>
                    </a:lnTo>
                    <a:close/>
                    <a:moveTo>
                      <a:pt x="546" y="72"/>
                    </a:moveTo>
                    <a:lnTo>
                      <a:pt x="552" y="96"/>
                    </a:lnTo>
                    <a:lnTo>
                      <a:pt x="558" y="102"/>
                    </a:lnTo>
                    <a:lnTo>
                      <a:pt x="570" y="108"/>
                    </a:lnTo>
                    <a:lnTo>
                      <a:pt x="576" y="114"/>
                    </a:lnTo>
                    <a:lnTo>
                      <a:pt x="576" y="132"/>
                    </a:lnTo>
                    <a:lnTo>
                      <a:pt x="564" y="144"/>
                    </a:lnTo>
                    <a:lnTo>
                      <a:pt x="564" y="150"/>
                    </a:lnTo>
                    <a:lnTo>
                      <a:pt x="570" y="156"/>
                    </a:lnTo>
                    <a:lnTo>
                      <a:pt x="576" y="168"/>
                    </a:lnTo>
                    <a:lnTo>
                      <a:pt x="582" y="174"/>
                    </a:lnTo>
                    <a:lnTo>
                      <a:pt x="582" y="186"/>
                    </a:lnTo>
                    <a:lnTo>
                      <a:pt x="576" y="186"/>
                    </a:lnTo>
                    <a:lnTo>
                      <a:pt x="564" y="180"/>
                    </a:lnTo>
                    <a:lnTo>
                      <a:pt x="552" y="180"/>
                    </a:lnTo>
                    <a:lnTo>
                      <a:pt x="540" y="174"/>
                    </a:lnTo>
                    <a:lnTo>
                      <a:pt x="528" y="174"/>
                    </a:lnTo>
                    <a:lnTo>
                      <a:pt x="522" y="168"/>
                    </a:lnTo>
                    <a:lnTo>
                      <a:pt x="522" y="180"/>
                    </a:lnTo>
                    <a:lnTo>
                      <a:pt x="540" y="198"/>
                    </a:lnTo>
                    <a:lnTo>
                      <a:pt x="516" y="228"/>
                    </a:lnTo>
                    <a:lnTo>
                      <a:pt x="522" y="240"/>
                    </a:lnTo>
                    <a:lnTo>
                      <a:pt x="528" y="246"/>
                    </a:lnTo>
                    <a:lnTo>
                      <a:pt x="528" y="252"/>
                    </a:lnTo>
                    <a:lnTo>
                      <a:pt x="534" y="258"/>
                    </a:lnTo>
                    <a:lnTo>
                      <a:pt x="546" y="264"/>
                    </a:lnTo>
                    <a:lnTo>
                      <a:pt x="552" y="270"/>
                    </a:lnTo>
                    <a:lnTo>
                      <a:pt x="564" y="276"/>
                    </a:lnTo>
                    <a:lnTo>
                      <a:pt x="570" y="282"/>
                    </a:lnTo>
                    <a:lnTo>
                      <a:pt x="576" y="282"/>
                    </a:lnTo>
                    <a:lnTo>
                      <a:pt x="576" y="318"/>
                    </a:lnTo>
                    <a:lnTo>
                      <a:pt x="582" y="330"/>
                    </a:lnTo>
                    <a:lnTo>
                      <a:pt x="600" y="330"/>
                    </a:lnTo>
                    <a:lnTo>
                      <a:pt x="600" y="300"/>
                    </a:lnTo>
                    <a:lnTo>
                      <a:pt x="636" y="300"/>
                    </a:lnTo>
                    <a:lnTo>
                      <a:pt x="642" y="294"/>
                    </a:lnTo>
                    <a:lnTo>
                      <a:pt x="606" y="270"/>
                    </a:lnTo>
                    <a:lnTo>
                      <a:pt x="588" y="270"/>
                    </a:lnTo>
                    <a:lnTo>
                      <a:pt x="576" y="264"/>
                    </a:lnTo>
                    <a:lnTo>
                      <a:pt x="570" y="264"/>
                    </a:lnTo>
                    <a:lnTo>
                      <a:pt x="558" y="258"/>
                    </a:lnTo>
                    <a:lnTo>
                      <a:pt x="558" y="246"/>
                    </a:lnTo>
                    <a:lnTo>
                      <a:pt x="564" y="240"/>
                    </a:lnTo>
                    <a:lnTo>
                      <a:pt x="576" y="234"/>
                    </a:lnTo>
                    <a:lnTo>
                      <a:pt x="600" y="246"/>
                    </a:lnTo>
                    <a:lnTo>
                      <a:pt x="606" y="252"/>
                    </a:lnTo>
                    <a:lnTo>
                      <a:pt x="618" y="240"/>
                    </a:lnTo>
                    <a:lnTo>
                      <a:pt x="630" y="234"/>
                    </a:lnTo>
                    <a:lnTo>
                      <a:pt x="636" y="234"/>
                    </a:lnTo>
                    <a:lnTo>
                      <a:pt x="690" y="252"/>
                    </a:lnTo>
                    <a:lnTo>
                      <a:pt x="726" y="270"/>
                    </a:lnTo>
                    <a:lnTo>
                      <a:pt x="756" y="282"/>
                    </a:lnTo>
                    <a:lnTo>
                      <a:pt x="768" y="282"/>
                    </a:lnTo>
                    <a:lnTo>
                      <a:pt x="768" y="270"/>
                    </a:lnTo>
                    <a:lnTo>
                      <a:pt x="762" y="258"/>
                    </a:lnTo>
                    <a:lnTo>
                      <a:pt x="762" y="222"/>
                    </a:lnTo>
                    <a:lnTo>
                      <a:pt x="780" y="204"/>
                    </a:lnTo>
                    <a:lnTo>
                      <a:pt x="792" y="204"/>
                    </a:lnTo>
                    <a:lnTo>
                      <a:pt x="798" y="210"/>
                    </a:lnTo>
                    <a:lnTo>
                      <a:pt x="816" y="210"/>
                    </a:lnTo>
                    <a:lnTo>
                      <a:pt x="840" y="198"/>
                    </a:lnTo>
                    <a:lnTo>
                      <a:pt x="858" y="180"/>
                    </a:lnTo>
                    <a:lnTo>
                      <a:pt x="804" y="144"/>
                    </a:lnTo>
                    <a:lnTo>
                      <a:pt x="804" y="120"/>
                    </a:lnTo>
                    <a:lnTo>
                      <a:pt x="798" y="108"/>
                    </a:lnTo>
                    <a:lnTo>
                      <a:pt x="792" y="102"/>
                    </a:lnTo>
                    <a:lnTo>
                      <a:pt x="786" y="102"/>
                    </a:lnTo>
                    <a:lnTo>
                      <a:pt x="774" y="114"/>
                    </a:lnTo>
                    <a:lnTo>
                      <a:pt x="774" y="126"/>
                    </a:lnTo>
                    <a:lnTo>
                      <a:pt x="756" y="120"/>
                    </a:lnTo>
                    <a:lnTo>
                      <a:pt x="720" y="114"/>
                    </a:lnTo>
                    <a:lnTo>
                      <a:pt x="678" y="102"/>
                    </a:lnTo>
                    <a:lnTo>
                      <a:pt x="648" y="90"/>
                    </a:lnTo>
                    <a:lnTo>
                      <a:pt x="624" y="72"/>
                    </a:lnTo>
                    <a:lnTo>
                      <a:pt x="552" y="24"/>
                    </a:lnTo>
                    <a:lnTo>
                      <a:pt x="516" y="6"/>
                    </a:lnTo>
                    <a:lnTo>
                      <a:pt x="498" y="0"/>
                    </a:lnTo>
                    <a:lnTo>
                      <a:pt x="498" y="18"/>
                    </a:lnTo>
                    <a:lnTo>
                      <a:pt x="510" y="30"/>
                    </a:lnTo>
                    <a:lnTo>
                      <a:pt x="516" y="42"/>
                    </a:lnTo>
                    <a:lnTo>
                      <a:pt x="528" y="54"/>
                    </a:lnTo>
                    <a:lnTo>
                      <a:pt x="534" y="66"/>
                    </a:lnTo>
                    <a:lnTo>
                      <a:pt x="546" y="72"/>
                    </a:lnTo>
                    <a:close/>
                    <a:moveTo>
                      <a:pt x="282" y="1458"/>
                    </a:moveTo>
                    <a:lnTo>
                      <a:pt x="306" y="1458"/>
                    </a:lnTo>
                    <a:lnTo>
                      <a:pt x="276" y="1440"/>
                    </a:lnTo>
                    <a:lnTo>
                      <a:pt x="282" y="1458"/>
                    </a:lnTo>
                    <a:close/>
                    <a:moveTo>
                      <a:pt x="300" y="1386"/>
                    </a:moveTo>
                    <a:lnTo>
                      <a:pt x="312" y="1398"/>
                    </a:lnTo>
                    <a:lnTo>
                      <a:pt x="318" y="1398"/>
                    </a:lnTo>
                    <a:lnTo>
                      <a:pt x="330" y="1386"/>
                    </a:lnTo>
                    <a:lnTo>
                      <a:pt x="336" y="1386"/>
                    </a:lnTo>
                    <a:lnTo>
                      <a:pt x="342" y="1380"/>
                    </a:lnTo>
                    <a:lnTo>
                      <a:pt x="342" y="1368"/>
                    </a:lnTo>
                    <a:lnTo>
                      <a:pt x="336" y="1362"/>
                    </a:lnTo>
                    <a:lnTo>
                      <a:pt x="318" y="1362"/>
                    </a:lnTo>
                    <a:lnTo>
                      <a:pt x="306" y="1368"/>
                    </a:lnTo>
                    <a:lnTo>
                      <a:pt x="300" y="1380"/>
                    </a:lnTo>
                    <a:lnTo>
                      <a:pt x="300" y="1386"/>
                    </a:lnTo>
                    <a:close/>
                    <a:moveTo>
                      <a:pt x="312" y="1416"/>
                    </a:moveTo>
                    <a:lnTo>
                      <a:pt x="300" y="1416"/>
                    </a:lnTo>
                    <a:lnTo>
                      <a:pt x="300" y="1428"/>
                    </a:lnTo>
                    <a:lnTo>
                      <a:pt x="318" y="1428"/>
                    </a:lnTo>
                    <a:lnTo>
                      <a:pt x="318" y="1422"/>
                    </a:lnTo>
                    <a:lnTo>
                      <a:pt x="312" y="1416"/>
                    </a:lnTo>
                    <a:close/>
                    <a:moveTo>
                      <a:pt x="336" y="1200"/>
                    </a:moveTo>
                    <a:lnTo>
                      <a:pt x="336" y="1206"/>
                    </a:lnTo>
                    <a:lnTo>
                      <a:pt x="330" y="1206"/>
                    </a:lnTo>
                    <a:lnTo>
                      <a:pt x="318" y="1212"/>
                    </a:lnTo>
                    <a:lnTo>
                      <a:pt x="342" y="1230"/>
                    </a:lnTo>
                    <a:lnTo>
                      <a:pt x="342" y="1218"/>
                    </a:lnTo>
                    <a:lnTo>
                      <a:pt x="336" y="1206"/>
                    </a:lnTo>
                    <a:lnTo>
                      <a:pt x="336" y="1200"/>
                    </a:lnTo>
                    <a:close/>
                    <a:moveTo>
                      <a:pt x="366" y="1170"/>
                    </a:moveTo>
                    <a:lnTo>
                      <a:pt x="366" y="1182"/>
                    </a:lnTo>
                    <a:lnTo>
                      <a:pt x="360" y="1194"/>
                    </a:lnTo>
                    <a:lnTo>
                      <a:pt x="378" y="1224"/>
                    </a:lnTo>
                    <a:lnTo>
                      <a:pt x="378" y="1200"/>
                    </a:lnTo>
                    <a:lnTo>
                      <a:pt x="372" y="1194"/>
                    </a:lnTo>
                    <a:lnTo>
                      <a:pt x="372" y="1176"/>
                    </a:lnTo>
                    <a:lnTo>
                      <a:pt x="366" y="1170"/>
                    </a:lnTo>
                    <a:close/>
                    <a:moveTo>
                      <a:pt x="36" y="1698"/>
                    </a:moveTo>
                    <a:lnTo>
                      <a:pt x="54" y="1698"/>
                    </a:lnTo>
                    <a:lnTo>
                      <a:pt x="60" y="1692"/>
                    </a:lnTo>
                    <a:lnTo>
                      <a:pt x="72" y="1692"/>
                    </a:lnTo>
                    <a:lnTo>
                      <a:pt x="42" y="1680"/>
                    </a:lnTo>
                    <a:lnTo>
                      <a:pt x="36" y="1686"/>
                    </a:lnTo>
                    <a:lnTo>
                      <a:pt x="36" y="1698"/>
                    </a:lnTo>
                    <a:close/>
                    <a:moveTo>
                      <a:pt x="114" y="1662"/>
                    </a:moveTo>
                    <a:lnTo>
                      <a:pt x="96" y="1632"/>
                    </a:lnTo>
                    <a:lnTo>
                      <a:pt x="96" y="1662"/>
                    </a:lnTo>
                    <a:lnTo>
                      <a:pt x="102" y="1674"/>
                    </a:lnTo>
                    <a:lnTo>
                      <a:pt x="114" y="1680"/>
                    </a:lnTo>
                    <a:lnTo>
                      <a:pt x="120" y="1680"/>
                    </a:lnTo>
                    <a:lnTo>
                      <a:pt x="126" y="1674"/>
                    </a:lnTo>
                    <a:lnTo>
                      <a:pt x="126" y="1662"/>
                    </a:lnTo>
                    <a:lnTo>
                      <a:pt x="114" y="1662"/>
                    </a:lnTo>
                    <a:close/>
                    <a:moveTo>
                      <a:pt x="12" y="1686"/>
                    </a:moveTo>
                    <a:lnTo>
                      <a:pt x="6" y="1686"/>
                    </a:lnTo>
                    <a:lnTo>
                      <a:pt x="0" y="1692"/>
                    </a:lnTo>
                    <a:lnTo>
                      <a:pt x="0" y="1704"/>
                    </a:lnTo>
                    <a:lnTo>
                      <a:pt x="6" y="1710"/>
                    </a:lnTo>
                    <a:lnTo>
                      <a:pt x="12" y="1710"/>
                    </a:lnTo>
                    <a:lnTo>
                      <a:pt x="24" y="1698"/>
                    </a:lnTo>
                    <a:lnTo>
                      <a:pt x="24" y="1686"/>
                    </a:lnTo>
                    <a:lnTo>
                      <a:pt x="12" y="1686"/>
                    </a:lnTo>
                    <a:close/>
                    <a:moveTo>
                      <a:pt x="168" y="1536"/>
                    </a:moveTo>
                    <a:lnTo>
                      <a:pt x="168" y="1542"/>
                    </a:lnTo>
                    <a:lnTo>
                      <a:pt x="180" y="1548"/>
                    </a:lnTo>
                    <a:lnTo>
                      <a:pt x="186" y="1548"/>
                    </a:lnTo>
                    <a:lnTo>
                      <a:pt x="186" y="1536"/>
                    </a:lnTo>
                    <a:lnTo>
                      <a:pt x="180" y="1530"/>
                    </a:lnTo>
                    <a:lnTo>
                      <a:pt x="168" y="1530"/>
                    </a:lnTo>
                    <a:lnTo>
                      <a:pt x="168" y="1536"/>
                    </a:lnTo>
                    <a:close/>
                    <a:moveTo>
                      <a:pt x="264" y="1494"/>
                    </a:moveTo>
                    <a:lnTo>
                      <a:pt x="252" y="1518"/>
                    </a:lnTo>
                    <a:lnTo>
                      <a:pt x="246" y="1536"/>
                    </a:lnTo>
                    <a:lnTo>
                      <a:pt x="246" y="1548"/>
                    </a:lnTo>
                    <a:lnTo>
                      <a:pt x="240" y="1554"/>
                    </a:lnTo>
                    <a:lnTo>
                      <a:pt x="240" y="1560"/>
                    </a:lnTo>
                    <a:lnTo>
                      <a:pt x="258" y="1566"/>
                    </a:lnTo>
                    <a:lnTo>
                      <a:pt x="264" y="1554"/>
                    </a:lnTo>
                    <a:lnTo>
                      <a:pt x="264" y="1548"/>
                    </a:lnTo>
                    <a:lnTo>
                      <a:pt x="270" y="1542"/>
                    </a:lnTo>
                    <a:lnTo>
                      <a:pt x="270" y="1524"/>
                    </a:lnTo>
                    <a:lnTo>
                      <a:pt x="288" y="1506"/>
                    </a:lnTo>
                    <a:lnTo>
                      <a:pt x="282" y="1500"/>
                    </a:lnTo>
                    <a:lnTo>
                      <a:pt x="282" y="1494"/>
                    </a:lnTo>
                    <a:lnTo>
                      <a:pt x="276" y="1488"/>
                    </a:lnTo>
                    <a:lnTo>
                      <a:pt x="264" y="149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4" name="Italy" descr="© INSCALE GmbH, 05.05.2010&#10;http://www.presentationload.com/">
                <a:extLst>
                  <a:ext uri="{FF2B5EF4-FFF2-40B4-BE49-F238E27FC236}">
                    <a16:creationId xmlns:a16="http://schemas.microsoft.com/office/drawing/2014/main" id="{EA6856A5-BBEB-9A35-8C32-57FCF9392B10}"/>
                  </a:ext>
                </a:extLst>
              </p:cNvPr>
              <p:cNvSpPr>
                <a:spLocks noEditPoints="1"/>
              </p:cNvSpPr>
              <p:nvPr/>
            </p:nvSpPr>
            <p:spPr bwMode="gray">
              <a:xfrm>
                <a:off x="4420688" y="1782054"/>
                <a:ext cx="294993" cy="314264"/>
              </a:xfrm>
              <a:custGeom>
                <a:avLst/>
                <a:gdLst>
                  <a:gd name="T0" fmla="*/ 2147483647 w 780"/>
                  <a:gd name="T1" fmla="*/ 2147483647 h 828"/>
                  <a:gd name="T2" fmla="*/ 2147483647 w 780"/>
                  <a:gd name="T3" fmla="*/ 2147483647 h 828"/>
                  <a:gd name="T4" fmla="*/ 2147483647 w 780"/>
                  <a:gd name="T5" fmla="*/ 2147483647 h 828"/>
                  <a:gd name="T6" fmla="*/ 2147483647 w 780"/>
                  <a:gd name="T7" fmla="*/ 2147483647 h 828"/>
                  <a:gd name="T8" fmla="*/ 2147483647 w 780"/>
                  <a:gd name="T9" fmla="*/ 2147483647 h 828"/>
                  <a:gd name="T10" fmla="*/ 2147483647 w 780"/>
                  <a:gd name="T11" fmla="*/ 2147483647 h 828"/>
                  <a:gd name="T12" fmla="*/ 2147483647 w 780"/>
                  <a:gd name="T13" fmla="*/ 2147483647 h 828"/>
                  <a:gd name="T14" fmla="*/ 2147483647 w 780"/>
                  <a:gd name="T15" fmla="*/ 2147483647 h 828"/>
                  <a:gd name="T16" fmla="*/ 2147483647 w 780"/>
                  <a:gd name="T17" fmla="*/ 2147483647 h 828"/>
                  <a:gd name="T18" fmla="*/ 2147483647 w 780"/>
                  <a:gd name="T19" fmla="*/ 2147483647 h 828"/>
                  <a:gd name="T20" fmla="*/ 2147483647 w 780"/>
                  <a:gd name="T21" fmla="*/ 2147483647 h 828"/>
                  <a:gd name="T22" fmla="*/ 2147483647 w 780"/>
                  <a:gd name="T23" fmla="*/ 2147483647 h 828"/>
                  <a:gd name="T24" fmla="*/ 2147483647 w 780"/>
                  <a:gd name="T25" fmla="*/ 2147483647 h 828"/>
                  <a:gd name="T26" fmla="*/ 2147483647 w 780"/>
                  <a:gd name="T27" fmla="*/ 2147483647 h 828"/>
                  <a:gd name="T28" fmla="*/ 2147483647 w 780"/>
                  <a:gd name="T29" fmla="*/ 2147483647 h 828"/>
                  <a:gd name="T30" fmla="*/ 2147483647 w 780"/>
                  <a:gd name="T31" fmla="*/ 2147483647 h 828"/>
                  <a:gd name="T32" fmla="*/ 2147483647 w 780"/>
                  <a:gd name="T33" fmla="*/ 2147483647 h 828"/>
                  <a:gd name="T34" fmla="*/ 2147483647 w 780"/>
                  <a:gd name="T35" fmla="*/ 2147483647 h 828"/>
                  <a:gd name="T36" fmla="*/ 2147483647 w 780"/>
                  <a:gd name="T37" fmla="*/ 2147483647 h 828"/>
                  <a:gd name="T38" fmla="*/ 2147483647 w 780"/>
                  <a:gd name="T39" fmla="*/ 2147483647 h 828"/>
                  <a:gd name="T40" fmla="*/ 2147483647 w 780"/>
                  <a:gd name="T41" fmla="*/ 2147483647 h 828"/>
                  <a:gd name="T42" fmla="*/ 2147483647 w 780"/>
                  <a:gd name="T43" fmla="*/ 2147483647 h 828"/>
                  <a:gd name="T44" fmla="*/ 2147483647 w 780"/>
                  <a:gd name="T45" fmla="*/ 2147483647 h 828"/>
                  <a:gd name="T46" fmla="*/ 2147483647 w 780"/>
                  <a:gd name="T47" fmla="*/ 2147483647 h 828"/>
                  <a:gd name="T48" fmla="*/ 2147483647 w 780"/>
                  <a:gd name="T49" fmla="*/ 2147483647 h 828"/>
                  <a:gd name="T50" fmla="*/ 2147483647 w 780"/>
                  <a:gd name="T51" fmla="*/ 2147483647 h 828"/>
                  <a:gd name="T52" fmla="*/ 2147483647 w 780"/>
                  <a:gd name="T53" fmla="*/ 2147483647 h 828"/>
                  <a:gd name="T54" fmla="*/ 2147483647 w 780"/>
                  <a:gd name="T55" fmla="*/ 2147483647 h 828"/>
                  <a:gd name="T56" fmla="*/ 2147483647 w 780"/>
                  <a:gd name="T57" fmla="*/ 2147483647 h 828"/>
                  <a:gd name="T58" fmla="*/ 2147483647 w 780"/>
                  <a:gd name="T59" fmla="*/ 2147483647 h 828"/>
                  <a:gd name="T60" fmla="*/ 2147483647 w 780"/>
                  <a:gd name="T61" fmla="*/ 2147483647 h 828"/>
                  <a:gd name="T62" fmla="*/ 2147483647 w 780"/>
                  <a:gd name="T63" fmla="*/ 2147483647 h 828"/>
                  <a:gd name="T64" fmla="*/ 2147483647 w 780"/>
                  <a:gd name="T65" fmla="*/ 2147483647 h 828"/>
                  <a:gd name="T66" fmla="*/ 2147483647 w 780"/>
                  <a:gd name="T67" fmla="*/ 2147483647 h 828"/>
                  <a:gd name="T68" fmla="*/ 2147483647 w 780"/>
                  <a:gd name="T69" fmla="*/ 2147483647 h 828"/>
                  <a:gd name="T70" fmla="*/ 2147483647 w 780"/>
                  <a:gd name="T71" fmla="*/ 2147483647 h 828"/>
                  <a:gd name="T72" fmla="*/ 2147483647 w 780"/>
                  <a:gd name="T73" fmla="*/ 2147483647 h 828"/>
                  <a:gd name="T74" fmla="*/ 2147483647 w 780"/>
                  <a:gd name="T75" fmla="*/ 2147483647 h 828"/>
                  <a:gd name="T76" fmla="*/ 2147483647 w 780"/>
                  <a:gd name="T77" fmla="*/ 2147483647 h 828"/>
                  <a:gd name="T78" fmla="*/ 2147483647 w 780"/>
                  <a:gd name="T79" fmla="*/ 2147483647 h 828"/>
                  <a:gd name="T80" fmla="*/ 2147483647 w 780"/>
                  <a:gd name="T81" fmla="*/ 2147483647 h 828"/>
                  <a:gd name="T82" fmla="*/ 2147483647 w 780"/>
                  <a:gd name="T83" fmla="*/ 2147483647 h 828"/>
                  <a:gd name="T84" fmla="*/ 2147483647 w 780"/>
                  <a:gd name="T85" fmla="*/ 2147483647 h 828"/>
                  <a:gd name="T86" fmla="*/ 2147483647 w 780"/>
                  <a:gd name="T87" fmla="*/ 2147483647 h 828"/>
                  <a:gd name="T88" fmla="*/ 2147483647 w 780"/>
                  <a:gd name="T89" fmla="*/ 2147483647 h 828"/>
                  <a:gd name="T90" fmla="*/ 2147483647 w 780"/>
                  <a:gd name="T91" fmla="*/ 2147483647 h 828"/>
                  <a:gd name="T92" fmla="*/ 2147483647 w 780"/>
                  <a:gd name="T93" fmla="*/ 2147483647 h 828"/>
                  <a:gd name="T94" fmla="*/ 2147483647 w 780"/>
                  <a:gd name="T95" fmla="*/ 2147483647 h 828"/>
                  <a:gd name="T96" fmla="*/ 2147483647 w 780"/>
                  <a:gd name="T97" fmla="*/ 2147483647 h 828"/>
                  <a:gd name="T98" fmla="*/ 2147483647 w 780"/>
                  <a:gd name="T99" fmla="*/ 2147483647 h 828"/>
                  <a:gd name="T100" fmla="*/ 2147483647 w 780"/>
                  <a:gd name="T101" fmla="*/ 2147483647 h 828"/>
                  <a:gd name="T102" fmla="*/ 2147483647 w 780"/>
                  <a:gd name="T103" fmla="*/ 2147483647 h 828"/>
                  <a:gd name="T104" fmla="*/ 2147483647 w 780"/>
                  <a:gd name="T105" fmla="*/ 2147483647 h 828"/>
                  <a:gd name="T106" fmla="*/ 2147483647 w 780"/>
                  <a:gd name="T107" fmla="*/ 2147483647 h 828"/>
                  <a:gd name="T108" fmla="*/ 2147483647 w 780"/>
                  <a:gd name="T109" fmla="*/ 2147483647 h 828"/>
                  <a:gd name="T110" fmla="*/ 2147483647 w 780"/>
                  <a:gd name="T111" fmla="*/ 2147483647 h 828"/>
                  <a:gd name="T112" fmla="*/ 2147483647 w 780"/>
                  <a:gd name="T113" fmla="*/ 2147483647 h 82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780"/>
                  <a:gd name="T172" fmla="*/ 0 h 828"/>
                  <a:gd name="T173" fmla="*/ 780 w 780"/>
                  <a:gd name="T174" fmla="*/ 828 h 828"/>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780" h="828">
                    <a:moveTo>
                      <a:pt x="570" y="720"/>
                    </a:moveTo>
                    <a:lnTo>
                      <a:pt x="558" y="714"/>
                    </a:lnTo>
                    <a:lnTo>
                      <a:pt x="552" y="708"/>
                    </a:lnTo>
                    <a:lnTo>
                      <a:pt x="540" y="708"/>
                    </a:lnTo>
                    <a:lnTo>
                      <a:pt x="534" y="714"/>
                    </a:lnTo>
                    <a:lnTo>
                      <a:pt x="522" y="720"/>
                    </a:lnTo>
                    <a:lnTo>
                      <a:pt x="516" y="726"/>
                    </a:lnTo>
                    <a:lnTo>
                      <a:pt x="468" y="726"/>
                    </a:lnTo>
                    <a:lnTo>
                      <a:pt x="456" y="720"/>
                    </a:lnTo>
                    <a:lnTo>
                      <a:pt x="444" y="708"/>
                    </a:lnTo>
                    <a:lnTo>
                      <a:pt x="438" y="708"/>
                    </a:lnTo>
                    <a:lnTo>
                      <a:pt x="420" y="726"/>
                    </a:lnTo>
                    <a:lnTo>
                      <a:pt x="402" y="714"/>
                    </a:lnTo>
                    <a:lnTo>
                      <a:pt x="396" y="714"/>
                    </a:lnTo>
                    <a:lnTo>
                      <a:pt x="384" y="726"/>
                    </a:lnTo>
                    <a:lnTo>
                      <a:pt x="384" y="738"/>
                    </a:lnTo>
                    <a:lnTo>
                      <a:pt x="396" y="750"/>
                    </a:lnTo>
                    <a:lnTo>
                      <a:pt x="420" y="762"/>
                    </a:lnTo>
                    <a:lnTo>
                      <a:pt x="426" y="762"/>
                    </a:lnTo>
                    <a:lnTo>
                      <a:pt x="444" y="780"/>
                    </a:lnTo>
                    <a:lnTo>
                      <a:pt x="444" y="786"/>
                    </a:lnTo>
                    <a:lnTo>
                      <a:pt x="456" y="786"/>
                    </a:lnTo>
                    <a:lnTo>
                      <a:pt x="468" y="798"/>
                    </a:lnTo>
                    <a:lnTo>
                      <a:pt x="480" y="804"/>
                    </a:lnTo>
                    <a:lnTo>
                      <a:pt x="498" y="798"/>
                    </a:lnTo>
                    <a:lnTo>
                      <a:pt x="504" y="804"/>
                    </a:lnTo>
                    <a:lnTo>
                      <a:pt x="516" y="810"/>
                    </a:lnTo>
                    <a:lnTo>
                      <a:pt x="522" y="822"/>
                    </a:lnTo>
                    <a:lnTo>
                      <a:pt x="534" y="828"/>
                    </a:lnTo>
                    <a:lnTo>
                      <a:pt x="558" y="828"/>
                    </a:lnTo>
                    <a:lnTo>
                      <a:pt x="570" y="816"/>
                    </a:lnTo>
                    <a:lnTo>
                      <a:pt x="570" y="792"/>
                    </a:lnTo>
                    <a:lnTo>
                      <a:pt x="564" y="780"/>
                    </a:lnTo>
                    <a:lnTo>
                      <a:pt x="564" y="768"/>
                    </a:lnTo>
                    <a:lnTo>
                      <a:pt x="570" y="750"/>
                    </a:lnTo>
                    <a:lnTo>
                      <a:pt x="576" y="738"/>
                    </a:lnTo>
                    <a:lnTo>
                      <a:pt x="582" y="732"/>
                    </a:lnTo>
                    <a:lnTo>
                      <a:pt x="582" y="714"/>
                    </a:lnTo>
                    <a:lnTo>
                      <a:pt x="576" y="702"/>
                    </a:lnTo>
                    <a:lnTo>
                      <a:pt x="570" y="720"/>
                    </a:lnTo>
                    <a:close/>
                    <a:moveTo>
                      <a:pt x="180" y="468"/>
                    </a:moveTo>
                    <a:lnTo>
                      <a:pt x="156" y="480"/>
                    </a:lnTo>
                    <a:lnTo>
                      <a:pt x="150" y="486"/>
                    </a:lnTo>
                    <a:lnTo>
                      <a:pt x="138" y="492"/>
                    </a:lnTo>
                    <a:lnTo>
                      <a:pt x="132" y="498"/>
                    </a:lnTo>
                    <a:lnTo>
                      <a:pt x="126" y="498"/>
                    </a:lnTo>
                    <a:lnTo>
                      <a:pt x="114" y="492"/>
                    </a:lnTo>
                    <a:lnTo>
                      <a:pt x="102" y="480"/>
                    </a:lnTo>
                    <a:lnTo>
                      <a:pt x="96" y="498"/>
                    </a:lnTo>
                    <a:lnTo>
                      <a:pt x="102" y="504"/>
                    </a:lnTo>
                    <a:lnTo>
                      <a:pt x="114" y="510"/>
                    </a:lnTo>
                    <a:lnTo>
                      <a:pt x="120" y="522"/>
                    </a:lnTo>
                    <a:lnTo>
                      <a:pt x="120" y="540"/>
                    </a:lnTo>
                    <a:lnTo>
                      <a:pt x="114" y="558"/>
                    </a:lnTo>
                    <a:lnTo>
                      <a:pt x="114" y="570"/>
                    </a:lnTo>
                    <a:lnTo>
                      <a:pt x="126" y="582"/>
                    </a:lnTo>
                    <a:lnTo>
                      <a:pt x="114" y="588"/>
                    </a:lnTo>
                    <a:lnTo>
                      <a:pt x="120" y="636"/>
                    </a:lnTo>
                    <a:lnTo>
                      <a:pt x="108" y="636"/>
                    </a:lnTo>
                    <a:lnTo>
                      <a:pt x="126" y="654"/>
                    </a:lnTo>
                    <a:lnTo>
                      <a:pt x="138" y="654"/>
                    </a:lnTo>
                    <a:lnTo>
                      <a:pt x="144" y="642"/>
                    </a:lnTo>
                    <a:lnTo>
                      <a:pt x="156" y="630"/>
                    </a:lnTo>
                    <a:lnTo>
                      <a:pt x="156" y="618"/>
                    </a:lnTo>
                    <a:lnTo>
                      <a:pt x="168" y="630"/>
                    </a:lnTo>
                    <a:lnTo>
                      <a:pt x="180" y="636"/>
                    </a:lnTo>
                    <a:lnTo>
                      <a:pt x="186" y="636"/>
                    </a:lnTo>
                    <a:lnTo>
                      <a:pt x="192" y="630"/>
                    </a:lnTo>
                    <a:lnTo>
                      <a:pt x="198" y="618"/>
                    </a:lnTo>
                    <a:lnTo>
                      <a:pt x="198" y="594"/>
                    </a:lnTo>
                    <a:lnTo>
                      <a:pt x="204" y="582"/>
                    </a:lnTo>
                    <a:lnTo>
                      <a:pt x="204" y="558"/>
                    </a:lnTo>
                    <a:lnTo>
                      <a:pt x="198" y="552"/>
                    </a:lnTo>
                    <a:lnTo>
                      <a:pt x="192" y="552"/>
                    </a:lnTo>
                    <a:lnTo>
                      <a:pt x="192" y="546"/>
                    </a:lnTo>
                    <a:lnTo>
                      <a:pt x="198" y="540"/>
                    </a:lnTo>
                    <a:lnTo>
                      <a:pt x="204" y="540"/>
                    </a:lnTo>
                    <a:lnTo>
                      <a:pt x="210" y="534"/>
                    </a:lnTo>
                    <a:lnTo>
                      <a:pt x="210" y="522"/>
                    </a:lnTo>
                    <a:lnTo>
                      <a:pt x="204" y="510"/>
                    </a:lnTo>
                    <a:lnTo>
                      <a:pt x="204" y="492"/>
                    </a:lnTo>
                    <a:lnTo>
                      <a:pt x="198" y="480"/>
                    </a:lnTo>
                    <a:lnTo>
                      <a:pt x="186" y="474"/>
                    </a:lnTo>
                    <a:lnTo>
                      <a:pt x="180" y="468"/>
                    </a:lnTo>
                    <a:close/>
                    <a:moveTo>
                      <a:pt x="774" y="546"/>
                    </a:moveTo>
                    <a:lnTo>
                      <a:pt x="768" y="534"/>
                    </a:lnTo>
                    <a:lnTo>
                      <a:pt x="756" y="528"/>
                    </a:lnTo>
                    <a:lnTo>
                      <a:pt x="738" y="510"/>
                    </a:lnTo>
                    <a:lnTo>
                      <a:pt x="678" y="480"/>
                    </a:lnTo>
                    <a:lnTo>
                      <a:pt x="672" y="480"/>
                    </a:lnTo>
                    <a:lnTo>
                      <a:pt x="660" y="474"/>
                    </a:lnTo>
                    <a:lnTo>
                      <a:pt x="648" y="474"/>
                    </a:lnTo>
                    <a:lnTo>
                      <a:pt x="630" y="468"/>
                    </a:lnTo>
                    <a:lnTo>
                      <a:pt x="606" y="456"/>
                    </a:lnTo>
                    <a:lnTo>
                      <a:pt x="606" y="450"/>
                    </a:lnTo>
                    <a:lnTo>
                      <a:pt x="612" y="438"/>
                    </a:lnTo>
                    <a:lnTo>
                      <a:pt x="624" y="426"/>
                    </a:lnTo>
                    <a:lnTo>
                      <a:pt x="624" y="420"/>
                    </a:lnTo>
                    <a:lnTo>
                      <a:pt x="618" y="414"/>
                    </a:lnTo>
                    <a:lnTo>
                      <a:pt x="612" y="414"/>
                    </a:lnTo>
                    <a:lnTo>
                      <a:pt x="594" y="408"/>
                    </a:lnTo>
                    <a:lnTo>
                      <a:pt x="552" y="408"/>
                    </a:lnTo>
                    <a:lnTo>
                      <a:pt x="540" y="402"/>
                    </a:lnTo>
                    <a:lnTo>
                      <a:pt x="534" y="396"/>
                    </a:lnTo>
                    <a:lnTo>
                      <a:pt x="516" y="384"/>
                    </a:lnTo>
                    <a:lnTo>
                      <a:pt x="492" y="360"/>
                    </a:lnTo>
                    <a:lnTo>
                      <a:pt x="480" y="342"/>
                    </a:lnTo>
                    <a:lnTo>
                      <a:pt x="474" y="336"/>
                    </a:lnTo>
                    <a:lnTo>
                      <a:pt x="468" y="324"/>
                    </a:lnTo>
                    <a:lnTo>
                      <a:pt x="468" y="312"/>
                    </a:lnTo>
                    <a:lnTo>
                      <a:pt x="450" y="276"/>
                    </a:lnTo>
                    <a:lnTo>
                      <a:pt x="438" y="270"/>
                    </a:lnTo>
                    <a:lnTo>
                      <a:pt x="432" y="264"/>
                    </a:lnTo>
                    <a:lnTo>
                      <a:pt x="420" y="258"/>
                    </a:lnTo>
                    <a:lnTo>
                      <a:pt x="414" y="252"/>
                    </a:lnTo>
                    <a:lnTo>
                      <a:pt x="378" y="222"/>
                    </a:lnTo>
                    <a:lnTo>
                      <a:pt x="372" y="210"/>
                    </a:lnTo>
                    <a:lnTo>
                      <a:pt x="360" y="198"/>
                    </a:lnTo>
                    <a:lnTo>
                      <a:pt x="360" y="186"/>
                    </a:lnTo>
                    <a:lnTo>
                      <a:pt x="366" y="180"/>
                    </a:lnTo>
                    <a:lnTo>
                      <a:pt x="384" y="180"/>
                    </a:lnTo>
                    <a:lnTo>
                      <a:pt x="384" y="174"/>
                    </a:lnTo>
                    <a:lnTo>
                      <a:pt x="372" y="162"/>
                    </a:lnTo>
                    <a:lnTo>
                      <a:pt x="366" y="150"/>
                    </a:lnTo>
                    <a:lnTo>
                      <a:pt x="366" y="138"/>
                    </a:lnTo>
                    <a:lnTo>
                      <a:pt x="402" y="120"/>
                    </a:lnTo>
                    <a:lnTo>
                      <a:pt x="408" y="114"/>
                    </a:lnTo>
                    <a:lnTo>
                      <a:pt x="414" y="114"/>
                    </a:lnTo>
                    <a:lnTo>
                      <a:pt x="438" y="108"/>
                    </a:lnTo>
                    <a:lnTo>
                      <a:pt x="444" y="72"/>
                    </a:lnTo>
                    <a:lnTo>
                      <a:pt x="432" y="66"/>
                    </a:lnTo>
                    <a:lnTo>
                      <a:pt x="438" y="60"/>
                    </a:lnTo>
                    <a:lnTo>
                      <a:pt x="438" y="42"/>
                    </a:lnTo>
                    <a:lnTo>
                      <a:pt x="384" y="42"/>
                    </a:lnTo>
                    <a:lnTo>
                      <a:pt x="378" y="24"/>
                    </a:lnTo>
                    <a:lnTo>
                      <a:pt x="366" y="24"/>
                    </a:lnTo>
                    <a:lnTo>
                      <a:pt x="366" y="6"/>
                    </a:lnTo>
                    <a:lnTo>
                      <a:pt x="360" y="0"/>
                    </a:lnTo>
                    <a:lnTo>
                      <a:pt x="342" y="0"/>
                    </a:lnTo>
                    <a:lnTo>
                      <a:pt x="336" y="6"/>
                    </a:lnTo>
                    <a:lnTo>
                      <a:pt x="336" y="12"/>
                    </a:lnTo>
                    <a:lnTo>
                      <a:pt x="294" y="12"/>
                    </a:lnTo>
                    <a:lnTo>
                      <a:pt x="282" y="30"/>
                    </a:lnTo>
                    <a:lnTo>
                      <a:pt x="270" y="24"/>
                    </a:lnTo>
                    <a:lnTo>
                      <a:pt x="252" y="24"/>
                    </a:lnTo>
                    <a:lnTo>
                      <a:pt x="246" y="42"/>
                    </a:lnTo>
                    <a:lnTo>
                      <a:pt x="222" y="42"/>
                    </a:lnTo>
                    <a:lnTo>
                      <a:pt x="222" y="48"/>
                    </a:lnTo>
                    <a:lnTo>
                      <a:pt x="234" y="60"/>
                    </a:lnTo>
                    <a:lnTo>
                      <a:pt x="228" y="72"/>
                    </a:lnTo>
                    <a:lnTo>
                      <a:pt x="210" y="60"/>
                    </a:lnTo>
                    <a:lnTo>
                      <a:pt x="192" y="66"/>
                    </a:lnTo>
                    <a:lnTo>
                      <a:pt x="180" y="48"/>
                    </a:lnTo>
                    <a:lnTo>
                      <a:pt x="174" y="72"/>
                    </a:lnTo>
                    <a:lnTo>
                      <a:pt x="162" y="84"/>
                    </a:lnTo>
                    <a:lnTo>
                      <a:pt x="162" y="102"/>
                    </a:lnTo>
                    <a:lnTo>
                      <a:pt x="138" y="78"/>
                    </a:lnTo>
                    <a:lnTo>
                      <a:pt x="132" y="78"/>
                    </a:lnTo>
                    <a:lnTo>
                      <a:pt x="132" y="72"/>
                    </a:lnTo>
                    <a:lnTo>
                      <a:pt x="126" y="66"/>
                    </a:lnTo>
                    <a:lnTo>
                      <a:pt x="126" y="60"/>
                    </a:lnTo>
                    <a:lnTo>
                      <a:pt x="120" y="54"/>
                    </a:lnTo>
                    <a:lnTo>
                      <a:pt x="108" y="54"/>
                    </a:lnTo>
                    <a:lnTo>
                      <a:pt x="102" y="60"/>
                    </a:lnTo>
                    <a:lnTo>
                      <a:pt x="102" y="78"/>
                    </a:lnTo>
                    <a:lnTo>
                      <a:pt x="84" y="96"/>
                    </a:lnTo>
                    <a:lnTo>
                      <a:pt x="78" y="96"/>
                    </a:lnTo>
                    <a:lnTo>
                      <a:pt x="66" y="84"/>
                    </a:lnTo>
                    <a:lnTo>
                      <a:pt x="54" y="84"/>
                    </a:lnTo>
                    <a:lnTo>
                      <a:pt x="42" y="96"/>
                    </a:lnTo>
                    <a:lnTo>
                      <a:pt x="30" y="96"/>
                    </a:lnTo>
                    <a:lnTo>
                      <a:pt x="30" y="102"/>
                    </a:lnTo>
                    <a:lnTo>
                      <a:pt x="24" y="102"/>
                    </a:lnTo>
                    <a:lnTo>
                      <a:pt x="18" y="108"/>
                    </a:lnTo>
                    <a:lnTo>
                      <a:pt x="42" y="132"/>
                    </a:lnTo>
                    <a:lnTo>
                      <a:pt x="42" y="138"/>
                    </a:lnTo>
                    <a:lnTo>
                      <a:pt x="24" y="156"/>
                    </a:lnTo>
                    <a:lnTo>
                      <a:pt x="0" y="156"/>
                    </a:lnTo>
                    <a:lnTo>
                      <a:pt x="12" y="174"/>
                    </a:lnTo>
                    <a:lnTo>
                      <a:pt x="24" y="174"/>
                    </a:lnTo>
                    <a:lnTo>
                      <a:pt x="30" y="180"/>
                    </a:lnTo>
                    <a:lnTo>
                      <a:pt x="30" y="192"/>
                    </a:lnTo>
                    <a:lnTo>
                      <a:pt x="24" y="198"/>
                    </a:lnTo>
                    <a:lnTo>
                      <a:pt x="24" y="204"/>
                    </a:lnTo>
                    <a:lnTo>
                      <a:pt x="18" y="210"/>
                    </a:lnTo>
                    <a:lnTo>
                      <a:pt x="18" y="216"/>
                    </a:lnTo>
                    <a:lnTo>
                      <a:pt x="24" y="222"/>
                    </a:lnTo>
                    <a:lnTo>
                      <a:pt x="36" y="228"/>
                    </a:lnTo>
                    <a:lnTo>
                      <a:pt x="42" y="228"/>
                    </a:lnTo>
                    <a:lnTo>
                      <a:pt x="42" y="234"/>
                    </a:lnTo>
                    <a:lnTo>
                      <a:pt x="66" y="234"/>
                    </a:lnTo>
                    <a:lnTo>
                      <a:pt x="72" y="240"/>
                    </a:lnTo>
                    <a:lnTo>
                      <a:pt x="72" y="246"/>
                    </a:lnTo>
                    <a:lnTo>
                      <a:pt x="54" y="264"/>
                    </a:lnTo>
                    <a:lnTo>
                      <a:pt x="54" y="270"/>
                    </a:lnTo>
                    <a:lnTo>
                      <a:pt x="66" y="270"/>
                    </a:lnTo>
                    <a:lnTo>
                      <a:pt x="90" y="258"/>
                    </a:lnTo>
                    <a:lnTo>
                      <a:pt x="120" y="228"/>
                    </a:lnTo>
                    <a:lnTo>
                      <a:pt x="144" y="216"/>
                    </a:lnTo>
                    <a:lnTo>
                      <a:pt x="156" y="216"/>
                    </a:lnTo>
                    <a:lnTo>
                      <a:pt x="168" y="222"/>
                    </a:lnTo>
                    <a:lnTo>
                      <a:pt x="204" y="234"/>
                    </a:lnTo>
                    <a:lnTo>
                      <a:pt x="216" y="240"/>
                    </a:lnTo>
                    <a:lnTo>
                      <a:pt x="228" y="252"/>
                    </a:lnTo>
                    <a:lnTo>
                      <a:pt x="234" y="264"/>
                    </a:lnTo>
                    <a:lnTo>
                      <a:pt x="234" y="276"/>
                    </a:lnTo>
                    <a:lnTo>
                      <a:pt x="240" y="282"/>
                    </a:lnTo>
                    <a:lnTo>
                      <a:pt x="240" y="288"/>
                    </a:lnTo>
                    <a:lnTo>
                      <a:pt x="252" y="300"/>
                    </a:lnTo>
                    <a:lnTo>
                      <a:pt x="252" y="306"/>
                    </a:lnTo>
                    <a:lnTo>
                      <a:pt x="246" y="318"/>
                    </a:lnTo>
                    <a:lnTo>
                      <a:pt x="246" y="324"/>
                    </a:lnTo>
                    <a:lnTo>
                      <a:pt x="258" y="336"/>
                    </a:lnTo>
                    <a:lnTo>
                      <a:pt x="282" y="348"/>
                    </a:lnTo>
                    <a:lnTo>
                      <a:pt x="288" y="354"/>
                    </a:lnTo>
                    <a:lnTo>
                      <a:pt x="294" y="354"/>
                    </a:lnTo>
                    <a:lnTo>
                      <a:pt x="300" y="372"/>
                    </a:lnTo>
                    <a:lnTo>
                      <a:pt x="330" y="372"/>
                    </a:lnTo>
                    <a:lnTo>
                      <a:pt x="348" y="390"/>
                    </a:lnTo>
                    <a:lnTo>
                      <a:pt x="354" y="402"/>
                    </a:lnTo>
                    <a:lnTo>
                      <a:pt x="366" y="414"/>
                    </a:lnTo>
                    <a:lnTo>
                      <a:pt x="378" y="420"/>
                    </a:lnTo>
                    <a:lnTo>
                      <a:pt x="384" y="432"/>
                    </a:lnTo>
                    <a:lnTo>
                      <a:pt x="420" y="468"/>
                    </a:lnTo>
                    <a:lnTo>
                      <a:pt x="456" y="468"/>
                    </a:lnTo>
                    <a:lnTo>
                      <a:pt x="462" y="474"/>
                    </a:lnTo>
                    <a:lnTo>
                      <a:pt x="468" y="486"/>
                    </a:lnTo>
                    <a:lnTo>
                      <a:pt x="492" y="498"/>
                    </a:lnTo>
                    <a:lnTo>
                      <a:pt x="510" y="504"/>
                    </a:lnTo>
                    <a:lnTo>
                      <a:pt x="528" y="504"/>
                    </a:lnTo>
                    <a:lnTo>
                      <a:pt x="540" y="510"/>
                    </a:lnTo>
                    <a:lnTo>
                      <a:pt x="546" y="510"/>
                    </a:lnTo>
                    <a:lnTo>
                      <a:pt x="552" y="522"/>
                    </a:lnTo>
                    <a:lnTo>
                      <a:pt x="552" y="534"/>
                    </a:lnTo>
                    <a:lnTo>
                      <a:pt x="564" y="558"/>
                    </a:lnTo>
                    <a:lnTo>
                      <a:pt x="570" y="564"/>
                    </a:lnTo>
                    <a:lnTo>
                      <a:pt x="582" y="564"/>
                    </a:lnTo>
                    <a:lnTo>
                      <a:pt x="594" y="558"/>
                    </a:lnTo>
                    <a:lnTo>
                      <a:pt x="600" y="558"/>
                    </a:lnTo>
                    <a:lnTo>
                      <a:pt x="600" y="570"/>
                    </a:lnTo>
                    <a:lnTo>
                      <a:pt x="606" y="582"/>
                    </a:lnTo>
                    <a:lnTo>
                      <a:pt x="606" y="606"/>
                    </a:lnTo>
                    <a:lnTo>
                      <a:pt x="612" y="618"/>
                    </a:lnTo>
                    <a:lnTo>
                      <a:pt x="630" y="636"/>
                    </a:lnTo>
                    <a:lnTo>
                      <a:pt x="630" y="666"/>
                    </a:lnTo>
                    <a:lnTo>
                      <a:pt x="612" y="666"/>
                    </a:lnTo>
                    <a:lnTo>
                      <a:pt x="612" y="690"/>
                    </a:lnTo>
                    <a:lnTo>
                      <a:pt x="606" y="696"/>
                    </a:lnTo>
                    <a:lnTo>
                      <a:pt x="600" y="708"/>
                    </a:lnTo>
                    <a:lnTo>
                      <a:pt x="594" y="714"/>
                    </a:lnTo>
                    <a:lnTo>
                      <a:pt x="594" y="732"/>
                    </a:lnTo>
                    <a:lnTo>
                      <a:pt x="606" y="732"/>
                    </a:lnTo>
                    <a:lnTo>
                      <a:pt x="618" y="726"/>
                    </a:lnTo>
                    <a:lnTo>
                      <a:pt x="624" y="726"/>
                    </a:lnTo>
                    <a:lnTo>
                      <a:pt x="636" y="702"/>
                    </a:lnTo>
                    <a:lnTo>
                      <a:pt x="654" y="696"/>
                    </a:lnTo>
                    <a:lnTo>
                      <a:pt x="654" y="666"/>
                    </a:lnTo>
                    <a:lnTo>
                      <a:pt x="666" y="654"/>
                    </a:lnTo>
                    <a:lnTo>
                      <a:pt x="678" y="654"/>
                    </a:lnTo>
                    <a:lnTo>
                      <a:pt x="684" y="648"/>
                    </a:lnTo>
                    <a:lnTo>
                      <a:pt x="696" y="648"/>
                    </a:lnTo>
                    <a:lnTo>
                      <a:pt x="696" y="636"/>
                    </a:lnTo>
                    <a:lnTo>
                      <a:pt x="690" y="630"/>
                    </a:lnTo>
                    <a:lnTo>
                      <a:pt x="690" y="618"/>
                    </a:lnTo>
                    <a:lnTo>
                      <a:pt x="678" y="606"/>
                    </a:lnTo>
                    <a:lnTo>
                      <a:pt x="666" y="606"/>
                    </a:lnTo>
                    <a:lnTo>
                      <a:pt x="648" y="588"/>
                    </a:lnTo>
                    <a:lnTo>
                      <a:pt x="654" y="582"/>
                    </a:lnTo>
                    <a:lnTo>
                      <a:pt x="660" y="570"/>
                    </a:lnTo>
                    <a:lnTo>
                      <a:pt x="666" y="552"/>
                    </a:lnTo>
                    <a:lnTo>
                      <a:pt x="672" y="540"/>
                    </a:lnTo>
                    <a:lnTo>
                      <a:pt x="684" y="528"/>
                    </a:lnTo>
                    <a:lnTo>
                      <a:pt x="690" y="534"/>
                    </a:lnTo>
                    <a:lnTo>
                      <a:pt x="702" y="534"/>
                    </a:lnTo>
                    <a:lnTo>
                      <a:pt x="708" y="540"/>
                    </a:lnTo>
                    <a:lnTo>
                      <a:pt x="738" y="540"/>
                    </a:lnTo>
                    <a:lnTo>
                      <a:pt x="738" y="552"/>
                    </a:lnTo>
                    <a:lnTo>
                      <a:pt x="744" y="558"/>
                    </a:lnTo>
                    <a:lnTo>
                      <a:pt x="744" y="564"/>
                    </a:lnTo>
                    <a:lnTo>
                      <a:pt x="750" y="576"/>
                    </a:lnTo>
                    <a:lnTo>
                      <a:pt x="762" y="576"/>
                    </a:lnTo>
                    <a:lnTo>
                      <a:pt x="774" y="570"/>
                    </a:lnTo>
                    <a:lnTo>
                      <a:pt x="780" y="564"/>
                    </a:lnTo>
                    <a:lnTo>
                      <a:pt x="780" y="558"/>
                    </a:lnTo>
                    <a:lnTo>
                      <a:pt x="774" y="54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5" name="Israel" descr="© INSCALE GmbH, 05.05.2010&#10;http://www.presentationload.com/">
                <a:extLst>
                  <a:ext uri="{FF2B5EF4-FFF2-40B4-BE49-F238E27FC236}">
                    <a16:creationId xmlns:a16="http://schemas.microsoft.com/office/drawing/2014/main" id="{39ADCAF1-D5F0-76E0-8322-85498706B9E6}"/>
                  </a:ext>
                </a:extLst>
              </p:cNvPr>
              <p:cNvSpPr>
                <a:spLocks/>
              </p:cNvSpPr>
              <p:nvPr/>
            </p:nvSpPr>
            <p:spPr bwMode="gray">
              <a:xfrm>
                <a:off x="5130744" y="2197120"/>
                <a:ext cx="38542" cy="121556"/>
              </a:xfrm>
              <a:custGeom>
                <a:avLst/>
                <a:gdLst>
                  <a:gd name="T0" fmla="*/ 0 w 102"/>
                  <a:gd name="T1" fmla="*/ 2147483647 h 324"/>
                  <a:gd name="T2" fmla="*/ 2147483647 w 102"/>
                  <a:gd name="T3" fmla="*/ 2147483647 h 324"/>
                  <a:gd name="T4" fmla="*/ 2147483647 w 102"/>
                  <a:gd name="T5" fmla="*/ 2147483647 h 324"/>
                  <a:gd name="T6" fmla="*/ 2147483647 w 102"/>
                  <a:gd name="T7" fmla="*/ 2147483647 h 324"/>
                  <a:gd name="T8" fmla="*/ 2147483647 w 102"/>
                  <a:gd name="T9" fmla="*/ 2147483647 h 324"/>
                  <a:gd name="T10" fmla="*/ 2147483647 w 102"/>
                  <a:gd name="T11" fmla="*/ 2147483647 h 324"/>
                  <a:gd name="T12" fmla="*/ 2147483647 w 102"/>
                  <a:gd name="T13" fmla="*/ 2147483647 h 324"/>
                  <a:gd name="T14" fmla="*/ 2147483647 w 102"/>
                  <a:gd name="T15" fmla="*/ 2147483647 h 324"/>
                  <a:gd name="T16" fmla="*/ 2147483647 w 102"/>
                  <a:gd name="T17" fmla="*/ 2147483647 h 324"/>
                  <a:gd name="T18" fmla="*/ 2147483647 w 102"/>
                  <a:gd name="T19" fmla="*/ 2147483647 h 324"/>
                  <a:gd name="T20" fmla="*/ 2147483647 w 102"/>
                  <a:gd name="T21" fmla="*/ 2147483647 h 324"/>
                  <a:gd name="T22" fmla="*/ 2147483647 w 102"/>
                  <a:gd name="T23" fmla="*/ 2147483647 h 324"/>
                  <a:gd name="T24" fmla="*/ 2147483647 w 102"/>
                  <a:gd name="T25" fmla="*/ 2147483647 h 324"/>
                  <a:gd name="T26" fmla="*/ 2147483647 w 102"/>
                  <a:gd name="T27" fmla="*/ 2147483647 h 324"/>
                  <a:gd name="T28" fmla="*/ 2147483647 w 102"/>
                  <a:gd name="T29" fmla="*/ 2147483647 h 324"/>
                  <a:gd name="T30" fmla="*/ 2147483647 w 102"/>
                  <a:gd name="T31" fmla="*/ 2147483647 h 324"/>
                  <a:gd name="T32" fmla="*/ 2147483647 w 102"/>
                  <a:gd name="T33" fmla="*/ 2147483647 h 324"/>
                  <a:gd name="T34" fmla="*/ 2147483647 w 102"/>
                  <a:gd name="T35" fmla="*/ 2147483647 h 324"/>
                  <a:gd name="T36" fmla="*/ 2147483647 w 102"/>
                  <a:gd name="T37" fmla="*/ 2147483647 h 324"/>
                  <a:gd name="T38" fmla="*/ 2147483647 w 102"/>
                  <a:gd name="T39" fmla="*/ 2147483647 h 324"/>
                  <a:gd name="T40" fmla="*/ 2147483647 w 102"/>
                  <a:gd name="T41" fmla="*/ 2147483647 h 324"/>
                  <a:gd name="T42" fmla="*/ 2147483647 w 102"/>
                  <a:gd name="T43" fmla="*/ 2147483647 h 324"/>
                  <a:gd name="T44" fmla="*/ 2147483647 w 102"/>
                  <a:gd name="T45" fmla="*/ 2147483647 h 324"/>
                  <a:gd name="T46" fmla="*/ 2147483647 w 102"/>
                  <a:gd name="T47" fmla="*/ 2147483647 h 324"/>
                  <a:gd name="T48" fmla="*/ 2147483647 w 102"/>
                  <a:gd name="T49" fmla="*/ 0 h 324"/>
                  <a:gd name="T50" fmla="*/ 2147483647 w 102"/>
                  <a:gd name="T51" fmla="*/ 2147483647 h 324"/>
                  <a:gd name="T52" fmla="*/ 2147483647 w 102"/>
                  <a:gd name="T53" fmla="*/ 2147483647 h 324"/>
                  <a:gd name="T54" fmla="*/ 2147483647 w 102"/>
                  <a:gd name="T55" fmla="*/ 2147483647 h 324"/>
                  <a:gd name="T56" fmla="*/ 2147483647 w 102"/>
                  <a:gd name="T57" fmla="*/ 2147483647 h 324"/>
                  <a:gd name="T58" fmla="*/ 2147483647 w 102"/>
                  <a:gd name="T59" fmla="*/ 2147483647 h 324"/>
                  <a:gd name="T60" fmla="*/ 2147483647 w 102"/>
                  <a:gd name="T61" fmla="*/ 2147483647 h 324"/>
                  <a:gd name="T62" fmla="*/ 2147483647 w 102"/>
                  <a:gd name="T63" fmla="*/ 2147483647 h 324"/>
                  <a:gd name="T64" fmla="*/ 2147483647 w 102"/>
                  <a:gd name="T65" fmla="*/ 2147483647 h 324"/>
                  <a:gd name="T66" fmla="*/ 2147483647 w 102"/>
                  <a:gd name="T67" fmla="*/ 2147483647 h 324"/>
                  <a:gd name="T68" fmla="*/ 2147483647 w 102"/>
                  <a:gd name="T69" fmla="*/ 2147483647 h 324"/>
                  <a:gd name="T70" fmla="*/ 2147483647 w 102"/>
                  <a:gd name="T71" fmla="*/ 2147483647 h 324"/>
                  <a:gd name="T72" fmla="*/ 2147483647 w 102"/>
                  <a:gd name="T73" fmla="*/ 2147483647 h 324"/>
                  <a:gd name="T74" fmla="*/ 2147483647 w 102"/>
                  <a:gd name="T75" fmla="*/ 2147483647 h 324"/>
                  <a:gd name="T76" fmla="*/ 2147483647 w 102"/>
                  <a:gd name="T77" fmla="*/ 2147483647 h 324"/>
                  <a:gd name="T78" fmla="*/ 0 w 102"/>
                  <a:gd name="T79" fmla="*/ 2147483647 h 3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102"/>
                  <a:gd name="T121" fmla="*/ 0 h 324"/>
                  <a:gd name="T122" fmla="*/ 102 w 102"/>
                  <a:gd name="T123" fmla="*/ 324 h 3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102" h="324">
                    <a:moveTo>
                      <a:pt x="0" y="168"/>
                    </a:moveTo>
                    <a:lnTo>
                      <a:pt x="54" y="312"/>
                    </a:lnTo>
                    <a:lnTo>
                      <a:pt x="60" y="324"/>
                    </a:lnTo>
                    <a:lnTo>
                      <a:pt x="60" y="306"/>
                    </a:lnTo>
                    <a:lnTo>
                      <a:pt x="66" y="294"/>
                    </a:lnTo>
                    <a:lnTo>
                      <a:pt x="66" y="234"/>
                    </a:lnTo>
                    <a:lnTo>
                      <a:pt x="72" y="228"/>
                    </a:lnTo>
                    <a:lnTo>
                      <a:pt x="78" y="216"/>
                    </a:lnTo>
                    <a:lnTo>
                      <a:pt x="84" y="210"/>
                    </a:lnTo>
                    <a:lnTo>
                      <a:pt x="90" y="198"/>
                    </a:lnTo>
                    <a:lnTo>
                      <a:pt x="90" y="186"/>
                    </a:lnTo>
                    <a:lnTo>
                      <a:pt x="78" y="174"/>
                    </a:lnTo>
                    <a:lnTo>
                      <a:pt x="78" y="162"/>
                    </a:lnTo>
                    <a:lnTo>
                      <a:pt x="72" y="156"/>
                    </a:lnTo>
                    <a:lnTo>
                      <a:pt x="66" y="162"/>
                    </a:lnTo>
                    <a:lnTo>
                      <a:pt x="66" y="168"/>
                    </a:lnTo>
                    <a:lnTo>
                      <a:pt x="60" y="168"/>
                    </a:lnTo>
                    <a:lnTo>
                      <a:pt x="54" y="174"/>
                    </a:lnTo>
                    <a:lnTo>
                      <a:pt x="48" y="168"/>
                    </a:lnTo>
                    <a:lnTo>
                      <a:pt x="48" y="96"/>
                    </a:lnTo>
                    <a:lnTo>
                      <a:pt x="66" y="78"/>
                    </a:lnTo>
                    <a:lnTo>
                      <a:pt x="84" y="78"/>
                    </a:lnTo>
                    <a:lnTo>
                      <a:pt x="90" y="60"/>
                    </a:lnTo>
                    <a:lnTo>
                      <a:pt x="84" y="18"/>
                    </a:lnTo>
                    <a:lnTo>
                      <a:pt x="102" y="0"/>
                    </a:lnTo>
                    <a:lnTo>
                      <a:pt x="78" y="6"/>
                    </a:lnTo>
                    <a:lnTo>
                      <a:pt x="78" y="18"/>
                    </a:lnTo>
                    <a:lnTo>
                      <a:pt x="72" y="30"/>
                    </a:lnTo>
                    <a:lnTo>
                      <a:pt x="66" y="36"/>
                    </a:lnTo>
                    <a:lnTo>
                      <a:pt x="60" y="36"/>
                    </a:lnTo>
                    <a:lnTo>
                      <a:pt x="54" y="30"/>
                    </a:lnTo>
                    <a:lnTo>
                      <a:pt x="42" y="54"/>
                    </a:lnTo>
                    <a:lnTo>
                      <a:pt x="30" y="60"/>
                    </a:lnTo>
                    <a:lnTo>
                      <a:pt x="36" y="72"/>
                    </a:lnTo>
                    <a:lnTo>
                      <a:pt x="36" y="84"/>
                    </a:lnTo>
                    <a:lnTo>
                      <a:pt x="42" y="90"/>
                    </a:lnTo>
                    <a:lnTo>
                      <a:pt x="42" y="96"/>
                    </a:lnTo>
                    <a:lnTo>
                      <a:pt x="18" y="138"/>
                    </a:lnTo>
                    <a:lnTo>
                      <a:pt x="18" y="156"/>
                    </a:lnTo>
                    <a:lnTo>
                      <a:pt x="0" y="16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6" name="Ireland" descr="© INSCALE GmbH, 05.05.2010&#10;http://www.presentationload.com/">
                <a:extLst>
                  <a:ext uri="{FF2B5EF4-FFF2-40B4-BE49-F238E27FC236}">
                    <a16:creationId xmlns:a16="http://schemas.microsoft.com/office/drawing/2014/main" id="{7C92817D-C7EB-83BF-A911-607A71AF4BB5}"/>
                  </a:ext>
                </a:extLst>
              </p:cNvPr>
              <p:cNvSpPr>
                <a:spLocks/>
              </p:cNvSpPr>
              <p:nvPr/>
            </p:nvSpPr>
            <p:spPr bwMode="gray">
              <a:xfrm>
                <a:off x="4033788" y="1541909"/>
                <a:ext cx="106731" cy="112660"/>
              </a:xfrm>
              <a:custGeom>
                <a:avLst/>
                <a:gdLst>
                  <a:gd name="T0" fmla="*/ 2147483647 w 282"/>
                  <a:gd name="T1" fmla="*/ 2147483647 h 300"/>
                  <a:gd name="T2" fmla="*/ 2147483647 w 282"/>
                  <a:gd name="T3" fmla="*/ 2147483647 h 300"/>
                  <a:gd name="T4" fmla="*/ 2147483647 w 282"/>
                  <a:gd name="T5" fmla="*/ 2147483647 h 300"/>
                  <a:gd name="T6" fmla="*/ 2147483647 w 282"/>
                  <a:gd name="T7" fmla="*/ 2147483647 h 300"/>
                  <a:gd name="T8" fmla="*/ 2147483647 w 282"/>
                  <a:gd name="T9" fmla="*/ 2147483647 h 300"/>
                  <a:gd name="T10" fmla="*/ 2147483647 w 282"/>
                  <a:gd name="T11" fmla="*/ 2147483647 h 300"/>
                  <a:gd name="T12" fmla="*/ 2147483647 w 282"/>
                  <a:gd name="T13" fmla="*/ 2147483647 h 300"/>
                  <a:gd name="T14" fmla="*/ 2147483647 w 282"/>
                  <a:gd name="T15" fmla="*/ 2147483647 h 300"/>
                  <a:gd name="T16" fmla="*/ 2147483647 w 282"/>
                  <a:gd name="T17" fmla="*/ 2147483647 h 300"/>
                  <a:gd name="T18" fmla="*/ 2147483647 w 282"/>
                  <a:gd name="T19" fmla="*/ 2147483647 h 300"/>
                  <a:gd name="T20" fmla="*/ 2147483647 w 282"/>
                  <a:gd name="T21" fmla="*/ 2147483647 h 300"/>
                  <a:gd name="T22" fmla="*/ 2147483647 w 282"/>
                  <a:gd name="T23" fmla="*/ 2147483647 h 300"/>
                  <a:gd name="T24" fmla="*/ 2147483647 w 282"/>
                  <a:gd name="T25" fmla="*/ 0 h 300"/>
                  <a:gd name="T26" fmla="*/ 2147483647 w 282"/>
                  <a:gd name="T27" fmla="*/ 2147483647 h 300"/>
                  <a:gd name="T28" fmla="*/ 2147483647 w 282"/>
                  <a:gd name="T29" fmla="*/ 2147483647 h 300"/>
                  <a:gd name="T30" fmla="*/ 2147483647 w 282"/>
                  <a:gd name="T31" fmla="*/ 2147483647 h 300"/>
                  <a:gd name="T32" fmla="*/ 2147483647 w 282"/>
                  <a:gd name="T33" fmla="*/ 2147483647 h 300"/>
                  <a:gd name="T34" fmla="*/ 2147483647 w 282"/>
                  <a:gd name="T35" fmla="*/ 2147483647 h 300"/>
                  <a:gd name="T36" fmla="*/ 2147483647 w 282"/>
                  <a:gd name="T37" fmla="*/ 2147483647 h 300"/>
                  <a:gd name="T38" fmla="*/ 2147483647 w 282"/>
                  <a:gd name="T39" fmla="*/ 2147483647 h 300"/>
                  <a:gd name="T40" fmla="*/ 2147483647 w 282"/>
                  <a:gd name="T41" fmla="*/ 2147483647 h 300"/>
                  <a:gd name="T42" fmla="*/ 2147483647 w 282"/>
                  <a:gd name="T43" fmla="*/ 2147483647 h 300"/>
                  <a:gd name="T44" fmla="*/ 2147483647 w 282"/>
                  <a:gd name="T45" fmla="*/ 2147483647 h 300"/>
                  <a:gd name="T46" fmla="*/ 2147483647 w 282"/>
                  <a:gd name="T47" fmla="*/ 2147483647 h 300"/>
                  <a:gd name="T48" fmla="*/ 2147483647 w 282"/>
                  <a:gd name="T49" fmla="*/ 2147483647 h 300"/>
                  <a:gd name="T50" fmla="*/ 2147483647 w 282"/>
                  <a:gd name="T51" fmla="*/ 2147483647 h 300"/>
                  <a:gd name="T52" fmla="*/ 2147483647 w 282"/>
                  <a:gd name="T53" fmla="*/ 2147483647 h 300"/>
                  <a:gd name="T54" fmla="*/ 2147483647 w 282"/>
                  <a:gd name="T55" fmla="*/ 2147483647 h 300"/>
                  <a:gd name="T56" fmla="*/ 2147483647 w 282"/>
                  <a:gd name="T57" fmla="*/ 2147483647 h 300"/>
                  <a:gd name="T58" fmla="*/ 2147483647 w 282"/>
                  <a:gd name="T59" fmla="*/ 2147483647 h 300"/>
                  <a:gd name="T60" fmla="*/ 2147483647 w 282"/>
                  <a:gd name="T61" fmla="*/ 2147483647 h 300"/>
                  <a:gd name="T62" fmla="*/ 2147483647 w 282"/>
                  <a:gd name="T63" fmla="*/ 2147483647 h 300"/>
                  <a:gd name="T64" fmla="*/ 2147483647 w 282"/>
                  <a:gd name="T65" fmla="*/ 2147483647 h 300"/>
                  <a:gd name="T66" fmla="*/ 2147483647 w 282"/>
                  <a:gd name="T67" fmla="*/ 2147483647 h 300"/>
                  <a:gd name="T68" fmla="*/ 2147483647 w 282"/>
                  <a:gd name="T69" fmla="*/ 2147483647 h 300"/>
                  <a:gd name="T70" fmla="*/ 2147483647 w 282"/>
                  <a:gd name="T71" fmla="*/ 2147483647 h 300"/>
                  <a:gd name="T72" fmla="*/ 2147483647 w 282"/>
                  <a:gd name="T73" fmla="*/ 2147483647 h 300"/>
                  <a:gd name="T74" fmla="*/ 2147483647 w 282"/>
                  <a:gd name="T75" fmla="*/ 2147483647 h 300"/>
                  <a:gd name="T76" fmla="*/ 2147483647 w 282"/>
                  <a:gd name="T77" fmla="*/ 2147483647 h 300"/>
                  <a:gd name="T78" fmla="*/ 2147483647 w 282"/>
                  <a:gd name="T79" fmla="*/ 2147483647 h 300"/>
                  <a:gd name="T80" fmla="*/ 0 w 282"/>
                  <a:gd name="T81" fmla="*/ 2147483647 h 300"/>
                  <a:gd name="T82" fmla="*/ 2147483647 w 282"/>
                  <a:gd name="T83" fmla="*/ 2147483647 h 300"/>
                  <a:gd name="T84" fmla="*/ 2147483647 w 282"/>
                  <a:gd name="T85" fmla="*/ 2147483647 h 300"/>
                  <a:gd name="T86" fmla="*/ 2147483647 w 282"/>
                  <a:gd name="T87" fmla="*/ 2147483647 h 300"/>
                  <a:gd name="T88" fmla="*/ 2147483647 w 282"/>
                  <a:gd name="T89" fmla="*/ 2147483647 h 300"/>
                  <a:gd name="T90" fmla="*/ 2147483647 w 282"/>
                  <a:gd name="T91" fmla="*/ 2147483647 h 300"/>
                  <a:gd name="T92" fmla="*/ 2147483647 w 282"/>
                  <a:gd name="T93" fmla="*/ 2147483647 h 300"/>
                  <a:gd name="T94" fmla="*/ 2147483647 w 282"/>
                  <a:gd name="T95" fmla="*/ 2147483647 h 300"/>
                  <a:gd name="T96" fmla="*/ 2147483647 w 282"/>
                  <a:gd name="T97" fmla="*/ 2147483647 h 300"/>
                  <a:gd name="T98" fmla="*/ 2147483647 w 282"/>
                  <a:gd name="T99" fmla="*/ 2147483647 h 300"/>
                  <a:gd name="T100" fmla="*/ 2147483647 w 282"/>
                  <a:gd name="T101" fmla="*/ 2147483647 h 300"/>
                  <a:gd name="T102" fmla="*/ 2147483647 w 282"/>
                  <a:gd name="T103" fmla="*/ 2147483647 h 300"/>
                  <a:gd name="T104" fmla="*/ 2147483647 w 282"/>
                  <a:gd name="T105" fmla="*/ 2147483647 h 300"/>
                  <a:gd name="T106" fmla="*/ 2147483647 w 282"/>
                  <a:gd name="T107" fmla="*/ 2147483647 h 300"/>
                  <a:gd name="T108" fmla="*/ 2147483647 w 282"/>
                  <a:gd name="T109" fmla="*/ 2147483647 h 300"/>
                  <a:gd name="T110" fmla="*/ 2147483647 w 282"/>
                  <a:gd name="T111" fmla="*/ 2147483647 h 30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82"/>
                  <a:gd name="T169" fmla="*/ 0 h 300"/>
                  <a:gd name="T170" fmla="*/ 282 w 282"/>
                  <a:gd name="T171" fmla="*/ 300 h 30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82" h="300">
                    <a:moveTo>
                      <a:pt x="276" y="156"/>
                    </a:moveTo>
                    <a:lnTo>
                      <a:pt x="276" y="144"/>
                    </a:lnTo>
                    <a:lnTo>
                      <a:pt x="270" y="132"/>
                    </a:lnTo>
                    <a:lnTo>
                      <a:pt x="264" y="126"/>
                    </a:lnTo>
                    <a:lnTo>
                      <a:pt x="264" y="114"/>
                    </a:lnTo>
                    <a:lnTo>
                      <a:pt x="258" y="108"/>
                    </a:lnTo>
                    <a:lnTo>
                      <a:pt x="258" y="102"/>
                    </a:lnTo>
                    <a:lnTo>
                      <a:pt x="276" y="102"/>
                    </a:lnTo>
                    <a:lnTo>
                      <a:pt x="282" y="96"/>
                    </a:lnTo>
                    <a:lnTo>
                      <a:pt x="246" y="90"/>
                    </a:lnTo>
                    <a:lnTo>
                      <a:pt x="228" y="66"/>
                    </a:lnTo>
                    <a:lnTo>
                      <a:pt x="204" y="90"/>
                    </a:lnTo>
                    <a:lnTo>
                      <a:pt x="192" y="90"/>
                    </a:lnTo>
                    <a:lnTo>
                      <a:pt x="168" y="78"/>
                    </a:lnTo>
                    <a:lnTo>
                      <a:pt x="162" y="72"/>
                    </a:lnTo>
                    <a:lnTo>
                      <a:pt x="174" y="60"/>
                    </a:lnTo>
                    <a:lnTo>
                      <a:pt x="180" y="60"/>
                    </a:lnTo>
                    <a:lnTo>
                      <a:pt x="186" y="54"/>
                    </a:lnTo>
                    <a:lnTo>
                      <a:pt x="192" y="54"/>
                    </a:lnTo>
                    <a:lnTo>
                      <a:pt x="192" y="42"/>
                    </a:lnTo>
                    <a:lnTo>
                      <a:pt x="234" y="18"/>
                    </a:lnTo>
                    <a:lnTo>
                      <a:pt x="240" y="12"/>
                    </a:lnTo>
                    <a:lnTo>
                      <a:pt x="240" y="6"/>
                    </a:lnTo>
                    <a:lnTo>
                      <a:pt x="234" y="6"/>
                    </a:lnTo>
                    <a:lnTo>
                      <a:pt x="228" y="0"/>
                    </a:lnTo>
                    <a:lnTo>
                      <a:pt x="222" y="0"/>
                    </a:lnTo>
                    <a:lnTo>
                      <a:pt x="210" y="6"/>
                    </a:lnTo>
                    <a:lnTo>
                      <a:pt x="204" y="18"/>
                    </a:lnTo>
                    <a:lnTo>
                      <a:pt x="198" y="6"/>
                    </a:lnTo>
                    <a:lnTo>
                      <a:pt x="174" y="6"/>
                    </a:lnTo>
                    <a:lnTo>
                      <a:pt x="162" y="12"/>
                    </a:lnTo>
                    <a:lnTo>
                      <a:pt x="156" y="12"/>
                    </a:lnTo>
                    <a:lnTo>
                      <a:pt x="150" y="18"/>
                    </a:lnTo>
                    <a:lnTo>
                      <a:pt x="150" y="30"/>
                    </a:lnTo>
                    <a:lnTo>
                      <a:pt x="144" y="36"/>
                    </a:lnTo>
                    <a:lnTo>
                      <a:pt x="144" y="42"/>
                    </a:lnTo>
                    <a:lnTo>
                      <a:pt x="126" y="42"/>
                    </a:lnTo>
                    <a:lnTo>
                      <a:pt x="120" y="48"/>
                    </a:lnTo>
                    <a:lnTo>
                      <a:pt x="120" y="54"/>
                    </a:lnTo>
                    <a:lnTo>
                      <a:pt x="138" y="54"/>
                    </a:lnTo>
                    <a:lnTo>
                      <a:pt x="144" y="60"/>
                    </a:lnTo>
                    <a:lnTo>
                      <a:pt x="150" y="60"/>
                    </a:lnTo>
                    <a:lnTo>
                      <a:pt x="150" y="66"/>
                    </a:lnTo>
                    <a:lnTo>
                      <a:pt x="144" y="72"/>
                    </a:lnTo>
                    <a:lnTo>
                      <a:pt x="132" y="72"/>
                    </a:lnTo>
                    <a:lnTo>
                      <a:pt x="132" y="78"/>
                    </a:lnTo>
                    <a:lnTo>
                      <a:pt x="126" y="84"/>
                    </a:lnTo>
                    <a:lnTo>
                      <a:pt x="102" y="84"/>
                    </a:lnTo>
                    <a:lnTo>
                      <a:pt x="102" y="90"/>
                    </a:lnTo>
                    <a:lnTo>
                      <a:pt x="90" y="78"/>
                    </a:lnTo>
                    <a:lnTo>
                      <a:pt x="42" y="78"/>
                    </a:lnTo>
                    <a:lnTo>
                      <a:pt x="42" y="102"/>
                    </a:lnTo>
                    <a:lnTo>
                      <a:pt x="54" y="102"/>
                    </a:lnTo>
                    <a:lnTo>
                      <a:pt x="54" y="108"/>
                    </a:lnTo>
                    <a:lnTo>
                      <a:pt x="60" y="114"/>
                    </a:lnTo>
                    <a:lnTo>
                      <a:pt x="42" y="126"/>
                    </a:lnTo>
                    <a:lnTo>
                      <a:pt x="36" y="126"/>
                    </a:lnTo>
                    <a:lnTo>
                      <a:pt x="30" y="132"/>
                    </a:lnTo>
                    <a:lnTo>
                      <a:pt x="30" y="138"/>
                    </a:lnTo>
                    <a:lnTo>
                      <a:pt x="42" y="150"/>
                    </a:lnTo>
                    <a:lnTo>
                      <a:pt x="54" y="156"/>
                    </a:lnTo>
                    <a:lnTo>
                      <a:pt x="60" y="162"/>
                    </a:lnTo>
                    <a:lnTo>
                      <a:pt x="72" y="162"/>
                    </a:lnTo>
                    <a:lnTo>
                      <a:pt x="78" y="156"/>
                    </a:lnTo>
                    <a:lnTo>
                      <a:pt x="96" y="156"/>
                    </a:lnTo>
                    <a:lnTo>
                      <a:pt x="96" y="168"/>
                    </a:lnTo>
                    <a:lnTo>
                      <a:pt x="90" y="174"/>
                    </a:lnTo>
                    <a:lnTo>
                      <a:pt x="72" y="174"/>
                    </a:lnTo>
                    <a:lnTo>
                      <a:pt x="72" y="192"/>
                    </a:lnTo>
                    <a:lnTo>
                      <a:pt x="54" y="192"/>
                    </a:lnTo>
                    <a:lnTo>
                      <a:pt x="48" y="198"/>
                    </a:lnTo>
                    <a:lnTo>
                      <a:pt x="48" y="210"/>
                    </a:lnTo>
                    <a:lnTo>
                      <a:pt x="42" y="222"/>
                    </a:lnTo>
                    <a:lnTo>
                      <a:pt x="42" y="234"/>
                    </a:lnTo>
                    <a:lnTo>
                      <a:pt x="18" y="234"/>
                    </a:lnTo>
                    <a:lnTo>
                      <a:pt x="12" y="240"/>
                    </a:lnTo>
                    <a:lnTo>
                      <a:pt x="6" y="240"/>
                    </a:lnTo>
                    <a:lnTo>
                      <a:pt x="6" y="246"/>
                    </a:lnTo>
                    <a:lnTo>
                      <a:pt x="12" y="246"/>
                    </a:lnTo>
                    <a:lnTo>
                      <a:pt x="18" y="252"/>
                    </a:lnTo>
                    <a:lnTo>
                      <a:pt x="6" y="252"/>
                    </a:lnTo>
                    <a:lnTo>
                      <a:pt x="0" y="258"/>
                    </a:lnTo>
                    <a:lnTo>
                      <a:pt x="0" y="270"/>
                    </a:lnTo>
                    <a:lnTo>
                      <a:pt x="42" y="270"/>
                    </a:lnTo>
                    <a:lnTo>
                      <a:pt x="24" y="288"/>
                    </a:lnTo>
                    <a:lnTo>
                      <a:pt x="30" y="282"/>
                    </a:lnTo>
                    <a:lnTo>
                      <a:pt x="48" y="282"/>
                    </a:lnTo>
                    <a:lnTo>
                      <a:pt x="48" y="288"/>
                    </a:lnTo>
                    <a:lnTo>
                      <a:pt x="42" y="288"/>
                    </a:lnTo>
                    <a:lnTo>
                      <a:pt x="36" y="294"/>
                    </a:lnTo>
                    <a:lnTo>
                      <a:pt x="30" y="294"/>
                    </a:lnTo>
                    <a:lnTo>
                      <a:pt x="36" y="300"/>
                    </a:lnTo>
                    <a:lnTo>
                      <a:pt x="60" y="300"/>
                    </a:lnTo>
                    <a:lnTo>
                      <a:pt x="96" y="288"/>
                    </a:lnTo>
                    <a:lnTo>
                      <a:pt x="108" y="282"/>
                    </a:lnTo>
                    <a:lnTo>
                      <a:pt x="120" y="270"/>
                    </a:lnTo>
                    <a:lnTo>
                      <a:pt x="120" y="264"/>
                    </a:lnTo>
                    <a:lnTo>
                      <a:pt x="132" y="270"/>
                    </a:lnTo>
                    <a:lnTo>
                      <a:pt x="138" y="270"/>
                    </a:lnTo>
                    <a:lnTo>
                      <a:pt x="150" y="264"/>
                    </a:lnTo>
                    <a:lnTo>
                      <a:pt x="162" y="252"/>
                    </a:lnTo>
                    <a:lnTo>
                      <a:pt x="180" y="246"/>
                    </a:lnTo>
                    <a:lnTo>
                      <a:pt x="204" y="246"/>
                    </a:lnTo>
                    <a:lnTo>
                      <a:pt x="210" y="240"/>
                    </a:lnTo>
                    <a:lnTo>
                      <a:pt x="252" y="240"/>
                    </a:lnTo>
                    <a:lnTo>
                      <a:pt x="246" y="222"/>
                    </a:lnTo>
                    <a:lnTo>
                      <a:pt x="264" y="222"/>
                    </a:lnTo>
                    <a:lnTo>
                      <a:pt x="264" y="198"/>
                    </a:lnTo>
                    <a:lnTo>
                      <a:pt x="270" y="192"/>
                    </a:lnTo>
                    <a:lnTo>
                      <a:pt x="270" y="180"/>
                    </a:lnTo>
                    <a:lnTo>
                      <a:pt x="276" y="168"/>
                    </a:lnTo>
                    <a:lnTo>
                      <a:pt x="276" y="15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7" name="Iraq" descr="© INSCALE GmbH, 05.05.2010&#10;http://www.presentationload.com/">
                <a:extLst>
                  <a:ext uri="{FF2B5EF4-FFF2-40B4-BE49-F238E27FC236}">
                    <a16:creationId xmlns:a16="http://schemas.microsoft.com/office/drawing/2014/main" id="{BF3457C4-28F7-5AA1-87EF-C0B39ADA9B7C}"/>
                  </a:ext>
                </a:extLst>
              </p:cNvPr>
              <p:cNvSpPr>
                <a:spLocks/>
              </p:cNvSpPr>
              <p:nvPr/>
            </p:nvSpPr>
            <p:spPr bwMode="gray">
              <a:xfrm>
                <a:off x="5241923" y="2078530"/>
                <a:ext cx="259416" cy="250522"/>
              </a:xfrm>
              <a:custGeom>
                <a:avLst/>
                <a:gdLst>
                  <a:gd name="T0" fmla="*/ 2147483647 w 684"/>
                  <a:gd name="T1" fmla="*/ 2147483647 h 660"/>
                  <a:gd name="T2" fmla="*/ 2147483647 w 684"/>
                  <a:gd name="T3" fmla="*/ 2147483647 h 660"/>
                  <a:gd name="T4" fmla="*/ 2147483647 w 684"/>
                  <a:gd name="T5" fmla="*/ 2147483647 h 660"/>
                  <a:gd name="T6" fmla="*/ 2147483647 w 684"/>
                  <a:gd name="T7" fmla="*/ 2147483647 h 660"/>
                  <a:gd name="T8" fmla="*/ 2147483647 w 684"/>
                  <a:gd name="T9" fmla="*/ 2147483647 h 660"/>
                  <a:gd name="T10" fmla="*/ 2147483647 w 684"/>
                  <a:gd name="T11" fmla="*/ 2147483647 h 660"/>
                  <a:gd name="T12" fmla="*/ 2147483647 w 684"/>
                  <a:gd name="T13" fmla="*/ 2147483647 h 660"/>
                  <a:gd name="T14" fmla="*/ 2147483647 w 684"/>
                  <a:gd name="T15" fmla="*/ 2147483647 h 660"/>
                  <a:gd name="T16" fmla="*/ 2147483647 w 684"/>
                  <a:gd name="T17" fmla="*/ 2147483647 h 660"/>
                  <a:gd name="T18" fmla="*/ 2147483647 w 684"/>
                  <a:gd name="T19" fmla="*/ 2147483647 h 660"/>
                  <a:gd name="T20" fmla="*/ 2147483647 w 684"/>
                  <a:gd name="T21" fmla="*/ 2147483647 h 660"/>
                  <a:gd name="T22" fmla="*/ 2147483647 w 684"/>
                  <a:gd name="T23" fmla="*/ 2147483647 h 660"/>
                  <a:gd name="T24" fmla="*/ 2147483647 w 684"/>
                  <a:gd name="T25" fmla="*/ 2147483647 h 660"/>
                  <a:gd name="T26" fmla="*/ 2147483647 w 684"/>
                  <a:gd name="T27" fmla="*/ 2147483647 h 660"/>
                  <a:gd name="T28" fmla="*/ 2147483647 w 684"/>
                  <a:gd name="T29" fmla="*/ 2147483647 h 660"/>
                  <a:gd name="T30" fmla="*/ 2147483647 w 684"/>
                  <a:gd name="T31" fmla="*/ 2147483647 h 660"/>
                  <a:gd name="T32" fmla="*/ 2147483647 w 684"/>
                  <a:gd name="T33" fmla="*/ 2147483647 h 660"/>
                  <a:gd name="T34" fmla="*/ 2147483647 w 684"/>
                  <a:gd name="T35" fmla="*/ 2147483647 h 660"/>
                  <a:gd name="T36" fmla="*/ 2147483647 w 684"/>
                  <a:gd name="T37" fmla="*/ 2147483647 h 660"/>
                  <a:gd name="T38" fmla="*/ 2147483647 w 684"/>
                  <a:gd name="T39" fmla="*/ 2147483647 h 660"/>
                  <a:gd name="T40" fmla="*/ 2147483647 w 684"/>
                  <a:gd name="T41" fmla="*/ 2147483647 h 660"/>
                  <a:gd name="T42" fmla="*/ 2147483647 w 684"/>
                  <a:gd name="T43" fmla="*/ 2147483647 h 660"/>
                  <a:gd name="T44" fmla="*/ 2147483647 w 684"/>
                  <a:gd name="T45" fmla="*/ 2147483647 h 660"/>
                  <a:gd name="T46" fmla="*/ 2147483647 w 684"/>
                  <a:gd name="T47" fmla="*/ 2147483647 h 660"/>
                  <a:gd name="T48" fmla="*/ 2147483647 w 684"/>
                  <a:gd name="T49" fmla="*/ 2147483647 h 660"/>
                  <a:gd name="T50" fmla="*/ 2147483647 w 684"/>
                  <a:gd name="T51" fmla="*/ 2147483647 h 660"/>
                  <a:gd name="T52" fmla="*/ 2147483647 w 684"/>
                  <a:gd name="T53" fmla="*/ 0 h 660"/>
                  <a:gd name="T54" fmla="*/ 2147483647 w 684"/>
                  <a:gd name="T55" fmla="*/ 2147483647 h 660"/>
                  <a:gd name="T56" fmla="*/ 2147483647 w 684"/>
                  <a:gd name="T57" fmla="*/ 2147483647 h 660"/>
                  <a:gd name="T58" fmla="*/ 2147483647 w 684"/>
                  <a:gd name="T59" fmla="*/ 0 h 660"/>
                  <a:gd name="T60" fmla="*/ 2147483647 w 684"/>
                  <a:gd name="T61" fmla="*/ 2147483647 h 660"/>
                  <a:gd name="T62" fmla="*/ 2147483647 w 684"/>
                  <a:gd name="T63" fmla="*/ 2147483647 h 660"/>
                  <a:gd name="T64" fmla="*/ 2147483647 w 684"/>
                  <a:gd name="T65" fmla="*/ 2147483647 h 660"/>
                  <a:gd name="T66" fmla="*/ 2147483647 w 684"/>
                  <a:gd name="T67" fmla="*/ 2147483647 h 660"/>
                  <a:gd name="T68" fmla="*/ 2147483647 w 684"/>
                  <a:gd name="T69" fmla="*/ 2147483647 h 660"/>
                  <a:gd name="T70" fmla="*/ 2147483647 w 684"/>
                  <a:gd name="T71" fmla="*/ 2147483647 h 660"/>
                  <a:gd name="T72" fmla="*/ 2147483647 w 684"/>
                  <a:gd name="T73" fmla="*/ 2147483647 h 660"/>
                  <a:gd name="T74" fmla="*/ 2147483647 w 684"/>
                  <a:gd name="T75" fmla="*/ 2147483647 h 660"/>
                  <a:gd name="T76" fmla="*/ 2147483647 w 684"/>
                  <a:gd name="T77" fmla="*/ 2147483647 h 660"/>
                  <a:gd name="T78" fmla="*/ 2147483647 w 684"/>
                  <a:gd name="T79" fmla="*/ 2147483647 h 660"/>
                  <a:gd name="T80" fmla="*/ 2147483647 w 684"/>
                  <a:gd name="T81" fmla="*/ 2147483647 h 660"/>
                  <a:gd name="T82" fmla="*/ 2147483647 w 684"/>
                  <a:gd name="T83" fmla="*/ 2147483647 h 660"/>
                  <a:gd name="T84" fmla="*/ 2147483647 w 684"/>
                  <a:gd name="T85" fmla="*/ 2147483647 h 660"/>
                  <a:gd name="T86" fmla="*/ 0 w 684"/>
                  <a:gd name="T87" fmla="*/ 2147483647 h 660"/>
                  <a:gd name="T88" fmla="*/ 2147483647 w 684"/>
                  <a:gd name="T89" fmla="*/ 2147483647 h 660"/>
                  <a:gd name="T90" fmla="*/ 2147483647 w 684"/>
                  <a:gd name="T91" fmla="*/ 2147483647 h 660"/>
                  <a:gd name="T92" fmla="*/ 2147483647 w 684"/>
                  <a:gd name="T93" fmla="*/ 2147483647 h 660"/>
                  <a:gd name="T94" fmla="*/ 2147483647 w 684"/>
                  <a:gd name="T95" fmla="*/ 2147483647 h 660"/>
                  <a:gd name="T96" fmla="*/ 2147483647 w 684"/>
                  <a:gd name="T97" fmla="*/ 2147483647 h 660"/>
                  <a:gd name="T98" fmla="*/ 2147483647 w 684"/>
                  <a:gd name="T99" fmla="*/ 2147483647 h 660"/>
                  <a:gd name="T100" fmla="*/ 2147483647 w 684"/>
                  <a:gd name="T101" fmla="*/ 2147483647 h 660"/>
                  <a:gd name="T102" fmla="*/ 2147483647 w 684"/>
                  <a:gd name="T103" fmla="*/ 2147483647 h 660"/>
                  <a:gd name="T104" fmla="*/ 2147483647 w 684"/>
                  <a:gd name="T105" fmla="*/ 2147483647 h 660"/>
                  <a:gd name="T106" fmla="*/ 2147483647 w 684"/>
                  <a:gd name="T107" fmla="*/ 2147483647 h 660"/>
                  <a:gd name="T108" fmla="*/ 2147483647 w 684"/>
                  <a:gd name="T109" fmla="*/ 2147483647 h 660"/>
                  <a:gd name="T110" fmla="*/ 2147483647 w 684"/>
                  <a:gd name="T111" fmla="*/ 2147483647 h 660"/>
                  <a:gd name="T112" fmla="*/ 2147483647 w 684"/>
                  <a:gd name="T113" fmla="*/ 2147483647 h 660"/>
                  <a:gd name="T114" fmla="*/ 2147483647 w 684"/>
                  <a:gd name="T115" fmla="*/ 2147483647 h 66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84"/>
                  <a:gd name="T175" fmla="*/ 0 h 660"/>
                  <a:gd name="T176" fmla="*/ 684 w 684"/>
                  <a:gd name="T177" fmla="*/ 660 h 66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84" h="660">
                    <a:moveTo>
                      <a:pt x="678" y="564"/>
                    </a:moveTo>
                    <a:lnTo>
                      <a:pt x="666" y="552"/>
                    </a:lnTo>
                    <a:lnTo>
                      <a:pt x="654" y="546"/>
                    </a:lnTo>
                    <a:lnTo>
                      <a:pt x="648" y="516"/>
                    </a:lnTo>
                    <a:lnTo>
                      <a:pt x="642" y="516"/>
                    </a:lnTo>
                    <a:lnTo>
                      <a:pt x="636" y="510"/>
                    </a:lnTo>
                    <a:lnTo>
                      <a:pt x="624" y="504"/>
                    </a:lnTo>
                    <a:lnTo>
                      <a:pt x="618" y="498"/>
                    </a:lnTo>
                    <a:lnTo>
                      <a:pt x="618" y="462"/>
                    </a:lnTo>
                    <a:lnTo>
                      <a:pt x="624" y="450"/>
                    </a:lnTo>
                    <a:lnTo>
                      <a:pt x="624" y="438"/>
                    </a:lnTo>
                    <a:lnTo>
                      <a:pt x="594" y="402"/>
                    </a:lnTo>
                    <a:lnTo>
                      <a:pt x="588" y="390"/>
                    </a:lnTo>
                    <a:lnTo>
                      <a:pt x="582" y="384"/>
                    </a:lnTo>
                    <a:lnTo>
                      <a:pt x="564" y="384"/>
                    </a:lnTo>
                    <a:lnTo>
                      <a:pt x="546" y="366"/>
                    </a:lnTo>
                    <a:lnTo>
                      <a:pt x="534" y="360"/>
                    </a:lnTo>
                    <a:lnTo>
                      <a:pt x="528" y="354"/>
                    </a:lnTo>
                    <a:lnTo>
                      <a:pt x="504" y="354"/>
                    </a:lnTo>
                    <a:lnTo>
                      <a:pt x="504" y="312"/>
                    </a:lnTo>
                    <a:lnTo>
                      <a:pt x="498" y="312"/>
                    </a:lnTo>
                    <a:lnTo>
                      <a:pt x="492" y="306"/>
                    </a:lnTo>
                    <a:lnTo>
                      <a:pt x="468" y="294"/>
                    </a:lnTo>
                    <a:lnTo>
                      <a:pt x="456" y="282"/>
                    </a:lnTo>
                    <a:lnTo>
                      <a:pt x="444" y="276"/>
                    </a:lnTo>
                    <a:lnTo>
                      <a:pt x="438" y="270"/>
                    </a:lnTo>
                    <a:lnTo>
                      <a:pt x="438" y="264"/>
                    </a:lnTo>
                    <a:lnTo>
                      <a:pt x="444" y="252"/>
                    </a:lnTo>
                    <a:lnTo>
                      <a:pt x="450" y="246"/>
                    </a:lnTo>
                    <a:lnTo>
                      <a:pt x="438" y="234"/>
                    </a:lnTo>
                    <a:lnTo>
                      <a:pt x="438" y="228"/>
                    </a:lnTo>
                    <a:lnTo>
                      <a:pt x="450" y="216"/>
                    </a:lnTo>
                    <a:lnTo>
                      <a:pt x="462" y="216"/>
                    </a:lnTo>
                    <a:lnTo>
                      <a:pt x="462" y="186"/>
                    </a:lnTo>
                    <a:lnTo>
                      <a:pt x="468" y="186"/>
                    </a:lnTo>
                    <a:lnTo>
                      <a:pt x="480" y="174"/>
                    </a:lnTo>
                    <a:lnTo>
                      <a:pt x="480" y="168"/>
                    </a:lnTo>
                    <a:lnTo>
                      <a:pt x="474" y="156"/>
                    </a:lnTo>
                    <a:lnTo>
                      <a:pt x="462" y="144"/>
                    </a:lnTo>
                    <a:lnTo>
                      <a:pt x="462" y="138"/>
                    </a:lnTo>
                    <a:lnTo>
                      <a:pt x="480" y="120"/>
                    </a:lnTo>
                    <a:lnTo>
                      <a:pt x="480" y="114"/>
                    </a:lnTo>
                    <a:lnTo>
                      <a:pt x="468" y="114"/>
                    </a:lnTo>
                    <a:lnTo>
                      <a:pt x="456" y="120"/>
                    </a:lnTo>
                    <a:lnTo>
                      <a:pt x="450" y="126"/>
                    </a:lnTo>
                    <a:lnTo>
                      <a:pt x="438" y="108"/>
                    </a:lnTo>
                    <a:lnTo>
                      <a:pt x="414" y="102"/>
                    </a:lnTo>
                    <a:lnTo>
                      <a:pt x="414" y="84"/>
                    </a:lnTo>
                    <a:lnTo>
                      <a:pt x="402" y="72"/>
                    </a:lnTo>
                    <a:lnTo>
                      <a:pt x="378" y="24"/>
                    </a:lnTo>
                    <a:lnTo>
                      <a:pt x="378" y="12"/>
                    </a:lnTo>
                    <a:lnTo>
                      <a:pt x="336" y="24"/>
                    </a:lnTo>
                    <a:lnTo>
                      <a:pt x="336" y="6"/>
                    </a:lnTo>
                    <a:lnTo>
                      <a:pt x="330" y="0"/>
                    </a:lnTo>
                    <a:lnTo>
                      <a:pt x="306" y="0"/>
                    </a:lnTo>
                    <a:lnTo>
                      <a:pt x="306" y="6"/>
                    </a:lnTo>
                    <a:lnTo>
                      <a:pt x="300" y="12"/>
                    </a:lnTo>
                    <a:lnTo>
                      <a:pt x="288" y="12"/>
                    </a:lnTo>
                    <a:lnTo>
                      <a:pt x="276" y="0"/>
                    </a:lnTo>
                    <a:lnTo>
                      <a:pt x="234" y="0"/>
                    </a:lnTo>
                    <a:lnTo>
                      <a:pt x="234" y="12"/>
                    </a:lnTo>
                    <a:lnTo>
                      <a:pt x="228" y="18"/>
                    </a:lnTo>
                    <a:lnTo>
                      <a:pt x="216" y="24"/>
                    </a:lnTo>
                    <a:lnTo>
                      <a:pt x="204" y="36"/>
                    </a:lnTo>
                    <a:lnTo>
                      <a:pt x="198" y="48"/>
                    </a:lnTo>
                    <a:lnTo>
                      <a:pt x="192" y="54"/>
                    </a:lnTo>
                    <a:lnTo>
                      <a:pt x="180" y="54"/>
                    </a:lnTo>
                    <a:lnTo>
                      <a:pt x="168" y="60"/>
                    </a:lnTo>
                    <a:lnTo>
                      <a:pt x="156" y="60"/>
                    </a:lnTo>
                    <a:lnTo>
                      <a:pt x="150" y="66"/>
                    </a:lnTo>
                    <a:lnTo>
                      <a:pt x="144" y="78"/>
                    </a:lnTo>
                    <a:lnTo>
                      <a:pt x="144" y="90"/>
                    </a:lnTo>
                    <a:lnTo>
                      <a:pt x="150" y="102"/>
                    </a:lnTo>
                    <a:lnTo>
                      <a:pt x="156" y="108"/>
                    </a:lnTo>
                    <a:lnTo>
                      <a:pt x="156" y="120"/>
                    </a:lnTo>
                    <a:lnTo>
                      <a:pt x="162" y="132"/>
                    </a:lnTo>
                    <a:lnTo>
                      <a:pt x="162" y="162"/>
                    </a:lnTo>
                    <a:lnTo>
                      <a:pt x="156" y="174"/>
                    </a:lnTo>
                    <a:lnTo>
                      <a:pt x="150" y="192"/>
                    </a:lnTo>
                    <a:lnTo>
                      <a:pt x="150" y="198"/>
                    </a:lnTo>
                    <a:lnTo>
                      <a:pt x="168" y="216"/>
                    </a:lnTo>
                    <a:lnTo>
                      <a:pt x="168" y="222"/>
                    </a:lnTo>
                    <a:lnTo>
                      <a:pt x="162" y="228"/>
                    </a:lnTo>
                    <a:lnTo>
                      <a:pt x="138" y="240"/>
                    </a:lnTo>
                    <a:lnTo>
                      <a:pt x="78" y="264"/>
                    </a:lnTo>
                    <a:lnTo>
                      <a:pt x="66" y="270"/>
                    </a:lnTo>
                    <a:lnTo>
                      <a:pt x="6" y="318"/>
                    </a:lnTo>
                    <a:lnTo>
                      <a:pt x="0" y="318"/>
                    </a:lnTo>
                    <a:lnTo>
                      <a:pt x="0" y="324"/>
                    </a:lnTo>
                    <a:lnTo>
                      <a:pt x="24" y="366"/>
                    </a:lnTo>
                    <a:lnTo>
                      <a:pt x="24" y="384"/>
                    </a:lnTo>
                    <a:lnTo>
                      <a:pt x="48" y="402"/>
                    </a:lnTo>
                    <a:lnTo>
                      <a:pt x="48" y="414"/>
                    </a:lnTo>
                    <a:lnTo>
                      <a:pt x="60" y="426"/>
                    </a:lnTo>
                    <a:lnTo>
                      <a:pt x="126" y="426"/>
                    </a:lnTo>
                    <a:lnTo>
                      <a:pt x="156" y="456"/>
                    </a:lnTo>
                    <a:lnTo>
                      <a:pt x="168" y="462"/>
                    </a:lnTo>
                    <a:lnTo>
                      <a:pt x="180" y="474"/>
                    </a:lnTo>
                    <a:lnTo>
                      <a:pt x="228" y="498"/>
                    </a:lnTo>
                    <a:lnTo>
                      <a:pt x="234" y="504"/>
                    </a:lnTo>
                    <a:lnTo>
                      <a:pt x="246" y="510"/>
                    </a:lnTo>
                    <a:lnTo>
                      <a:pt x="438" y="654"/>
                    </a:lnTo>
                    <a:lnTo>
                      <a:pt x="522" y="654"/>
                    </a:lnTo>
                    <a:lnTo>
                      <a:pt x="570" y="660"/>
                    </a:lnTo>
                    <a:lnTo>
                      <a:pt x="564" y="660"/>
                    </a:lnTo>
                    <a:lnTo>
                      <a:pt x="570" y="654"/>
                    </a:lnTo>
                    <a:lnTo>
                      <a:pt x="588" y="618"/>
                    </a:lnTo>
                    <a:lnTo>
                      <a:pt x="588" y="606"/>
                    </a:lnTo>
                    <a:lnTo>
                      <a:pt x="594" y="600"/>
                    </a:lnTo>
                    <a:lnTo>
                      <a:pt x="600" y="588"/>
                    </a:lnTo>
                    <a:lnTo>
                      <a:pt x="648" y="588"/>
                    </a:lnTo>
                    <a:lnTo>
                      <a:pt x="654" y="594"/>
                    </a:lnTo>
                    <a:lnTo>
                      <a:pt x="678" y="582"/>
                    </a:lnTo>
                    <a:lnTo>
                      <a:pt x="684" y="576"/>
                    </a:lnTo>
                    <a:lnTo>
                      <a:pt x="678" y="570"/>
                    </a:lnTo>
                    <a:lnTo>
                      <a:pt x="678" y="56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8" name="Iran" descr="© INSCALE GmbH, 05.05.2010&#10;http://www.presentationload.com/">
                <a:extLst>
                  <a:ext uri="{FF2B5EF4-FFF2-40B4-BE49-F238E27FC236}">
                    <a16:creationId xmlns:a16="http://schemas.microsoft.com/office/drawing/2014/main" id="{EA50AF8B-3D68-3697-FD01-684362B2291A}"/>
                  </a:ext>
                </a:extLst>
              </p:cNvPr>
              <p:cNvSpPr>
                <a:spLocks/>
              </p:cNvSpPr>
              <p:nvPr/>
            </p:nvSpPr>
            <p:spPr bwMode="gray">
              <a:xfrm>
                <a:off x="5353100" y="2002928"/>
                <a:ext cx="545513" cy="447678"/>
              </a:xfrm>
              <a:custGeom>
                <a:avLst/>
                <a:gdLst>
                  <a:gd name="T0" fmla="*/ 2147483647 w 1440"/>
                  <a:gd name="T1" fmla="*/ 2147483647 h 1182"/>
                  <a:gd name="T2" fmla="*/ 2147483647 w 1440"/>
                  <a:gd name="T3" fmla="*/ 2147483647 h 1182"/>
                  <a:gd name="T4" fmla="*/ 2147483647 w 1440"/>
                  <a:gd name="T5" fmla="*/ 2147483647 h 1182"/>
                  <a:gd name="T6" fmla="*/ 2147483647 w 1440"/>
                  <a:gd name="T7" fmla="*/ 2147483647 h 1182"/>
                  <a:gd name="T8" fmla="*/ 2147483647 w 1440"/>
                  <a:gd name="T9" fmla="*/ 2147483647 h 1182"/>
                  <a:gd name="T10" fmla="*/ 2147483647 w 1440"/>
                  <a:gd name="T11" fmla="*/ 2147483647 h 1182"/>
                  <a:gd name="T12" fmla="*/ 2147483647 w 1440"/>
                  <a:gd name="T13" fmla="*/ 2147483647 h 1182"/>
                  <a:gd name="T14" fmla="*/ 2147483647 w 1440"/>
                  <a:gd name="T15" fmla="*/ 2147483647 h 1182"/>
                  <a:gd name="T16" fmla="*/ 2147483647 w 1440"/>
                  <a:gd name="T17" fmla="*/ 2147483647 h 1182"/>
                  <a:gd name="T18" fmla="*/ 2147483647 w 1440"/>
                  <a:gd name="T19" fmla="*/ 2147483647 h 1182"/>
                  <a:gd name="T20" fmla="*/ 2147483647 w 1440"/>
                  <a:gd name="T21" fmla="*/ 2147483647 h 1182"/>
                  <a:gd name="T22" fmla="*/ 2147483647 w 1440"/>
                  <a:gd name="T23" fmla="*/ 2147483647 h 1182"/>
                  <a:gd name="T24" fmla="*/ 2147483647 w 1440"/>
                  <a:gd name="T25" fmla="*/ 2147483647 h 1182"/>
                  <a:gd name="T26" fmla="*/ 2147483647 w 1440"/>
                  <a:gd name="T27" fmla="*/ 2147483647 h 1182"/>
                  <a:gd name="T28" fmla="*/ 2147483647 w 1440"/>
                  <a:gd name="T29" fmla="*/ 2147483647 h 1182"/>
                  <a:gd name="T30" fmla="*/ 2147483647 w 1440"/>
                  <a:gd name="T31" fmla="*/ 2147483647 h 1182"/>
                  <a:gd name="T32" fmla="*/ 2147483647 w 1440"/>
                  <a:gd name="T33" fmla="*/ 2147483647 h 1182"/>
                  <a:gd name="T34" fmla="*/ 2147483647 w 1440"/>
                  <a:gd name="T35" fmla="*/ 2147483647 h 1182"/>
                  <a:gd name="T36" fmla="*/ 2147483647 w 1440"/>
                  <a:gd name="T37" fmla="*/ 2147483647 h 1182"/>
                  <a:gd name="T38" fmla="*/ 2147483647 w 1440"/>
                  <a:gd name="T39" fmla="*/ 2147483647 h 1182"/>
                  <a:gd name="T40" fmla="*/ 2147483647 w 1440"/>
                  <a:gd name="T41" fmla="*/ 2147483647 h 1182"/>
                  <a:gd name="T42" fmla="*/ 2147483647 w 1440"/>
                  <a:gd name="T43" fmla="*/ 2147483647 h 1182"/>
                  <a:gd name="T44" fmla="*/ 2147483647 w 1440"/>
                  <a:gd name="T45" fmla="*/ 2147483647 h 1182"/>
                  <a:gd name="T46" fmla="*/ 2147483647 w 1440"/>
                  <a:gd name="T47" fmla="*/ 2147483647 h 1182"/>
                  <a:gd name="T48" fmla="*/ 2147483647 w 1440"/>
                  <a:gd name="T49" fmla="*/ 2147483647 h 1182"/>
                  <a:gd name="T50" fmla="*/ 2147483647 w 1440"/>
                  <a:gd name="T51" fmla="*/ 2147483647 h 1182"/>
                  <a:gd name="T52" fmla="*/ 2147483647 w 1440"/>
                  <a:gd name="T53" fmla="*/ 2147483647 h 1182"/>
                  <a:gd name="T54" fmla="*/ 2147483647 w 1440"/>
                  <a:gd name="T55" fmla="*/ 2147483647 h 1182"/>
                  <a:gd name="T56" fmla="*/ 2147483647 w 1440"/>
                  <a:gd name="T57" fmla="*/ 2147483647 h 1182"/>
                  <a:gd name="T58" fmla="*/ 2147483647 w 1440"/>
                  <a:gd name="T59" fmla="*/ 2147483647 h 1182"/>
                  <a:gd name="T60" fmla="*/ 2147483647 w 1440"/>
                  <a:gd name="T61" fmla="*/ 0 h 1182"/>
                  <a:gd name="T62" fmla="*/ 2147483647 w 1440"/>
                  <a:gd name="T63" fmla="*/ 2147483647 h 1182"/>
                  <a:gd name="T64" fmla="*/ 2147483647 w 1440"/>
                  <a:gd name="T65" fmla="*/ 2147483647 h 1182"/>
                  <a:gd name="T66" fmla="*/ 2147483647 w 1440"/>
                  <a:gd name="T67" fmla="*/ 2147483647 h 1182"/>
                  <a:gd name="T68" fmla="*/ 2147483647 w 1440"/>
                  <a:gd name="T69" fmla="*/ 2147483647 h 1182"/>
                  <a:gd name="T70" fmla="*/ 2147483647 w 1440"/>
                  <a:gd name="T71" fmla="*/ 2147483647 h 1182"/>
                  <a:gd name="T72" fmla="*/ 2147483647 w 1440"/>
                  <a:gd name="T73" fmla="*/ 2147483647 h 1182"/>
                  <a:gd name="T74" fmla="*/ 2147483647 w 1440"/>
                  <a:gd name="T75" fmla="*/ 2147483647 h 1182"/>
                  <a:gd name="T76" fmla="*/ 2147483647 w 1440"/>
                  <a:gd name="T77" fmla="*/ 2147483647 h 1182"/>
                  <a:gd name="T78" fmla="*/ 2147483647 w 1440"/>
                  <a:gd name="T79" fmla="*/ 2147483647 h 1182"/>
                  <a:gd name="T80" fmla="*/ 2147483647 w 1440"/>
                  <a:gd name="T81" fmla="*/ 2147483647 h 1182"/>
                  <a:gd name="T82" fmla="*/ 2147483647 w 1440"/>
                  <a:gd name="T83" fmla="*/ 2147483647 h 1182"/>
                  <a:gd name="T84" fmla="*/ 2147483647 w 1440"/>
                  <a:gd name="T85" fmla="*/ 2147483647 h 1182"/>
                  <a:gd name="T86" fmla="*/ 2147483647 w 1440"/>
                  <a:gd name="T87" fmla="*/ 2147483647 h 1182"/>
                  <a:gd name="T88" fmla="*/ 2147483647 w 1440"/>
                  <a:gd name="T89" fmla="*/ 2147483647 h 1182"/>
                  <a:gd name="T90" fmla="*/ 2147483647 w 1440"/>
                  <a:gd name="T91" fmla="*/ 2147483647 h 1182"/>
                  <a:gd name="T92" fmla="*/ 2147483647 w 1440"/>
                  <a:gd name="T93" fmla="*/ 2147483647 h 1182"/>
                  <a:gd name="T94" fmla="*/ 2147483647 w 1440"/>
                  <a:gd name="T95" fmla="*/ 2147483647 h 1182"/>
                  <a:gd name="T96" fmla="*/ 2147483647 w 1440"/>
                  <a:gd name="T97" fmla="*/ 2147483647 h 1182"/>
                  <a:gd name="T98" fmla="*/ 2147483647 w 1440"/>
                  <a:gd name="T99" fmla="*/ 2147483647 h 1182"/>
                  <a:gd name="T100" fmla="*/ 2147483647 w 1440"/>
                  <a:gd name="T101" fmla="*/ 2147483647 h 1182"/>
                  <a:gd name="T102" fmla="*/ 2147483647 w 1440"/>
                  <a:gd name="T103" fmla="*/ 2147483647 h 1182"/>
                  <a:gd name="T104" fmla="*/ 2147483647 w 1440"/>
                  <a:gd name="T105" fmla="*/ 2147483647 h 1182"/>
                  <a:gd name="T106" fmla="*/ 2147483647 w 1440"/>
                  <a:gd name="T107" fmla="*/ 2147483647 h 1182"/>
                  <a:gd name="T108" fmla="*/ 2147483647 w 1440"/>
                  <a:gd name="T109" fmla="*/ 2147483647 h 1182"/>
                  <a:gd name="T110" fmla="*/ 2147483647 w 1440"/>
                  <a:gd name="T111" fmla="*/ 2147483647 h 118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440"/>
                  <a:gd name="T169" fmla="*/ 0 h 1182"/>
                  <a:gd name="T170" fmla="*/ 1440 w 1440"/>
                  <a:gd name="T171" fmla="*/ 1182 h 118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440" h="1182">
                    <a:moveTo>
                      <a:pt x="1338" y="1176"/>
                    </a:moveTo>
                    <a:lnTo>
                      <a:pt x="1338" y="1170"/>
                    </a:lnTo>
                    <a:lnTo>
                      <a:pt x="1332" y="1158"/>
                    </a:lnTo>
                    <a:lnTo>
                      <a:pt x="1332" y="1128"/>
                    </a:lnTo>
                    <a:lnTo>
                      <a:pt x="1344" y="1116"/>
                    </a:lnTo>
                    <a:lnTo>
                      <a:pt x="1344" y="1110"/>
                    </a:lnTo>
                    <a:lnTo>
                      <a:pt x="1350" y="1104"/>
                    </a:lnTo>
                    <a:lnTo>
                      <a:pt x="1356" y="1086"/>
                    </a:lnTo>
                    <a:lnTo>
                      <a:pt x="1368" y="1086"/>
                    </a:lnTo>
                    <a:lnTo>
                      <a:pt x="1374" y="1080"/>
                    </a:lnTo>
                    <a:lnTo>
                      <a:pt x="1374" y="1074"/>
                    </a:lnTo>
                    <a:lnTo>
                      <a:pt x="1380" y="1074"/>
                    </a:lnTo>
                    <a:lnTo>
                      <a:pt x="1380" y="1068"/>
                    </a:lnTo>
                    <a:lnTo>
                      <a:pt x="1386" y="1062"/>
                    </a:lnTo>
                    <a:lnTo>
                      <a:pt x="1398" y="1056"/>
                    </a:lnTo>
                    <a:lnTo>
                      <a:pt x="1428" y="1056"/>
                    </a:lnTo>
                    <a:lnTo>
                      <a:pt x="1428" y="1062"/>
                    </a:lnTo>
                    <a:lnTo>
                      <a:pt x="1434" y="1062"/>
                    </a:lnTo>
                    <a:lnTo>
                      <a:pt x="1440" y="1056"/>
                    </a:lnTo>
                    <a:lnTo>
                      <a:pt x="1440" y="1044"/>
                    </a:lnTo>
                    <a:lnTo>
                      <a:pt x="1434" y="1026"/>
                    </a:lnTo>
                    <a:lnTo>
                      <a:pt x="1428" y="1014"/>
                    </a:lnTo>
                    <a:lnTo>
                      <a:pt x="1422" y="1008"/>
                    </a:lnTo>
                    <a:lnTo>
                      <a:pt x="1404" y="1008"/>
                    </a:lnTo>
                    <a:lnTo>
                      <a:pt x="1404" y="996"/>
                    </a:lnTo>
                    <a:lnTo>
                      <a:pt x="1398" y="984"/>
                    </a:lnTo>
                    <a:lnTo>
                      <a:pt x="1398" y="960"/>
                    </a:lnTo>
                    <a:lnTo>
                      <a:pt x="1392" y="960"/>
                    </a:lnTo>
                    <a:lnTo>
                      <a:pt x="1398" y="930"/>
                    </a:lnTo>
                    <a:lnTo>
                      <a:pt x="1374" y="930"/>
                    </a:lnTo>
                    <a:lnTo>
                      <a:pt x="1362" y="912"/>
                    </a:lnTo>
                    <a:lnTo>
                      <a:pt x="1350" y="918"/>
                    </a:lnTo>
                    <a:lnTo>
                      <a:pt x="1332" y="918"/>
                    </a:lnTo>
                    <a:lnTo>
                      <a:pt x="1326" y="912"/>
                    </a:lnTo>
                    <a:lnTo>
                      <a:pt x="1314" y="894"/>
                    </a:lnTo>
                    <a:lnTo>
                      <a:pt x="1308" y="876"/>
                    </a:lnTo>
                    <a:lnTo>
                      <a:pt x="1296" y="864"/>
                    </a:lnTo>
                    <a:lnTo>
                      <a:pt x="1284" y="846"/>
                    </a:lnTo>
                    <a:lnTo>
                      <a:pt x="1278" y="840"/>
                    </a:lnTo>
                    <a:lnTo>
                      <a:pt x="1272" y="828"/>
                    </a:lnTo>
                    <a:lnTo>
                      <a:pt x="1248" y="804"/>
                    </a:lnTo>
                    <a:lnTo>
                      <a:pt x="1242" y="804"/>
                    </a:lnTo>
                    <a:lnTo>
                      <a:pt x="1242" y="792"/>
                    </a:lnTo>
                    <a:lnTo>
                      <a:pt x="1260" y="774"/>
                    </a:lnTo>
                    <a:lnTo>
                      <a:pt x="1266" y="762"/>
                    </a:lnTo>
                    <a:lnTo>
                      <a:pt x="1272" y="756"/>
                    </a:lnTo>
                    <a:lnTo>
                      <a:pt x="1296" y="708"/>
                    </a:lnTo>
                    <a:lnTo>
                      <a:pt x="1284" y="684"/>
                    </a:lnTo>
                    <a:lnTo>
                      <a:pt x="1278" y="678"/>
                    </a:lnTo>
                    <a:lnTo>
                      <a:pt x="1242" y="678"/>
                    </a:lnTo>
                    <a:lnTo>
                      <a:pt x="1230" y="672"/>
                    </a:lnTo>
                    <a:lnTo>
                      <a:pt x="1224" y="672"/>
                    </a:lnTo>
                    <a:lnTo>
                      <a:pt x="1218" y="666"/>
                    </a:lnTo>
                    <a:lnTo>
                      <a:pt x="1218" y="612"/>
                    </a:lnTo>
                    <a:lnTo>
                      <a:pt x="1212" y="606"/>
                    </a:lnTo>
                    <a:lnTo>
                      <a:pt x="1200" y="582"/>
                    </a:lnTo>
                    <a:lnTo>
                      <a:pt x="1188" y="564"/>
                    </a:lnTo>
                    <a:lnTo>
                      <a:pt x="1176" y="540"/>
                    </a:lnTo>
                    <a:lnTo>
                      <a:pt x="1182" y="528"/>
                    </a:lnTo>
                    <a:lnTo>
                      <a:pt x="1200" y="510"/>
                    </a:lnTo>
                    <a:lnTo>
                      <a:pt x="1200" y="504"/>
                    </a:lnTo>
                    <a:lnTo>
                      <a:pt x="1194" y="498"/>
                    </a:lnTo>
                    <a:lnTo>
                      <a:pt x="1170" y="498"/>
                    </a:lnTo>
                    <a:lnTo>
                      <a:pt x="1170" y="468"/>
                    </a:lnTo>
                    <a:lnTo>
                      <a:pt x="1158" y="456"/>
                    </a:lnTo>
                    <a:lnTo>
                      <a:pt x="1158" y="450"/>
                    </a:lnTo>
                    <a:lnTo>
                      <a:pt x="1164" y="444"/>
                    </a:lnTo>
                    <a:lnTo>
                      <a:pt x="1176" y="438"/>
                    </a:lnTo>
                    <a:lnTo>
                      <a:pt x="1182" y="432"/>
                    </a:lnTo>
                    <a:lnTo>
                      <a:pt x="1188" y="432"/>
                    </a:lnTo>
                    <a:lnTo>
                      <a:pt x="1176" y="414"/>
                    </a:lnTo>
                    <a:lnTo>
                      <a:pt x="1200" y="408"/>
                    </a:lnTo>
                    <a:lnTo>
                      <a:pt x="1200" y="402"/>
                    </a:lnTo>
                    <a:lnTo>
                      <a:pt x="1194" y="396"/>
                    </a:lnTo>
                    <a:lnTo>
                      <a:pt x="1194" y="372"/>
                    </a:lnTo>
                    <a:lnTo>
                      <a:pt x="1188" y="360"/>
                    </a:lnTo>
                    <a:lnTo>
                      <a:pt x="1188" y="354"/>
                    </a:lnTo>
                    <a:lnTo>
                      <a:pt x="1194" y="342"/>
                    </a:lnTo>
                    <a:lnTo>
                      <a:pt x="1200" y="336"/>
                    </a:lnTo>
                    <a:lnTo>
                      <a:pt x="1188" y="306"/>
                    </a:lnTo>
                    <a:lnTo>
                      <a:pt x="1194" y="282"/>
                    </a:lnTo>
                    <a:lnTo>
                      <a:pt x="1182" y="282"/>
                    </a:lnTo>
                    <a:lnTo>
                      <a:pt x="1182" y="246"/>
                    </a:lnTo>
                    <a:lnTo>
                      <a:pt x="1116" y="252"/>
                    </a:lnTo>
                    <a:lnTo>
                      <a:pt x="1110" y="246"/>
                    </a:lnTo>
                    <a:lnTo>
                      <a:pt x="1104" y="234"/>
                    </a:lnTo>
                    <a:lnTo>
                      <a:pt x="1092" y="228"/>
                    </a:lnTo>
                    <a:lnTo>
                      <a:pt x="1080" y="216"/>
                    </a:lnTo>
                    <a:lnTo>
                      <a:pt x="1068" y="216"/>
                    </a:lnTo>
                    <a:lnTo>
                      <a:pt x="1062" y="210"/>
                    </a:lnTo>
                    <a:lnTo>
                      <a:pt x="1056" y="210"/>
                    </a:lnTo>
                    <a:lnTo>
                      <a:pt x="1050" y="204"/>
                    </a:lnTo>
                    <a:lnTo>
                      <a:pt x="1044" y="192"/>
                    </a:lnTo>
                    <a:lnTo>
                      <a:pt x="1044" y="186"/>
                    </a:lnTo>
                    <a:lnTo>
                      <a:pt x="1038" y="180"/>
                    </a:lnTo>
                    <a:lnTo>
                      <a:pt x="1032" y="180"/>
                    </a:lnTo>
                    <a:lnTo>
                      <a:pt x="1020" y="174"/>
                    </a:lnTo>
                    <a:lnTo>
                      <a:pt x="1002" y="174"/>
                    </a:lnTo>
                    <a:lnTo>
                      <a:pt x="990" y="168"/>
                    </a:lnTo>
                    <a:lnTo>
                      <a:pt x="972" y="168"/>
                    </a:lnTo>
                    <a:lnTo>
                      <a:pt x="972" y="174"/>
                    </a:lnTo>
                    <a:lnTo>
                      <a:pt x="960" y="168"/>
                    </a:lnTo>
                    <a:lnTo>
                      <a:pt x="954" y="162"/>
                    </a:lnTo>
                    <a:lnTo>
                      <a:pt x="942" y="156"/>
                    </a:lnTo>
                    <a:lnTo>
                      <a:pt x="936" y="150"/>
                    </a:lnTo>
                    <a:lnTo>
                      <a:pt x="906" y="150"/>
                    </a:lnTo>
                    <a:lnTo>
                      <a:pt x="906" y="138"/>
                    </a:lnTo>
                    <a:lnTo>
                      <a:pt x="894" y="126"/>
                    </a:lnTo>
                    <a:lnTo>
                      <a:pt x="834" y="126"/>
                    </a:lnTo>
                    <a:lnTo>
                      <a:pt x="834" y="132"/>
                    </a:lnTo>
                    <a:lnTo>
                      <a:pt x="828" y="138"/>
                    </a:lnTo>
                    <a:lnTo>
                      <a:pt x="816" y="132"/>
                    </a:lnTo>
                    <a:lnTo>
                      <a:pt x="780" y="132"/>
                    </a:lnTo>
                    <a:lnTo>
                      <a:pt x="768" y="138"/>
                    </a:lnTo>
                    <a:lnTo>
                      <a:pt x="750" y="156"/>
                    </a:lnTo>
                    <a:lnTo>
                      <a:pt x="738" y="162"/>
                    </a:lnTo>
                    <a:lnTo>
                      <a:pt x="732" y="168"/>
                    </a:lnTo>
                    <a:lnTo>
                      <a:pt x="732" y="180"/>
                    </a:lnTo>
                    <a:lnTo>
                      <a:pt x="720" y="186"/>
                    </a:lnTo>
                    <a:lnTo>
                      <a:pt x="708" y="198"/>
                    </a:lnTo>
                    <a:lnTo>
                      <a:pt x="678" y="198"/>
                    </a:lnTo>
                    <a:lnTo>
                      <a:pt x="690" y="210"/>
                    </a:lnTo>
                    <a:lnTo>
                      <a:pt x="690" y="222"/>
                    </a:lnTo>
                    <a:lnTo>
                      <a:pt x="696" y="228"/>
                    </a:lnTo>
                    <a:lnTo>
                      <a:pt x="696" y="234"/>
                    </a:lnTo>
                    <a:lnTo>
                      <a:pt x="690" y="240"/>
                    </a:lnTo>
                    <a:lnTo>
                      <a:pt x="678" y="240"/>
                    </a:lnTo>
                    <a:lnTo>
                      <a:pt x="666" y="234"/>
                    </a:lnTo>
                    <a:lnTo>
                      <a:pt x="660" y="228"/>
                    </a:lnTo>
                    <a:lnTo>
                      <a:pt x="654" y="228"/>
                    </a:lnTo>
                    <a:lnTo>
                      <a:pt x="648" y="234"/>
                    </a:lnTo>
                    <a:lnTo>
                      <a:pt x="624" y="234"/>
                    </a:lnTo>
                    <a:lnTo>
                      <a:pt x="612" y="240"/>
                    </a:lnTo>
                    <a:lnTo>
                      <a:pt x="600" y="240"/>
                    </a:lnTo>
                    <a:lnTo>
                      <a:pt x="582" y="246"/>
                    </a:lnTo>
                    <a:lnTo>
                      <a:pt x="558" y="258"/>
                    </a:lnTo>
                    <a:lnTo>
                      <a:pt x="546" y="252"/>
                    </a:lnTo>
                    <a:lnTo>
                      <a:pt x="534" y="252"/>
                    </a:lnTo>
                    <a:lnTo>
                      <a:pt x="522" y="246"/>
                    </a:lnTo>
                    <a:lnTo>
                      <a:pt x="498" y="246"/>
                    </a:lnTo>
                    <a:lnTo>
                      <a:pt x="480" y="240"/>
                    </a:lnTo>
                    <a:lnTo>
                      <a:pt x="468" y="228"/>
                    </a:lnTo>
                    <a:lnTo>
                      <a:pt x="456" y="222"/>
                    </a:lnTo>
                    <a:lnTo>
                      <a:pt x="444" y="210"/>
                    </a:lnTo>
                    <a:lnTo>
                      <a:pt x="438" y="198"/>
                    </a:lnTo>
                    <a:lnTo>
                      <a:pt x="432" y="192"/>
                    </a:lnTo>
                    <a:lnTo>
                      <a:pt x="432" y="186"/>
                    </a:lnTo>
                    <a:lnTo>
                      <a:pt x="378" y="186"/>
                    </a:lnTo>
                    <a:lnTo>
                      <a:pt x="354" y="162"/>
                    </a:lnTo>
                    <a:lnTo>
                      <a:pt x="336" y="126"/>
                    </a:lnTo>
                    <a:lnTo>
                      <a:pt x="330" y="120"/>
                    </a:lnTo>
                    <a:lnTo>
                      <a:pt x="330" y="114"/>
                    </a:lnTo>
                    <a:lnTo>
                      <a:pt x="312" y="114"/>
                    </a:lnTo>
                    <a:lnTo>
                      <a:pt x="312" y="108"/>
                    </a:lnTo>
                    <a:lnTo>
                      <a:pt x="306" y="102"/>
                    </a:lnTo>
                    <a:lnTo>
                      <a:pt x="300" y="102"/>
                    </a:lnTo>
                    <a:lnTo>
                      <a:pt x="294" y="96"/>
                    </a:lnTo>
                    <a:lnTo>
                      <a:pt x="282" y="90"/>
                    </a:lnTo>
                    <a:lnTo>
                      <a:pt x="270" y="78"/>
                    </a:lnTo>
                    <a:lnTo>
                      <a:pt x="270" y="72"/>
                    </a:lnTo>
                    <a:lnTo>
                      <a:pt x="282" y="72"/>
                    </a:lnTo>
                    <a:lnTo>
                      <a:pt x="288" y="66"/>
                    </a:lnTo>
                    <a:lnTo>
                      <a:pt x="288" y="60"/>
                    </a:lnTo>
                    <a:lnTo>
                      <a:pt x="282" y="54"/>
                    </a:lnTo>
                    <a:lnTo>
                      <a:pt x="276" y="54"/>
                    </a:lnTo>
                    <a:lnTo>
                      <a:pt x="276" y="42"/>
                    </a:lnTo>
                    <a:lnTo>
                      <a:pt x="282" y="36"/>
                    </a:lnTo>
                    <a:lnTo>
                      <a:pt x="282" y="18"/>
                    </a:lnTo>
                    <a:lnTo>
                      <a:pt x="276" y="12"/>
                    </a:lnTo>
                    <a:lnTo>
                      <a:pt x="270" y="0"/>
                    </a:lnTo>
                    <a:lnTo>
                      <a:pt x="258" y="0"/>
                    </a:lnTo>
                    <a:lnTo>
                      <a:pt x="246" y="6"/>
                    </a:lnTo>
                    <a:lnTo>
                      <a:pt x="234" y="18"/>
                    </a:lnTo>
                    <a:lnTo>
                      <a:pt x="222" y="24"/>
                    </a:lnTo>
                    <a:lnTo>
                      <a:pt x="204" y="36"/>
                    </a:lnTo>
                    <a:lnTo>
                      <a:pt x="192" y="48"/>
                    </a:lnTo>
                    <a:lnTo>
                      <a:pt x="192" y="54"/>
                    </a:lnTo>
                    <a:lnTo>
                      <a:pt x="186" y="60"/>
                    </a:lnTo>
                    <a:lnTo>
                      <a:pt x="180" y="72"/>
                    </a:lnTo>
                    <a:lnTo>
                      <a:pt x="132" y="72"/>
                    </a:lnTo>
                    <a:lnTo>
                      <a:pt x="96" y="60"/>
                    </a:lnTo>
                    <a:lnTo>
                      <a:pt x="84" y="54"/>
                    </a:lnTo>
                    <a:lnTo>
                      <a:pt x="66" y="36"/>
                    </a:lnTo>
                    <a:lnTo>
                      <a:pt x="54" y="12"/>
                    </a:lnTo>
                    <a:lnTo>
                      <a:pt x="54" y="6"/>
                    </a:lnTo>
                    <a:lnTo>
                      <a:pt x="48" y="0"/>
                    </a:lnTo>
                    <a:lnTo>
                      <a:pt x="42" y="0"/>
                    </a:lnTo>
                    <a:lnTo>
                      <a:pt x="24" y="18"/>
                    </a:lnTo>
                    <a:lnTo>
                      <a:pt x="24" y="30"/>
                    </a:lnTo>
                    <a:lnTo>
                      <a:pt x="0" y="30"/>
                    </a:lnTo>
                    <a:lnTo>
                      <a:pt x="18" y="54"/>
                    </a:lnTo>
                    <a:lnTo>
                      <a:pt x="18" y="84"/>
                    </a:lnTo>
                    <a:lnTo>
                      <a:pt x="30" y="96"/>
                    </a:lnTo>
                    <a:lnTo>
                      <a:pt x="30" y="108"/>
                    </a:lnTo>
                    <a:lnTo>
                      <a:pt x="36" y="114"/>
                    </a:lnTo>
                    <a:lnTo>
                      <a:pt x="42" y="114"/>
                    </a:lnTo>
                    <a:lnTo>
                      <a:pt x="36" y="120"/>
                    </a:lnTo>
                    <a:lnTo>
                      <a:pt x="36" y="126"/>
                    </a:lnTo>
                    <a:lnTo>
                      <a:pt x="30" y="138"/>
                    </a:lnTo>
                    <a:lnTo>
                      <a:pt x="24" y="144"/>
                    </a:lnTo>
                    <a:lnTo>
                      <a:pt x="60" y="162"/>
                    </a:lnTo>
                    <a:lnTo>
                      <a:pt x="60" y="192"/>
                    </a:lnTo>
                    <a:lnTo>
                      <a:pt x="84" y="198"/>
                    </a:lnTo>
                    <a:lnTo>
                      <a:pt x="84" y="210"/>
                    </a:lnTo>
                    <a:lnTo>
                      <a:pt x="96" y="246"/>
                    </a:lnTo>
                    <a:lnTo>
                      <a:pt x="108" y="270"/>
                    </a:lnTo>
                    <a:lnTo>
                      <a:pt x="120" y="282"/>
                    </a:lnTo>
                    <a:lnTo>
                      <a:pt x="120" y="300"/>
                    </a:lnTo>
                    <a:lnTo>
                      <a:pt x="144" y="306"/>
                    </a:lnTo>
                    <a:lnTo>
                      <a:pt x="156" y="324"/>
                    </a:lnTo>
                    <a:lnTo>
                      <a:pt x="162" y="318"/>
                    </a:lnTo>
                    <a:lnTo>
                      <a:pt x="174" y="312"/>
                    </a:lnTo>
                    <a:lnTo>
                      <a:pt x="186" y="312"/>
                    </a:lnTo>
                    <a:lnTo>
                      <a:pt x="186" y="318"/>
                    </a:lnTo>
                    <a:lnTo>
                      <a:pt x="168" y="336"/>
                    </a:lnTo>
                    <a:lnTo>
                      <a:pt x="168" y="342"/>
                    </a:lnTo>
                    <a:lnTo>
                      <a:pt x="180" y="354"/>
                    </a:lnTo>
                    <a:lnTo>
                      <a:pt x="186" y="366"/>
                    </a:lnTo>
                    <a:lnTo>
                      <a:pt x="186" y="372"/>
                    </a:lnTo>
                    <a:lnTo>
                      <a:pt x="174" y="384"/>
                    </a:lnTo>
                    <a:lnTo>
                      <a:pt x="168" y="384"/>
                    </a:lnTo>
                    <a:lnTo>
                      <a:pt x="168" y="414"/>
                    </a:lnTo>
                    <a:lnTo>
                      <a:pt x="156" y="414"/>
                    </a:lnTo>
                    <a:lnTo>
                      <a:pt x="144" y="426"/>
                    </a:lnTo>
                    <a:lnTo>
                      <a:pt x="144" y="432"/>
                    </a:lnTo>
                    <a:lnTo>
                      <a:pt x="156" y="444"/>
                    </a:lnTo>
                    <a:lnTo>
                      <a:pt x="150" y="450"/>
                    </a:lnTo>
                    <a:lnTo>
                      <a:pt x="144" y="462"/>
                    </a:lnTo>
                    <a:lnTo>
                      <a:pt x="144" y="468"/>
                    </a:lnTo>
                    <a:lnTo>
                      <a:pt x="150" y="474"/>
                    </a:lnTo>
                    <a:lnTo>
                      <a:pt x="162" y="480"/>
                    </a:lnTo>
                    <a:lnTo>
                      <a:pt x="174" y="492"/>
                    </a:lnTo>
                    <a:lnTo>
                      <a:pt x="198" y="504"/>
                    </a:lnTo>
                    <a:lnTo>
                      <a:pt x="204" y="510"/>
                    </a:lnTo>
                    <a:lnTo>
                      <a:pt x="210" y="510"/>
                    </a:lnTo>
                    <a:lnTo>
                      <a:pt x="210" y="552"/>
                    </a:lnTo>
                    <a:lnTo>
                      <a:pt x="234" y="552"/>
                    </a:lnTo>
                    <a:lnTo>
                      <a:pt x="240" y="558"/>
                    </a:lnTo>
                    <a:lnTo>
                      <a:pt x="252" y="564"/>
                    </a:lnTo>
                    <a:lnTo>
                      <a:pt x="270" y="582"/>
                    </a:lnTo>
                    <a:lnTo>
                      <a:pt x="288" y="582"/>
                    </a:lnTo>
                    <a:lnTo>
                      <a:pt x="294" y="588"/>
                    </a:lnTo>
                    <a:lnTo>
                      <a:pt x="300" y="600"/>
                    </a:lnTo>
                    <a:lnTo>
                      <a:pt x="330" y="636"/>
                    </a:lnTo>
                    <a:lnTo>
                      <a:pt x="330" y="648"/>
                    </a:lnTo>
                    <a:lnTo>
                      <a:pt x="324" y="660"/>
                    </a:lnTo>
                    <a:lnTo>
                      <a:pt x="324" y="696"/>
                    </a:lnTo>
                    <a:lnTo>
                      <a:pt x="330" y="702"/>
                    </a:lnTo>
                    <a:lnTo>
                      <a:pt x="342" y="708"/>
                    </a:lnTo>
                    <a:lnTo>
                      <a:pt x="348" y="714"/>
                    </a:lnTo>
                    <a:lnTo>
                      <a:pt x="354" y="714"/>
                    </a:lnTo>
                    <a:lnTo>
                      <a:pt x="360" y="744"/>
                    </a:lnTo>
                    <a:lnTo>
                      <a:pt x="372" y="750"/>
                    </a:lnTo>
                    <a:lnTo>
                      <a:pt x="384" y="762"/>
                    </a:lnTo>
                    <a:lnTo>
                      <a:pt x="384" y="768"/>
                    </a:lnTo>
                    <a:lnTo>
                      <a:pt x="390" y="774"/>
                    </a:lnTo>
                    <a:lnTo>
                      <a:pt x="402" y="780"/>
                    </a:lnTo>
                    <a:lnTo>
                      <a:pt x="408" y="786"/>
                    </a:lnTo>
                    <a:lnTo>
                      <a:pt x="420" y="792"/>
                    </a:lnTo>
                    <a:lnTo>
                      <a:pt x="426" y="786"/>
                    </a:lnTo>
                    <a:lnTo>
                      <a:pt x="426" y="774"/>
                    </a:lnTo>
                    <a:lnTo>
                      <a:pt x="420" y="768"/>
                    </a:lnTo>
                    <a:lnTo>
                      <a:pt x="420" y="762"/>
                    </a:lnTo>
                    <a:lnTo>
                      <a:pt x="426" y="756"/>
                    </a:lnTo>
                    <a:lnTo>
                      <a:pt x="438" y="750"/>
                    </a:lnTo>
                    <a:lnTo>
                      <a:pt x="444" y="756"/>
                    </a:lnTo>
                    <a:lnTo>
                      <a:pt x="450" y="756"/>
                    </a:lnTo>
                    <a:lnTo>
                      <a:pt x="450" y="768"/>
                    </a:lnTo>
                    <a:lnTo>
                      <a:pt x="456" y="780"/>
                    </a:lnTo>
                    <a:lnTo>
                      <a:pt x="474" y="780"/>
                    </a:lnTo>
                    <a:lnTo>
                      <a:pt x="474" y="786"/>
                    </a:lnTo>
                    <a:lnTo>
                      <a:pt x="474" y="780"/>
                    </a:lnTo>
                    <a:lnTo>
                      <a:pt x="480" y="780"/>
                    </a:lnTo>
                    <a:lnTo>
                      <a:pt x="480" y="768"/>
                    </a:lnTo>
                    <a:lnTo>
                      <a:pt x="504" y="768"/>
                    </a:lnTo>
                    <a:lnTo>
                      <a:pt x="504" y="804"/>
                    </a:lnTo>
                    <a:lnTo>
                      <a:pt x="510" y="810"/>
                    </a:lnTo>
                    <a:lnTo>
                      <a:pt x="516" y="810"/>
                    </a:lnTo>
                    <a:lnTo>
                      <a:pt x="528" y="816"/>
                    </a:lnTo>
                    <a:lnTo>
                      <a:pt x="540" y="828"/>
                    </a:lnTo>
                    <a:lnTo>
                      <a:pt x="540" y="846"/>
                    </a:lnTo>
                    <a:lnTo>
                      <a:pt x="552" y="858"/>
                    </a:lnTo>
                    <a:lnTo>
                      <a:pt x="558" y="870"/>
                    </a:lnTo>
                    <a:lnTo>
                      <a:pt x="564" y="876"/>
                    </a:lnTo>
                    <a:lnTo>
                      <a:pt x="570" y="876"/>
                    </a:lnTo>
                    <a:lnTo>
                      <a:pt x="582" y="894"/>
                    </a:lnTo>
                    <a:lnTo>
                      <a:pt x="582" y="906"/>
                    </a:lnTo>
                    <a:lnTo>
                      <a:pt x="594" y="930"/>
                    </a:lnTo>
                    <a:lnTo>
                      <a:pt x="600" y="936"/>
                    </a:lnTo>
                    <a:lnTo>
                      <a:pt x="606" y="936"/>
                    </a:lnTo>
                    <a:lnTo>
                      <a:pt x="612" y="942"/>
                    </a:lnTo>
                    <a:lnTo>
                      <a:pt x="618" y="954"/>
                    </a:lnTo>
                    <a:lnTo>
                      <a:pt x="618" y="960"/>
                    </a:lnTo>
                    <a:lnTo>
                      <a:pt x="648" y="960"/>
                    </a:lnTo>
                    <a:lnTo>
                      <a:pt x="666" y="984"/>
                    </a:lnTo>
                    <a:lnTo>
                      <a:pt x="684" y="978"/>
                    </a:lnTo>
                    <a:lnTo>
                      <a:pt x="702" y="978"/>
                    </a:lnTo>
                    <a:lnTo>
                      <a:pt x="720" y="996"/>
                    </a:lnTo>
                    <a:lnTo>
                      <a:pt x="738" y="1008"/>
                    </a:lnTo>
                    <a:lnTo>
                      <a:pt x="756" y="1026"/>
                    </a:lnTo>
                    <a:lnTo>
                      <a:pt x="792" y="1050"/>
                    </a:lnTo>
                    <a:lnTo>
                      <a:pt x="810" y="1050"/>
                    </a:lnTo>
                    <a:lnTo>
                      <a:pt x="822" y="1056"/>
                    </a:lnTo>
                    <a:lnTo>
                      <a:pt x="834" y="1068"/>
                    </a:lnTo>
                    <a:lnTo>
                      <a:pt x="852" y="1068"/>
                    </a:lnTo>
                    <a:lnTo>
                      <a:pt x="876" y="1056"/>
                    </a:lnTo>
                    <a:lnTo>
                      <a:pt x="876" y="1050"/>
                    </a:lnTo>
                    <a:lnTo>
                      <a:pt x="900" y="1056"/>
                    </a:lnTo>
                    <a:lnTo>
                      <a:pt x="912" y="1032"/>
                    </a:lnTo>
                    <a:lnTo>
                      <a:pt x="930" y="1032"/>
                    </a:lnTo>
                    <a:lnTo>
                      <a:pt x="954" y="1008"/>
                    </a:lnTo>
                    <a:lnTo>
                      <a:pt x="966" y="1020"/>
                    </a:lnTo>
                    <a:lnTo>
                      <a:pt x="972" y="1014"/>
                    </a:lnTo>
                    <a:lnTo>
                      <a:pt x="984" y="1014"/>
                    </a:lnTo>
                    <a:lnTo>
                      <a:pt x="1002" y="1032"/>
                    </a:lnTo>
                    <a:lnTo>
                      <a:pt x="1014" y="1050"/>
                    </a:lnTo>
                    <a:lnTo>
                      <a:pt x="1020" y="1068"/>
                    </a:lnTo>
                    <a:lnTo>
                      <a:pt x="1032" y="1080"/>
                    </a:lnTo>
                    <a:lnTo>
                      <a:pt x="1032" y="1098"/>
                    </a:lnTo>
                    <a:lnTo>
                      <a:pt x="1038" y="1110"/>
                    </a:lnTo>
                    <a:lnTo>
                      <a:pt x="1044" y="1116"/>
                    </a:lnTo>
                    <a:lnTo>
                      <a:pt x="1056" y="1122"/>
                    </a:lnTo>
                    <a:lnTo>
                      <a:pt x="1080" y="1122"/>
                    </a:lnTo>
                    <a:lnTo>
                      <a:pt x="1080" y="1128"/>
                    </a:lnTo>
                    <a:lnTo>
                      <a:pt x="1086" y="1134"/>
                    </a:lnTo>
                    <a:lnTo>
                      <a:pt x="1098" y="1140"/>
                    </a:lnTo>
                    <a:lnTo>
                      <a:pt x="1164" y="1140"/>
                    </a:lnTo>
                    <a:lnTo>
                      <a:pt x="1176" y="1146"/>
                    </a:lnTo>
                    <a:lnTo>
                      <a:pt x="1200" y="1170"/>
                    </a:lnTo>
                    <a:lnTo>
                      <a:pt x="1212" y="1170"/>
                    </a:lnTo>
                    <a:lnTo>
                      <a:pt x="1224" y="1164"/>
                    </a:lnTo>
                    <a:lnTo>
                      <a:pt x="1230" y="1164"/>
                    </a:lnTo>
                    <a:lnTo>
                      <a:pt x="1242" y="1158"/>
                    </a:lnTo>
                    <a:lnTo>
                      <a:pt x="1248" y="1158"/>
                    </a:lnTo>
                    <a:lnTo>
                      <a:pt x="1254" y="1164"/>
                    </a:lnTo>
                    <a:lnTo>
                      <a:pt x="1278" y="1176"/>
                    </a:lnTo>
                    <a:lnTo>
                      <a:pt x="1296" y="1182"/>
                    </a:lnTo>
                    <a:lnTo>
                      <a:pt x="1326" y="1182"/>
                    </a:lnTo>
                    <a:lnTo>
                      <a:pt x="1338" y="117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09" name="Indonesia" descr="© INSCALE GmbH, 05.05.2010&#10;http://www.presentationload.com/">
                <a:extLst>
                  <a:ext uri="{FF2B5EF4-FFF2-40B4-BE49-F238E27FC236}">
                    <a16:creationId xmlns:a16="http://schemas.microsoft.com/office/drawing/2014/main" id="{00CB716F-6326-5B3C-20AE-460367A2E79B}"/>
                  </a:ext>
                </a:extLst>
              </p:cNvPr>
              <p:cNvSpPr>
                <a:spLocks noEditPoints="1"/>
              </p:cNvSpPr>
              <p:nvPr/>
            </p:nvSpPr>
            <p:spPr bwMode="gray">
              <a:xfrm>
                <a:off x="6801378" y="3045040"/>
                <a:ext cx="1237782" cy="493632"/>
              </a:xfrm>
              <a:custGeom>
                <a:avLst/>
                <a:gdLst>
                  <a:gd name="T0" fmla="*/ 2147483647 w 3264"/>
                  <a:gd name="T1" fmla="*/ 2147483647 h 1302"/>
                  <a:gd name="T2" fmla="*/ 2147483647 w 3264"/>
                  <a:gd name="T3" fmla="*/ 2147483647 h 1302"/>
                  <a:gd name="T4" fmla="*/ 2147483647 w 3264"/>
                  <a:gd name="T5" fmla="*/ 2147483647 h 1302"/>
                  <a:gd name="T6" fmla="*/ 2147483647 w 3264"/>
                  <a:gd name="T7" fmla="*/ 2147483647 h 1302"/>
                  <a:gd name="T8" fmla="*/ 2147483647 w 3264"/>
                  <a:gd name="T9" fmla="*/ 2147483647 h 1302"/>
                  <a:gd name="T10" fmla="*/ 2147483647 w 3264"/>
                  <a:gd name="T11" fmla="*/ 2147483647 h 1302"/>
                  <a:gd name="T12" fmla="*/ 2147483647 w 3264"/>
                  <a:gd name="T13" fmla="*/ 2147483647 h 1302"/>
                  <a:gd name="T14" fmla="*/ 2147483647 w 3264"/>
                  <a:gd name="T15" fmla="*/ 2147483647 h 1302"/>
                  <a:gd name="T16" fmla="*/ 2147483647 w 3264"/>
                  <a:gd name="T17" fmla="*/ 2147483647 h 1302"/>
                  <a:gd name="T18" fmla="*/ 2147483647 w 3264"/>
                  <a:gd name="T19" fmla="*/ 2147483647 h 1302"/>
                  <a:gd name="T20" fmla="*/ 2147483647 w 3264"/>
                  <a:gd name="T21" fmla="*/ 2147483647 h 1302"/>
                  <a:gd name="T22" fmla="*/ 2147483647 w 3264"/>
                  <a:gd name="T23" fmla="*/ 2147483647 h 1302"/>
                  <a:gd name="T24" fmla="*/ 2147483647 w 3264"/>
                  <a:gd name="T25" fmla="*/ 2147483647 h 1302"/>
                  <a:gd name="T26" fmla="*/ 2147483647 w 3264"/>
                  <a:gd name="T27" fmla="*/ 2147483647 h 1302"/>
                  <a:gd name="T28" fmla="*/ 2147483647 w 3264"/>
                  <a:gd name="T29" fmla="*/ 2147483647 h 1302"/>
                  <a:gd name="T30" fmla="*/ 2147483647 w 3264"/>
                  <a:gd name="T31" fmla="*/ 2147483647 h 1302"/>
                  <a:gd name="T32" fmla="*/ 2147483647 w 3264"/>
                  <a:gd name="T33" fmla="*/ 2147483647 h 1302"/>
                  <a:gd name="T34" fmla="*/ 2147483647 w 3264"/>
                  <a:gd name="T35" fmla="*/ 2147483647 h 1302"/>
                  <a:gd name="T36" fmla="*/ 2147483647 w 3264"/>
                  <a:gd name="T37" fmla="*/ 2147483647 h 1302"/>
                  <a:gd name="T38" fmla="*/ 2147483647 w 3264"/>
                  <a:gd name="T39" fmla="*/ 2147483647 h 1302"/>
                  <a:gd name="T40" fmla="*/ 2147483647 w 3264"/>
                  <a:gd name="T41" fmla="*/ 2147483647 h 1302"/>
                  <a:gd name="T42" fmla="*/ 2147483647 w 3264"/>
                  <a:gd name="T43" fmla="*/ 2147483647 h 1302"/>
                  <a:gd name="T44" fmla="*/ 2147483647 w 3264"/>
                  <a:gd name="T45" fmla="*/ 2147483647 h 1302"/>
                  <a:gd name="T46" fmla="*/ 2147483647 w 3264"/>
                  <a:gd name="T47" fmla="*/ 2147483647 h 1302"/>
                  <a:gd name="T48" fmla="*/ 2147483647 w 3264"/>
                  <a:gd name="T49" fmla="*/ 2147483647 h 1302"/>
                  <a:gd name="T50" fmla="*/ 2147483647 w 3264"/>
                  <a:gd name="T51" fmla="*/ 2147483647 h 1302"/>
                  <a:gd name="T52" fmla="*/ 2147483647 w 3264"/>
                  <a:gd name="T53" fmla="*/ 2147483647 h 1302"/>
                  <a:gd name="T54" fmla="*/ 2147483647 w 3264"/>
                  <a:gd name="T55" fmla="*/ 2147483647 h 1302"/>
                  <a:gd name="T56" fmla="*/ 2147483647 w 3264"/>
                  <a:gd name="T57" fmla="*/ 2147483647 h 1302"/>
                  <a:gd name="T58" fmla="*/ 2147483647 w 3264"/>
                  <a:gd name="T59" fmla="*/ 2147483647 h 1302"/>
                  <a:gd name="T60" fmla="*/ 2147483647 w 3264"/>
                  <a:gd name="T61" fmla="*/ 2147483647 h 1302"/>
                  <a:gd name="T62" fmla="*/ 2147483647 w 3264"/>
                  <a:gd name="T63" fmla="*/ 2147483647 h 1302"/>
                  <a:gd name="T64" fmla="*/ 2147483647 w 3264"/>
                  <a:gd name="T65" fmla="*/ 2147483647 h 1302"/>
                  <a:gd name="T66" fmla="*/ 2147483647 w 3264"/>
                  <a:gd name="T67" fmla="*/ 2147483647 h 1302"/>
                  <a:gd name="T68" fmla="*/ 2147483647 w 3264"/>
                  <a:gd name="T69" fmla="*/ 2147483647 h 1302"/>
                  <a:gd name="T70" fmla="*/ 2147483647 w 3264"/>
                  <a:gd name="T71" fmla="*/ 2147483647 h 1302"/>
                  <a:gd name="T72" fmla="*/ 2147483647 w 3264"/>
                  <a:gd name="T73" fmla="*/ 2147483647 h 1302"/>
                  <a:gd name="T74" fmla="*/ 2147483647 w 3264"/>
                  <a:gd name="T75" fmla="*/ 2147483647 h 1302"/>
                  <a:gd name="T76" fmla="*/ 2147483647 w 3264"/>
                  <a:gd name="T77" fmla="*/ 2147483647 h 1302"/>
                  <a:gd name="T78" fmla="*/ 2147483647 w 3264"/>
                  <a:gd name="T79" fmla="*/ 2147483647 h 1302"/>
                  <a:gd name="T80" fmla="*/ 2147483647 w 3264"/>
                  <a:gd name="T81" fmla="*/ 2147483647 h 1302"/>
                  <a:gd name="T82" fmla="*/ 2147483647 w 3264"/>
                  <a:gd name="T83" fmla="*/ 2147483647 h 1302"/>
                  <a:gd name="T84" fmla="*/ 2147483647 w 3264"/>
                  <a:gd name="T85" fmla="*/ 2147483647 h 1302"/>
                  <a:gd name="T86" fmla="*/ 2147483647 w 3264"/>
                  <a:gd name="T87" fmla="*/ 2147483647 h 1302"/>
                  <a:gd name="T88" fmla="*/ 2147483647 w 3264"/>
                  <a:gd name="T89" fmla="*/ 2147483647 h 1302"/>
                  <a:gd name="T90" fmla="*/ 2147483647 w 3264"/>
                  <a:gd name="T91" fmla="*/ 2147483647 h 1302"/>
                  <a:gd name="T92" fmla="*/ 2147483647 w 3264"/>
                  <a:gd name="T93" fmla="*/ 2147483647 h 1302"/>
                  <a:gd name="T94" fmla="*/ 2147483647 w 3264"/>
                  <a:gd name="T95" fmla="*/ 2147483647 h 1302"/>
                  <a:gd name="T96" fmla="*/ 2147483647 w 3264"/>
                  <a:gd name="T97" fmla="*/ 2147483647 h 1302"/>
                  <a:gd name="T98" fmla="*/ 2147483647 w 3264"/>
                  <a:gd name="T99" fmla="*/ 2147483647 h 1302"/>
                  <a:gd name="T100" fmla="*/ 2147483647 w 3264"/>
                  <a:gd name="T101" fmla="*/ 2147483647 h 1302"/>
                  <a:gd name="T102" fmla="*/ 2147483647 w 3264"/>
                  <a:gd name="T103" fmla="*/ 2147483647 h 1302"/>
                  <a:gd name="T104" fmla="*/ 2147483647 w 3264"/>
                  <a:gd name="T105" fmla="*/ 2147483647 h 1302"/>
                  <a:gd name="T106" fmla="*/ 2147483647 w 3264"/>
                  <a:gd name="T107" fmla="*/ 2147483647 h 1302"/>
                  <a:gd name="T108" fmla="*/ 2147483647 w 3264"/>
                  <a:gd name="T109" fmla="*/ 2147483647 h 1302"/>
                  <a:gd name="T110" fmla="*/ 2147483647 w 3264"/>
                  <a:gd name="T111" fmla="*/ 2147483647 h 1302"/>
                  <a:gd name="T112" fmla="*/ 2147483647 w 3264"/>
                  <a:gd name="T113" fmla="*/ 2147483647 h 1302"/>
                  <a:gd name="T114" fmla="*/ 2147483647 w 3264"/>
                  <a:gd name="T115" fmla="*/ 2147483647 h 1302"/>
                  <a:gd name="T116" fmla="*/ 2147483647 w 3264"/>
                  <a:gd name="T117" fmla="*/ 2147483647 h 1302"/>
                  <a:gd name="T118" fmla="*/ 2147483647 w 3264"/>
                  <a:gd name="T119" fmla="*/ 2147483647 h 1302"/>
                  <a:gd name="T120" fmla="*/ 2147483647 w 3264"/>
                  <a:gd name="T121" fmla="*/ 2147483647 h 1302"/>
                  <a:gd name="T122" fmla="*/ 2147483647 w 3264"/>
                  <a:gd name="T123" fmla="*/ 2147483647 h 1302"/>
                  <a:gd name="T124" fmla="*/ 2147483647 w 3264"/>
                  <a:gd name="T125" fmla="*/ 2147483647 h 130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64"/>
                  <a:gd name="T190" fmla="*/ 0 h 1302"/>
                  <a:gd name="T191" fmla="*/ 3264 w 3264"/>
                  <a:gd name="T192" fmla="*/ 1302 h 130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64" h="1302">
                    <a:moveTo>
                      <a:pt x="1788" y="984"/>
                    </a:moveTo>
                    <a:lnTo>
                      <a:pt x="1806" y="978"/>
                    </a:lnTo>
                    <a:lnTo>
                      <a:pt x="1818" y="954"/>
                    </a:lnTo>
                    <a:lnTo>
                      <a:pt x="1812" y="930"/>
                    </a:lnTo>
                    <a:lnTo>
                      <a:pt x="1788" y="984"/>
                    </a:lnTo>
                    <a:close/>
                    <a:moveTo>
                      <a:pt x="672" y="462"/>
                    </a:moveTo>
                    <a:lnTo>
                      <a:pt x="702" y="480"/>
                    </a:lnTo>
                    <a:lnTo>
                      <a:pt x="702" y="450"/>
                    </a:lnTo>
                    <a:lnTo>
                      <a:pt x="672" y="426"/>
                    </a:lnTo>
                    <a:lnTo>
                      <a:pt x="672" y="462"/>
                    </a:lnTo>
                    <a:close/>
                    <a:moveTo>
                      <a:pt x="678" y="492"/>
                    </a:moveTo>
                    <a:lnTo>
                      <a:pt x="654" y="516"/>
                    </a:lnTo>
                    <a:lnTo>
                      <a:pt x="678" y="546"/>
                    </a:lnTo>
                    <a:lnTo>
                      <a:pt x="678" y="492"/>
                    </a:lnTo>
                    <a:close/>
                    <a:moveTo>
                      <a:pt x="906" y="714"/>
                    </a:moveTo>
                    <a:lnTo>
                      <a:pt x="930" y="732"/>
                    </a:lnTo>
                    <a:lnTo>
                      <a:pt x="936" y="708"/>
                    </a:lnTo>
                    <a:lnTo>
                      <a:pt x="936" y="702"/>
                    </a:lnTo>
                    <a:lnTo>
                      <a:pt x="930" y="696"/>
                    </a:lnTo>
                    <a:lnTo>
                      <a:pt x="930" y="690"/>
                    </a:lnTo>
                    <a:lnTo>
                      <a:pt x="912" y="672"/>
                    </a:lnTo>
                    <a:lnTo>
                      <a:pt x="900" y="666"/>
                    </a:lnTo>
                    <a:lnTo>
                      <a:pt x="888" y="666"/>
                    </a:lnTo>
                    <a:lnTo>
                      <a:pt x="882" y="672"/>
                    </a:lnTo>
                    <a:lnTo>
                      <a:pt x="876" y="684"/>
                    </a:lnTo>
                    <a:lnTo>
                      <a:pt x="882" y="696"/>
                    </a:lnTo>
                    <a:lnTo>
                      <a:pt x="882" y="708"/>
                    </a:lnTo>
                    <a:lnTo>
                      <a:pt x="888" y="720"/>
                    </a:lnTo>
                    <a:lnTo>
                      <a:pt x="906" y="714"/>
                    </a:lnTo>
                    <a:close/>
                    <a:moveTo>
                      <a:pt x="684" y="372"/>
                    </a:moveTo>
                    <a:lnTo>
                      <a:pt x="672" y="360"/>
                    </a:lnTo>
                    <a:lnTo>
                      <a:pt x="660" y="372"/>
                    </a:lnTo>
                    <a:lnTo>
                      <a:pt x="672" y="396"/>
                    </a:lnTo>
                    <a:lnTo>
                      <a:pt x="684" y="396"/>
                    </a:lnTo>
                    <a:lnTo>
                      <a:pt x="684" y="372"/>
                    </a:lnTo>
                    <a:close/>
                    <a:moveTo>
                      <a:pt x="750" y="624"/>
                    </a:moveTo>
                    <a:lnTo>
                      <a:pt x="750" y="630"/>
                    </a:lnTo>
                    <a:lnTo>
                      <a:pt x="756" y="636"/>
                    </a:lnTo>
                    <a:lnTo>
                      <a:pt x="756" y="648"/>
                    </a:lnTo>
                    <a:lnTo>
                      <a:pt x="774" y="684"/>
                    </a:lnTo>
                    <a:lnTo>
                      <a:pt x="786" y="690"/>
                    </a:lnTo>
                    <a:lnTo>
                      <a:pt x="804" y="696"/>
                    </a:lnTo>
                    <a:lnTo>
                      <a:pt x="816" y="702"/>
                    </a:lnTo>
                    <a:lnTo>
                      <a:pt x="834" y="702"/>
                    </a:lnTo>
                    <a:lnTo>
                      <a:pt x="828" y="660"/>
                    </a:lnTo>
                    <a:lnTo>
                      <a:pt x="810" y="648"/>
                    </a:lnTo>
                    <a:lnTo>
                      <a:pt x="810" y="618"/>
                    </a:lnTo>
                    <a:lnTo>
                      <a:pt x="804" y="606"/>
                    </a:lnTo>
                    <a:lnTo>
                      <a:pt x="792" y="600"/>
                    </a:lnTo>
                    <a:lnTo>
                      <a:pt x="786" y="588"/>
                    </a:lnTo>
                    <a:lnTo>
                      <a:pt x="768" y="582"/>
                    </a:lnTo>
                    <a:lnTo>
                      <a:pt x="756" y="576"/>
                    </a:lnTo>
                    <a:lnTo>
                      <a:pt x="732" y="576"/>
                    </a:lnTo>
                    <a:lnTo>
                      <a:pt x="732" y="582"/>
                    </a:lnTo>
                    <a:lnTo>
                      <a:pt x="726" y="588"/>
                    </a:lnTo>
                    <a:lnTo>
                      <a:pt x="726" y="600"/>
                    </a:lnTo>
                    <a:lnTo>
                      <a:pt x="714" y="600"/>
                    </a:lnTo>
                    <a:lnTo>
                      <a:pt x="714" y="606"/>
                    </a:lnTo>
                    <a:lnTo>
                      <a:pt x="708" y="612"/>
                    </a:lnTo>
                    <a:lnTo>
                      <a:pt x="714" y="624"/>
                    </a:lnTo>
                    <a:lnTo>
                      <a:pt x="750" y="624"/>
                    </a:lnTo>
                    <a:close/>
                    <a:moveTo>
                      <a:pt x="246" y="438"/>
                    </a:moveTo>
                    <a:lnTo>
                      <a:pt x="222" y="462"/>
                    </a:lnTo>
                    <a:lnTo>
                      <a:pt x="234" y="492"/>
                    </a:lnTo>
                    <a:lnTo>
                      <a:pt x="234" y="498"/>
                    </a:lnTo>
                    <a:lnTo>
                      <a:pt x="228" y="504"/>
                    </a:lnTo>
                    <a:lnTo>
                      <a:pt x="228" y="510"/>
                    </a:lnTo>
                    <a:lnTo>
                      <a:pt x="240" y="510"/>
                    </a:lnTo>
                    <a:lnTo>
                      <a:pt x="246" y="504"/>
                    </a:lnTo>
                    <a:lnTo>
                      <a:pt x="246" y="468"/>
                    </a:lnTo>
                    <a:lnTo>
                      <a:pt x="252" y="456"/>
                    </a:lnTo>
                    <a:lnTo>
                      <a:pt x="246" y="438"/>
                    </a:lnTo>
                    <a:close/>
                    <a:moveTo>
                      <a:pt x="264" y="534"/>
                    </a:moveTo>
                    <a:lnTo>
                      <a:pt x="258" y="546"/>
                    </a:lnTo>
                    <a:lnTo>
                      <a:pt x="258" y="588"/>
                    </a:lnTo>
                    <a:lnTo>
                      <a:pt x="264" y="600"/>
                    </a:lnTo>
                    <a:lnTo>
                      <a:pt x="276" y="612"/>
                    </a:lnTo>
                    <a:lnTo>
                      <a:pt x="288" y="612"/>
                    </a:lnTo>
                    <a:lnTo>
                      <a:pt x="294" y="606"/>
                    </a:lnTo>
                    <a:lnTo>
                      <a:pt x="294" y="588"/>
                    </a:lnTo>
                    <a:lnTo>
                      <a:pt x="288" y="576"/>
                    </a:lnTo>
                    <a:lnTo>
                      <a:pt x="282" y="558"/>
                    </a:lnTo>
                    <a:lnTo>
                      <a:pt x="282" y="546"/>
                    </a:lnTo>
                    <a:lnTo>
                      <a:pt x="276" y="534"/>
                    </a:lnTo>
                    <a:lnTo>
                      <a:pt x="264" y="534"/>
                    </a:lnTo>
                    <a:close/>
                    <a:moveTo>
                      <a:pt x="48" y="222"/>
                    </a:moveTo>
                    <a:lnTo>
                      <a:pt x="42" y="228"/>
                    </a:lnTo>
                    <a:lnTo>
                      <a:pt x="42" y="246"/>
                    </a:lnTo>
                    <a:lnTo>
                      <a:pt x="48" y="258"/>
                    </a:lnTo>
                    <a:lnTo>
                      <a:pt x="66" y="258"/>
                    </a:lnTo>
                    <a:lnTo>
                      <a:pt x="84" y="276"/>
                    </a:lnTo>
                    <a:lnTo>
                      <a:pt x="90" y="270"/>
                    </a:lnTo>
                    <a:lnTo>
                      <a:pt x="90" y="252"/>
                    </a:lnTo>
                    <a:lnTo>
                      <a:pt x="78" y="246"/>
                    </a:lnTo>
                    <a:lnTo>
                      <a:pt x="72" y="234"/>
                    </a:lnTo>
                    <a:lnTo>
                      <a:pt x="60" y="228"/>
                    </a:lnTo>
                    <a:lnTo>
                      <a:pt x="54" y="222"/>
                    </a:lnTo>
                    <a:lnTo>
                      <a:pt x="48" y="222"/>
                    </a:lnTo>
                    <a:close/>
                    <a:moveTo>
                      <a:pt x="162" y="330"/>
                    </a:moveTo>
                    <a:lnTo>
                      <a:pt x="156" y="330"/>
                    </a:lnTo>
                    <a:lnTo>
                      <a:pt x="144" y="342"/>
                    </a:lnTo>
                    <a:lnTo>
                      <a:pt x="144" y="354"/>
                    </a:lnTo>
                    <a:lnTo>
                      <a:pt x="156" y="366"/>
                    </a:lnTo>
                    <a:lnTo>
                      <a:pt x="162" y="378"/>
                    </a:lnTo>
                    <a:lnTo>
                      <a:pt x="174" y="390"/>
                    </a:lnTo>
                    <a:lnTo>
                      <a:pt x="180" y="402"/>
                    </a:lnTo>
                    <a:lnTo>
                      <a:pt x="192" y="414"/>
                    </a:lnTo>
                    <a:lnTo>
                      <a:pt x="198" y="408"/>
                    </a:lnTo>
                    <a:lnTo>
                      <a:pt x="198" y="402"/>
                    </a:lnTo>
                    <a:lnTo>
                      <a:pt x="204" y="390"/>
                    </a:lnTo>
                    <a:lnTo>
                      <a:pt x="204" y="384"/>
                    </a:lnTo>
                    <a:lnTo>
                      <a:pt x="198" y="372"/>
                    </a:lnTo>
                    <a:lnTo>
                      <a:pt x="198" y="366"/>
                    </a:lnTo>
                    <a:lnTo>
                      <a:pt x="192" y="360"/>
                    </a:lnTo>
                    <a:lnTo>
                      <a:pt x="186" y="348"/>
                    </a:lnTo>
                    <a:lnTo>
                      <a:pt x="180" y="342"/>
                    </a:lnTo>
                    <a:lnTo>
                      <a:pt x="168" y="336"/>
                    </a:lnTo>
                    <a:lnTo>
                      <a:pt x="162" y="330"/>
                    </a:lnTo>
                    <a:close/>
                    <a:moveTo>
                      <a:pt x="2574" y="486"/>
                    </a:moveTo>
                    <a:lnTo>
                      <a:pt x="2574" y="474"/>
                    </a:lnTo>
                    <a:lnTo>
                      <a:pt x="2568" y="474"/>
                    </a:lnTo>
                    <a:lnTo>
                      <a:pt x="2556" y="468"/>
                    </a:lnTo>
                    <a:lnTo>
                      <a:pt x="2520" y="468"/>
                    </a:lnTo>
                    <a:lnTo>
                      <a:pt x="2514" y="474"/>
                    </a:lnTo>
                    <a:lnTo>
                      <a:pt x="2520" y="498"/>
                    </a:lnTo>
                    <a:lnTo>
                      <a:pt x="2526" y="498"/>
                    </a:lnTo>
                    <a:lnTo>
                      <a:pt x="2538" y="492"/>
                    </a:lnTo>
                    <a:lnTo>
                      <a:pt x="2562" y="492"/>
                    </a:lnTo>
                    <a:lnTo>
                      <a:pt x="2568" y="486"/>
                    </a:lnTo>
                    <a:lnTo>
                      <a:pt x="2574" y="486"/>
                    </a:lnTo>
                    <a:close/>
                    <a:moveTo>
                      <a:pt x="336" y="648"/>
                    </a:moveTo>
                    <a:lnTo>
                      <a:pt x="342" y="648"/>
                    </a:lnTo>
                    <a:lnTo>
                      <a:pt x="342" y="636"/>
                    </a:lnTo>
                    <a:lnTo>
                      <a:pt x="330" y="624"/>
                    </a:lnTo>
                    <a:lnTo>
                      <a:pt x="318" y="624"/>
                    </a:lnTo>
                    <a:lnTo>
                      <a:pt x="318" y="636"/>
                    </a:lnTo>
                    <a:lnTo>
                      <a:pt x="330" y="648"/>
                    </a:lnTo>
                    <a:lnTo>
                      <a:pt x="336" y="648"/>
                    </a:lnTo>
                    <a:close/>
                    <a:moveTo>
                      <a:pt x="2472" y="654"/>
                    </a:moveTo>
                    <a:lnTo>
                      <a:pt x="2484" y="648"/>
                    </a:lnTo>
                    <a:lnTo>
                      <a:pt x="2502" y="630"/>
                    </a:lnTo>
                    <a:lnTo>
                      <a:pt x="2502" y="618"/>
                    </a:lnTo>
                    <a:lnTo>
                      <a:pt x="2430" y="612"/>
                    </a:lnTo>
                    <a:lnTo>
                      <a:pt x="2430" y="624"/>
                    </a:lnTo>
                    <a:lnTo>
                      <a:pt x="2436" y="630"/>
                    </a:lnTo>
                    <a:lnTo>
                      <a:pt x="2442" y="642"/>
                    </a:lnTo>
                    <a:lnTo>
                      <a:pt x="2448" y="648"/>
                    </a:lnTo>
                    <a:lnTo>
                      <a:pt x="2460" y="654"/>
                    </a:lnTo>
                    <a:lnTo>
                      <a:pt x="2472" y="654"/>
                    </a:lnTo>
                    <a:close/>
                    <a:moveTo>
                      <a:pt x="2406" y="288"/>
                    </a:moveTo>
                    <a:lnTo>
                      <a:pt x="2418" y="276"/>
                    </a:lnTo>
                    <a:lnTo>
                      <a:pt x="2418" y="264"/>
                    </a:lnTo>
                    <a:lnTo>
                      <a:pt x="2412" y="258"/>
                    </a:lnTo>
                    <a:lnTo>
                      <a:pt x="2400" y="252"/>
                    </a:lnTo>
                    <a:lnTo>
                      <a:pt x="2376" y="252"/>
                    </a:lnTo>
                    <a:lnTo>
                      <a:pt x="2370" y="258"/>
                    </a:lnTo>
                    <a:lnTo>
                      <a:pt x="2370" y="264"/>
                    </a:lnTo>
                    <a:lnTo>
                      <a:pt x="2394" y="288"/>
                    </a:lnTo>
                    <a:lnTo>
                      <a:pt x="2406" y="288"/>
                    </a:lnTo>
                    <a:close/>
                    <a:moveTo>
                      <a:pt x="2868" y="528"/>
                    </a:moveTo>
                    <a:lnTo>
                      <a:pt x="2886" y="534"/>
                    </a:lnTo>
                    <a:lnTo>
                      <a:pt x="2892" y="534"/>
                    </a:lnTo>
                    <a:lnTo>
                      <a:pt x="2898" y="528"/>
                    </a:lnTo>
                    <a:lnTo>
                      <a:pt x="2898" y="522"/>
                    </a:lnTo>
                    <a:lnTo>
                      <a:pt x="2874" y="510"/>
                    </a:lnTo>
                    <a:lnTo>
                      <a:pt x="2868" y="516"/>
                    </a:lnTo>
                    <a:lnTo>
                      <a:pt x="2862" y="516"/>
                    </a:lnTo>
                    <a:lnTo>
                      <a:pt x="2862" y="522"/>
                    </a:lnTo>
                    <a:lnTo>
                      <a:pt x="2868" y="528"/>
                    </a:lnTo>
                    <a:close/>
                    <a:moveTo>
                      <a:pt x="2916" y="618"/>
                    </a:moveTo>
                    <a:lnTo>
                      <a:pt x="2928" y="618"/>
                    </a:lnTo>
                    <a:lnTo>
                      <a:pt x="2940" y="612"/>
                    </a:lnTo>
                    <a:lnTo>
                      <a:pt x="2958" y="612"/>
                    </a:lnTo>
                    <a:lnTo>
                      <a:pt x="2964" y="606"/>
                    </a:lnTo>
                    <a:lnTo>
                      <a:pt x="2970" y="606"/>
                    </a:lnTo>
                    <a:lnTo>
                      <a:pt x="2964" y="606"/>
                    </a:lnTo>
                    <a:lnTo>
                      <a:pt x="2958" y="600"/>
                    </a:lnTo>
                    <a:lnTo>
                      <a:pt x="2946" y="594"/>
                    </a:lnTo>
                    <a:lnTo>
                      <a:pt x="2934" y="594"/>
                    </a:lnTo>
                    <a:lnTo>
                      <a:pt x="2928" y="588"/>
                    </a:lnTo>
                    <a:lnTo>
                      <a:pt x="2922" y="588"/>
                    </a:lnTo>
                    <a:lnTo>
                      <a:pt x="2910" y="594"/>
                    </a:lnTo>
                    <a:lnTo>
                      <a:pt x="2892" y="594"/>
                    </a:lnTo>
                    <a:lnTo>
                      <a:pt x="2886" y="600"/>
                    </a:lnTo>
                    <a:lnTo>
                      <a:pt x="2880" y="600"/>
                    </a:lnTo>
                    <a:lnTo>
                      <a:pt x="2892" y="606"/>
                    </a:lnTo>
                    <a:lnTo>
                      <a:pt x="2898" y="612"/>
                    </a:lnTo>
                    <a:lnTo>
                      <a:pt x="2910" y="618"/>
                    </a:lnTo>
                    <a:lnTo>
                      <a:pt x="2916" y="618"/>
                    </a:lnTo>
                    <a:close/>
                    <a:moveTo>
                      <a:pt x="1710" y="552"/>
                    </a:moveTo>
                    <a:lnTo>
                      <a:pt x="1710" y="564"/>
                    </a:lnTo>
                    <a:lnTo>
                      <a:pt x="1716" y="570"/>
                    </a:lnTo>
                    <a:lnTo>
                      <a:pt x="1716" y="582"/>
                    </a:lnTo>
                    <a:lnTo>
                      <a:pt x="1722" y="594"/>
                    </a:lnTo>
                    <a:lnTo>
                      <a:pt x="1722" y="612"/>
                    </a:lnTo>
                    <a:lnTo>
                      <a:pt x="1716" y="618"/>
                    </a:lnTo>
                    <a:lnTo>
                      <a:pt x="1692" y="630"/>
                    </a:lnTo>
                    <a:lnTo>
                      <a:pt x="1686" y="636"/>
                    </a:lnTo>
                    <a:lnTo>
                      <a:pt x="1674" y="642"/>
                    </a:lnTo>
                    <a:lnTo>
                      <a:pt x="1674" y="678"/>
                    </a:lnTo>
                    <a:lnTo>
                      <a:pt x="1680" y="684"/>
                    </a:lnTo>
                    <a:lnTo>
                      <a:pt x="1686" y="696"/>
                    </a:lnTo>
                    <a:lnTo>
                      <a:pt x="1674" y="708"/>
                    </a:lnTo>
                    <a:lnTo>
                      <a:pt x="1674" y="720"/>
                    </a:lnTo>
                    <a:lnTo>
                      <a:pt x="1680" y="726"/>
                    </a:lnTo>
                    <a:lnTo>
                      <a:pt x="1692" y="732"/>
                    </a:lnTo>
                    <a:lnTo>
                      <a:pt x="1698" y="726"/>
                    </a:lnTo>
                    <a:lnTo>
                      <a:pt x="1722" y="726"/>
                    </a:lnTo>
                    <a:lnTo>
                      <a:pt x="1728" y="732"/>
                    </a:lnTo>
                    <a:lnTo>
                      <a:pt x="1728" y="756"/>
                    </a:lnTo>
                    <a:lnTo>
                      <a:pt x="1722" y="762"/>
                    </a:lnTo>
                    <a:lnTo>
                      <a:pt x="1740" y="780"/>
                    </a:lnTo>
                    <a:lnTo>
                      <a:pt x="1728" y="846"/>
                    </a:lnTo>
                    <a:lnTo>
                      <a:pt x="1710" y="864"/>
                    </a:lnTo>
                    <a:lnTo>
                      <a:pt x="1704" y="876"/>
                    </a:lnTo>
                    <a:lnTo>
                      <a:pt x="1704" y="888"/>
                    </a:lnTo>
                    <a:lnTo>
                      <a:pt x="1710" y="906"/>
                    </a:lnTo>
                    <a:lnTo>
                      <a:pt x="1722" y="924"/>
                    </a:lnTo>
                    <a:lnTo>
                      <a:pt x="1746" y="936"/>
                    </a:lnTo>
                    <a:lnTo>
                      <a:pt x="1764" y="930"/>
                    </a:lnTo>
                    <a:lnTo>
                      <a:pt x="1788" y="906"/>
                    </a:lnTo>
                    <a:lnTo>
                      <a:pt x="1788" y="864"/>
                    </a:lnTo>
                    <a:lnTo>
                      <a:pt x="1782" y="858"/>
                    </a:lnTo>
                    <a:lnTo>
                      <a:pt x="1776" y="846"/>
                    </a:lnTo>
                    <a:lnTo>
                      <a:pt x="1800" y="822"/>
                    </a:lnTo>
                    <a:lnTo>
                      <a:pt x="1806" y="804"/>
                    </a:lnTo>
                    <a:lnTo>
                      <a:pt x="1806" y="774"/>
                    </a:lnTo>
                    <a:lnTo>
                      <a:pt x="1812" y="756"/>
                    </a:lnTo>
                    <a:lnTo>
                      <a:pt x="1812" y="726"/>
                    </a:lnTo>
                    <a:lnTo>
                      <a:pt x="1806" y="714"/>
                    </a:lnTo>
                    <a:lnTo>
                      <a:pt x="1800" y="696"/>
                    </a:lnTo>
                    <a:lnTo>
                      <a:pt x="1794" y="684"/>
                    </a:lnTo>
                    <a:lnTo>
                      <a:pt x="1794" y="636"/>
                    </a:lnTo>
                    <a:lnTo>
                      <a:pt x="1800" y="630"/>
                    </a:lnTo>
                    <a:lnTo>
                      <a:pt x="1800" y="624"/>
                    </a:lnTo>
                    <a:lnTo>
                      <a:pt x="1806" y="618"/>
                    </a:lnTo>
                    <a:lnTo>
                      <a:pt x="1812" y="618"/>
                    </a:lnTo>
                    <a:lnTo>
                      <a:pt x="1818" y="624"/>
                    </a:lnTo>
                    <a:lnTo>
                      <a:pt x="1824" y="642"/>
                    </a:lnTo>
                    <a:lnTo>
                      <a:pt x="1830" y="666"/>
                    </a:lnTo>
                    <a:lnTo>
                      <a:pt x="1836" y="684"/>
                    </a:lnTo>
                    <a:lnTo>
                      <a:pt x="1836" y="702"/>
                    </a:lnTo>
                    <a:lnTo>
                      <a:pt x="1866" y="738"/>
                    </a:lnTo>
                    <a:lnTo>
                      <a:pt x="1866" y="792"/>
                    </a:lnTo>
                    <a:lnTo>
                      <a:pt x="1890" y="822"/>
                    </a:lnTo>
                    <a:lnTo>
                      <a:pt x="1890" y="858"/>
                    </a:lnTo>
                    <a:lnTo>
                      <a:pt x="1902" y="930"/>
                    </a:lnTo>
                    <a:lnTo>
                      <a:pt x="1920" y="918"/>
                    </a:lnTo>
                    <a:lnTo>
                      <a:pt x="1962" y="930"/>
                    </a:lnTo>
                    <a:lnTo>
                      <a:pt x="1962" y="870"/>
                    </a:lnTo>
                    <a:lnTo>
                      <a:pt x="1968" y="864"/>
                    </a:lnTo>
                    <a:lnTo>
                      <a:pt x="1974" y="852"/>
                    </a:lnTo>
                    <a:lnTo>
                      <a:pt x="1980" y="876"/>
                    </a:lnTo>
                    <a:lnTo>
                      <a:pt x="1998" y="876"/>
                    </a:lnTo>
                    <a:lnTo>
                      <a:pt x="2004" y="870"/>
                    </a:lnTo>
                    <a:lnTo>
                      <a:pt x="2010" y="858"/>
                    </a:lnTo>
                    <a:lnTo>
                      <a:pt x="2010" y="828"/>
                    </a:lnTo>
                    <a:lnTo>
                      <a:pt x="2004" y="822"/>
                    </a:lnTo>
                    <a:lnTo>
                      <a:pt x="2004" y="816"/>
                    </a:lnTo>
                    <a:lnTo>
                      <a:pt x="1992" y="810"/>
                    </a:lnTo>
                    <a:lnTo>
                      <a:pt x="1986" y="798"/>
                    </a:lnTo>
                    <a:lnTo>
                      <a:pt x="1974" y="792"/>
                    </a:lnTo>
                    <a:lnTo>
                      <a:pt x="1962" y="780"/>
                    </a:lnTo>
                    <a:lnTo>
                      <a:pt x="1956" y="768"/>
                    </a:lnTo>
                    <a:lnTo>
                      <a:pt x="1944" y="756"/>
                    </a:lnTo>
                    <a:lnTo>
                      <a:pt x="1944" y="750"/>
                    </a:lnTo>
                    <a:lnTo>
                      <a:pt x="1956" y="726"/>
                    </a:lnTo>
                    <a:lnTo>
                      <a:pt x="1968" y="720"/>
                    </a:lnTo>
                    <a:lnTo>
                      <a:pt x="1968" y="708"/>
                    </a:lnTo>
                    <a:lnTo>
                      <a:pt x="1962" y="696"/>
                    </a:lnTo>
                    <a:lnTo>
                      <a:pt x="1938" y="684"/>
                    </a:lnTo>
                    <a:lnTo>
                      <a:pt x="1932" y="672"/>
                    </a:lnTo>
                    <a:lnTo>
                      <a:pt x="1932" y="642"/>
                    </a:lnTo>
                    <a:lnTo>
                      <a:pt x="1938" y="636"/>
                    </a:lnTo>
                    <a:lnTo>
                      <a:pt x="1938" y="630"/>
                    </a:lnTo>
                    <a:lnTo>
                      <a:pt x="1926" y="618"/>
                    </a:lnTo>
                    <a:lnTo>
                      <a:pt x="1914" y="612"/>
                    </a:lnTo>
                    <a:lnTo>
                      <a:pt x="1896" y="594"/>
                    </a:lnTo>
                    <a:lnTo>
                      <a:pt x="1884" y="588"/>
                    </a:lnTo>
                    <a:lnTo>
                      <a:pt x="1878" y="582"/>
                    </a:lnTo>
                    <a:lnTo>
                      <a:pt x="1914" y="582"/>
                    </a:lnTo>
                    <a:lnTo>
                      <a:pt x="1926" y="576"/>
                    </a:lnTo>
                    <a:lnTo>
                      <a:pt x="1932" y="570"/>
                    </a:lnTo>
                    <a:lnTo>
                      <a:pt x="1944" y="546"/>
                    </a:lnTo>
                    <a:lnTo>
                      <a:pt x="1950" y="540"/>
                    </a:lnTo>
                    <a:lnTo>
                      <a:pt x="1956" y="528"/>
                    </a:lnTo>
                    <a:lnTo>
                      <a:pt x="1992" y="528"/>
                    </a:lnTo>
                    <a:lnTo>
                      <a:pt x="2004" y="522"/>
                    </a:lnTo>
                    <a:lnTo>
                      <a:pt x="2010" y="522"/>
                    </a:lnTo>
                    <a:lnTo>
                      <a:pt x="2016" y="516"/>
                    </a:lnTo>
                    <a:lnTo>
                      <a:pt x="2016" y="504"/>
                    </a:lnTo>
                    <a:lnTo>
                      <a:pt x="1998" y="486"/>
                    </a:lnTo>
                    <a:lnTo>
                      <a:pt x="1986" y="480"/>
                    </a:lnTo>
                    <a:lnTo>
                      <a:pt x="1974" y="486"/>
                    </a:lnTo>
                    <a:lnTo>
                      <a:pt x="1956" y="504"/>
                    </a:lnTo>
                    <a:lnTo>
                      <a:pt x="1956" y="510"/>
                    </a:lnTo>
                    <a:lnTo>
                      <a:pt x="1944" y="510"/>
                    </a:lnTo>
                    <a:lnTo>
                      <a:pt x="1932" y="504"/>
                    </a:lnTo>
                    <a:lnTo>
                      <a:pt x="1896" y="504"/>
                    </a:lnTo>
                    <a:lnTo>
                      <a:pt x="1890" y="510"/>
                    </a:lnTo>
                    <a:lnTo>
                      <a:pt x="1884" y="522"/>
                    </a:lnTo>
                    <a:lnTo>
                      <a:pt x="1854" y="552"/>
                    </a:lnTo>
                    <a:lnTo>
                      <a:pt x="1848" y="546"/>
                    </a:lnTo>
                    <a:lnTo>
                      <a:pt x="1836" y="540"/>
                    </a:lnTo>
                    <a:lnTo>
                      <a:pt x="1824" y="516"/>
                    </a:lnTo>
                    <a:lnTo>
                      <a:pt x="1788" y="498"/>
                    </a:lnTo>
                    <a:lnTo>
                      <a:pt x="1776" y="498"/>
                    </a:lnTo>
                    <a:lnTo>
                      <a:pt x="1776" y="486"/>
                    </a:lnTo>
                    <a:lnTo>
                      <a:pt x="1782" y="468"/>
                    </a:lnTo>
                    <a:lnTo>
                      <a:pt x="1782" y="456"/>
                    </a:lnTo>
                    <a:lnTo>
                      <a:pt x="1794" y="420"/>
                    </a:lnTo>
                    <a:lnTo>
                      <a:pt x="1806" y="408"/>
                    </a:lnTo>
                    <a:lnTo>
                      <a:pt x="1824" y="408"/>
                    </a:lnTo>
                    <a:lnTo>
                      <a:pt x="1842" y="414"/>
                    </a:lnTo>
                    <a:lnTo>
                      <a:pt x="1896" y="414"/>
                    </a:lnTo>
                    <a:lnTo>
                      <a:pt x="1902" y="408"/>
                    </a:lnTo>
                    <a:lnTo>
                      <a:pt x="1908" y="408"/>
                    </a:lnTo>
                    <a:lnTo>
                      <a:pt x="1908" y="402"/>
                    </a:lnTo>
                    <a:lnTo>
                      <a:pt x="1914" y="396"/>
                    </a:lnTo>
                    <a:lnTo>
                      <a:pt x="1920" y="396"/>
                    </a:lnTo>
                    <a:lnTo>
                      <a:pt x="1944" y="402"/>
                    </a:lnTo>
                    <a:lnTo>
                      <a:pt x="1980" y="420"/>
                    </a:lnTo>
                    <a:lnTo>
                      <a:pt x="2010" y="432"/>
                    </a:lnTo>
                    <a:lnTo>
                      <a:pt x="2034" y="438"/>
                    </a:lnTo>
                    <a:lnTo>
                      <a:pt x="2040" y="438"/>
                    </a:lnTo>
                    <a:lnTo>
                      <a:pt x="2052" y="432"/>
                    </a:lnTo>
                    <a:lnTo>
                      <a:pt x="2064" y="420"/>
                    </a:lnTo>
                    <a:lnTo>
                      <a:pt x="2082" y="420"/>
                    </a:lnTo>
                    <a:lnTo>
                      <a:pt x="2094" y="414"/>
                    </a:lnTo>
                    <a:lnTo>
                      <a:pt x="2106" y="414"/>
                    </a:lnTo>
                    <a:lnTo>
                      <a:pt x="2112" y="408"/>
                    </a:lnTo>
                    <a:lnTo>
                      <a:pt x="2112" y="402"/>
                    </a:lnTo>
                    <a:lnTo>
                      <a:pt x="2106" y="396"/>
                    </a:lnTo>
                    <a:lnTo>
                      <a:pt x="2106" y="390"/>
                    </a:lnTo>
                    <a:lnTo>
                      <a:pt x="2118" y="378"/>
                    </a:lnTo>
                    <a:lnTo>
                      <a:pt x="2142" y="366"/>
                    </a:lnTo>
                    <a:lnTo>
                      <a:pt x="2148" y="360"/>
                    </a:lnTo>
                    <a:lnTo>
                      <a:pt x="2160" y="354"/>
                    </a:lnTo>
                    <a:lnTo>
                      <a:pt x="2148" y="324"/>
                    </a:lnTo>
                    <a:lnTo>
                      <a:pt x="2070" y="360"/>
                    </a:lnTo>
                    <a:lnTo>
                      <a:pt x="2076" y="366"/>
                    </a:lnTo>
                    <a:lnTo>
                      <a:pt x="2076" y="372"/>
                    </a:lnTo>
                    <a:lnTo>
                      <a:pt x="2070" y="378"/>
                    </a:lnTo>
                    <a:lnTo>
                      <a:pt x="2046" y="378"/>
                    </a:lnTo>
                    <a:lnTo>
                      <a:pt x="2022" y="366"/>
                    </a:lnTo>
                    <a:lnTo>
                      <a:pt x="2004" y="366"/>
                    </a:lnTo>
                    <a:lnTo>
                      <a:pt x="1968" y="384"/>
                    </a:lnTo>
                    <a:lnTo>
                      <a:pt x="1950" y="384"/>
                    </a:lnTo>
                    <a:lnTo>
                      <a:pt x="1938" y="378"/>
                    </a:lnTo>
                    <a:lnTo>
                      <a:pt x="1926" y="378"/>
                    </a:lnTo>
                    <a:lnTo>
                      <a:pt x="1902" y="366"/>
                    </a:lnTo>
                    <a:lnTo>
                      <a:pt x="1860" y="366"/>
                    </a:lnTo>
                    <a:lnTo>
                      <a:pt x="1872" y="348"/>
                    </a:lnTo>
                    <a:lnTo>
                      <a:pt x="1860" y="348"/>
                    </a:lnTo>
                    <a:lnTo>
                      <a:pt x="1848" y="342"/>
                    </a:lnTo>
                    <a:lnTo>
                      <a:pt x="1824" y="342"/>
                    </a:lnTo>
                    <a:lnTo>
                      <a:pt x="1824" y="366"/>
                    </a:lnTo>
                    <a:lnTo>
                      <a:pt x="1812" y="378"/>
                    </a:lnTo>
                    <a:lnTo>
                      <a:pt x="1788" y="390"/>
                    </a:lnTo>
                    <a:lnTo>
                      <a:pt x="1764" y="390"/>
                    </a:lnTo>
                    <a:lnTo>
                      <a:pt x="1758" y="396"/>
                    </a:lnTo>
                    <a:lnTo>
                      <a:pt x="1758" y="426"/>
                    </a:lnTo>
                    <a:lnTo>
                      <a:pt x="1740" y="432"/>
                    </a:lnTo>
                    <a:lnTo>
                      <a:pt x="1752" y="498"/>
                    </a:lnTo>
                    <a:lnTo>
                      <a:pt x="1740" y="498"/>
                    </a:lnTo>
                    <a:lnTo>
                      <a:pt x="1734" y="510"/>
                    </a:lnTo>
                    <a:lnTo>
                      <a:pt x="1728" y="516"/>
                    </a:lnTo>
                    <a:lnTo>
                      <a:pt x="1710" y="552"/>
                    </a:lnTo>
                    <a:close/>
                    <a:moveTo>
                      <a:pt x="1986" y="576"/>
                    </a:moveTo>
                    <a:lnTo>
                      <a:pt x="1986" y="594"/>
                    </a:lnTo>
                    <a:lnTo>
                      <a:pt x="1992" y="600"/>
                    </a:lnTo>
                    <a:lnTo>
                      <a:pt x="2004" y="600"/>
                    </a:lnTo>
                    <a:lnTo>
                      <a:pt x="2016" y="588"/>
                    </a:lnTo>
                    <a:lnTo>
                      <a:pt x="2016" y="576"/>
                    </a:lnTo>
                    <a:lnTo>
                      <a:pt x="1986" y="576"/>
                    </a:lnTo>
                    <a:close/>
                    <a:moveTo>
                      <a:pt x="1686" y="1110"/>
                    </a:moveTo>
                    <a:lnTo>
                      <a:pt x="1674" y="1110"/>
                    </a:lnTo>
                    <a:lnTo>
                      <a:pt x="1668" y="1116"/>
                    </a:lnTo>
                    <a:lnTo>
                      <a:pt x="1662" y="1116"/>
                    </a:lnTo>
                    <a:lnTo>
                      <a:pt x="1614" y="1104"/>
                    </a:lnTo>
                    <a:lnTo>
                      <a:pt x="1644" y="1146"/>
                    </a:lnTo>
                    <a:lnTo>
                      <a:pt x="1650" y="1152"/>
                    </a:lnTo>
                    <a:lnTo>
                      <a:pt x="1662" y="1158"/>
                    </a:lnTo>
                    <a:lnTo>
                      <a:pt x="1668" y="1164"/>
                    </a:lnTo>
                    <a:lnTo>
                      <a:pt x="1680" y="1170"/>
                    </a:lnTo>
                    <a:lnTo>
                      <a:pt x="1692" y="1158"/>
                    </a:lnTo>
                    <a:lnTo>
                      <a:pt x="1698" y="1140"/>
                    </a:lnTo>
                    <a:lnTo>
                      <a:pt x="1698" y="1128"/>
                    </a:lnTo>
                    <a:lnTo>
                      <a:pt x="1692" y="1116"/>
                    </a:lnTo>
                    <a:lnTo>
                      <a:pt x="1686" y="1110"/>
                    </a:lnTo>
                    <a:close/>
                    <a:moveTo>
                      <a:pt x="2094" y="1104"/>
                    </a:moveTo>
                    <a:lnTo>
                      <a:pt x="2064" y="1128"/>
                    </a:lnTo>
                    <a:lnTo>
                      <a:pt x="2094" y="1134"/>
                    </a:lnTo>
                    <a:lnTo>
                      <a:pt x="2094" y="1104"/>
                    </a:lnTo>
                    <a:close/>
                    <a:moveTo>
                      <a:pt x="486" y="294"/>
                    </a:moveTo>
                    <a:lnTo>
                      <a:pt x="474" y="288"/>
                    </a:lnTo>
                    <a:lnTo>
                      <a:pt x="468" y="288"/>
                    </a:lnTo>
                    <a:lnTo>
                      <a:pt x="456" y="294"/>
                    </a:lnTo>
                    <a:lnTo>
                      <a:pt x="456" y="312"/>
                    </a:lnTo>
                    <a:lnTo>
                      <a:pt x="468" y="324"/>
                    </a:lnTo>
                    <a:lnTo>
                      <a:pt x="474" y="318"/>
                    </a:lnTo>
                    <a:lnTo>
                      <a:pt x="486" y="318"/>
                    </a:lnTo>
                    <a:lnTo>
                      <a:pt x="486" y="312"/>
                    </a:lnTo>
                    <a:lnTo>
                      <a:pt x="492" y="300"/>
                    </a:lnTo>
                    <a:lnTo>
                      <a:pt x="486" y="294"/>
                    </a:lnTo>
                    <a:close/>
                    <a:moveTo>
                      <a:pt x="2346" y="588"/>
                    </a:moveTo>
                    <a:lnTo>
                      <a:pt x="2340" y="576"/>
                    </a:lnTo>
                    <a:lnTo>
                      <a:pt x="2328" y="570"/>
                    </a:lnTo>
                    <a:lnTo>
                      <a:pt x="2310" y="552"/>
                    </a:lnTo>
                    <a:lnTo>
                      <a:pt x="2304" y="552"/>
                    </a:lnTo>
                    <a:lnTo>
                      <a:pt x="2304" y="600"/>
                    </a:lnTo>
                    <a:lnTo>
                      <a:pt x="2316" y="600"/>
                    </a:lnTo>
                    <a:lnTo>
                      <a:pt x="2328" y="606"/>
                    </a:lnTo>
                    <a:lnTo>
                      <a:pt x="2334" y="606"/>
                    </a:lnTo>
                    <a:lnTo>
                      <a:pt x="2346" y="600"/>
                    </a:lnTo>
                    <a:lnTo>
                      <a:pt x="2346" y="588"/>
                    </a:lnTo>
                    <a:close/>
                    <a:moveTo>
                      <a:pt x="2310" y="474"/>
                    </a:moveTo>
                    <a:lnTo>
                      <a:pt x="2340" y="504"/>
                    </a:lnTo>
                    <a:lnTo>
                      <a:pt x="2358" y="516"/>
                    </a:lnTo>
                    <a:lnTo>
                      <a:pt x="2382" y="528"/>
                    </a:lnTo>
                    <a:lnTo>
                      <a:pt x="2400" y="528"/>
                    </a:lnTo>
                    <a:lnTo>
                      <a:pt x="2400" y="522"/>
                    </a:lnTo>
                    <a:lnTo>
                      <a:pt x="2358" y="480"/>
                    </a:lnTo>
                    <a:lnTo>
                      <a:pt x="2358" y="468"/>
                    </a:lnTo>
                    <a:lnTo>
                      <a:pt x="2364" y="456"/>
                    </a:lnTo>
                    <a:lnTo>
                      <a:pt x="2376" y="450"/>
                    </a:lnTo>
                    <a:lnTo>
                      <a:pt x="2394" y="450"/>
                    </a:lnTo>
                    <a:lnTo>
                      <a:pt x="2406" y="456"/>
                    </a:lnTo>
                    <a:lnTo>
                      <a:pt x="2424" y="444"/>
                    </a:lnTo>
                    <a:lnTo>
                      <a:pt x="2400" y="432"/>
                    </a:lnTo>
                    <a:lnTo>
                      <a:pt x="2412" y="426"/>
                    </a:lnTo>
                    <a:lnTo>
                      <a:pt x="2424" y="402"/>
                    </a:lnTo>
                    <a:lnTo>
                      <a:pt x="2412" y="378"/>
                    </a:lnTo>
                    <a:lnTo>
                      <a:pt x="2400" y="372"/>
                    </a:lnTo>
                    <a:lnTo>
                      <a:pt x="2382" y="372"/>
                    </a:lnTo>
                    <a:lnTo>
                      <a:pt x="2358" y="396"/>
                    </a:lnTo>
                    <a:lnTo>
                      <a:pt x="2346" y="402"/>
                    </a:lnTo>
                    <a:lnTo>
                      <a:pt x="2340" y="408"/>
                    </a:lnTo>
                    <a:lnTo>
                      <a:pt x="2334" y="408"/>
                    </a:lnTo>
                    <a:lnTo>
                      <a:pt x="2328" y="402"/>
                    </a:lnTo>
                    <a:lnTo>
                      <a:pt x="2328" y="366"/>
                    </a:lnTo>
                    <a:lnTo>
                      <a:pt x="2334" y="360"/>
                    </a:lnTo>
                    <a:lnTo>
                      <a:pt x="2346" y="336"/>
                    </a:lnTo>
                    <a:lnTo>
                      <a:pt x="2346" y="318"/>
                    </a:lnTo>
                    <a:lnTo>
                      <a:pt x="2340" y="312"/>
                    </a:lnTo>
                    <a:lnTo>
                      <a:pt x="2358" y="276"/>
                    </a:lnTo>
                    <a:lnTo>
                      <a:pt x="2316" y="312"/>
                    </a:lnTo>
                    <a:lnTo>
                      <a:pt x="2316" y="342"/>
                    </a:lnTo>
                    <a:lnTo>
                      <a:pt x="2304" y="348"/>
                    </a:lnTo>
                    <a:lnTo>
                      <a:pt x="2298" y="354"/>
                    </a:lnTo>
                    <a:lnTo>
                      <a:pt x="2286" y="378"/>
                    </a:lnTo>
                    <a:lnTo>
                      <a:pt x="2286" y="408"/>
                    </a:lnTo>
                    <a:lnTo>
                      <a:pt x="2298" y="420"/>
                    </a:lnTo>
                    <a:lnTo>
                      <a:pt x="2304" y="432"/>
                    </a:lnTo>
                    <a:lnTo>
                      <a:pt x="2310" y="438"/>
                    </a:lnTo>
                    <a:lnTo>
                      <a:pt x="2310" y="444"/>
                    </a:lnTo>
                    <a:lnTo>
                      <a:pt x="2304" y="450"/>
                    </a:lnTo>
                    <a:lnTo>
                      <a:pt x="2304" y="468"/>
                    </a:lnTo>
                    <a:lnTo>
                      <a:pt x="2310" y="474"/>
                    </a:lnTo>
                    <a:close/>
                    <a:moveTo>
                      <a:pt x="2250" y="708"/>
                    </a:moveTo>
                    <a:lnTo>
                      <a:pt x="2238" y="696"/>
                    </a:lnTo>
                    <a:lnTo>
                      <a:pt x="2214" y="708"/>
                    </a:lnTo>
                    <a:lnTo>
                      <a:pt x="2214" y="732"/>
                    </a:lnTo>
                    <a:lnTo>
                      <a:pt x="2220" y="744"/>
                    </a:lnTo>
                    <a:lnTo>
                      <a:pt x="2226" y="750"/>
                    </a:lnTo>
                    <a:lnTo>
                      <a:pt x="2250" y="762"/>
                    </a:lnTo>
                    <a:lnTo>
                      <a:pt x="2274" y="762"/>
                    </a:lnTo>
                    <a:lnTo>
                      <a:pt x="2280" y="750"/>
                    </a:lnTo>
                    <a:lnTo>
                      <a:pt x="2280" y="738"/>
                    </a:lnTo>
                    <a:lnTo>
                      <a:pt x="2274" y="726"/>
                    </a:lnTo>
                    <a:lnTo>
                      <a:pt x="2274" y="714"/>
                    </a:lnTo>
                    <a:lnTo>
                      <a:pt x="2268" y="708"/>
                    </a:lnTo>
                    <a:lnTo>
                      <a:pt x="2268" y="702"/>
                    </a:lnTo>
                    <a:lnTo>
                      <a:pt x="2250" y="708"/>
                    </a:lnTo>
                    <a:close/>
                    <a:moveTo>
                      <a:pt x="2148" y="1104"/>
                    </a:moveTo>
                    <a:lnTo>
                      <a:pt x="2226" y="1092"/>
                    </a:lnTo>
                    <a:lnTo>
                      <a:pt x="2166" y="1074"/>
                    </a:lnTo>
                    <a:lnTo>
                      <a:pt x="2148" y="1104"/>
                    </a:lnTo>
                    <a:close/>
                    <a:moveTo>
                      <a:pt x="2544" y="750"/>
                    </a:moveTo>
                    <a:lnTo>
                      <a:pt x="2520" y="732"/>
                    </a:lnTo>
                    <a:lnTo>
                      <a:pt x="2526" y="714"/>
                    </a:lnTo>
                    <a:lnTo>
                      <a:pt x="2514" y="702"/>
                    </a:lnTo>
                    <a:lnTo>
                      <a:pt x="2508" y="690"/>
                    </a:lnTo>
                    <a:lnTo>
                      <a:pt x="2490" y="684"/>
                    </a:lnTo>
                    <a:lnTo>
                      <a:pt x="2472" y="672"/>
                    </a:lnTo>
                    <a:lnTo>
                      <a:pt x="2442" y="666"/>
                    </a:lnTo>
                    <a:lnTo>
                      <a:pt x="2424" y="666"/>
                    </a:lnTo>
                    <a:lnTo>
                      <a:pt x="2388" y="684"/>
                    </a:lnTo>
                    <a:lnTo>
                      <a:pt x="2358" y="684"/>
                    </a:lnTo>
                    <a:lnTo>
                      <a:pt x="2346" y="696"/>
                    </a:lnTo>
                    <a:lnTo>
                      <a:pt x="2340" y="708"/>
                    </a:lnTo>
                    <a:lnTo>
                      <a:pt x="2340" y="726"/>
                    </a:lnTo>
                    <a:lnTo>
                      <a:pt x="2346" y="732"/>
                    </a:lnTo>
                    <a:lnTo>
                      <a:pt x="2364" y="714"/>
                    </a:lnTo>
                    <a:lnTo>
                      <a:pt x="2364" y="726"/>
                    </a:lnTo>
                    <a:lnTo>
                      <a:pt x="2370" y="738"/>
                    </a:lnTo>
                    <a:lnTo>
                      <a:pt x="2376" y="744"/>
                    </a:lnTo>
                    <a:lnTo>
                      <a:pt x="2388" y="738"/>
                    </a:lnTo>
                    <a:lnTo>
                      <a:pt x="2394" y="732"/>
                    </a:lnTo>
                    <a:lnTo>
                      <a:pt x="2394" y="726"/>
                    </a:lnTo>
                    <a:lnTo>
                      <a:pt x="2400" y="720"/>
                    </a:lnTo>
                    <a:lnTo>
                      <a:pt x="2400" y="714"/>
                    </a:lnTo>
                    <a:lnTo>
                      <a:pt x="2406" y="726"/>
                    </a:lnTo>
                    <a:lnTo>
                      <a:pt x="2418" y="732"/>
                    </a:lnTo>
                    <a:lnTo>
                      <a:pt x="2430" y="732"/>
                    </a:lnTo>
                    <a:lnTo>
                      <a:pt x="2442" y="720"/>
                    </a:lnTo>
                    <a:lnTo>
                      <a:pt x="2454" y="714"/>
                    </a:lnTo>
                    <a:lnTo>
                      <a:pt x="2460" y="708"/>
                    </a:lnTo>
                    <a:lnTo>
                      <a:pt x="2472" y="762"/>
                    </a:lnTo>
                    <a:lnTo>
                      <a:pt x="2502" y="738"/>
                    </a:lnTo>
                    <a:lnTo>
                      <a:pt x="2538" y="774"/>
                    </a:lnTo>
                    <a:lnTo>
                      <a:pt x="2544" y="750"/>
                    </a:lnTo>
                    <a:close/>
                    <a:moveTo>
                      <a:pt x="3264" y="678"/>
                    </a:moveTo>
                    <a:lnTo>
                      <a:pt x="3222" y="648"/>
                    </a:lnTo>
                    <a:lnTo>
                      <a:pt x="3210" y="648"/>
                    </a:lnTo>
                    <a:lnTo>
                      <a:pt x="3198" y="654"/>
                    </a:lnTo>
                    <a:lnTo>
                      <a:pt x="3180" y="654"/>
                    </a:lnTo>
                    <a:lnTo>
                      <a:pt x="3162" y="648"/>
                    </a:lnTo>
                    <a:lnTo>
                      <a:pt x="3126" y="630"/>
                    </a:lnTo>
                    <a:lnTo>
                      <a:pt x="3096" y="612"/>
                    </a:lnTo>
                    <a:lnTo>
                      <a:pt x="3060" y="594"/>
                    </a:lnTo>
                    <a:lnTo>
                      <a:pt x="3042" y="582"/>
                    </a:lnTo>
                    <a:lnTo>
                      <a:pt x="3030" y="582"/>
                    </a:lnTo>
                    <a:lnTo>
                      <a:pt x="3006" y="594"/>
                    </a:lnTo>
                    <a:lnTo>
                      <a:pt x="3000" y="600"/>
                    </a:lnTo>
                    <a:lnTo>
                      <a:pt x="2988" y="606"/>
                    </a:lnTo>
                    <a:lnTo>
                      <a:pt x="3006" y="630"/>
                    </a:lnTo>
                    <a:lnTo>
                      <a:pt x="2928" y="642"/>
                    </a:lnTo>
                    <a:lnTo>
                      <a:pt x="2934" y="666"/>
                    </a:lnTo>
                    <a:lnTo>
                      <a:pt x="2928" y="678"/>
                    </a:lnTo>
                    <a:lnTo>
                      <a:pt x="2922" y="684"/>
                    </a:lnTo>
                    <a:lnTo>
                      <a:pt x="2916" y="696"/>
                    </a:lnTo>
                    <a:lnTo>
                      <a:pt x="2880" y="720"/>
                    </a:lnTo>
                    <a:lnTo>
                      <a:pt x="2862" y="726"/>
                    </a:lnTo>
                    <a:lnTo>
                      <a:pt x="2844" y="726"/>
                    </a:lnTo>
                    <a:lnTo>
                      <a:pt x="2832" y="720"/>
                    </a:lnTo>
                    <a:lnTo>
                      <a:pt x="2826" y="714"/>
                    </a:lnTo>
                    <a:lnTo>
                      <a:pt x="2820" y="702"/>
                    </a:lnTo>
                    <a:lnTo>
                      <a:pt x="2820" y="678"/>
                    </a:lnTo>
                    <a:lnTo>
                      <a:pt x="2814" y="672"/>
                    </a:lnTo>
                    <a:lnTo>
                      <a:pt x="2814" y="660"/>
                    </a:lnTo>
                    <a:lnTo>
                      <a:pt x="2808" y="666"/>
                    </a:lnTo>
                    <a:lnTo>
                      <a:pt x="2808" y="672"/>
                    </a:lnTo>
                    <a:lnTo>
                      <a:pt x="2802" y="684"/>
                    </a:lnTo>
                    <a:lnTo>
                      <a:pt x="2796" y="690"/>
                    </a:lnTo>
                    <a:lnTo>
                      <a:pt x="2796" y="696"/>
                    </a:lnTo>
                    <a:lnTo>
                      <a:pt x="2796" y="690"/>
                    </a:lnTo>
                    <a:lnTo>
                      <a:pt x="2790" y="684"/>
                    </a:lnTo>
                    <a:lnTo>
                      <a:pt x="2790" y="672"/>
                    </a:lnTo>
                    <a:lnTo>
                      <a:pt x="2784" y="660"/>
                    </a:lnTo>
                    <a:lnTo>
                      <a:pt x="2784" y="576"/>
                    </a:lnTo>
                    <a:lnTo>
                      <a:pt x="2778" y="558"/>
                    </a:lnTo>
                    <a:lnTo>
                      <a:pt x="2760" y="522"/>
                    </a:lnTo>
                    <a:lnTo>
                      <a:pt x="2724" y="522"/>
                    </a:lnTo>
                    <a:lnTo>
                      <a:pt x="2718" y="510"/>
                    </a:lnTo>
                    <a:lnTo>
                      <a:pt x="2694" y="498"/>
                    </a:lnTo>
                    <a:lnTo>
                      <a:pt x="2676" y="486"/>
                    </a:lnTo>
                    <a:lnTo>
                      <a:pt x="2652" y="486"/>
                    </a:lnTo>
                    <a:lnTo>
                      <a:pt x="2634" y="498"/>
                    </a:lnTo>
                    <a:lnTo>
                      <a:pt x="2628" y="504"/>
                    </a:lnTo>
                    <a:lnTo>
                      <a:pt x="2616" y="510"/>
                    </a:lnTo>
                    <a:lnTo>
                      <a:pt x="2610" y="522"/>
                    </a:lnTo>
                    <a:lnTo>
                      <a:pt x="2586" y="528"/>
                    </a:lnTo>
                    <a:lnTo>
                      <a:pt x="2580" y="546"/>
                    </a:lnTo>
                    <a:lnTo>
                      <a:pt x="2562" y="558"/>
                    </a:lnTo>
                    <a:lnTo>
                      <a:pt x="2562" y="540"/>
                    </a:lnTo>
                    <a:lnTo>
                      <a:pt x="2556" y="534"/>
                    </a:lnTo>
                    <a:lnTo>
                      <a:pt x="2532" y="534"/>
                    </a:lnTo>
                    <a:lnTo>
                      <a:pt x="2532" y="546"/>
                    </a:lnTo>
                    <a:lnTo>
                      <a:pt x="2544" y="570"/>
                    </a:lnTo>
                    <a:lnTo>
                      <a:pt x="2568" y="582"/>
                    </a:lnTo>
                    <a:lnTo>
                      <a:pt x="2604" y="582"/>
                    </a:lnTo>
                    <a:lnTo>
                      <a:pt x="2616" y="588"/>
                    </a:lnTo>
                    <a:lnTo>
                      <a:pt x="2622" y="594"/>
                    </a:lnTo>
                    <a:lnTo>
                      <a:pt x="2628" y="594"/>
                    </a:lnTo>
                    <a:lnTo>
                      <a:pt x="2628" y="618"/>
                    </a:lnTo>
                    <a:lnTo>
                      <a:pt x="2634" y="630"/>
                    </a:lnTo>
                    <a:lnTo>
                      <a:pt x="2640" y="636"/>
                    </a:lnTo>
                    <a:lnTo>
                      <a:pt x="2652" y="642"/>
                    </a:lnTo>
                    <a:lnTo>
                      <a:pt x="2694" y="642"/>
                    </a:lnTo>
                    <a:lnTo>
                      <a:pt x="2712" y="636"/>
                    </a:lnTo>
                    <a:lnTo>
                      <a:pt x="2754" y="636"/>
                    </a:lnTo>
                    <a:lnTo>
                      <a:pt x="2760" y="642"/>
                    </a:lnTo>
                    <a:lnTo>
                      <a:pt x="2760" y="660"/>
                    </a:lnTo>
                    <a:lnTo>
                      <a:pt x="2700" y="660"/>
                    </a:lnTo>
                    <a:lnTo>
                      <a:pt x="2688" y="666"/>
                    </a:lnTo>
                    <a:lnTo>
                      <a:pt x="2676" y="678"/>
                    </a:lnTo>
                    <a:lnTo>
                      <a:pt x="2640" y="678"/>
                    </a:lnTo>
                    <a:lnTo>
                      <a:pt x="2616" y="690"/>
                    </a:lnTo>
                    <a:lnTo>
                      <a:pt x="2616" y="696"/>
                    </a:lnTo>
                    <a:lnTo>
                      <a:pt x="2622" y="696"/>
                    </a:lnTo>
                    <a:lnTo>
                      <a:pt x="2646" y="708"/>
                    </a:lnTo>
                    <a:lnTo>
                      <a:pt x="2658" y="708"/>
                    </a:lnTo>
                    <a:lnTo>
                      <a:pt x="2676" y="726"/>
                    </a:lnTo>
                    <a:lnTo>
                      <a:pt x="2682" y="738"/>
                    </a:lnTo>
                    <a:lnTo>
                      <a:pt x="2688" y="744"/>
                    </a:lnTo>
                    <a:lnTo>
                      <a:pt x="2682" y="750"/>
                    </a:lnTo>
                    <a:lnTo>
                      <a:pt x="2676" y="762"/>
                    </a:lnTo>
                    <a:lnTo>
                      <a:pt x="2676" y="774"/>
                    </a:lnTo>
                    <a:lnTo>
                      <a:pt x="2670" y="780"/>
                    </a:lnTo>
                    <a:lnTo>
                      <a:pt x="2676" y="792"/>
                    </a:lnTo>
                    <a:lnTo>
                      <a:pt x="2682" y="798"/>
                    </a:lnTo>
                    <a:lnTo>
                      <a:pt x="2694" y="792"/>
                    </a:lnTo>
                    <a:lnTo>
                      <a:pt x="2706" y="780"/>
                    </a:lnTo>
                    <a:lnTo>
                      <a:pt x="2712" y="768"/>
                    </a:lnTo>
                    <a:lnTo>
                      <a:pt x="2718" y="762"/>
                    </a:lnTo>
                    <a:lnTo>
                      <a:pt x="2718" y="750"/>
                    </a:lnTo>
                    <a:lnTo>
                      <a:pt x="2724" y="744"/>
                    </a:lnTo>
                    <a:lnTo>
                      <a:pt x="2736" y="720"/>
                    </a:lnTo>
                    <a:lnTo>
                      <a:pt x="2742" y="714"/>
                    </a:lnTo>
                    <a:lnTo>
                      <a:pt x="2748" y="702"/>
                    </a:lnTo>
                    <a:lnTo>
                      <a:pt x="2748" y="744"/>
                    </a:lnTo>
                    <a:lnTo>
                      <a:pt x="2754" y="750"/>
                    </a:lnTo>
                    <a:lnTo>
                      <a:pt x="2766" y="756"/>
                    </a:lnTo>
                    <a:lnTo>
                      <a:pt x="2772" y="768"/>
                    </a:lnTo>
                    <a:lnTo>
                      <a:pt x="2784" y="774"/>
                    </a:lnTo>
                    <a:lnTo>
                      <a:pt x="2790" y="780"/>
                    </a:lnTo>
                    <a:lnTo>
                      <a:pt x="2814" y="780"/>
                    </a:lnTo>
                    <a:lnTo>
                      <a:pt x="2820" y="774"/>
                    </a:lnTo>
                    <a:lnTo>
                      <a:pt x="2826" y="774"/>
                    </a:lnTo>
                    <a:lnTo>
                      <a:pt x="2814" y="792"/>
                    </a:lnTo>
                    <a:lnTo>
                      <a:pt x="2844" y="822"/>
                    </a:lnTo>
                    <a:lnTo>
                      <a:pt x="2904" y="822"/>
                    </a:lnTo>
                    <a:lnTo>
                      <a:pt x="2940" y="846"/>
                    </a:lnTo>
                    <a:lnTo>
                      <a:pt x="2976" y="864"/>
                    </a:lnTo>
                    <a:lnTo>
                      <a:pt x="3006" y="876"/>
                    </a:lnTo>
                    <a:lnTo>
                      <a:pt x="3036" y="894"/>
                    </a:lnTo>
                    <a:lnTo>
                      <a:pt x="3066" y="924"/>
                    </a:lnTo>
                    <a:lnTo>
                      <a:pt x="3066" y="972"/>
                    </a:lnTo>
                    <a:lnTo>
                      <a:pt x="3090" y="996"/>
                    </a:lnTo>
                    <a:lnTo>
                      <a:pt x="3102" y="1002"/>
                    </a:lnTo>
                    <a:lnTo>
                      <a:pt x="3096" y="1002"/>
                    </a:lnTo>
                    <a:lnTo>
                      <a:pt x="3084" y="1008"/>
                    </a:lnTo>
                    <a:lnTo>
                      <a:pt x="3078" y="1014"/>
                    </a:lnTo>
                    <a:lnTo>
                      <a:pt x="3078" y="1020"/>
                    </a:lnTo>
                    <a:lnTo>
                      <a:pt x="3090" y="1032"/>
                    </a:lnTo>
                    <a:lnTo>
                      <a:pt x="3114" y="1032"/>
                    </a:lnTo>
                    <a:lnTo>
                      <a:pt x="3090" y="1044"/>
                    </a:lnTo>
                    <a:lnTo>
                      <a:pt x="3090" y="1056"/>
                    </a:lnTo>
                    <a:lnTo>
                      <a:pt x="3102" y="1062"/>
                    </a:lnTo>
                    <a:lnTo>
                      <a:pt x="3108" y="1092"/>
                    </a:lnTo>
                    <a:lnTo>
                      <a:pt x="3096" y="1122"/>
                    </a:lnTo>
                    <a:lnTo>
                      <a:pt x="3120" y="1122"/>
                    </a:lnTo>
                    <a:lnTo>
                      <a:pt x="3126" y="1116"/>
                    </a:lnTo>
                    <a:lnTo>
                      <a:pt x="3138" y="1116"/>
                    </a:lnTo>
                    <a:lnTo>
                      <a:pt x="3150" y="1110"/>
                    </a:lnTo>
                    <a:lnTo>
                      <a:pt x="3162" y="1110"/>
                    </a:lnTo>
                    <a:lnTo>
                      <a:pt x="3168" y="1104"/>
                    </a:lnTo>
                    <a:lnTo>
                      <a:pt x="3174" y="1104"/>
                    </a:lnTo>
                    <a:lnTo>
                      <a:pt x="3174" y="1134"/>
                    </a:lnTo>
                    <a:lnTo>
                      <a:pt x="3234" y="1194"/>
                    </a:lnTo>
                    <a:lnTo>
                      <a:pt x="3240" y="1194"/>
                    </a:lnTo>
                    <a:lnTo>
                      <a:pt x="3240" y="1146"/>
                    </a:lnTo>
                    <a:lnTo>
                      <a:pt x="3234" y="1122"/>
                    </a:lnTo>
                    <a:lnTo>
                      <a:pt x="3234" y="1116"/>
                    </a:lnTo>
                    <a:lnTo>
                      <a:pt x="3240" y="1110"/>
                    </a:lnTo>
                    <a:lnTo>
                      <a:pt x="3240" y="1098"/>
                    </a:lnTo>
                    <a:lnTo>
                      <a:pt x="3246" y="1086"/>
                    </a:lnTo>
                    <a:lnTo>
                      <a:pt x="3246" y="1062"/>
                    </a:lnTo>
                    <a:lnTo>
                      <a:pt x="3252" y="1050"/>
                    </a:lnTo>
                    <a:lnTo>
                      <a:pt x="3252" y="1020"/>
                    </a:lnTo>
                    <a:lnTo>
                      <a:pt x="3240" y="1020"/>
                    </a:lnTo>
                    <a:lnTo>
                      <a:pt x="3228" y="1014"/>
                    </a:lnTo>
                    <a:lnTo>
                      <a:pt x="3222" y="1008"/>
                    </a:lnTo>
                    <a:lnTo>
                      <a:pt x="3222" y="1002"/>
                    </a:lnTo>
                    <a:lnTo>
                      <a:pt x="3234" y="990"/>
                    </a:lnTo>
                    <a:lnTo>
                      <a:pt x="3246" y="984"/>
                    </a:lnTo>
                    <a:lnTo>
                      <a:pt x="3252" y="978"/>
                    </a:lnTo>
                    <a:lnTo>
                      <a:pt x="3252" y="864"/>
                    </a:lnTo>
                    <a:lnTo>
                      <a:pt x="3258" y="846"/>
                    </a:lnTo>
                    <a:lnTo>
                      <a:pt x="3258" y="708"/>
                    </a:lnTo>
                    <a:lnTo>
                      <a:pt x="3264" y="678"/>
                    </a:lnTo>
                    <a:close/>
                    <a:moveTo>
                      <a:pt x="336" y="666"/>
                    </a:moveTo>
                    <a:lnTo>
                      <a:pt x="330" y="672"/>
                    </a:lnTo>
                    <a:lnTo>
                      <a:pt x="354" y="696"/>
                    </a:lnTo>
                    <a:lnTo>
                      <a:pt x="360" y="708"/>
                    </a:lnTo>
                    <a:lnTo>
                      <a:pt x="366" y="714"/>
                    </a:lnTo>
                    <a:lnTo>
                      <a:pt x="378" y="714"/>
                    </a:lnTo>
                    <a:lnTo>
                      <a:pt x="378" y="696"/>
                    </a:lnTo>
                    <a:lnTo>
                      <a:pt x="366" y="690"/>
                    </a:lnTo>
                    <a:lnTo>
                      <a:pt x="360" y="678"/>
                    </a:lnTo>
                    <a:lnTo>
                      <a:pt x="348" y="672"/>
                    </a:lnTo>
                    <a:lnTo>
                      <a:pt x="342" y="666"/>
                    </a:lnTo>
                    <a:lnTo>
                      <a:pt x="336" y="666"/>
                    </a:lnTo>
                    <a:close/>
                    <a:moveTo>
                      <a:pt x="2526" y="1104"/>
                    </a:moveTo>
                    <a:lnTo>
                      <a:pt x="2544" y="1116"/>
                    </a:lnTo>
                    <a:lnTo>
                      <a:pt x="2574" y="1092"/>
                    </a:lnTo>
                    <a:lnTo>
                      <a:pt x="2592" y="1092"/>
                    </a:lnTo>
                    <a:lnTo>
                      <a:pt x="2604" y="1080"/>
                    </a:lnTo>
                    <a:lnTo>
                      <a:pt x="2604" y="1062"/>
                    </a:lnTo>
                    <a:lnTo>
                      <a:pt x="2592" y="1056"/>
                    </a:lnTo>
                    <a:lnTo>
                      <a:pt x="2586" y="1056"/>
                    </a:lnTo>
                    <a:lnTo>
                      <a:pt x="2574" y="1062"/>
                    </a:lnTo>
                    <a:lnTo>
                      <a:pt x="2556" y="1068"/>
                    </a:lnTo>
                    <a:lnTo>
                      <a:pt x="2526" y="1098"/>
                    </a:lnTo>
                    <a:lnTo>
                      <a:pt x="2526" y="1104"/>
                    </a:lnTo>
                    <a:close/>
                    <a:moveTo>
                      <a:pt x="3096" y="1068"/>
                    </a:moveTo>
                    <a:lnTo>
                      <a:pt x="3090" y="1068"/>
                    </a:lnTo>
                    <a:lnTo>
                      <a:pt x="3090" y="1062"/>
                    </a:lnTo>
                    <a:lnTo>
                      <a:pt x="3084" y="1062"/>
                    </a:lnTo>
                    <a:lnTo>
                      <a:pt x="3078" y="1056"/>
                    </a:lnTo>
                    <a:lnTo>
                      <a:pt x="3066" y="1056"/>
                    </a:lnTo>
                    <a:lnTo>
                      <a:pt x="3048" y="1062"/>
                    </a:lnTo>
                    <a:lnTo>
                      <a:pt x="3024" y="1086"/>
                    </a:lnTo>
                    <a:lnTo>
                      <a:pt x="3012" y="1122"/>
                    </a:lnTo>
                    <a:lnTo>
                      <a:pt x="3012" y="1134"/>
                    </a:lnTo>
                    <a:lnTo>
                      <a:pt x="3072" y="1128"/>
                    </a:lnTo>
                    <a:lnTo>
                      <a:pt x="3084" y="1128"/>
                    </a:lnTo>
                    <a:lnTo>
                      <a:pt x="3090" y="1122"/>
                    </a:lnTo>
                    <a:lnTo>
                      <a:pt x="3102" y="1092"/>
                    </a:lnTo>
                    <a:lnTo>
                      <a:pt x="3096" y="1068"/>
                    </a:lnTo>
                    <a:close/>
                    <a:moveTo>
                      <a:pt x="2778" y="942"/>
                    </a:moveTo>
                    <a:lnTo>
                      <a:pt x="2766" y="960"/>
                    </a:lnTo>
                    <a:lnTo>
                      <a:pt x="2766" y="1014"/>
                    </a:lnTo>
                    <a:lnTo>
                      <a:pt x="2784" y="1014"/>
                    </a:lnTo>
                    <a:lnTo>
                      <a:pt x="2778" y="996"/>
                    </a:lnTo>
                    <a:lnTo>
                      <a:pt x="2790" y="990"/>
                    </a:lnTo>
                    <a:lnTo>
                      <a:pt x="2790" y="972"/>
                    </a:lnTo>
                    <a:lnTo>
                      <a:pt x="2778" y="972"/>
                    </a:lnTo>
                    <a:lnTo>
                      <a:pt x="2796" y="936"/>
                    </a:lnTo>
                    <a:lnTo>
                      <a:pt x="2814" y="906"/>
                    </a:lnTo>
                    <a:lnTo>
                      <a:pt x="2784" y="912"/>
                    </a:lnTo>
                    <a:lnTo>
                      <a:pt x="2778" y="942"/>
                    </a:lnTo>
                    <a:close/>
                    <a:moveTo>
                      <a:pt x="2136" y="600"/>
                    </a:moveTo>
                    <a:lnTo>
                      <a:pt x="2124" y="594"/>
                    </a:lnTo>
                    <a:lnTo>
                      <a:pt x="2118" y="594"/>
                    </a:lnTo>
                    <a:lnTo>
                      <a:pt x="2106" y="588"/>
                    </a:lnTo>
                    <a:lnTo>
                      <a:pt x="2088" y="588"/>
                    </a:lnTo>
                    <a:lnTo>
                      <a:pt x="2082" y="594"/>
                    </a:lnTo>
                    <a:lnTo>
                      <a:pt x="2082" y="600"/>
                    </a:lnTo>
                    <a:lnTo>
                      <a:pt x="2076" y="606"/>
                    </a:lnTo>
                    <a:lnTo>
                      <a:pt x="2082" y="612"/>
                    </a:lnTo>
                    <a:lnTo>
                      <a:pt x="2094" y="618"/>
                    </a:lnTo>
                    <a:lnTo>
                      <a:pt x="2136" y="618"/>
                    </a:lnTo>
                    <a:lnTo>
                      <a:pt x="2214" y="606"/>
                    </a:lnTo>
                    <a:lnTo>
                      <a:pt x="2136" y="600"/>
                    </a:lnTo>
                    <a:close/>
                    <a:moveTo>
                      <a:pt x="1308" y="1038"/>
                    </a:moveTo>
                    <a:lnTo>
                      <a:pt x="1368" y="1002"/>
                    </a:lnTo>
                    <a:lnTo>
                      <a:pt x="1362" y="990"/>
                    </a:lnTo>
                    <a:lnTo>
                      <a:pt x="1350" y="990"/>
                    </a:lnTo>
                    <a:lnTo>
                      <a:pt x="1332" y="996"/>
                    </a:lnTo>
                    <a:lnTo>
                      <a:pt x="1320" y="996"/>
                    </a:lnTo>
                    <a:lnTo>
                      <a:pt x="1302" y="1002"/>
                    </a:lnTo>
                    <a:lnTo>
                      <a:pt x="1290" y="1008"/>
                    </a:lnTo>
                    <a:lnTo>
                      <a:pt x="1284" y="1014"/>
                    </a:lnTo>
                    <a:lnTo>
                      <a:pt x="1284" y="1032"/>
                    </a:lnTo>
                    <a:lnTo>
                      <a:pt x="1290" y="1038"/>
                    </a:lnTo>
                    <a:lnTo>
                      <a:pt x="1308" y="1038"/>
                    </a:lnTo>
                    <a:close/>
                    <a:moveTo>
                      <a:pt x="1428" y="1116"/>
                    </a:moveTo>
                    <a:lnTo>
                      <a:pt x="1392" y="1116"/>
                    </a:lnTo>
                    <a:lnTo>
                      <a:pt x="1386" y="1146"/>
                    </a:lnTo>
                    <a:lnTo>
                      <a:pt x="1386" y="1152"/>
                    </a:lnTo>
                    <a:lnTo>
                      <a:pt x="1404" y="1170"/>
                    </a:lnTo>
                    <a:lnTo>
                      <a:pt x="1416" y="1176"/>
                    </a:lnTo>
                    <a:lnTo>
                      <a:pt x="1428" y="1164"/>
                    </a:lnTo>
                    <a:lnTo>
                      <a:pt x="1440" y="1140"/>
                    </a:lnTo>
                    <a:lnTo>
                      <a:pt x="1440" y="1128"/>
                    </a:lnTo>
                    <a:lnTo>
                      <a:pt x="1428" y="1116"/>
                    </a:lnTo>
                    <a:close/>
                    <a:moveTo>
                      <a:pt x="708" y="930"/>
                    </a:moveTo>
                    <a:lnTo>
                      <a:pt x="714" y="924"/>
                    </a:lnTo>
                    <a:lnTo>
                      <a:pt x="714" y="900"/>
                    </a:lnTo>
                    <a:lnTo>
                      <a:pt x="744" y="924"/>
                    </a:lnTo>
                    <a:lnTo>
                      <a:pt x="744" y="918"/>
                    </a:lnTo>
                    <a:lnTo>
                      <a:pt x="750" y="912"/>
                    </a:lnTo>
                    <a:lnTo>
                      <a:pt x="750" y="900"/>
                    </a:lnTo>
                    <a:lnTo>
                      <a:pt x="756" y="882"/>
                    </a:lnTo>
                    <a:lnTo>
                      <a:pt x="756" y="840"/>
                    </a:lnTo>
                    <a:lnTo>
                      <a:pt x="762" y="822"/>
                    </a:lnTo>
                    <a:lnTo>
                      <a:pt x="762" y="810"/>
                    </a:lnTo>
                    <a:lnTo>
                      <a:pt x="768" y="792"/>
                    </a:lnTo>
                    <a:lnTo>
                      <a:pt x="768" y="780"/>
                    </a:lnTo>
                    <a:lnTo>
                      <a:pt x="762" y="774"/>
                    </a:lnTo>
                    <a:lnTo>
                      <a:pt x="756" y="762"/>
                    </a:lnTo>
                    <a:lnTo>
                      <a:pt x="756" y="750"/>
                    </a:lnTo>
                    <a:lnTo>
                      <a:pt x="768" y="726"/>
                    </a:lnTo>
                    <a:lnTo>
                      <a:pt x="774" y="720"/>
                    </a:lnTo>
                    <a:lnTo>
                      <a:pt x="774" y="714"/>
                    </a:lnTo>
                    <a:lnTo>
                      <a:pt x="756" y="696"/>
                    </a:lnTo>
                    <a:lnTo>
                      <a:pt x="744" y="654"/>
                    </a:lnTo>
                    <a:lnTo>
                      <a:pt x="702" y="654"/>
                    </a:lnTo>
                    <a:lnTo>
                      <a:pt x="702" y="618"/>
                    </a:lnTo>
                    <a:lnTo>
                      <a:pt x="666" y="618"/>
                    </a:lnTo>
                    <a:lnTo>
                      <a:pt x="660" y="546"/>
                    </a:lnTo>
                    <a:lnTo>
                      <a:pt x="606" y="546"/>
                    </a:lnTo>
                    <a:lnTo>
                      <a:pt x="594" y="534"/>
                    </a:lnTo>
                    <a:lnTo>
                      <a:pt x="594" y="504"/>
                    </a:lnTo>
                    <a:lnTo>
                      <a:pt x="600" y="498"/>
                    </a:lnTo>
                    <a:lnTo>
                      <a:pt x="606" y="486"/>
                    </a:lnTo>
                    <a:lnTo>
                      <a:pt x="582" y="486"/>
                    </a:lnTo>
                    <a:lnTo>
                      <a:pt x="600" y="468"/>
                    </a:lnTo>
                    <a:lnTo>
                      <a:pt x="606" y="456"/>
                    </a:lnTo>
                    <a:lnTo>
                      <a:pt x="612" y="450"/>
                    </a:lnTo>
                    <a:lnTo>
                      <a:pt x="612" y="438"/>
                    </a:lnTo>
                    <a:lnTo>
                      <a:pt x="600" y="426"/>
                    </a:lnTo>
                    <a:lnTo>
                      <a:pt x="588" y="432"/>
                    </a:lnTo>
                    <a:lnTo>
                      <a:pt x="570" y="432"/>
                    </a:lnTo>
                    <a:lnTo>
                      <a:pt x="552" y="438"/>
                    </a:lnTo>
                    <a:lnTo>
                      <a:pt x="540" y="438"/>
                    </a:lnTo>
                    <a:lnTo>
                      <a:pt x="534" y="444"/>
                    </a:lnTo>
                    <a:lnTo>
                      <a:pt x="528" y="444"/>
                    </a:lnTo>
                    <a:lnTo>
                      <a:pt x="534" y="438"/>
                    </a:lnTo>
                    <a:lnTo>
                      <a:pt x="546" y="432"/>
                    </a:lnTo>
                    <a:lnTo>
                      <a:pt x="552" y="420"/>
                    </a:lnTo>
                    <a:lnTo>
                      <a:pt x="558" y="414"/>
                    </a:lnTo>
                    <a:lnTo>
                      <a:pt x="558" y="402"/>
                    </a:lnTo>
                    <a:lnTo>
                      <a:pt x="546" y="396"/>
                    </a:lnTo>
                    <a:lnTo>
                      <a:pt x="534" y="396"/>
                    </a:lnTo>
                    <a:lnTo>
                      <a:pt x="522" y="390"/>
                    </a:lnTo>
                    <a:lnTo>
                      <a:pt x="510" y="390"/>
                    </a:lnTo>
                    <a:lnTo>
                      <a:pt x="516" y="384"/>
                    </a:lnTo>
                    <a:lnTo>
                      <a:pt x="516" y="378"/>
                    </a:lnTo>
                    <a:lnTo>
                      <a:pt x="504" y="354"/>
                    </a:lnTo>
                    <a:lnTo>
                      <a:pt x="492" y="342"/>
                    </a:lnTo>
                    <a:lnTo>
                      <a:pt x="480" y="336"/>
                    </a:lnTo>
                    <a:lnTo>
                      <a:pt x="462" y="330"/>
                    </a:lnTo>
                    <a:lnTo>
                      <a:pt x="456" y="324"/>
                    </a:lnTo>
                    <a:lnTo>
                      <a:pt x="450" y="324"/>
                    </a:lnTo>
                    <a:lnTo>
                      <a:pt x="450" y="318"/>
                    </a:lnTo>
                    <a:lnTo>
                      <a:pt x="444" y="312"/>
                    </a:lnTo>
                    <a:lnTo>
                      <a:pt x="438" y="300"/>
                    </a:lnTo>
                    <a:lnTo>
                      <a:pt x="438" y="288"/>
                    </a:lnTo>
                    <a:lnTo>
                      <a:pt x="426" y="276"/>
                    </a:lnTo>
                    <a:lnTo>
                      <a:pt x="414" y="276"/>
                    </a:lnTo>
                    <a:lnTo>
                      <a:pt x="408" y="282"/>
                    </a:lnTo>
                    <a:lnTo>
                      <a:pt x="414" y="306"/>
                    </a:lnTo>
                    <a:lnTo>
                      <a:pt x="408" y="300"/>
                    </a:lnTo>
                    <a:lnTo>
                      <a:pt x="396" y="294"/>
                    </a:lnTo>
                    <a:lnTo>
                      <a:pt x="360" y="258"/>
                    </a:lnTo>
                    <a:lnTo>
                      <a:pt x="360" y="246"/>
                    </a:lnTo>
                    <a:lnTo>
                      <a:pt x="354" y="240"/>
                    </a:lnTo>
                    <a:lnTo>
                      <a:pt x="348" y="228"/>
                    </a:lnTo>
                    <a:lnTo>
                      <a:pt x="342" y="222"/>
                    </a:lnTo>
                    <a:lnTo>
                      <a:pt x="342" y="216"/>
                    </a:lnTo>
                    <a:lnTo>
                      <a:pt x="330" y="210"/>
                    </a:lnTo>
                    <a:lnTo>
                      <a:pt x="312" y="192"/>
                    </a:lnTo>
                    <a:lnTo>
                      <a:pt x="294" y="186"/>
                    </a:lnTo>
                    <a:lnTo>
                      <a:pt x="288" y="174"/>
                    </a:lnTo>
                    <a:lnTo>
                      <a:pt x="276" y="168"/>
                    </a:lnTo>
                    <a:lnTo>
                      <a:pt x="264" y="156"/>
                    </a:lnTo>
                    <a:lnTo>
                      <a:pt x="252" y="150"/>
                    </a:lnTo>
                    <a:lnTo>
                      <a:pt x="240" y="138"/>
                    </a:lnTo>
                    <a:lnTo>
                      <a:pt x="234" y="126"/>
                    </a:lnTo>
                    <a:lnTo>
                      <a:pt x="222" y="120"/>
                    </a:lnTo>
                    <a:lnTo>
                      <a:pt x="222" y="102"/>
                    </a:lnTo>
                    <a:lnTo>
                      <a:pt x="204" y="84"/>
                    </a:lnTo>
                    <a:lnTo>
                      <a:pt x="198" y="72"/>
                    </a:lnTo>
                    <a:lnTo>
                      <a:pt x="168" y="42"/>
                    </a:lnTo>
                    <a:lnTo>
                      <a:pt x="150" y="42"/>
                    </a:lnTo>
                    <a:lnTo>
                      <a:pt x="66" y="36"/>
                    </a:lnTo>
                    <a:lnTo>
                      <a:pt x="42" y="12"/>
                    </a:lnTo>
                    <a:lnTo>
                      <a:pt x="30" y="6"/>
                    </a:lnTo>
                    <a:lnTo>
                      <a:pt x="24" y="0"/>
                    </a:lnTo>
                    <a:lnTo>
                      <a:pt x="18" y="0"/>
                    </a:lnTo>
                    <a:lnTo>
                      <a:pt x="6" y="6"/>
                    </a:lnTo>
                    <a:lnTo>
                      <a:pt x="0" y="18"/>
                    </a:lnTo>
                    <a:lnTo>
                      <a:pt x="0" y="48"/>
                    </a:lnTo>
                    <a:lnTo>
                      <a:pt x="6" y="60"/>
                    </a:lnTo>
                    <a:lnTo>
                      <a:pt x="18" y="78"/>
                    </a:lnTo>
                    <a:lnTo>
                      <a:pt x="66" y="126"/>
                    </a:lnTo>
                    <a:lnTo>
                      <a:pt x="96" y="150"/>
                    </a:lnTo>
                    <a:lnTo>
                      <a:pt x="126" y="180"/>
                    </a:lnTo>
                    <a:lnTo>
                      <a:pt x="162" y="234"/>
                    </a:lnTo>
                    <a:lnTo>
                      <a:pt x="174" y="228"/>
                    </a:lnTo>
                    <a:lnTo>
                      <a:pt x="174" y="252"/>
                    </a:lnTo>
                    <a:lnTo>
                      <a:pt x="180" y="264"/>
                    </a:lnTo>
                    <a:lnTo>
                      <a:pt x="186" y="270"/>
                    </a:lnTo>
                    <a:lnTo>
                      <a:pt x="198" y="276"/>
                    </a:lnTo>
                    <a:lnTo>
                      <a:pt x="216" y="288"/>
                    </a:lnTo>
                    <a:lnTo>
                      <a:pt x="228" y="300"/>
                    </a:lnTo>
                    <a:lnTo>
                      <a:pt x="246" y="312"/>
                    </a:lnTo>
                    <a:lnTo>
                      <a:pt x="258" y="324"/>
                    </a:lnTo>
                    <a:lnTo>
                      <a:pt x="264" y="336"/>
                    </a:lnTo>
                    <a:lnTo>
                      <a:pt x="276" y="372"/>
                    </a:lnTo>
                    <a:lnTo>
                      <a:pt x="276" y="384"/>
                    </a:lnTo>
                    <a:lnTo>
                      <a:pt x="282" y="390"/>
                    </a:lnTo>
                    <a:lnTo>
                      <a:pt x="282" y="426"/>
                    </a:lnTo>
                    <a:lnTo>
                      <a:pt x="288" y="438"/>
                    </a:lnTo>
                    <a:lnTo>
                      <a:pt x="288" y="444"/>
                    </a:lnTo>
                    <a:lnTo>
                      <a:pt x="294" y="450"/>
                    </a:lnTo>
                    <a:lnTo>
                      <a:pt x="300" y="450"/>
                    </a:lnTo>
                    <a:lnTo>
                      <a:pt x="312" y="444"/>
                    </a:lnTo>
                    <a:lnTo>
                      <a:pt x="324" y="444"/>
                    </a:lnTo>
                    <a:lnTo>
                      <a:pt x="324" y="450"/>
                    </a:lnTo>
                    <a:lnTo>
                      <a:pt x="330" y="462"/>
                    </a:lnTo>
                    <a:lnTo>
                      <a:pt x="330" y="474"/>
                    </a:lnTo>
                    <a:lnTo>
                      <a:pt x="336" y="480"/>
                    </a:lnTo>
                    <a:lnTo>
                      <a:pt x="336" y="486"/>
                    </a:lnTo>
                    <a:lnTo>
                      <a:pt x="378" y="522"/>
                    </a:lnTo>
                    <a:lnTo>
                      <a:pt x="372" y="546"/>
                    </a:lnTo>
                    <a:lnTo>
                      <a:pt x="408" y="606"/>
                    </a:lnTo>
                    <a:lnTo>
                      <a:pt x="402" y="618"/>
                    </a:lnTo>
                    <a:lnTo>
                      <a:pt x="402" y="636"/>
                    </a:lnTo>
                    <a:lnTo>
                      <a:pt x="408" y="648"/>
                    </a:lnTo>
                    <a:lnTo>
                      <a:pt x="438" y="678"/>
                    </a:lnTo>
                    <a:lnTo>
                      <a:pt x="438" y="684"/>
                    </a:lnTo>
                    <a:lnTo>
                      <a:pt x="444" y="690"/>
                    </a:lnTo>
                    <a:lnTo>
                      <a:pt x="462" y="726"/>
                    </a:lnTo>
                    <a:lnTo>
                      <a:pt x="498" y="744"/>
                    </a:lnTo>
                    <a:lnTo>
                      <a:pt x="504" y="750"/>
                    </a:lnTo>
                    <a:lnTo>
                      <a:pt x="510" y="750"/>
                    </a:lnTo>
                    <a:lnTo>
                      <a:pt x="510" y="786"/>
                    </a:lnTo>
                    <a:lnTo>
                      <a:pt x="522" y="792"/>
                    </a:lnTo>
                    <a:lnTo>
                      <a:pt x="528" y="804"/>
                    </a:lnTo>
                    <a:lnTo>
                      <a:pt x="540" y="810"/>
                    </a:lnTo>
                    <a:lnTo>
                      <a:pt x="564" y="834"/>
                    </a:lnTo>
                    <a:lnTo>
                      <a:pt x="576" y="840"/>
                    </a:lnTo>
                    <a:lnTo>
                      <a:pt x="594" y="858"/>
                    </a:lnTo>
                    <a:lnTo>
                      <a:pt x="600" y="858"/>
                    </a:lnTo>
                    <a:lnTo>
                      <a:pt x="606" y="864"/>
                    </a:lnTo>
                    <a:lnTo>
                      <a:pt x="612" y="864"/>
                    </a:lnTo>
                    <a:lnTo>
                      <a:pt x="612" y="870"/>
                    </a:lnTo>
                    <a:lnTo>
                      <a:pt x="618" y="876"/>
                    </a:lnTo>
                    <a:lnTo>
                      <a:pt x="630" y="900"/>
                    </a:lnTo>
                    <a:lnTo>
                      <a:pt x="642" y="912"/>
                    </a:lnTo>
                    <a:lnTo>
                      <a:pt x="654" y="936"/>
                    </a:lnTo>
                    <a:lnTo>
                      <a:pt x="660" y="942"/>
                    </a:lnTo>
                    <a:lnTo>
                      <a:pt x="660" y="906"/>
                    </a:lnTo>
                    <a:lnTo>
                      <a:pt x="672" y="906"/>
                    </a:lnTo>
                    <a:lnTo>
                      <a:pt x="684" y="918"/>
                    </a:lnTo>
                    <a:lnTo>
                      <a:pt x="696" y="924"/>
                    </a:lnTo>
                    <a:lnTo>
                      <a:pt x="702" y="930"/>
                    </a:lnTo>
                    <a:lnTo>
                      <a:pt x="708" y="930"/>
                    </a:lnTo>
                    <a:close/>
                    <a:moveTo>
                      <a:pt x="2118" y="1194"/>
                    </a:moveTo>
                    <a:lnTo>
                      <a:pt x="2106" y="1176"/>
                    </a:lnTo>
                    <a:lnTo>
                      <a:pt x="2088" y="1176"/>
                    </a:lnTo>
                    <a:lnTo>
                      <a:pt x="2064" y="1200"/>
                    </a:lnTo>
                    <a:lnTo>
                      <a:pt x="2064" y="1212"/>
                    </a:lnTo>
                    <a:lnTo>
                      <a:pt x="2052" y="1212"/>
                    </a:lnTo>
                    <a:lnTo>
                      <a:pt x="2040" y="1218"/>
                    </a:lnTo>
                    <a:lnTo>
                      <a:pt x="2010" y="1248"/>
                    </a:lnTo>
                    <a:lnTo>
                      <a:pt x="1998" y="1272"/>
                    </a:lnTo>
                    <a:lnTo>
                      <a:pt x="1992" y="1278"/>
                    </a:lnTo>
                    <a:lnTo>
                      <a:pt x="1992" y="1290"/>
                    </a:lnTo>
                    <a:lnTo>
                      <a:pt x="2004" y="1302"/>
                    </a:lnTo>
                    <a:lnTo>
                      <a:pt x="2022" y="1302"/>
                    </a:lnTo>
                    <a:lnTo>
                      <a:pt x="2052" y="1284"/>
                    </a:lnTo>
                    <a:lnTo>
                      <a:pt x="2082" y="1260"/>
                    </a:lnTo>
                    <a:lnTo>
                      <a:pt x="2106" y="1242"/>
                    </a:lnTo>
                    <a:lnTo>
                      <a:pt x="2100" y="1236"/>
                    </a:lnTo>
                    <a:lnTo>
                      <a:pt x="2100" y="1224"/>
                    </a:lnTo>
                    <a:lnTo>
                      <a:pt x="2112" y="1200"/>
                    </a:lnTo>
                    <a:lnTo>
                      <a:pt x="2118" y="1194"/>
                    </a:lnTo>
                    <a:close/>
                    <a:moveTo>
                      <a:pt x="1374" y="1128"/>
                    </a:moveTo>
                    <a:lnTo>
                      <a:pt x="1374" y="1116"/>
                    </a:lnTo>
                    <a:lnTo>
                      <a:pt x="1368" y="1110"/>
                    </a:lnTo>
                    <a:lnTo>
                      <a:pt x="1344" y="1098"/>
                    </a:lnTo>
                    <a:lnTo>
                      <a:pt x="1332" y="1098"/>
                    </a:lnTo>
                    <a:lnTo>
                      <a:pt x="1320" y="1092"/>
                    </a:lnTo>
                    <a:lnTo>
                      <a:pt x="1314" y="1092"/>
                    </a:lnTo>
                    <a:lnTo>
                      <a:pt x="1302" y="1098"/>
                    </a:lnTo>
                    <a:lnTo>
                      <a:pt x="1296" y="1104"/>
                    </a:lnTo>
                    <a:lnTo>
                      <a:pt x="1296" y="1116"/>
                    </a:lnTo>
                    <a:lnTo>
                      <a:pt x="1290" y="1122"/>
                    </a:lnTo>
                    <a:lnTo>
                      <a:pt x="1290" y="1134"/>
                    </a:lnTo>
                    <a:lnTo>
                      <a:pt x="1254" y="1104"/>
                    </a:lnTo>
                    <a:lnTo>
                      <a:pt x="1260" y="1092"/>
                    </a:lnTo>
                    <a:lnTo>
                      <a:pt x="1260" y="1080"/>
                    </a:lnTo>
                    <a:lnTo>
                      <a:pt x="1266" y="1068"/>
                    </a:lnTo>
                    <a:lnTo>
                      <a:pt x="1266" y="1050"/>
                    </a:lnTo>
                    <a:lnTo>
                      <a:pt x="1260" y="1038"/>
                    </a:lnTo>
                    <a:lnTo>
                      <a:pt x="1254" y="1032"/>
                    </a:lnTo>
                    <a:lnTo>
                      <a:pt x="1242" y="1026"/>
                    </a:lnTo>
                    <a:lnTo>
                      <a:pt x="1188" y="1026"/>
                    </a:lnTo>
                    <a:lnTo>
                      <a:pt x="1158" y="1008"/>
                    </a:lnTo>
                    <a:lnTo>
                      <a:pt x="1158" y="984"/>
                    </a:lnTo>
                    <a:lnTo>
                      <a:pt x="1116" y="984"/>
                    </a:lnTo>
                    <a:lnTo>
                      <a:pt x="1116" y="996"/>
                    </a:lnTo>
                    <a:lnTo>
                      <a:pt x="1110" y="1008"/>
                    </a:lnTo>
                    <a:lnTo>
                      <a:pt x="1110" y="1026"/>
                    </a:lnTo>
                    <a:lnTo>
                      <a:pt x="1086" y="1026"/>
                    </a:lnTo>
                    <a:lnTo>
                      <a:pt x="1074" y="1020"/>
                    </a:lnTo>
                    <a:lnTo>
                      <a:pt x="1056" y="1014"/>
                    </a:lnTo>
                    <a:lnTo>
                      <a:pt x="1044" y="1014"/>
                    </a:lnTo>
                    <a:lnTo>
                      <a:pt x="1032" y="1008"/>
                    </a:lnTo>
                    <a:lnTo>
                      <a:pt x="966" y="1008"/>
                    </a:lnTo>
                    <a:lnTo>
                      <a:pt x="960" y="996"/>
                    </a:lnTo>
                    <a:lnTo>
                      <a:pt x="948" y="990"/>
                    </a:lnTo>
                    <a:lnTo>
                      <a:pt x="942" y="978"/>
                    </a:lnTo>
                    <a:lnTo>
                      <a:pt x="918" y="954"/>
                    </a:lnTo>
                    <a:lnTo>
                      <a:pt x="900" y="954"/>
                    </a:lnTo>
                    <a:lnTo>
                      <a:pt x="888" y="960"/>
                    </a:lnTo>
                    <a:lnTo>
                      <a:pt x="876" y="954"/>
                    </a:lnTo>
                    <a:lnTo>
                      <a:pt x="870" y="948"/>
                    </a:lnTo>
                    <a:lnTo>
                      <a:pt x="858" y="942"/>
                    </a:lnTo>
                    <a:lnTo>
                      <a:pt x="846" y="942"/>
                    </a:lnTo>
                    <a:lnTo>
                      <a:pt x="840" y="936"/>
                    </a:lnTo>
                    <a:lnTo>
                      <a:pt x="822" y="936"/>
                    </a:lnTo>
                    <a:lnTo>
                      <a:pt x="810" y="930"/>
                    </a:lnTo>
                    <a:lnTo>
                      <a:pt x="792" y="930"/>
                    </a:lnTo>
                    <a:lnTo>
                      <a:pt x="786" y="924"/>
                    </a:lnTo>
                    <a:lnTo>
                      <a:pt x="762" y="924"/>
                    </a:lnTo>
                    <a:lnTo>
                      <a:pt x="750" y="930"/>
                    </a:lnTo>
                    <a:lnTo>
                      <a:pt x="738" y="954"/>
                    </a:lnTo>
                    <a:lnTo>
                      <a:pt x="738" y="966"/>
                    </a:lnTo>
                    <a:lnTo>
                      <a:pt x="732" y="978"/>
                    </a:lnTo>
                    <a:lnTo>
                      <a:pt x="720" y="990"/>
                    </a:lnTo>
                    <a:lnTo>
                      <a:pt x="714" y="990"/>
                    </a:lnTo>
                    <a:lnTo>
                      <a:pt x="702" y="1002"/>
                    </a:lnTo>
                    <a:lnTo>
                      <a:pt x="702" y="1014"/>
                    </a:lnTo>
                    <a:lnTo>
                      <a:pt x="738" y="1008"/>
                    </a:lnTo>
                    <a:lnTo>
                      <a:pt x="786" y="1008"/>
                    </a:lnTo>
                    <a:lnTo>
                      <a:pt x="780" y="1014"/>
                    </a:lnTo>
                    <a:lnTo>
                      <a:pt x="768" y="1020"/>
                    </a:lnTo>
                    <a:lnTo>
                      <a:pt x="762" y="1032"/>
                    </a:lnTo>
                    <a:lnTo>
                      <a:pt x="762" y="1044"/>
                    </a:lnTo>
                    <a:lnTo>
                      <a:pt x="774" y="1050"/>
                    </a:lnTo>
                    <a:lnTo>
                      <a:pt x="780" y="1050"/>
                    </a:lnTo>
                    <a:lnTo>
                      <a:pt x="798" y="1044"/>
                    </a:lnTo>
                    <a:lnTo>
                      <a:pt x="810" y="1044"/>
                    </a:lnTo>
                    <a:lnTo>
                      <a:pt x="816" y="1038"/>
                    </a:lnTo>
                    <a:lnTo>
                      <a:pt x="828" y="1032"/>
                    </a:lnTo>
                    <a:lnTo>
                      <a:pt x="840" y="1038"/>
                    </a:lnTo>
                    <a:lnTo>
                      <a:pt x="870" y="1056"/>
                    </a:lnTo>
                    <a:lnTo>
                      <a:pt x="900" y="1068"/>
                    </a:lnTo>
                    <a:lnTo>
                      <a:pt x="924" y="1080"/>
                    </a:lnTo>
                    <a:lnTo>
                      <a:pt x="960" y="1086"/>
                    </a:lnTo>
                    <a:lnTo>
                      <a:pt x="1014" y="1092"/>
                    </a:lnTo>
                    <a:lnTo>
                      <a:pt x="1062" y="1092"/>
                    </a:lnTo>
                    <a:lnTo>
                      <a:pt x="1080" y="1110"/>
                    </a:lnTo>
                    <a:lnTo>
                      <a:pt x="1086" y="1122"/>
                    </a:lnTo>
                    <a:lnTo>
                      <a:pt x="1098" y="1128"/>
                    </a:lnTo>
                    <a:lnTo>
                      <a:pt x="1110" y="1140"/>
                    </a:lnTo>
                    <a:lnTo>
                      <a:pt x="1128" y="1146"/>
                    </a:lnTo>
                    <a:lnTo>
                      <a:pt x="1152" y="1152"/>
                    </a:lnTo>
                    <a:lnTo>
                      <a:pt x="1170" y="1152"/>
                    </a:lnTo>
                    <a:lnTo>
                      <a:pt x="1182" y="1158"/>
                    </a:lnTo>
                    <a:lnTo>
                      <a:pt x="1248" y="1158"/>
                    </a:lnTo>
                    <a:lnTo>
                      <a:pt x="1260" y="1164"/>
                    </a:lnTo>
                    <a:lnTo>
                      <a:pt x="1278" y="1170"/>
                    </a:lnTo>
                    <a:lnTo>
                      <a:pt x="1290" y="1182"/>
                    </a:lnTo>
                    <a:lnTo>
                      <a:pt x="1302" y="1188"/>
                    </a:lnTo>
                    <a:lnTo>
                      <a:pt x="1320" y="1206"/>
                    </a:lnTo>
                    <a:lnTo>
                      <a:pt x="1338" y="1206"/>
                    </a:lnTo>
                    <a:lnTo>
                      <a:pt x="1350" y="1200"/>
                    </a:lnTo>
                    <a:lnTo>
                      <a:pt x="1356" y="1206"/>
                    </a:lnTo>
                    <a:lnTo>
                      <a:pt x="1374" y="1206"/>
                    </a:lnTo>
                    <a:lnTo>
                      <a:pt x="1374" y="1194"/>
                    </a:lnTo>
                    <a:lnTo>
                      <a:pt x="1368" y="1182"/>
                    </a:lnTo>
                    <a:lnTo>
                      <a:pt x="1362" y="1176"/>
                    </a:lnTo>
                    <a:lnTo>
                      <a:pt x="1356" y="1164"/>
                    </a:lnTo>
                    <a:lnTo>
                      <a:pt x="1374" y="1146"/>
                    </a:lnTo>
                    <a:lnTo>
                      <a:pt x="1374" y="1128"/>
                    </a:lnTo>
                    <a:close/>
                    <a:moveTo>
                      <a:pt x="1500" y="726"/>
                    </a:moveTo>
                    <a:lnTo>
                      <a:pt x="1542" y="684"/>
                    </a:lnTo>
                    <a:lnTo>
                      <a:pt x="1548" y="672"/>
                    </a:lnTo>
                    <a:lnTo>
                      <a:pt x="1554" y="654"/>
                    </a:lnTo>
                    <a:lnTo>
                      <a:pt x="1560" y="642"/>
                    </a:lnTo>
                    <a:lnTo>
                      <a:pt x="1566" y="624"/>
                    </a:lnTo>
                    <a:lnTo>
                      <a:pt x="1566" y="612"/>
                    </a:lnTo>
                    <a:lnTo>
                      <a:pt x="1572" y="606"/>
                    </a:lnTo>
                    <a:lnTo>
                      <a:pt x="1572" y="600"/>
                    </a:lnTo>
                    <a:lnTo>
                      <a:pt x="1566" y="600"/>
                    </a:lnTo>
                    <a:lnTo>
                      <a:pt x="1554" y="594"/>
                    </a:lnTo>
                    <a:lnTo>
                      <a:pt x="1542" y="582"/>
                    </a:lnTo>
                    <a:lnTo>
                      <a:pt x="1542" y="564"/>
                    </a:lnTo>
                    <a:lnTo>
                      <a:pt x="1554" y="516"/>
                    </a:lnTo>
                    <a:lnTo>
                      <a:pt x="1590" y="498"/>
                    </a:lnTo>
                    <a:lnTo>
                      <a:pt x="1626" y="498"/>
                    </a:lnTo>
                    <a:lnTo>
                      <a:pt x="1632" y="486"/>
                    </a:lnTo>
                    <a:lnTo>
                      <a:pt x="1638" y="480"/>
                    </a:lnTo>
                    <a:lnTo>
                      <a:pt x="1644" y="468"/>
                    </a:lnTo>
                    <a:lnTo>
                      <a:pt x="1644" y="444"/>
                    </a:lnTo>
                    <a:lnTo>
                      <a:pt x="1626" y="444"/>
                    </a:lnTo>
                    <a:lnTo>
                      <a:pt x="1620" y="450"/>
                    </a:lnTo>
                    <a:lnTo>
                      <a:pt x="1608" y="450"/>
                    </a:lnTo>
                    <a:lnTo>
                      <a:pt x="1608" y="438"/>
                    </a:lnTo>
                    <a:lnTo>
                      <a:pt x="1614" y="420"/>
                    </a:lnTo>
                    <a:lnTo>
                      <a:pt x="1626" y="408"/>
                    </a:lnTo>
                    <a:lnTo>
                      <a:pt x="1650" y="396"/>
                    </a:lnTo>
                    <a:lnTo>
                      <a:pt x="1662" y="396"/>
                    </a:lnTo>
                    <a:lnTo>
                      <a:pt x="1680" y="402"/>
                    </a:lnTo>
                    <a:lnTo>
                      <a:pt x="1704" y="402"/>
                    </a:lnTo>
                    <a:lnTo>
                      <a:pt x="1716" y="390"/>
                    </a:lnTo>
                    <a:lnTo>
                      <a:pt x="1716" y="384"/>
                    </a:lnTo>
                    <a:lnTo>
                      <a:pt x="1680" y="348"/>
                    </a:lnTo>
                    <a:lnTo>
                      <a:pt x="1680" y="312"/>
                    </a:lnTo>
                    <a:lnTo>
                      <a:pt x="1668" y="312"/>
                    </a:lnTo>
                    <a:lnTo>
                      <a:pt x="1650" y="294"/>
                    </a:lnTo>
                    <a:lnTo>
                      <a:pt x="1650" y="282"/>
                    </a:lnTo>
                    <a:lnTo>
                      <a:pt x="1662" y="270"/>
                    </a:lnTo>
                    <a:lnTo>
                      <a:pt x="1668" y="258"/>
                    </a:lnTo>
                    <a:lnTo>
                      <a:pt x="1668" y="246"/>
                    </a:lnTo>
                    <a:lnTo>
                      <a:pt x="1662" y="240"/>
                    </a:lnTo>
                    <a:lnTo>
                      <a:pt x="1638" y="228"/>
                    </a:lnTo>
                    <a:lnTo>
                      <a:pt x="1614" y="228"/>
                    </a:lnTo>
                    <a:lnTo>
                      <a:pt x="1632" y="198"/>
                    </a:lnTo>
                    <a:lnTo>
                      <a:pt x="1614" y="192"/>
                    </a:lnTo>
                    <a:lnTo>
                      <a:pt x="1620" y="162"/>
                    </a:lnTo>
                    <a:lnTo>
                      <a:pt x="1608" y="144"/>
                    </a:lnTo>
                    <a:lnTo>
                      <a:pt x="1602" y="138"/>
                    </a:lnTo>
                    <a:lnTo>
                      <a:pt x="1590" y="132"/>
                    </a:lnTo>
                    <a:lnTo>
                      <a:pt x="1566" y="108"/>
                    </a:lnTo>
                    <a:lnTo>
                      <a:pt x="1470" y="108"/>
                    </a:lnTo>
                    <a:lnTo>
                      <a:pt x="1464" y="114"/>
                    </a:lnTo>
                    <a:lnTo>
                      <a:pt x="1458" y="126"/>
                    </a:lnTo>
                    <a:lnTo>
                      <a:pt x="1458" y="180"/>
                    </a:lnTo>
                    <a:lnTo>
                      <a:pt x="1452" y="198"/>
                    </a:lnTo>
                    <a:lnTo>
                      <a:pt x="1452" y="204"/>
                    </a:lnTo>
                    <a:lnTo>
                      <a:pt x="1446" y="216"/>
                    </a:lnTo>
                    <a:lnTo>
                      <a:pt x="1428" y="216"/>
                    </a:lnTo>
                    <a:lnTo>
                      <a:pt x="1422" y="222"/>
                    </a:lnTo>
                    <a:lnTo>
                      <a:pt x="1422" y="246"/>
                    </a:lnTo>
                    <a:lnTo>
                      <a:pt x="1428" y="252"/>
                    </a:lnTo>
                    <a:lnTo>
                      <a:pt x="1434" y="264"/>
                    </a:lnTo>
                    <a:lnTo>
                      <a:pt x="1398" y="294"/>
                    </a:lnTo>
                    <a:lnTo>
                      <a:pt x="1404" y="306"/>
                    </a:lnTo>
                    <a:lnTo>
                      <a:pt x="1374" y="342"/>
                    </a:lnTo>
                    <a:lnTo>
                      <a:pt x="1350" y="342"/>
                    </a:lnTo>
                    <a:lnTo>
                      <a:pt x="1344" y="348"/>
                    </a:lnTo>
                    <a:lnTo>
                      <a:pt x="1332" y="354"/>
                    </a:lnTo>
                    <a:lnTo>
                      <a:pt x="1320" y="366"/>
                    </a:lnTo>
                    <a:lnTo>
                      <a:pt x="1314" y="366"/>
                    </a:lnTo>
                    <a:lnTo>
                      <a:pt x="1308" y="360"/>
                    </a:lnTo>
                    <a:lnTo>
                      <a:pt x="1284" y="348"/>
                    </a:lnTo>
                    <a:lnTo>
                      <a:pt x="1272" y="336"/>
                    </a:lnTo>
                    <a:lnTo>
                      <a:pt x="1230" y="336"/>
                    </a:lnTo>
                    <a:lnTo>
                      <a:pt x="1224" y="348"/>
                    </a:lnTo>
                    <a:lnTo>
                      <a:pt x="1194" y="378"/>
                    </a:lnTo>
                    <a:lnTo>
                      <a:pt x="1170" y="378"/>
                    </a:lnTo>
                    <a:lnTo>
                      <a:pt x="1152" y="372"/>
                    </a:lnTo>
                    <a:lnTo>
                      <a:pt x="1128" y="372"/>
                    </a:lnTo>
                    <a:lnTo>
                      <a:pt x="1110" y="390"/>
                    </a:lnTo>
                    <a:lnTo>
                      <a:pt x="1104" y="390"/>
                    </a:lnTo>
                    <a:lnTo>
                      <a:pt x="1080" y="378"/>
                    </a:lnTo>
                    <a:lnTo>
                      <a:pt x="1074" y="372"/>
                    </a:lnTo>
                    <a:lnTo>
                      <a:pt x="1062" y="366"/>
                    </a:lnTo>
                    <a:lnTo>
                      <a:pt x="1050" y="354"/>
                    </a:lnTo>
                    <a:lnTo>
                      <a:pt x="1050" y="342"/>
                    </a:lnTo>
                    <a:lnTo>
                      <a:pt x="1044" y="336"/>
                    </a:lnTo>
                    <a:lnTo>
                      <a:pt x="1032" y="330"/>
                    </a:lnTo>
                    <a:lnTo>
                      <a:pt x="1008" y="330"/>
                    </a:lnTo>
                    <a:lnTo>
                      <a:pt x="996" y="336"/>
                    </a:lnTo>
                    <a:lnTo>
                      <a:pt x="990" y="348"/>
                    </a:lnTo>
                    <a:lnTo>
                      <a:pt x="978" y="366"/>
                    </a:lnTo>
                    <a:lnTo>
                      <a:pt x="972" y="384"/>
                    </a:lnTo>
                    <a:lnTo>
                      <a:pt x="972" y="402"/>
                    </a:lnTo>
                    <a:lnTo>
                      <a:pt x="966" y="408"/>
                    </a:lnTo>
                    <a:lnTo>
                      <a:pt x="966" y="414"/>
                    </a:lnTo>
                    <a:lnTo>
                      <a:pt x="990" y="444"/>
                    </a:lnTo>
                    <a:lnTo>
                      <a:pt x="1002" y="498"/>
                    </a:lnTo>
                    <a:lnTo>
                      <a:pt x="1050" y="528"/>
                    </a:lnTo>
                    <a:lnTo>
                      <a:pt x="1038" y="564"/>
                    </a:lnTo>
                    <a:lnTo>
                      <a:pt x="1068" y="582"/>
                    </a:lnTo>
                    <a:lnTo>
                      <a:pt x="1050" y="606"/>
                    </a:lnTo>
                    <a:lnTo>
                      <a:pt x="1068" y="636"/>
                    </a:lnTo>
                    <a:lnTo>
                      <a:pt x="1056" y="648"/>
                    </a:lnTo>
                    <a:lnTo>
                      <a:pt x="1068" y="702"/>
                    </a:lnTo>
                    <a:lnTo>
                      <a:pt x="1110" y="696"/>
                    </a:lnTo>
                    <a:lnTo>
                      <a:pt x="1140" y="708"/>
                    </a:lnTo>
                    <a:lnTo>
                      <a:pt x="1146" y="696"/>
                    </a:lnTo>
                    <a:lnTo>
                      <a:pt x="1170" y="672"/>
                    </a:lnTo>
                    <a:lnTo>
                      <a:pt x="1182" y="672"/>
                    </a:lnTo>
                    <a:lnTo>
                      <a:pt x="1182" y="690"/>
                    </a:lnTo>
                    <a:lnTo>
                      <a:pt x="1188" y="702"/>
                    </a:lnTo>
                    <a:lnTo>
                      <a:pt x="1188" y="726"/>
                    </a:lnTo>
                    <a:lnTo>
                      <a:pt x="1194" y="738"/>
                    </a:lnTo>
                    <a:lnTo>
                      <a:pt x="1212" y="738"/>
                    </a:lnTo>
                    <a:lnTo>
                      <a:pt x="1218" y="726"/>
                    </a:lnTo>
                    <a:lnTo>
                      <a:pt x="1218" y="720"/>
                    </a:lnTo>
                    <a:lnTo>
                      <a:pt x="1224" y="714"/>
                    </a:lnTo>
                    <a:lnTo>
                      <a:pt x="1224" y="708"/>
                    </a:lnTo>
                    <a:lnTo>
                      <a:pt x="1254" y="726"/>
                    </a:lnTo>
                    <a:lnTo>
                      <a:pt x="1266" y="720"/>
                    </a:lnTo>
                    <a:lnTo>
                      <a:pt x="1272" y="708"/>
                    </a:lnTo>
                    <a:lnTo>
                      <a:pt x="1284" y="702"/>
                    </a:lnTo>
                    <a:lnTo>
                      <a:pt x="1296" y="702"/>
                    </a:lnTo>
                    <a:lnTo>
                      <a:pt x="1296" y="714"/>
                    </a:lnTo>
                    <a:lnTo>
                      <a:pt x="1302" y="720"/>
                    </a:lnTo>
                    <a:lnTo>
                      <a:pt x="1302" y="738"/>
                    </a:lnTo>
                    <a:lnTo>
                      <a:pt x="1308" y="744"/>
                    </a:lnTo>
                    <a:lnTo>
                      <a:pt x="1332" y="744"/>
                    </a:lnTo>
                    <a:lnTo>
                      <a:pt x="1350" y="738"/>
                    </a:lnTo>
                    <a:lnTo>
                      <a:pt x="1362" y="732"/>
                    </a:lnTo>
                    <a:lnTo>
                      <a:pt x="1392" y="732"/>
                    </a:lnTo>
                    <a:lnTo>
                      <a:pt x="1404" y="744"/>
                    </a:lnTo>
                    <a:lnTo>
                      <a:pt x="1404" y="786"/>
                    </a:lnTo>
                    <a:lnTo>
                      <a:pt x="1398" y="798"/>
                    </a:lnTo>
                    <a:lnTo>
                      <a:pt x="1398" y="810"/>
                    </a:lnTo>
                    <a:lnTo>
                      <a:pt x="1404" y="810"/>
                    </a:lnTo>
                    <a:lnTo>
                      <a:pt x="1410" y="804"/>
                    </a:lnTo>
                    <a:lnTo>
                      <a:pt x="1422" y="798"/>
                    </a:lnTo>
                    <a:lnTo>
                      <a:pt x="1440" y="792"/>
                    </a:lnTo>
                    <a:lnTo>
                      <a:pt x="1452" y="786"/>
                    </a:lnTo>
                    <a:lnTo>
                      <a:pt x="1476" y="762"/>
                    </a:lnTo>
                    <a:lnTo>
                      <a:pt x="1482" y="750"/>
                    </a:lnTo>
                    <a:lnTo>
                      <a:pt x="1500" y="732"/>
                    </a:lnTo>
                    <a:lnTo>
                      <a:pt x="1500" y="726"/>
                    </a:lnTo>
                    <a:close/>
                    <a:moveTo>
                      <a:pt x="1476" y="1116"/>
                    </a:moveTo>
                    <a:lnTo>
                      <a:pt x="1470" y="1116"/>
                    </a:lnTo>
                    <a:lnTo>
                      <a:pt x="1458" y="1122"/>
                    </a:lnTo>
                    <a:lnTo>
                      <a:pt x="1452" y="1128"/>
                    </a:lnTo>
                    <a:lnTo>
                      <a:pt x="1458" y="1134"/>
                    </a:lnTo>
                    <a:lnTo>
                      <a:pt x="1470" y="1140"/>
                    </a:lnTo>
                    <a:lnTo>
                      <a:pt x="1476" y="1140"/>
                    </a:lnTo>
                    <a:lnTo>
                      <a:pt x="1488" y="1146"/>
                    </a:lnTo>
                    <a:lnTo>
                      <a:pt x="1500" y="1134"/>
                    </a:lnTo>
                    <a:lnTo>
                      <a:pt x="1500" y="1128"/>
                    </a:lnTo>
                    <a:lnTo>
                      <a:pt x="1488" y="1116"/>
                    </a:lnTo>
                    <a:lnTo>
                      <a:pt x="1476" y="1116"/>
                    </a:lnTo>
                    <a:close/>
                    <a:moveTo>
                      <a:pt x="1716" y="1230"/>
                    </a:moveTo>
                    <a:lnTo>
                      <a:pt x="1680" y="1218"/>
                    </a:lnTo>
                    <a:lnTo>
                      <a:pt x="1674" y="1224"/>
                    </a:lnTo>
                    <a:lnTo>
                      <a:pt x="1674" y="1230"/>
                    </a:lnTo>
                    <a:lnTo>
                      <a:pt x="1686" y="1254"/>
                    </a:lnTo>
                    <a:lnTo>
                      <a:pt x="1692" y="1260"/>
                    </a:lnTo>
                    <a:lnTo>
                      <a:pt x="1704" y="1266"/>
                    </a:lnTo>
                    <a:lnTo>
                      <a:pt x="1716" y="1266"/>
                    </a:lnTo>
                    <a:lnTo>
                      <a:pt x="1722" y="1260"/>
                    </a:lnTo>
                    <a:lnTo>
                      <a:pt x="1740" y="1260"/>
                    </a:lnTo>
                    <a:lnTo>
                      <a:pt x="1746" y="1266"/>
                    </a:lnTo>
                    <a:lnTo>
                      <a:pt x="1746" y="1278"/>
                    </a:lnTo>
                    <a:lnTo>
                      <a:pt x="1752" y="1290"/>
                    </a:lnTo>
                    <a:lnTo>
                      <a:pt x="1764" y="1296"/>
                    </a:lnTo>
                    <a:lnTo>
                      <a:pt x="1788" y="1296"/>
                    </a:lnTo>
                    <a:lnTo>
                      <a:pt x="1794" y="1290"/>
                    </a:lnTo>
                    <a:lnTo>
                      <a:pt x="1800" y="1290"/>
                    </a:lnTo>
                    <a:lnTo>
                      <a:pt x="1800" y="1284"/>
                    </a:lnTo>
                    <a:lnTo>
                      <a:pt x="1794" y="1272"/>
                    </a:lnTo>
                    <a:lnTo>
                      <a:pt x="1782" y="1260"/>
                    </a:lnTo>
                    <a:lnTo>
                      <a:pt x="1770" y="1236"/>
                    </a:lnTo>
                    <a:lnTo>
                      <a:pt x="1746" y="1224"/>
                    </a:lnTo>
                    <a:lnTo>
                      <a:pt x="1728" y="1224"/>
                    </a:lnTo>
                    <a:lnTo>
                      <a:pt x="1716" y="1230"/>
                    </a:lnTo>
                    <a:close/>
                    <a:moveTo>
                      <a:pt x="1962" y="1122"/>
                    </a:moveTo>
                    <a:lnTo>
                      <a:pt x="1932" y="1146"/>
                    </a:lnTo>
                    <a:lnTo>
                      <a:pt x="1920" y="1134"/>
                    </a:lnTo>
                    <a:lnTo>
                      <a:pt x="1890" y="1134"/>
                    </a:lnTo>
                    <a:lnTo>
                      <a:pt x="1884" y="1140"/>
                    </a:lnTo>
                    <a:lnTo>
                      <a:pt x="1872" y="1146"/>
                    </a:lnTo>
                    <a:lnTo>
                      <a:pt x="1866" y="1152"/>
                    </a:lnTo>
                    <a:lnTo>
                      <a:pt x="1860" y="1140"/>
                    </a:lnTo>
                    <a:lnTo>
                      <a:pt x="1836" y="1116"/>
                    </a:lnTo>
                    <a:lnTo>
                      <a:pt x="1824" y="1116"/>
                    </a:lnTo>
                    <a:lnTo>
                      <a:pt x="1800" y="1128"/>
                    </a:lnTo>
                    <a:lnTo>
                      <a:pt x="1764" y="1164"/>
                    </a:lnTo>
                    <a:lnTo>
                      <a:pt x="1728" y="1158"/>
                    </a:lnTo>
                    <a:lnTo>
                      <a:pt x="1716" y="1176"/>
                    </a:lnTo>
                    <a:lnTo>
                      <a:pt x="1746" y="1176"/>
                    </a:lnTo>
                    <a:lnTo>
                      <a:pt x="1752" y="1182"/>
                    </a:lnTo>
                    <a:lnTo>
                      <a:pt x="1764" y="1182"/>
                    </a:lnTo>
                    <a:lnTo>
                      <a:pt x="1776" y="1188"/>
                    </a:lnTo>
                    <a:lnTo>
                      <a:pt x="1788" y="1188"/>
                    </a:lnTo>
                    <a:lnTo>
                      <a:pt x="1794" y="1182"/>
                    </a:lnTo>
                    <a:lnTo>
                      <a:pt x="1806" y="1176"/>
                    </a:lnTo>
                    <a:lnTo>
                      <a:pt x="1812" y="1170"/>
                    </a:lnTo>
                    <a:lnTo>
                      <a:pt x="1908" y="1164"/>
                    </a:lnTo>
                    <a:lnTo>
                      <a:pt x="1956" y="1158"/>
                    </a:lnTo>
                    <a:lnTo>
                      <a:pt x="1992" y="1128"/>
                    </a:lnTo>
                    <a:lnTo>
                      <a:pt x="1992" y="1110"/>
                    </a:lnTo>
                    <a:lnTo>
                      <a:pt x="1962" y="1122"/>
                    </a:lnTo>
                    <a:close/>
                    <a:moveTo>
                      <a:pt x="1578" y="1158"/>
                    </a:moveTo>
                    <a:lnTo>
                      <a:pt x="1566" y="1152"/>
                    </a:lnTo>
                    <a:lnTo>
                      <a:pt x="1560" y="1146"/>
                    </a:lnTo>
                    <a:lnTo>
                      <a:pt x="1548" y="1140"/>
                    </a:lnTo>
                    <a:lnTo>
                      <a:pt x="1536" y="1140"/>
                    </a:lnTo>
                    <a:lnTo>
                      <a:pt x="1512" y="1164"/>
                    </a:lnTo>
                    <a:lnTo>
                      <a:pt x="1506" y="1176"/>
                    </a:lnTo>
                    <a:lnTo>
                      <a:pt x="1500" y="1182"/>
                    </a:lnTo>
                    <a:lnTo>
                      <a:pt x="1554" y="1188"/>
                    </a:lnTo>
                    <a:lnTo>
                      <a:pt x="1554" y="1212"/>
                    </a:lnTo>
                    <a:lnTo>
                      <a:pt x="1578" y="1206"/>
                    </a:lnTo>
                    <a:lnTo>
                      <a:pt x="1590" y="1188"/>
                    </a:lnTo>
                    <a:lnTo>
                      <a:pt x="1614" y="1206"/>
                    </a:lnTo>
                    <a:lnTo>
                      <a:pt x="1644" y="1170"/>
                    </a:lnTo>
                    <a:lnTo>
                      <a:pt x="1596" y="1152"/>
                    </a:lnTo>
                    <a:lnTo>
                      <a:pt x="1578" y="115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0" name="India" descr="© INSCALE GmbH, 05.05.2010&#10;http://www.presentationload.com/">
                <a:extLst>
                  <a:ext uri="{FF2B5EF4-FFF2-40B4-BE49-F238E27FC236}">
                    <a16:creationId xmlns:a16="http://schemas.microsoft.com/office/drawing/2014/main" id="{A3BEFAC1-7BB8-CEF6-907A-9C8F519AB9BB}"/>
                  </a:ext>
                </a:extLst>
              </p:cNvPr>
              <p:cNvSpPr>
                <a:spLocks noEditPoints="1"/>
              </p:cNvSpPr>
              <p:nvPr/>
            </p:nvSpPr>
            <p:spPr bwMode="gray">
              <a:xfrm>
                <a:off x="6042403" y="2118554"/>
                <a:ext cx="741186" cy="893874"/>
              </a:xfrm>
              <a:custGeom>
                <a:avLst/>
                <a:gdLst>
                  <a:gd name="T0" fmla="*/ 2147483647 w 1956"/>
                  <a:gd name="T1" fmla="*/ 2147483647 h 2358"/>
                  <a:gd name="T2" fmla="*/ 2147483647 w 1956"/>
                  <a:gd name="T3" fmla="*/ 2147483647 h 2358"/>
                  <a:gd name="T4" fmla="*/ 2147483647 w 1956"/>
                  <a:gd name="T5" fmla="*/ 2147483647 h 2358"/>
                  <a:gd name="T6" fmla="*/ 2147483647 w 1956"/>
                  <a:gd name="T7" fmla="*/ 2147483647 h 2358"/>
                  <a:gd name="T8" fmla="*/ 2147483647 w 1956"/>
                  <a:gd name="T9" fmla="*/ 2147483647 h 2358"/>
                  <a:gd name="T10" fmla="*/ 2147483647 w 1956"/>
                  <a:gd name="T11" fmla="*/ 2147483647 h 2358"/>
                  <a:gd name="T12" fmla="*/ 2147483647 w 1956"/>
                  <a:gd name="T13" fmla="*/ 2147483647 h 2358"/>
                  <a:gd name="T14" fmla="*/ 2147483647 w 1956"/>
                  <a:gd name="T15" fmla="*/ 2147483647 h 2358"/>
                  <a:gd name="T16" fmla="*/ 2147483647 w 1956"/>
                  <a:gd name="T17" fmla="*/ 2147483647 h 2358"/>
                  <a:gd name="T18" fmla="*/ 2147483647 w 1956"/>
                  <a:gd name="T19" fmla="*/ 2147483647 h 2358"/>
                  <a:gd name="T20" fmla="*/ 2147483647 w 1956"/>
                  <a:gd name="T21" fmla="*/ 2147483647 h 2358"/>
                  <a:gd name="T22" fmla="*/ 2147483647 w 1956"/>
                  <a:gd name="T23" fmla="*/ 2147483647 h 2358"/>
                  <a:gd name="T24" fmla="*/ 2147483647 w 1956"/>
                  <a:gd name="T25" fmla="*/ 2147483647 h 2358"/>
                  <a:gd name="T26" fmla="*/ 2147483647 w 1956"/>
                  <a:gd name="T27" fmla="*/ 2147483647 h 2358"/>
                  <a:gd name="T28" fmla="*/ 2147483647 w 1956"/>
                  <a:gd name="T29" fmla="*/ 2147483647 h 2358"/>
                  <a:gd name="T30" fmla="*/ 2147483647 w 1956"/>
                  <a:gd name="T31" fmla="*/ 2147483647 h 2358"/>
                  <a:gd name="T32" fmla="*/ 2147483647 w 1956"/>
                  <a:gd name="T33" fmla="*/ 2147483647 h 2358"/>
                  <a:gd name="T34" fmla="*/ 2147483647 w 1956"/>
                  <a:gd name="T35" fmla="*/ 2147483647 h 2358"/>
                  <a:gd name="T36" fmla="*/ 2147483647 w 1956"/>
                  <a:gd name="T37" fmla="*/ 2147483647 h 2358"/>
                  <a:gd name="T38" fmla="*/ 2147483647 w 1956"/>
                  <a:gd name="T39" fmla="*/ 2147483647 h 2358"/>
                  <a:gd name="T40" fmla="*/ 2147483647 w 1956"/>
                  <a:gd name="T41" fmla="*/ 2147483647 h 2358"/>
                  <a:gd name="T42" fmla="*/ 2147483647 w 1956"/>
                  <a:gd name="T43" fmla="*/ 2147483647 h 2358"/>
                  <a:gd name="T44" fmla="*/ 2147483647 w 1956"/>
                  <a:gd name="T45" fmla="*/ 2147483647 h 2358"/>
                  <a:gd name="T46" fmla="*/ 2147483647 w 1956"/>
                  <a:gd name="T47" fmla="*/ 2147483647 h 2358"/>
                  <a:gd name="T48" fmla="*/ 2147483647 w 1956"/>
                  <a:gd name="T49" fmla="*/ 2147483647 h 2358"/>
                  <a:gd name="T50" fmla="*/ 2147483647 w 1956"/>
                  <a:gd name="T51" fmla="*/ 2147483647 h 2358"/>
                  <a:gd name="T52" fmla="*/ 2147483647 w 1956"/>
                  <a:gd name="T53" fmla="*/ 2147483647 h 2358"/>
                  <a:gd name="T54" fmla="*/ 2147483647 w 1956"/>
                  <a:gd name="T55" fmla="*/ 2147483647 h 2358"/>
                  <a:gd name="T56" fmla="*/ 2147483647 w 1956"/>
                  <a:gd name="T57" fmla="*/ 2147483647 h 2358"/>
                  <a:gd name="T58" fmla="*/ 2147483647 w 1956"/>
                  <a:gd name="T59" fmla="*/ 2147483647 h 2358"/>
                  <a:gd name="T60" fmla="*/ 2147483647 w 1956"/>
                  <a:gd name="T61" fmla="*/ 2147483647 h 2358"/>
                  <a:gd name="T62" fmla="*/ 2147483647 w 1956"/>
                  <a:gd name="T63" fmla="*/ 2147483647 h 2358"/>
                  <a:gd name="T64" fmla="*/ 2147483647 w 1956"/>
                  <a:gd name="T65" fmla="*/ 2147483647 h 2358"/>
                  <a:gd name="T66" fmla="*/ 2147483647 w 1956"/>
                  <a:gd name="T67" fmla="*/ 2147483647 h 2358"/>
                  <a:gd name="T68" fmla="*/ 2147483647 w 1956"/>
                  <a:gd name="T69" fmla="*/ 2147483647 h 2358"/>
                  <a:gd name="T70" fmla="*/ 2147483647 w 1956"/>
                  <a:gd name="T71" fmla="*/ 2147483647 h 2358"/>
                  <a:gd name="T72" fmla="*/ 2147483647 w 1956"/>
                  <a:gd name="T73" fmla="*/ 2147483647 h 2358"/>
                  <a:gd name="T74" fmla="*/ 2147483647 w 1956"/>
                  <a:gd name="T75" fmla="*/ 2147483647 h 2358"/>
                  <a:gd name="T76" fmla="*/ 2147483647 w 1956"/>
                  <a:gd name="T77" fmla="*/ 2147483647 h 2358"/>
                  <a:gd name="T78" fmla="*/ 2147483647 w 1956"/>
                  <a:gd name="T79" fmla="*/ 2147483647 h 2358"/>
                  <a:gd name="T80" fmla="*/ 2147483647 w 1956"/>
                  <a:gd name="T81" fmla="*/ 2147483647 h 2358"/>
                  <a:gd name="T82" fmla="*/ 2147483647 w 1956"/>
                  <a:gd name="T83" fmla="*/ 2147483647 h 2358"/>
                  <a:gd name="T84" fmla="*/ 2147483647 w 1956"/>
                  <a:gd name="T85" fmla="*/ 2147483647 h 2358"/>
                  <a:gd name="T86" fmla="*/ 2147483647 w 1956"/>
                  <a:gd name="T87" fmla="*/ 2147483647 h 2358"/>
                  <a:gd name="T88" fmla="*/ 2147483647 w 1956"/>
                  <a:gd name="T89" fmla="*/ 2147483647 h 2358"/>
                  <a:gd name="T90" fmla="*/ 2147483647 w 1956"/>
                  <a:gd name="T91" fmla="*/ 2147483647 h 2358"/>
                  <a:gd name="T92" fmla="*/ 2147483647 w 1956"/>
                  <a:gd name="T93" fmla="*/ 2147483647 h 2358"/>
                  <a:gd name="T94" fmla="*/ 2147483647 w 1956"/>
                  <a:gd name="T95" fmla="*/ 2147483647 h 2358"/>
                  <a:gd name="T96" fmla="*/ 2147483647 w 1956"/>
                  <a:gd name="T97" fmla="*/ 2147483647 h 2358"/>
                  <a:gd name="T98" fmla="*/ 2147483647 w 1956"/>
                  <a:gd name="T99" fmla="*/ 2147483647 h 2358"/>
                  <a:gd name="T100" fmla="*/ 2147483647 w 1956"/>
                  <a:gd name="T101" fmla="*/ 2147483647 h 2358"/>
                  <a:gd name="T102" fmla="*/ 2147483647 w 1956"/>
                  <a:gd name="T103" fmla="*/ 2147483647 h 2358"/>
                  <a:gd name="T104" fmla="*/ 2147483647 w 1956"/>
                  <a:gd name="T105" fmla="*/ 2147483647 h 2358"/>
                  <a:gd name="T106" fmla="*/ 2147483647 w 1956"/>
                  <a:gd name="T107" fmla="*/ 2147483647 h 2358"/>
                  <a:gd name="T108" fmla="*/ 2147483647 w 1956"/>
                  <a:gd name="T109" fmla="*/ 2147483647 h 2358"/>
                  <a:gd name="T110" fmla="*/ 2147483647 w 1956"/>
                  <a:gd name="T111" fmla="*/ 2147483647 h 2358"/>
                  <a:gd name="T112" fmla="*/ 2147483647 w 1956"/>
                  <a:gd name="T113" fmla="*/ 2147483647 h 2358"/>
                  <a:gd name="T114" fmla="*/ 2147483647 w 1956"/>
                  <a:gd name="T115" fmla="*/ 2147483647 h 2358"/>
                  <a:gd name="T116" fmla="*/ 2147483647 w 1956"/>
                  <a:gd name="T117" fmla="*/ 2147483647 h 2358"/>
                  <a:gd name="T118" fmla="*/ 2147483647 w 1956"/>
                  <a:gd name="T119" fmla="*/ 2147483647 h 235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956"/>
                  <a:gd name="T181" fmla="*/ 0 h 2358"/>
                  <a:gd name="T182" fmla="*/ 1956 w 1956"/>
                  <a:gd name="T183" fmla="*/ 2358 h 235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956" h="2358">
                    <a:moveTo>
                      <a:pt x="1806" y="1788"/>
                    </a:moveTo>
                    <a:lnTo>
                      <a:pt x="1794" y="1800"/>
                    </a:lnTo>
                    <a:lnTo>
                      <a:pt x="1782" y="1824"/>
                    </a:lnTo>
                    <a:lnTo>
                      <a:pt x="1782" y="1884"/>
                    </a:lnTo>
                    <a:lnTo>
                      <a:pt x="1788" y="1980"/>
                    </a:lnTo>
                    <a:lnTo>
                      <a:pt x="1800" y="1950"/>
                    </a:lnTo>
                    <a:lnTo>
                      <a:pt x="1800" y="1848"/>
                    </a:lnTo>
                    <a:lnTo>
                      <a:pt x="1806" y="1836"/>
                    </a:lnTo>
                    <a:lnTo>
                      <a:pt x="1806" y="1830"/>
                    </a:lnTo>
                    <a:lnTo>
                      <a:pt x="1812" y="1818"/>
                    </a:lnTo>
                    <a:lnTo>
                      <a:pt x="1812" y="1806"/>
                    </a:lnTo>
                    <a:lnTo>
                      <a:pt x="1818" y="1800"/>
                    </a:lnTo>
                    <a:lnTo>
                      <a:pt x="1812" y="1788"/>
                    </a:lnTo>
                    <a:lnTo>
                      <a:pt x="1806" y="1788"/>
                    </a:lnTo>
                    <a:close/>
                    <a:moveTo>
                      <a:pt x="1794" y="2028"/>
                    </a:moveTo>
                    <a:lnTo>
                      <a:pt x="1788" y="2028"/>
                    </a:lnTo>
                    <a:lnTo>
                      <a:pt x="1782" y="2040"/>
                    </a:lnTo>
                    <a:lnTo>
                      <a:pt x="1782" y="2046"/>
                    </a:lnTo>
                    <a:lnTo>
                      <a:pt x="1788" y="2058"/>
                    </a:lnTo>
                    <a:lnTo>
                      <a:pt x="1788" y="2064"/>
                    </a:lnTo>
                    <a:lnTo>
                      <a:pt x="1794" y="2076"/>
                    </a:lnTo>
                    <a:lnTo>
                      <a:pt x="1800" y="2064"/>
                    </a:lnTo>
                    <a:lnTo>
                      <a:pt x="1800" y="2028"/>
                    </a:lnTo>
                    <a:lnTo>
                      <a:pt x="1794" y="2028"/>
                    </a:lnTo>
                    <a:close/>
                    <a:moveTo>
                      <a:pt x="1890" y="2310"/>
                    </a:moveTo>
                    <a:lnTo>
                      <a:pt x="1884" y="2316"/>
                    </a:lnTo>
                    <a:lnTo>
                      <a:pt x="1884" y="2334"/>
                    </a:lnTo>
                    <a:lnTo>
                      <a:pt x="1890" y="2346"/>
                    </a:lnTo>
                    <a:lnTo>
                      <a:pt x="1896" y="2352"/>
                    </a:lnTo>
                    <a:lnTo>
                      <a:pt x="1908" y="2358"/>
                    </a:lnTo>
                    <a:lnTo>
                      <a:pt x="1908" y="2346"/>
                    </a:lnTo>
                    <a:lnTo>
                      <a:pt x="1902" y="2334"/>
                    </a:lnTo>
                    <a:lnTo>
                      <a:pt x="1902" y="2322"/>
                    </a:lnTo>
                    <a:lnTo>
                      <a:pt x="1896" y="2310"/>
                    </a:lnTo>
                    <a:lnTo>
                      <a:pt x="1890" y="2310"/>
                    </a:lnTo>
                    <a:close/>
                    <a:moveTo>
                      <a:pt x="1920" y="672"/>
                    </a:moveTo>
                    <a:lnTo>
                      <a:pt x="1932" y="660"/>
                    </a:lnTo>
                    <a:lnTo>
                      <a:pt x="1944" y="654"/>
                    </a:lnTo>
                    <a:lnTo>
                      <a:pt x="1950" y="648"/>
                    </a:lnTo>
                    <a:lnTo>
                      <a:pt x="1956" y="648"/>
                    </a:lnTo>
                    <a:lnTo>
                      <a:pt x="1956" y="618"/>
                    </a:lnTo>
                    <a:lnTo>
                      <a:pt x="1950" y="618"/>
                    </a:lnTo>
                    <a:lnTo>
                      <a:pt x="1944" y="612"/>
                    </a:lnTo>
                    <a:lnTo>
                      <a:pt x="1878" y="612"/>
                    </a:lnTo>
                    <a:lnTo>
                      <a:pt x="1878" y="606"/>
                    </a:lnTo>
                    <a:lnTo>
                      <a:pt x="1890" y="594"/>
                    </a:lnTo>
                    <a:lnTo>
                      <a:pt x="1896" y="594"/>
                    </a:lnTo>
                    <a:lnTo>
                      <a:pt x="1878" y="564"/>
                    </a:lnTo>
                    <a:lnTo>
                      <a:pt x="1848" y="564"/>
                    </a:lnTo>
                    <a:lnTo>
                      <a:pt x="1842" y="558"/>
                    </a:lnTo>
                    <a:lnTo>
                      <a:pt x="1848" y="558"/>
                    </a:lnTo>
                    <a:lnTo>
                      <a:pt x="1860" y="546"/>
                    </a:lnTo>
                    <a:lnTo>
                      <a:pt x="1854" y="540"/>
                    </a:lnTo>
                    <a:lnTo>
                      <a:pt x="1818" y="522"/>
                    </a:lnTo>
                    <a:lnTo>
                      <a:pt x="1806" y="534"/>
                    </a:lnTo>
                    <a:lnTo>
                      <a:pt x="1806" y="558"/>
                    </a:lnTo>
                    <a:lnTo>
                      <a:pt x="1788" y="558"/>
                    </a:lnTo>
                    <a:lnTo>
                      <a:pt x="1770" y="546"/>
                    </a:lnTo>
                    <a:lnTo>
                      <a:pt x="1758" y="540"/>
                    </a:lnTo>
                    <a:lnTo>
                      <a:pt x="1740" y="540"/>
                    </a:lnTo>
                    <a:lnTo>
                      <a:pt x="1728" y="552"/>
                    </a:lnTo>
                    <a:lnTo>
                      <a:pt x="1716" y="558"/>
                    </a:lnTo>
                    <a:lnTo>
                      <a:pt x="1692" y="582"/>
                    </a:lnTo>
                    <a:lnTo>
                      <a:pt x="1656" y="582"/>
                    </a:lnTo>
                    <a:lnTo>
                      <a:pt x="1656" y="588"/>
                    </a:lnTo>
                    <a:lnTo>
                      <a:pt x="1662" y="594"/>
                    </a:lnTo>
                    <a:lnTo>
                      <a:pt x="1662" y="618"/>
                    </a:lnTo>
                    <a:lnTo>
                      <a:pt x="1656" y="624"/>
                    </a:lnTo>
                    <a:lnTo>
                      <a:pt x="1626" y="624"/>
                    </a:lnTo>
                    <a:lnTo>
                      <a:pt x="1632" y="636"/>
                    </a:lnTo>
                    <a:lnTo>
                      <a:pt x="1632" y="654"/>
                    </a:lnTo>
                    <a:lnTo>
                      <a:pt x="1620" y="666"/>
                    </a:lnTo>
                    <a:lnTo>
                      <a:pt x="1566" y="666"/>
                    </a:lnTo>
                    <a:lnTo>
                      <a:pt x="1566" y="684"/>
                    </a:lnTo>
                    <a:lnTo>
                      <a:pt x="1572" y="690"/>
                    </a:lnTo>
                    <a:lnTo>
                      <a:pt x="1596" y="690"/>
                    </a:lnTo>
                    <a:lnTo>
                      <a:pt x="1596" y="714"/>
                    </a:lnTo>
                    <a:lnTo>
                      <a:pt x="1608" y="726"/>
                    </a:lnTo>
                    <a:lnTo>
                      <a:pt x="1608" y="732"/>
                    </a:lnTo>
                    <a:lnTo>
                      <a:pt x="1584" y="744"/>
                    </a:lnTo>
                    <a:lnTo>
                      <a:pt x="1572" y="744"/>
                    </a:lnTo>
                    <a:lnTo>
                      <a:pt x="1566" y="738"/>
                    </a:lnTo>
                    <a:lnTo>
                      <a:pt x="1554" y="738"/>
                    </a:lnTo>
                    <a:lnTo>
                      <a:pt x="1542" y="744"/>
                    </a:lnTo>
                    <a:lnTo>
                      <a:pt x="1512" y="744"/>
                    </a:lnTo>
                    <a:lnTo>
                      <a:pt x="1500" y="738"/>
                    </a:lnTo>
                    <a:lnTo>
                      <a:pt x="1482" y="738"/>
                    </a:lnTo>
                    <a:lnTo>
                      <a:pt x="1476" y="744"/>
                    </a:lnTo>
                    <a:lnTo>
                      <a:pt x="1464" y="750"/>
                    </a:lnTo>
                    <a:lnTo>
                      <a:pt x="1440" y="750"/>
                    </a:lnTo>
                    <a:lnTo>
                      <a:pt x="1428" y="738"/>
                    </a:lnTo>
                    <a:lnTo>
                      <a:pt x="1428" y="732"/>
                    </a:lnTo>
                    <a:lnTo>
                      <a:pt x="1428" y="738"/>
                    </a:lnTo>
                    <a:lnTo>
                      <a:pt x="1416" y="738"/>
                    </a:lnTo>
                    <a:lnTo>
                      <a:pt x="1392" y="726"/>
                    </a:lnTo>
                    <a:lnTo>
                      <a:pt x="1374" y="708"/>
                    </a:lnTo>
                    <a:lnTo>
                      <a:pt x="1374" y="696"/>
                    </a:lnTo>
                    <a:lnTo>
                      <a:pt x="1380" y="696"/>
                    </a:lnTo>
                    <a:lnTo>
                      <a:pt x="1374" y="696"/>
                    </a:lnTo>
                    <a:lnTo>
                      <a:pt x="1368" y="690"/>
                    </a:lnTo>
                    <a:lnTo>
                      <a:pt x="1368" y="642"/>
                    </a:lnTo>
                    <a:lnTo>
                      <a:pt x="1362" y="636"/>
                    </a:lnTo>
                    <a:lnTo>
                      <a:pt x="1350" y="630"/>
                    </a:lnTo>
                    <a:lnTo>
                      <a:pt x="1338" y="630"/>
                    </a:lnTo>
                    <a:lnTo>
                      <a:pt x="1326" y="642"/>
                    </a:lnTo>
                    <a:lnTo>
                      <a:pt x="1314" y="648"/>
                    </a:lnTo>
                    <a:lnTo>
                      <a:pt x="1326" y="666"/>
                    </a:lnTo>
                    <a:lnTo>
                      <a:pt x="1326" y="714"/>
                    </a:lnTo>
                    <a:lnTo>
                      <a:pt x="1338" y="738"/>
                    </a:lnTo>
                    <a:lnTo>
                      <a:pt x="1338" y="774"/>
                    </a:lnTo>
                    <a:lnTo>
                      <a:pt x="1272" y="774"/>
                    </a:lnTo>
                    <a:lnTo>
                      <a:pt x="1272" y="762"/>
                    </a:lnTo>
                    <a:lnTo>
                      <a:pt x="1266" y="756"/>
                    </a:lnTo>
                    <a:lnTo>
                      <a:pt x="1260" y="756"/>
                    </a:lnTo>
                    <a:lnTo>
                      <a:pt x="1248" y="762"/>
                    </a:lnTo>
                    <a:lnTo>
                      <a:pt x="1242" y="774"/>
                    </a:lnTo>
                    <a:lnTo>
                      <a:pt x="1236" y="762"/>
                    </a:lnTo>
                    <a:lnTo>
                      <a:pt x="1224" y="756"/>
                    </a:lnTo>
                    <a:lnTo>
                      <a:pt x="1206" y="750"/>
                    </a:lnTo>
                    <a:lnTo>
                      <a:pt x="1188" y="750"/>
                    </a:lnTo>
                    <a:lnTo>
                      <a:pt x="1182" y="756"/>
                    </a:lnTo>
                    <a:lnTo>
                      <a:pt x="1152" y="738"/>
                    </a:lnTo>
                    <a:lnTo>
                      <a:pt x="1134" y="750"/>
                    </a:lnTo>
                    <a:lnTo>
                      <a:pt x="1080" y="696"/>
                    </a:lnTo>
                    <a:lnTo>
                      <a:pt x="1056" y="696"/>
                    </a:lnTo>
                    <a:lnTo>
                      <a:pt x="1056" y="690"/>
                    </a:lnTo>
                    <a:lnTo>
                      <a:pt x="1044" y="678"/>
                    </a:lnTo>
                    <a:lnTo>
                      <a:pt x="1038" y="678"/>
                    </a:lnTo>
                    <a:lnTo>
                      <a:pt x="1032" y="684"/>
                    </a:lnTo>
                    <a:lnTo>
                      <a:pt x="1032" y="702"/>
                    </a:lnTo>
                    <a:lnTo>
                      <a:pt x="1032" y="696"/>
                    </a:lnTo>
                    <a:lnTo>
                      <a:pt x="1026" y="690"/>
                    </a:lnTo>
                    <a:lnTo>
                      <a:pt x="1008" y="690"/>
                    </a:lnTo>
                    <a:lnTo>
                      <a:pt x="996" y="702"/>
                    </a:lnTo>
                    <a:lnTo>
                      <a:pt x="990" y="690"/>
                    </a:lnTo>
                    <a:lnTo>
                      <a:pt x="984" y="684"/>
                    </a:lnTo>
                    <a:lnTo>
                      <a:pt x="960" y="684"/>
                    </a:lnTo>
                    <a:lnTo>
                      <a:pt x="954" y="678"/>
                    </a:lnTo>
                    <a:lnTo>
                      <a:pt x="954" y="666"/>
                    </a:lnTo>
                    <a:lnTo>
                      <a:pt x="942" y="666"/>
                    </a:lnTo>
                    <a:lnTo>
                      <a:pt x="936" y="672"/>
                    </a:lnTo>
                    <a:lnTo>
                      <a:pt x="918" y="672"/>
                    </a:lnTo>
                    <a:lnTo>
                      <a:pt x="912" y="666"/>
                    </a:lnTo>
                    <a:lnTo>
                      <a:pt x="906" y="654"/>
                    </a:lnTo>
                    <a:lnTo>
                      <a:pt x="900" y="648"/>
                    </a:lnTo>
                    <a:lnTo>
                      <a:pt x="888" y="648"/>
                    </a:lnTo>
                    <a:lnTo>
                      <a:pt x="846" y="630"/>
                    </a:lnTo>
                    <a:lnTo>
                      <a:pt x="834" y="612"/>
                    </a:lnTo>
                    <a:lnTo>
                      <a:pt x="810" y="612"/>
                    </a:lnTo>
                    <a:lnTo>
                      <a:pt x="792" y="588"/>
                    </a:lnTo>
                    <a:lnTo>
                      <a:pt x="780" y="594"/>
                    </a:lnTo>
                    <a:lnTo>
                      <a:pt x="750" y="564"/>
                    </a:lnTo>
                    <a:lnTo>
                      <a:pt x="750" y="552"/>
                    </a:lnTo>
                    <a:lnTo>
                      <a:pt x="762" y="540"/>
                    </a:lnTo>
                    <a:lnTo>
                      <a:pt x="768" y="540"/>
                    </a:lnTo>
                    <a:lnTo>
                      <a:pt x="756" y="528"/>
                    </a:lnTo>
                    <a:lnTo>
                      <a:pt x="756" y="522"/>
                    </a:lnTo>
                    <a:lnTo>
                      <a:pt x="762" y="516"/>
                    </a:lnTo>
                    <a:lnTo>
                      <a:pt x="756" y="504"/>
                    </a:lnTo>
                    <a:lnTo>
                      <a:pt x="780" y="480"/>
                    </a:lnTo>
                    <a:lnTo>
                      <a:pt x="786" y="456"/>
                    </a:lnTo>
                    <a:lnTo>
                      <a:pt x="762" y="438"/>
                    </a:lnTo>
                    <a:lnTo>
                      <a:pt x="750" y="438"/>
                    </a:lnTo>
                    <a:lnTo>
                      <a:pt x="738" y="432"/>
                    </a:lnTo>
                    <a:lnTo>
                      <a:pt x="738" y="414"/>
                    </a:lnTo>
                    <a:lnTo>
                      <a:pt x="720" y="420"/>
                    </a:lnTo>
                    <a:lnTo>
                      <a:pt x="702" y="402"/>
                    </a:lnTo>
                    <a:lnTo>
                      <a:pt x="696" y="402"/>
                    </a:lnTo>
                    <a:lnTo>
                      <a:pt x="690" y="396"/>
                    </a:lnTo>
                    <a:lnTo>
                      <a:pt x="678" y="396"/>
                    </a:lnTo>
                    <a:lnTo>
                      <a:pt x="666" y="390"/>
                    </a:lnTo>
                    <a:lnTo>
                      <a:pt x="654" y="378"/>
                    </a:lnTo>
                    <a:lnTo>
                      <a:pt x="648" y="366"/>
                    </a:lnTo>
                    <a:lnTo>
                      <a:pt x="618" y="366"/>
                    </a:lnTo>
                    <a:lnTo>
                      <a:pt x="612" y="360"/>
                    </a:lnTo>
                    <a:lnTo>
                      <a:pt x="612" y="342"/>
                    </a:lnTo>
                    <a:lnTo>
                      <a:pt x="618" y="336"/>
                    </a:lnTo>
                    <a:lnTo>
                      <a:pt x="618" y="324"/>
                    </a:lnTo>
                    <a:lnTo>
                      <a:pt x="612" y="324"/>
                    </a:lnTo>
                    <a:lnTo>
                      <a:pt x="600" y="312"/>
                    </a:lnTo>
                    <a:lnTo>
                      <a:pt x="594" y="300"/>
                    </a:lnTo>
                    <a:lnTo>
                      <a:pt x="588" y="294"/>
                    </a:lnTo>
                    <a:lnTo>
                      <a:pt x="588" y="276"/>
                    </a:lnTo>
                    <a:lnTo>
                      <a:pt x="594" y="276"/>
                    </a:lnTo>
                    <a:lnTo>
                      <a:pt x="600" y="270"/>
                    </a:lnTo>
                    <a:lnTo>
                      <a:pt x="612" y="270"/>
                    </a:lnTo>
                    <a:lnTo>
                      <a:pt x="612" y="288"/>
                    </a:lnTo>
                    <a:lnTo>
                      <a:pt x="624" y="300"/>
                    </a:lnTo>
                    <a:lnTo>
                      <a:pt x="636" y="282"/>
                    </a:lnTo>
                    <a:lnTo>
                      <a:pt x="642" y="282"/>
                    </a:lnTo>
                    <a:lnTo>
                      <a:pt x="648" y="276"/>
                    </a:lnTo>
                    <a:lnTo>
                      <a:pt x="660" y="270"/>
                    </a:lnTo>
                    <a:lnTo>
                      <a:pt x="660" y="258"/>
                    </a:lnTo>
                    <a:lnTo>
                      <a:pt x="642" y="240"/>
                    </a:lnTo>
                    <a:lnTo>
                      <a:pt x="636" y="228"/>
                    </a:lnTo>
                    <a:lnTo>
                      <a:pt x="630" y="222"/>
                    </a:lnTo>
                    <a:lnTo>
                      <a:pt x="618" y="222"/>
                    </a:lnTo>
                    <a:lnTo>
                      <a:pt x="594" y="210"/>
                    </a:lnTo>
                    <a:lnTo>
                      <a:pt x="594" y="186"/>
                    </a:lnTo>
                    <a:lnTo>
                      <a:pt x="612" y="180"/>
                    </a:lnTo>
                    <a:lnTo>
                      <a:pt x="594" y="156"/>
                    </a:lnTo>
                    <a:lnTo>
                      <a:pt x="624" y="156"/>
                    </a:lnTo>
                    <a:lnTo>
                      <a:pt x="636" y="150"/>
                    </a:lnTo>
                    <a:lnTo>
                      <a:pt x="642" y="138"/>
                    </a:lnTo>
                    <a:lnTo>
                      <a:pt x="642" y="114"/>
                    </a:lnTo>
                    <a:lnTo>
                      <a:pt x="636" y="108"/>
                    </a:lnTo>
                    <a:lnTo>
                      <a:pt x="636" y="102"/>
                    </a:lnTo>
                    <a:lnTo>
                      <a:pt x="654" y="102"/>
                    </a:lnTo>
                    <a:lnTo>
                      <a:pt x="660" y="96"/>
                    </a:lnTo>
                    <a:lnTo>
                      <a:pt x="660" y="36"/>
                    </a:lnTo>
                    <a:lnTo>
                      <a:pt x="618" y="36"/>
                    </a:lnTo>
                    <a:lnTo>
                      <a:pt x="594" y="12"/>
                    </a:lnTo>
                    <a:lnTo>
                      <a:pt x="576" y="0"/>
                    </a:lnTo>
                    <a:lnTo>
                      <a:pt x="564" y="0"/>
                    </a:lnTo>
                    <a:lnTo>
                      <a:pt x="540" y="12"/>
                    </a:lnTo>
                    <a:lnTo>
                      <a:pt x="522" y="18"/>
                    </a:lnTo>
                    <a:lnTo>
                      <a:pt x="516" y="30"/>
                    </a:lnTo>
                    <a:lnTo>
                      <a:pt x="504" y="36"/>
                    </a:lnTo>
                    <a:lnTo>
                      <a:pt x="480" y="36"/>
                    </a:lnTo>
                    <a:lnTo>
                      <a:pt x="456" y="72"/>
                    </a:lnTo>
                    <a:lnTo>
                      <a:pt x="432" y="78"/>
                    </a:lnTo>
                    <a:lnTo>
                      <a:pt x="432" y="96"/>
                    </a:lnTo>
                    <a:lnTo>
                      <a:pt x="408" y="96"/>
                    </a:lnTo>
                    <a:lnTo>
                      <a:pt x="402" y="102"/>
                    </a:lnTo>
                    <a:lnTo>
                      <a:pt x="396" y="96"/>
                    </a:lnTo>
                    <a:lnTo>
                      <a:pt x="390" y="102"/>
                    </a:lnTo>
                    <a:lnTo>
                      <a:pt x="378" y="108"/>
                    </a:lnTo>
                    <a:lnTo>
                      <a:pt x="372" y="114"/>
                    </a:lnTo>
                    <a:lnTo>
                      <a:pt x="360" y="120"/>
                    </a:lnTo>
                    <a:lnTo>
                      <a:pt x="348" y="120"/>
                    </a:lnTo>
                    <a:lnTo>
                      <a:pt x="348" y="108"/>
                    </a:lnTo>
                    <a:lnTo>
                      <a:pt x="342" y="102"/>
                    </a:lnTo>
                    <a:lnTo>
                      <a:pt x="324" y="102"/>
                    </a:lnTo>
                    <a:lnTo>
                      <a:pt x="306" y="96"/>
                    </a:lnTo>
                    <a:lnTo>
                      <a:pt x="264" y="96"/>
                    </a:lnTo>
                    <a:lnTo>
                      <a:pt x="240" y="108"/>
                    </a:lnTo>
                    <a:lnTo>
                      <a:pt x="234" y="120"/>
                    </a:lnTo>
                    <a:lnTo>
                      <a:pt x="234" y="126"/>
                    </a:lnTo>
                    <a:lnTo>
                      <a:pt x="258" y="144"/>
                    </a:lnTo>
                    <a:lnTo>
                      <a:pt x="252" y="156"/>
                    </a:lnTo>
                    <a:lnTo>
                      <a:pt x="282" y="162"/>
                    </a:lnTo>
                    <a:lnTo>
                      <a:pt x="276" y="168"/>
                    </a:lnTo>
                    <a:lnTo>
                      <a:pt x="270" y="180"/>
                    </a:lnTo>
                    <a:lnTo>
                      <a:pt x="264" y="186"/>
                    </a:lnTo>
                    <a:lnTo>
                      <a:pt x="264" y="192"/>
                    </a:lnTo>
                    <a:lnTo>
                      <a:pt x="276" y="204"/>
                    </a:lnTo>
                    <a:lnTo>
                      <a:pt x="282" y="204"/>
                    </a:lnTo>
                    <a:lnTo>
                      <a:pt x="282" y="210"/>
                    </a:lnTo>
                    <a:lnTo>
                      <a:pt x="276" y="222"/>
                    </a:lnTo>
                    <a:lnTo>
                      <a:pt x="276" y="234"/>
                    </a:lnTo>
                    <a:lnTo>
                      <a:pt x="294" y="234"/>
                    </a:lnTo>
                    <a:lnTo>
                      <a:pt x="306" y="252"/>
                    </a:lnTo>
                    <a:lnTo>
                      <a:pt x="324" y="252"/>
                    </a:lnTo>
                    <a:lnTo>
                      <a:pt x="330" y="288"/>
                    </a:lnTo>
                    <a:lnTo>
                      <a:pt x="366" y="288"/>
                    </a:lnTo>
                    <a:lnTo>
                      <a:pt x="378" y="294"/>
                    </a:lnTo>
                    <a:lnTo>
                      <a:pt x="384" y="300"/>
                    </a:lnTo>
                    <a:lnTo>
                      <a:pt x="384" y="306"/>
                    </a:lnTo>
                    <a:lnTo>
                      <a:pt x="378" y="312"/>
                    </a:lnTo>
                    <a:lnTo>
                      <a:pt x="354" y="324"/>
                    </a:lnTo>
                    <a:lnTo>
                      <a:pt x="342" y="324"/>
                    </a:lnTo>
                    <a:lnTo>
                      <a:pt x="336" y="330"/>
                    </a:lnTo>
                    <a:lnTo>
                      <a:pt x="336" y="366"/>
                    </a:lnTo>
                    <a:lnTo>
                      <a:pt x="342" y="378"/>
                    </a:lnTo>
                    <a:lnTo>
                      <a:pt x="354" y="390"/>
                    </a:lnTo>
                    <a:lnTo>
                      <a:pt x="354" y="396"/>
                    </a:lnTo>
                    <a:lnTo>
                      <a:pt x="324" y="414"/>
                    </a:lnTo>
                    <a:lnTo>
                      <a:pt x="300" y="450"/>
                    </a:lnTo>
                    <a:lnTo>
                      <a:pt x="318" y="474"/>
                    </a:lnTo>
                    <a:lnTo>
                      <a:pt x="306" y="474"/>
                    </a:lnTo>
                    <a:lnTo>
                      <a:pt x="300" y="480"/>
                    </a:lnTo>
                    <a:lnTo>
                      <a:pt x="288" y="486"/>
                    </a:lnTo>
                    <a:lnTo>
                      <a:pt x="282" y="492"/>
                    </a:lnTo>
                    <a:lnTo>
                      <a:pt x="282" y="504"/>
                    </a:lnTo>
                    <a:lnTo>
                      <a:pt x="276" y="522"/>
                    </a:lnTo>
                    <a:lnTo>
                      <a:pt x="276" y="534"/>
                    </a:lnTo>
                    <a:lnTo>
                      <a:pt x="270" y="552"/>
                    </a:lnTo>
                    <a:lnTo>
                      <a:pt x="258" y="564"/>
                    </a:lnTo>
                    <a:lnTo>
                      <a:pt x="234" y="576"/>
                    </a:lnTo>
                    <a:lnTo>
                      <a:pt x="228" y="582"/>
                    </a:lnTo>
                    <a:lnTo>
                      <a:pt x="228" y="588"/>
                    </a:lnTo>
                    <a:lnTo>
                      <a:pt x="222" y="594"/>
                    </a:lnTo>
                    <a:lnTo>
                      <a:pt x="222" y="612"/>
                    </a:lnTo>
                    <a:lnTo>
                      <a:pt x="204" y="624"/>
                    </a:lnTo>
                    <a:lnTo>
                      <a:pt x="204" y="630"/>
                    </a:lnTo>
                    <a:lnTo>
                      <a:pt x="198" y="636"/>
                    </a:lnTo>
                    <a:lnTo>
                      <a:pt x="192" y="648"/>
                    </a:lnTo>
                    <a:lnTo>
                      <a:pt x="186" y="654"/>
                    </a:lnTo>
                    <a:lnTo>
                      <a:pt x="168" y="654"/>
                    </a:lnTo>
                    <a:lnTo>
                      <a:pt x="162" y="648"/>
                    </a:lnTo>
                    <a:lnTo>
                      <a:pt x="156" y="654"/>
                    </a:lnTo>
                    <a:lnTo>
                      <a:pt x="132" y="666"/>
                    </a:lnTo>
                    <a:lnTo>
                      <a:pt x="126" y="666"/>
                    </a:lnTo>
                    <a:lnTo>
                      <a:pt x="120" y="660"/>
                    </a:lnTo>
                    <a:lnTo>
                      <a:pt x="120" y="648"/>
                    </a:lnTo>
                    <a:lnTo>
                      <a:pt x="114" y="642"/>
                    </a:lnTo>
                    <a:lnTo>
                      <a:pt x="108" y="642"/>
                    </a:lnTo>
                    <a:lnTo>
                      <a:pt x="96" y="648"/>
                    </a:lnTo>
                    <a:lnTo>
                      <a:pt x="84" y="660"/>
                    </a:lnTo>
                    <a:lnTo>
                      <a:pt x="84" y="666"/>
                    </a:lnTo>
                    <a:lnTo>
                      <a:pt x="78" y="678"/>
                    </a:lnTo>
                    <a:lnTo>
                      <a:pt x="72" y="684"/>
                    </a:lnTo>
                    <a:lnTo>
                      <a:pt x="66" y="696"/>
                    </a:lnTo>
                    <a:lnTo>
                      <a:pt x="54" y="708"/>
                    </a:lnTo>
                    <a:lnTo>
                      <a:pt x="48" y="720"/>
                    </a:lnTo>
                    <a:lnTo>
                      <a:pt x="48" y="744"/>
                    </a:lnTo>
                    <a:lnTo>
                      <a:pt x="54" y="750"/>
                    </a:lnTo>
                    <a:lnTo>
                      <a:pt x="66" y="756"/>
                    </a:lnTo>
                    <a:lnTo>
                      <a:pt x="72" y="756"/>
                    </a:lnTo>
                    <a:lnTo>
                      <a:pt x="102" y="750"/>
                    </a:lnTo>
                    <a:lnTo>
                      <a:pt x="102" y="768"/>
                    </a:lnTo>
                    <a:lnTo>
                      <a:pt x="96" y="798"/>
                    </a:lnTo>
                    <a:lnTo>
                      <a:pt x="102" y="804"/>
                    </a:lnTo>
                    <a:lnTo>
                      <a:pt x="108" y="816"/>
                    </a:lnTo>
                    <a:lnTo>
                      <a:pt x="120" y="828"/>
                    </a:lnTo>
                    <a:lnTo>
                      <a:pt x="144" y="828"/>
                    </a:lnTo>
                    <a:lnTo>
                      <a:pt x="144" y="852"/>
                    </a:lnTo>
                    <a:lnTo>
                      <a:pt x="168" y="894"/>
                    </a:lnTo>
                    <a:lnTo>
                      <a:pt x="174" y="906"/>
                    </a:lnTo>
                    <a:lnTo>
                      <a:pt x="180" y="912"/>
                    </a:lnTo>
                    <a:lnTo>
                      <a:pt x="180" y="936"/>
                    </a:lnTo>
                    <a:lnTo>
                      <a:pt x="168" y="942"/>
                    </a:lnTo>
                    <a:lnTo>
                      <a:pt x="162" y="948"/>
                    </a:lnTo>
                    <a:lnTo>
                      <a:pt x="144" y="948"/>
                    </a:lnTo>
                    <a:lnTo>
                      <a:pt x="138" y="942"/>
                    </a:lnTo>
                    <a:lnTo>
                      <a:pt x="138" y="930"/>
                    </a:lnTo>
                    <a:lnTo>
                      <a:pt x="132" y="930"/>
                    </a:lnTo>
                    <a:lnTo>
                      <a:pt x="120" y="936"/>
                    </a:lnTo>
                    <a:lnTo>
                      <a:pt x="108" y="948"/>
                    </a:lnTo>
                    <a:lnTo>
                      <a:pt x="84" y="948"/>
                    </a:lnTo>
                    <a:lnTo>
                      <a:pt x="78" y="942"/>
                    </a:lnTo>
                    <a:lnTo>
                      <a:pt x="78" y="936"/>
                    </a:lnTo>
                    <a:lnTo>
                      <a:pt x="54" y="948"/>
                    </a:lnTo>
                    <a:lnTo>
                      <a:pt x="48" y="942"/>
                    </a:lnTo>
                    <a:lnTo>
                      <a:pt x="36" y="936"/>
                    </a:lnTo>
                    <a:lnTo>
                      <a:pt x="24" y="936"/>
                    </a:lnTo>
                    <a:lnTo>
                      <a:pt x="12" y="948"/>
                    </a:lnTo>
                    <a:lnTo>
                      <a:pt x="12" y="960"/>
                    </a:lnTo>
                    <a:lnTo>
                      <a:pt x="18" y="966"/>
                    </a:lnTo>
                    <a:lnTo>
                      <a:pt x="0" y="972"/>
                    </a:lnTo>
                    <a:lnTo>
                      <a:pt x="36" y="972"/>
                    </a:lnTo>
                    <a:lnTo>
                      <a:pt x="30" y="984"/>
                    </a:lnTo>
                    <a:lnTo>
                      <a:pt x="30" y="1014"/>
                    </a:lnTo>
                    <a:lnTo>
                      <a:pt x="36" y="1026"/>
                    </a:lnTo>
                    <a:lnTo>
                      <a:pt x="48" y="1032"/>
                    </a:lnTo>
                    <a:lnTo>
                      <a:pt x="66" y="1038"/>
                    </a:lnTo>
                    <a:lnTo>
                      <a:pt x="120" y="1038"/>
                    </a:lnTo>
                    <a:lnTo>
                      <a:pt x="132" y="1032"/>
                    </a:lnTo>
                    <a:lnTo>
                      <a:pt x="150" y="1014"/>
                    </a:lnTo>
                    <a:lnTo>
                      <a:pt x="162" y="1008"/>
                    </a:lnTo>
                    <a:lnTo>
                      <a:pt x="168" y="1020"/>
                    </a:lnTo>
                    <a:lnTo>
                      <a:pt x="168" y="1026"/>
                    </a:lnTo>
                    <a:lnTo>
                      <a:pt x="162" y="1038"/>
                    </a:lnTo>
                    <a:lnTo>
                      <a:pt x="144" y="1056"/>
                    </a:lnTo>
                    <a:lnTo>
                      <a:pt x="120" y="1068"/>
                    </a:lnTo>
                    <a:lnTo>
                      <a:pt x="114" y="1074"/>
                    </a:lnTo>
                    <a:lnTo>
                      <a:pt x="90" y="1074"/>
                    </a:lnTo>
                    <a:lnTo>
                      <a:pt x="78" y="1080"/>
                    </a:lnTo>
                    <a:lnTo>
                      <a:pt x="60" y="1086"/>
                    </a:lnTo>
                    <a:lnTo>
                      <a:pt x="48" y="1092"/>
                    </a:lnTo>
                    <a:lnTo>
                      <a:pt x="42" y="1098"/>
                    </a:lnTo>
                    <a:lnTo>
                      <a:pt x="54" y="1122"/>
                    </a:lnTo>
                    <a:lnTo>
                      <a:pt x="66" y="1128"/>
                    </a:lnTo>
                    <a:lnTo>
                      <a:pt x="78" y="1140"/>
                    </a:lnTo>
                    <a:lnTo>
                      <a:pt x="96" y="1152"/>
                    </a:lnTo>
                    <a:lnTo>
                      <a:pt x="108" y="1164"/>
                    </a:lnTo>
                    <a:lnTo>
                      <a:pt x="132" y="1182"/>
                    </a:lnTo>
                    <a:lnTo>
                      <a:pt x="162" y="1206"/>
                    </a:lnTo>
                    <a:lnTo>
                      <a:pt x="204" y="1224"/>
                    </a:lnTo>
                    <a:lnTo>
                      <a:pt x="240" y="1218"/>
                    </a:lnTo>
                    <a:lnTo>
                      <a:pt x="270" y="1200"/>
                    </a:lnTo>
                    <a:lnTo>
                      <a:pt x="294" y="1176"/>
                    </a:lnTo>
                    <a:lnTo>
                      <a:pt x="300" y="1158"/>
                    </a:lnTo>
                    <a:lnTo>
                      <a:pt x="300" y="1128"/>
                    </a:lnTo>
                    <a:lnTo>
                      <a:pt x="306" y="1116"/>
                    </a:lnTo>
                    <a:lnTo>
                      <a:pt x="318" y="1104"/>
                    </a:lnTo>
                    <a:lnTo>
                      <a:pt x="324" y="1092"/>
                    </a:lnTo>
                    <a:lnTo>
                      <a:pt x="330" y="1086"/>
                    </a:lnTo>
                    <a:lnTo>
                      <a:pt x="342" y="1086"/>
                    </a:lnTo>
                    <a:lnTo>
                      <a:pt x="348" y="1080"/>
                    </a:lnTo>
                    <a:lnTo>
                      <a:pt x="354" y="1080"/>
                    </a:lnTo>
                    <a:lnTo>
                      <a:pt x="360" y="1086"/>
                    </a:lnTo>
                    <a:lnTo>
                      <a:pt x="360" y="1098"/>
                    </a:lnTo>
                    <a:lnTo>
                      <a:pt x="348" y="1110"/>
                    </a:lnTo>
                    <a:lnTo>
                      <a:pt x="336" y="1128"/>
                    </a:lnTo>
                    <a:lnTo>
                      <a:pt x="324" y="1140"/>
                    </a:lnTo>
                    <a:lnTo>
                      <a:pt x="318" y="1152"/>
                    </a:lnTo>
                    <a:lnTo>
                      <a:pt x="318" y="1164"/>
                    </a:lnTo>
                    <a:lnTo>
                      <a:pt x="324" y="1176"/>
                    </a:lnTo>
                    <a:lnTo>
                      <a:pt x="336" y="1182"/>
                    </a:lnTo>
                    <a:lnTo>
                      <a:pt x="342" y="1182"/>
                    </a:lnTo>
                    <a:lnTo>
                      <a:pt x="354" y="1194"/>
                    </a:lnTo>
                    <a:lnTo>
                      <a:pt x="354" y="1206"/>
                    </a:lnTo>
                    <a:lnTo>
                      <a:pt x="348" y="1242"/>
                    </a:lnTo>
                    <a:lnTo>
                      <a:pt x="342" y="1284"/>
                    </a:lnTo>
                    <a:lnTo>
                      <a:pt x="336" y="1338"/>
                    </a:lnTo>
                    <a:lnTo>
                      <a:pt x="342" y="1398"/>
                    </a:lnTo>
                    <a:lnTo>
                      <a:pt x="354" y="1446"/>
                    </a:lnTo>
                    <a:lnTo>
                      <a:pt x="384" y="1536"/>
                    </a:lnTo>
                    <a:lnTo>
                      <a:pt x="402" y="1554"/>
                    </a:lnTo>
                    <a:lnTo>
                      <a:pt x="402" y="1596"/>
                    </a:lnTo>
                    <a:lnTo>
                      <a:pt x="414" y="1620"/>
                    </a:lnTo>
                    <a:lnTo>
                      <a:pt x="426" y="1626"/>
                    </a:lnTo>
                    <a:lnTo>
                      <a:pt x="438" y="1626"/>
                    </a:lnTo>
                    <a:lnTo>
                      <a:pt x="444" y="1632"/>
                    </a:lnTo>
                    <a:lnTo>
                      <a:pt x="450" y="1632"/>
                    </a:lnTo>
                    <a:lnTo>
                      <a:pt x="450" y="1644"/>
                    </a:lnTo>
                    <a:lnTo>
                      <a:pt x="456" y="1656"/>
                    </a:lnTo>
                    <a:lnTo>
                      <a:pt x="456" y="1674"/>
                    </a:lnTo>
                    <a:lnTo>
                      <a:pt x="474" y="1710"/>
                    </a:lnTo>
                    <a:lnTo>
                      <a:pt x="498" y="1722"/>
                    </a:lnTo>
                    <a:lnTo>
                      <a:pt x="504" y="1728"/>
                    </a:lnTo>
                    <a:lnTo>
                      <a:pt x="510" y="1728"/>
                    </a:lnTo>
                    <a:lnTo>
                      <a:pt x="510" y="1746"/>
                    </a:lnTo>
                    <a:lnTo>
                      <a:pt x="516" y="1782"/>
                    </a:lnTo>
                    <a:lnTo>
                      <a:pt x="522" y="1830"/>
                    </a:lnTo>
                    <a:lnTo>
                      <a:pt x="534" y="1872"/>
                    </a:lnTo>
                    <a:lnTo>
                      <a:pt x="552" y="1908"/>
                    </a:lnTo>
                    <a:lnTo>
                      <a:pt x="576" y="1944"/>
                    </a:lnTo>
                    <a:lnTo>
                      <a:pt x="600" y="1974"/>
                    </a:lnTo>
                    <a:lnTo>
                      <a:pt x="612" y="1998"/>
                    </a:lnTo>
                    <a:lnTo>
                      <a:pt x="618" y="2016"/>
                    </a:lnTo>
                    <a:lnTo>
                      <a:pt x="618" y="2070"/>
                    </a:lnTo>
                    <a:lnTo>
                      <a:pt x="624" y="2094"/>
                    </a:lnTo>
                    <a:lnTo>
                      <a:pt x="642" y="2124"/>
                    </a:lnTo>
                    <a:lnTo>
                      <a:pt x="672" y="2166"/>
                    </a:lnTo>
                    <a:lnTo>
                      <a:pt x="696" y="2202"/>
                    </a:lnTo>
                    <a:lnTo>
                      <a:pt x="714" y="2232"/>
                    </a:lnTo>
                    <a:lnTo>
                      <a:pt x="720" y="2244"/>
                    </a:lnTo>
                    <a:lnTo>
                      <a:pt x="726" y="2244"/>
                    </a:lnTo>
                    <a:lnTo>
                      <a:pt x="732" y="2238"/>
                    </a:lnTo>
                    <a:lnTo>
                      <a:pt x="744" y="2238"/>
                    </a:lnTo>
                    <a:lnTo>
                      <a:pt x="768" y="2226"/>
                    </a:lnTo>
                    <a:lnTo>
                      <a:pt x="774" y="2220"/>
                    </a:lnTo>
                    <a:lnTo>
                      <a:pt x="780" y="2208"/>
                    </a:lnTo>
                    <a:lnTo>
                      <a:pt x="780" y="2172"/>
                    </a:lnTo>
                    <a:lnTo>
                      <a:pt x="786" y="2160"/>
                    </a:lnTo>
                    <a:lnTo>
                      <a:pt x="798" y="2154"/>
                    </a:lnTo>
                    <a:lnTo>
                      <a:pt x="804" y="2154"/>
                    </a:lnTo>
                    <a:lnTo>
                      <a:pt x="810" y="2160"/>
                    </a:lnTo>
                    <a:lnTo>
                      <a:pt x="828" y="2160"/>
                    </a:lnTo>
                    <a:lnTo>
                      <a:pt x="834" y="2154"/>
                    </a:lnTo>
                    <a:lnTo>
                      <a:pt x="846" y="2148"/>
                    </a:lnTo>
                    <a:lnTo>
                      <a:pt x="852" y="2142"/>
                    </a:lnTo>
                    <a:lnTo>
                      <a:pt x="864" y="2136"/>
                    </a:lnTo>
                    <a:lnTo>
                      <a:pt x="852" y="2136"/>
                    </a:lnTo>
                    <a:lnTo>
                      <a:pt x="846" y="2130"/>
                    </a:lnTo>
                    <a:lnTo>
                      <a:pt x="846" y="2118"/>
                    </a:lnTo>
                    <a:lnTo>
                      <a:pt x="852" y="2100"/>
                    </a:lnTo>
                    <a:lnTo>
                      <a:pt x="858" y="2088"/>
                    </a:lnTo>
                    <a:lnTo>
                      <a:pt x="906" y="2064"/>
                    </a:lnTo>
                    <a:lnTo>
                      <a:pt x="918" y="2052"/>
                    </a:lnTo>
                    <a:lnTo>
                      <a:pt x="918" y="2040"/>
                    </a:lnTo>
                    <a:lnTo>
                      <a:pt x="912" y="2028"/>
                    </a:lnTo>
                    <a:lnTo>
                      <a:pt x="912" y="2010"/>
                    </a:lnTo>
                    <a:lnTo>
                      <a:pt x="900" y="1974"/>
                    </a:lnTo>
                    <a:lnTo>
                      <a:pt x="900" y="1908"/>
                    </a:lnTo>
                    <a:lnTo>
                      <a:pt x="906" y="1890"/>
                    </a:lnTo>
                    <a:lnTo>
                      <a:pt x="906" y="1884"/>
                    </a:lnTo>
                    <a:lnTo>
                      <a:pt x="912" y="1878"/>
                    </a:lnTo>
                    <a:lnTo>
                      <a:pt x="912" y="1860"/>
                    </a:lnTo>
                    <a:lnTo>
                      <a:pt x="918" y="1842"/>
                    </a:lnTo>
                    <a:lnTo>
                      <a:pt x="918" y="1800"/>
                    </a:lnTo>
                    <a:lnTo>
                      <a:pt x="906" y="1776"/>
                    </a:lnTo>
                    <a:lnTo>
                      <a:pt x="888" y="1758"/>
                    </a:lnTo>
                    <a:lnTo>
                      <a:pt x="888" y="1728"/>
                    </a:lnTo>
                    <a:lnTo>
                      <a:pt x="894" y="1722"/>
                    </a:lnTo>
                    <a:lnTo>
                      <a:pt x="900" y="1710"/>
                    </a:lnTo>
                    <a:lnTo>
                      <a:pt x="900" y="1698"/>
                    </a:lnTo>
                    <a:lnTo>
                      <a:pt x="894" y="1686"/>
                    </a:lnTo>
                    <a:lnTo>
                      <a:pt x="894" y="1644"/>
                    </a:lnTo>
                    <a:lnTo>
                      <a:pt x="918" y="1632"/>
                    </a:lnTo>
                    <a:lnTo>
                      <a:pt x="924" y="1632"/>
                    </a:lnTo>
                    <a:lnTo>
                      <a:pt x="948" y="1620"/>
                    </a:lnTo>
                    <a:lnTo>
                      <a:pt x="948" y="1596"/>
                    </a:lnTo>
                    <a:lnTo>
                      <a:pt x="954" y="1584"/>
                    </a:lnTo>
                    <a:lnTo>
                      <a:pt x="960" y="1578"/>
                    </a:lnTo>
                    <a:lnTo>
                      <a:pt x="972" y="1572"/>
                    </a:lnTo>
                    <a:lnTo>
                      <a:pt x="990" y="1572"/>
                    </a:lnTo>
                    <a:lnTo>
                      <a:pt x="996" y="1560"/>
                    </a:lnTo>
                    <a:lnTo>
                      <a:pt x="1002" y="1566"/>
                    </a:lnTo>
                    <a:lnTo>
                      <a:pt x="1032" y="1566"/>
                    </a:lnTo>
                    <a:lnTo>
                      <a:pt x="1032" y="1548"/>
                    </a:lnTo>
                    <a:lnTo>
                      <a:pt x="1038" y="1530"/>
                    </a:lnTo>
                    <a:lnTo>
                      <a:pt x="1050" y="1518"/>
                    </a:lnTo>
                    <a:lnTo>
                      <a:pt x="1056" y="1500"/>
                    </a:lnTo>
                    <a:lnTo>
                      <a:pt x="1068" y="1488"/>
                    </a:lnTo>
                    <a:lnTo>
                      <a:pt x="1074" y="1476"/>
                    </a:lnTo>
                    <a:lnTo>
                      <a:pt x="1086" y="1470"/>
                    </a:lnTo>
                    <a:lnTo>
                      <a:pt x="1092" y="1464"/>
                    </a:lnTo>
                    <a:lnTo>
                      <a:pt x="1110" y="1458"/>
                    </a:lnTo>
                    <a:lnTo>
                      <a:pt x="1116" y="1452"/>
                    </a:lnTo>
                    <a:lnTo>
                      <a:pt x="1128" y="1446"/>
                    </a:lnTo>
                    <a:lnTo>
                      <a:pt x="1134" y="1428"/>
                    </a:lnTo>
                    <a:lnTo>
                      <a:pt x="1158" y="1380"/>
                    </a:lnTo>
                    <a:lnTo>
                      <a:pt x="1176" y="1362"/>
                    </a:lnTo>
                    <a:lnTo>
                      <a:pt x="1188" y="1356"/>
                    </a:lnTo>
                    <a:lnTo>
                      <a:pt x="1206" y="1344"/>
                    </a:lnTo>
                    <a:lnTo>
                      <a:pt x="1218" y="1338"/>
                    </a:lnTo>
                    <a:lnTo>
                      <a:pt x="1236" y="1320"/>
                    </a:lnTo>
                    <a:lnTo>
                      <a:pt x="1242" y="1320"/>
                    </a:lnTo>
                    <a:lnTo>
                      <a:pt x="1230" y="1290"/>
                    </a:lnTo>
                    <a:lnTo>
                      <a:pt x="1236" y="1284"/>
                    </a:lnTo>
                    <a:lnTo>
                      <a:pt x="1260" y="1314"/>
                    </a:lnTo>
                    <a:lnTo>
                      <a:pt x="1320" y="1254"/>
                    </a:lnTo>
                    <a:lnTo>
                      <a:pt x="1332" y="1230"/>
                    </a:lnTo>
                    <a:lnTo>
                      <a:pt x="1326" y="1224"/>
                    </a:lnTo>
                    <a:lnTo>
                      <a:pt x="1320" y="1212"/>
                    </a:lnTo>
                    <a:lnTo>
                      <a:pt x="1314" y="1206"/>
                    </a:lnTo>
                    <a:lnTo>
                      <a:pt x="1308" y="1194"/>
                    </a:lnTo>
                    <a:lnTo>
                      <a:pt x="1308" y="1182"/>
                    </a:lnTo>
                    <a:lnTo>
                      <a:pt x="1320" y="1176"/>
                    </a:lnTo>
                    <a:lnTo>
                      <a:pt x="1326" y="1170"/>
                    </a:lnTo>
                    <a:lnTo>
                      <a:pt x="1338" y="1170"/>
                    </a:lnTo>
                    <a:lnTo>
                      <a:pt x="1350" y="1164"/>
                    </a:lnTo>
                    <a:lnTo>
                      <a:pt x="1362" y="1152"/>
                    </a:lnTo>
                    <a:lnTo>
                      <a:pt x="1374" y="1134"/>
                    </a:lnTo>
                    <a:lnTo>
                      <a:pt x="1374" y="1110"/>
                    </a:lnTo>
                    <a:lnTo>
                      <a:pt x="1392" y="1116"/>
                    </a:lnTo>
                    <a:lnTo>
                      <a:pt x="1398" y="1146"/>
                    </a:lnTo>
                    <a:lnTo>
                      <a:pt x="1416" y="1110"/>
                    </a:lnTo>
                    <a:lnTo>
                      <a:pt x="1416" y="1128"/>
                    </a:lnTo>
                    <a:lnTo>
                      <a:pt x="1422" y="1140"/>
                    </a:lnTo>
                    <a:lnTo>
                      <a:pt x="1422" y="1158"/>
                    </a:lnTo>
                    <a:lnTo>
                      <a:pt x="1428" y="1170"/>
                    </a:lnTo>
                    <a:lnTo>
                      <a:pt x="1434" y="1176"/>
                    </a:lnTo>
                    <a:lnTo>
                      <a:pt x="1440" y="1176"/>
                    </a:lnTo>
                    <a:lnTo>
                      <a:pt x="1446" y="1170"/>
                    </a:lnTo>
                    <a:lnTo>
                      <a:pt x="1446" y="1158"/>
                    </a:lnTo>
                    <a:lnTo>
                      <a:pt x="1452" y="1152"/>
                    </a:lnTo>
                    <a:lnTo>
                      <a:pt x="1452" y="1140"/>
                    </a:lnTo>
                    <a:lnTo>
                      <a:pt x="1458" y="1110"/>
                    </a:lnTo>
                    <a:lnTo>
                      <a:pt x="1440" y="1068"/>
                    </a:lnTo>
                    <a:lnTo>
                      <a:pt x="1440" y="1038"/>
                    </a:lnTo>
                    <a:lnTo>
                      <a:pt x="1410" y="1014"/>
                    </a:lnTo>
                    <a:lnTo>
                      <a:pt x="1398" y="984"/>
                    </a:lnTo>
                    <a:lnTo>
                      <a:pt x="1404" y="972"/>
                    </a:lnTo>
                    <a:lnTo>
                      <a:pt x="1410" y="966"/>
                    </a:lnTo>
                    <a:lnTo>
                      <a:pt x="1416" y="948"/>
                    </a:lnTo>
                    <a:lnTo>
                      <a:pt x="1416" y="942"/>
                    </a:lnTo>
                    <a:lnTo>
                      <a:pt x="1410" y="936"/>
                    </a:lnTo>
                    <a:lnTo>
                      <a:pt x="1398" y="930"/>
                    </a:lnTo>
                    <a:lnTo>
                      <a:pt x="1380" y="930"/>
                    </a:lnTo>
                    <a:lnTo>
                      <a:pt x="1368" y="924"/>
                    </a:lnTo>
                    <a:lnTo>
                      <a:pt x="1356" y="912"/>
                    </a:lnTo>
                    <a:lnTo>
                      <a:pt x="1368" y="900"/>
                    </a:lnTo>
                    <a:lnTo>
                      <a:pt x="1374" y="900"/>
                    </a:lnTo>
                    <a:lnTo>
                      <a:pt x="1374" y="870"/>
                    </a:lnTo>
                    <a:lnTo>
                      <a:pt x="1410" y="870"/>
                    </a:lnTo>
                    <a:lnTo>
                      <a:pt x="1410" y="858"/>
                    </a:lnTo>
                    <a:lnTo>
                      <a:pt x="1380" y="840"/>
                    </a:lnTo>
                    <a:lnTo>
                      <a:pt x="1374" y="840"/>
                    </a:lnTo>
                    <a:lnTo>
                      <a:pt x="1362" y="828"/>
                    </a:lnTo>
                    <a:lnTo>
                      <a:pt x="1350" y="822"/>
                    </a:lnTo>
                    <a:lnTo>
                      <a:pt x="1344" y="810"/>
                    </a:lnTo>
                    <a:lnTo>
                      <a:pt x="1344" y="804"/>
                    </a:lnTo>
                    <a:lnTo>
                      <a:pt x="1350" y="792"/>
                    </a:lnTo>
                    <a:lnTo>
                      <a:pt x="1362" y="780"/>
                    </a:lnTo>
                    <a:lnTo>
                      <a:pt x="1350" y="762"/>
                    </a:lnTo>
                    <a:lnTo>
                      <a:pt x="1368" y="762"/>
                    </a:lnTo>
                    <a:lnTo>
                      <a:pt x="1392" y="774"/>
                    </a:lnTo>
                    <a:lnTo>
                      <a:pt x="1386" y="768"/>
                    </a:lnTo>
                    <a:lnTo>
                      <a:pt x="1404" y="762"/>
                    </a:lnTo>
                    <a:lnTo>
                      <a:pt x="1410" y="774"/>
                    </a:lnTo>
                    <a:lnTo>
                      <a:pt x="1410" y="780"/>
                    </a:lnTo>
                    <a:lnTo>
                      <a:pt x="1416" y="792"/>
                    </a:lnTo>
                    <a:lnTo>
                      <a:pt x="1422" y="798"/>
                    </a:lnTo>
                    <a:lnTo>
                      <a:pt x="1434" y="798"/>
                    </a:lnTo>
                    <a:lnTo>
                      <a:pt x="1440" y="804"/>
                    </a:lnTo>
                    <a:lnTo>
                      <a:pt x="1446" y="786"/>
                    </a:lnTo>
                    <a:lnTo>
                      <a:pt x="1452" y="792"/>
                    </a:lnTo>
                    <a:lnTo>
                      <a:pt x="1458" y="792"/>
                    </a:lnTo>
                    <a:lnTo>
                      <a:pt x="1464" y="798"/>
                    </a:lnTo>
                    <a:lnTo>
                      <a:pt x="1464" y="828"/>
                    </a:lnTo>
                    <a:lnTo>
                      <a:pt x="1470" y="828"/>
                    </a:lnTo>
                    <a:lnTo>
                      <a:pt x="1470" y="864"/>
                    </a:lnTo>
                    <a:lnTo>
                      <a:pt x="1476" y="864"/>
                    </a:lnTo>
                    <a:lnTo>
                      <a:pt x="1482" y="870"/>
                    </a:lnTo>
                    <a:lnTo>
                      <a:pt x="1542" y="870"/>
                    </a:lnTo>
                    <a:lnTo>
                      <a:pt x="1554" y="876"/>
                    </a:lnTo>
                    <a:lnTo>
                      <a:pt x="1572" y="876"/>
                    </a:lnTo>
                    <a:lnTo>
                      <a:pt x="1620" y="864"/>
                    </a:lnTo>
                    <a:lnTo>
                      <a:pt x="1626" y="864"/>
                    </a:lnTo>
                    <a:lnTo>
                      <a:pt x="1650" y="888"/>
                    </a:lnTo>
                    <a:lnTo>
                      <a:pt x="1650" y="894"/>
                    </a:lnTo>
                    <a:lnTo>
                      <a:pt x="1644" y="900"/>
                    </a:lnTo>
                    <a:lnTo>
                      <a:pt x="1638" y="900"/>
                    </a:lnTo>
                    <a:lnTo>
                      <a:pt x="1638" y="912"/>
                    </a:lnTo>
                    <a:lnTo>
                      <a:pt x="1632" y="930"/>
                    </a:lnTo>
                    <a:lnTo>
                      <a:pt x="1626" y="942"/>
                    </a:lnTo>
                    <a:lnTo>
                      <a:pt x="1620" y="948"/>
                    </a:lnTo>
                    <a:lnTo>
                      <a:pt x="1614" y="948"/>
                    </a:lnTo>
                    <a:lnTo>
                      <a:pt x="1602" y="954"/>
                    </a:lnTo>
                    <a:lnTo>
                      <a:pt x="1596" y="954"/>
                    </a:lnTo>
                    <a:lnTo>
                      <a:pt x="1584" y="966"/>
                    </a:lnTo>
                    <a:lnTo>
                      <a:pt x="1578" y="978"/>
                    </a:lnTo>
                    <a:lnTo>
                      <a:pt x="1578" y="996"/>
                    </a:lnTo>
                    <a:lnTo>
                      <a:pt x="1584" y="1008"/>
                    </a:lnTo>
                    <a:lnTo>
                      <a:pt x="1602" y="1026"/>
                    </a:lnTo>
                    <a:lnTo>
                      <a:pt x="1608" y="1026"/>
                    </a:lnTo>
                    <a:lnTo>
                      <a:pt x="1626" y="1050"/>
                    </a:lnTo>
                    <a:lnTo>
                      <a:pt x="1632" y="1014"/>
                    </a:lnTo>
                    <a:lnTo>
                      <a:pt x="1632" y="990"/>
                    </a:lnTo>
                    <a:lnTo>
                      <a:pt x="1650" y="990"/>
                    </a:lnTo>
                    <a:lnTo>
                      <a:pt x="1662" y="996"/>
                    </a:lnTo>
                    <a:lnTo>
                      <a:pt x="1668" y="1002"/>
                    </a:lnTo>
                    <a:lnTo>
                      <a:pt x="1668" y="1020"/>
                    </a:lnTo>
                    <a:lnTo>
                      <a:pt x="1674" y="1032"/>
                    </a:lnTo>
                    <a:lnTo>
                      <a:pt x="1674" y="1038"/>
                    </a:lnTo>
                    <a:lnTo>
                      <a:pt x="1680" y="1050"/>
                    </a:lnTo>
                    <a:lnTo>
                      <a:pt x="1680" y="1062"/>
                    </a:lnTo>
                    <a:lnTo>
                      <a:pt x="1686" y="1074"/>
                    </a:lnTo>
                    <a:lnTo>
                      <a:pt x="1692" y="1092"/>
                    </a:lnTo>
                    <a:lnTo>
                      <a:pt x="1698" y="1104"/>
                    </a:lnTo>
                    <a:lnTo>
                      <a:pt x="1704" y="1110"/>
                    </a:lnTo>
                    <a:lnTo>
                      <a:pt x="1704" y="1116"/>
                    </a:lnTo>
                    <a:lnTo>
                      <a:pt x="1722" y="1134"/>
                    </a:lnTo>
                    <a:lnTo>
                      <a:pt x="1722" y="1110"/>
                    </a:lnTo>
                    <a:lnTo>
                      <a:pt x="1728" y="1110"/>
                    </a:lnTo>
                    <a:lnTo>
                      <a:pt x="1734" y="1116"/>
                    </a:lnTo>
                    <a:lnTo>
                      <a:pt x="1746" y="1116"/>
                    </a:lnTo>
                    <a:lnTo>
                      <a:pt x="1746" y="1104"/>
                    </a:lnTo>
                    <a:lnTo>
                      <a:pt x="1728" y="1086"/>
                    </a:lnTo>
                    <a:lnTo>
                      <a:pt x="1728" y="1062"/>
                    </a:lnTo>
                    <a:lnTo>
                      <a:pt x="1722" y="1050"/>
                    </a:lnTo>
                    <a:lnTo>
                      <a:pt x="1740" y="1032"/>
                    </a:lnTo>
                    <a:lnTo>
                      <a:pt x="1746" y="1032"/>
                    </a:lnTo>
                    <a:lnTo>
                      <a:pt x="1740" y="984"/>
                    </a:lnTo>
                    <a:lnTo>
                      <a:pt x="1722" y="966"/>
                    </a:lnTo>
                    <a:lnTo>
                      <a:pt x="1716" y="966"/>
                    </a:lnTo>
                    <a:lnTo>
                      <a:pt x="1770" y="966"/>
                    </a:lnTo>
                    <a:lnTo>
                      <a:pt x="1782" y="972"/>
                    </a:lnTo>
                    <a:lnTo>
                      <a:pt x="1794" y="972"/>
                    </a:lnTo>
                    <a:lnTo>
                      <a:pt x="1794" y="936"/>
                    </a:lnTo>
                    <a:lnTo>
                      <a:pt x="1812" y="882"/>
                    </a:lnTo>
                    <a:lnTo>
                      <a:pt x="1806" y="876"/>
                    </a:lnTo>
                    <a:lnTo>
                      <a:pt x="1800" y="864"/>
                    </a:lnTo>
                    <a:lnTo>
                      <a:pt x="1800" y="846"/>
                    </a:lnTo>
                    <a:lnTo>
                      <a:pt x="1812" y="840"/>
                    </a:lnTo>
                    <a:lnTo>
                      <a:pt x="1818" y="834"/>
                    </a:lnTo>
                    <a:lnTo>
                      <a:pt x="1836" y="804"/>
                    </a:lnTo>
                    <a:lnTo>
                      <a:pt x="1836" y="792"/>
                    </a:lnTo>
                    <a:lnTo>
                      <a:pt x="1830" y="786"/>
                    </a:lnTo>
                    <a:lnTo>
                      <a:pt x="1830" y="780"/>
                    </a:lnTo>
                    <a:lnTo>
                      <a:pt x="1824" y="774"/>
                    </a:lnTo>
                    <a:lnTo>
                      <a:pt x="1824" y="750"/>
                    </a:lnTo>
                    <a:lnTo>
                      <a:pt x="1830" y="750"/>
                    </a:lnTo>
                    <a:lnTo>
                      <a:pt x="1836" y="744"/>
                    </a:lnTo>
                    <a:lnTo>
                      <a:pt x="1848" y="744"/>
                    </a:lnTo>
                    <a:lnTo>
                      <a:pt x="1860" y="738"/>
                    </a:lnTo>
                    <a:lnTo>
                      <a:pt x="1872" y="726"/>
                    </a:lnTo>
                    <a:lnTo>
                      <a:pt x="1872" y="708"/>
                    </a:lnTo>
                    <a:lnTo>
                      <a:pt x="1878" y="708"/>
                    </a:lnTo>
                    <a:lnTo>
                      <a:pt x="1890" y="702"/>
                    </a:lnTo>
                    <a:lnTo>
                      <a:pt x="1926" y="702"/>
                    </a:lnTo>
                    <a:lnTo>
                      <a:pt x="1932" y="708"/>
                    </a:lnTo>
                    <a:lnTo>
                      <a:pt x="1950" y="708"/>
                    </a:lnTo>
                    <a:lnTo>
                      <a:pt x="1950" y="702"/>
                    </a:lnTo>
                    <a:lnTo>
                      <a:pt x="1944" y="696"/>
                    </a:lnTo>
                    <a:lnTo>
                      <a:pt x="1932" y="690"/>
                    </a:lnTo>
                    <a:lnTo>
                      <a:pt x="1926" y="684"/>
                    </a:lnTo>
                    <a:lnTo>
                      <a:pt x="1920" y="67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1" name="Iceland" descr="© INSCALE GmbH, 05.05.2010&#10;http://www.presentationload.com/">
                <a:extLst>
                  <a:ext uri="{FF2B5EF4-FFF2-40B4-BE49-F238E27FC236}">
                    <a16:creationId xmlns:a16="http://schemas.microsoft.com/office/drawing/2014/main" id="{744BD136-7F16-4469-44B3-9C6F54A86BB2}"/>
                  </a:ext>
                </a:extLst>
              </p:cNvPr>
              <p:cNvSpPr>
                <a:spLocks/>
              </p:cNvSpPr>
              <p:nvPr/>
            </p:nvSpPr>
            <p:spPr bwMode="gray">
              <a:xfrm>
                <a:off x="3805503" y="1229127"/>
                <a:ext cx="216427" cy="84496"/>
              </a:xfrm>
              <a:custGeom>
                <a:avLst/>
                <a:gdLst>
                  <a:gd name="T0" fmla="*/ 2147483647 w 570"/>
                  <a:gd name="T1" fmla="*/ 2147483647 h 222"/>
                  <a:gd name="T2" fmla="*/ 2147483647 w 570"/>
                  <a:gd name="T3" fmla="*/ 2147483647 h 222"/>
                  <a:gd name="T4" fmla="*/ 2147483647 w 570"/>
                  <a:gd name="T5" fmla="*/ 2147483647 h 222"/>
                  <a:gd name="T6" fmla="*/ 2147483647 w 570"/>
                  <a:gd name="T7" fmla="*/ 2147483647 h 222"/>
                  <a:gd name="T8" fmla="*/ 2147483647 w 570"/>
                  <a:gd name="T9" fmla="*/ 2147483647 h 222"/>
                  <a:gd name="T10" fmla="*/ 2147483647 w 570"/>
                  <a:gd name="T11" fmla="*/ 2147483647 h 222"/>
                  <a:gd name="T12" fmla="*/ 2147483647 w 570"/>
                  <a:gd name="T13" fmla="*/ 2147483647 h 222"/>
                  <a:gd name="T14" fmla="*/ 2147483647 w 570"/>
                  <a:gd name="T15" fmla="*/ 2147483647 h 222"/>
                  <a:gd name="T16" fmla="*/ 2147483647 w 570"/>
                  <a:gd name="T17" fmla="*/ 2147483647 h 222"/>
                  <a:gd name="T18" fmla="*/ 2147483647 w 570"/>
                  <a:gd name="T19" fmla="*/ 2147483647 h 222"/>
                  <a:gd name="T20" fmla="*/ 2147483647 w 570"/>
                  <a:gd name="T21" fmla="*/ 2147483647 h 222"/>
                  <a:gd name="T22" fmla="*/ 2147483647 w 570"/>
                  <a:gd name="T23" fmla="*/ 2147483647 h 222"/>
                  <a:gd name="T24" fmla="*/ 2147483647 w 570"/>
                  <a:gd name="T25" fmla="*/ 2147483647 h 222"/>
                  <a:gd name="T26" fmla="*/ 2147483647 w 570"/>
                  <a:gd name="T27" fmla="*/ 2147483647 h 222"/>
                  <a:gd name="T28" fmla="*/ 2147483647 w 570"/>
                  <a:gd name="T29" fmla="*/ 2147483647 h 222"/>
                  <a:gd name="T30" fmla="*/ 2147483647 w 570"/>
                  <a:gd name="T31" fmla="*/ 2147483647 h 222"/>
                  <a:gd name="T32" fmla="*/ 2147483647 w 570"/>
                  <a:gd name="T33" fmla="*/ 2147483647 h 222"/>
                  <a:gd name="T34" fmla="*/ 2147483647 w 570"/>
                  <a:gd name="T35" fmla="*/ 2147483647 h 222"/>
                  <a:gd name="T36" fmla="*/ 2147483647 w 570"/>
                  <a:gd name="T37" fmla="*/ 2147483647 h 222"/>
                  <a:gd name="T38" fmla="*/ 2147483647 w 570"/>
                  <a:gd name="T39" fmla="*/ 2147483647 h 222"/>
                  <a:gd name="T40" fmla="*/ 2147483647 w 570"/>
                  <a:gd name="T41" fmla="*/ 2147483647 h 222"/>
                  <a:gd name="T42" fmla="*/ 2147483647 w 570"/>
                  <a:gd name="T43" fmla="*/ 2147483647 h 222"/>
                  <a:gd name="T44" fmla="*/ 2147483647 w 570"/>
                  <a:gd name="T45" fmla="*/ 2147483647 h 222"/>
                  <a:gd name="T46" fmla="*/ 2147483647 w 570"/>
                  <a:gd name="T47" fmla="*/ 2147483647 h 222"/>
                  <a:gd name="T48" fmla="*/ 2147483647 w 570"/>
                  <a:gd name="T49" fmla="*/ 2147483647 h 222"/>
                  <a:gd name="T50" fmla="*/ 2147483647 w 570"/>
                  <a:gd name="T51" fmla="*/ 2147483647 h 222"/>
                  <a:gd name="T52" fmla="*/ 2147483647 w 570"/>
                  <a:gd name="T53" fmla="*/ 2147483647 h 222"/>
                  <a:gd name="T54" fmla="*/ 2147483647 w 570"/>
                  <a:gd name="T55" fmla="*/ 2147483647 h 222"/>
                  <a:gd name="T56" fmla="*/ 2147483647 w 570"/>
                  <a:gd name="T57" fmla="*/ 2147483647 h 222"/>
                  <a:gd name="T58" fmla="*/ 2147483647 w 570"/>
                  <a:gd name="T59" fmla="*/ 2147483647 h 222"/>
                  <a:gd name="T60" fmla="*/ 2147483647 w 570"/>
                  <a:gd name="T61" fmla="*/ 2147483647 h 222"/>
                  <a:gd name="T62" fmla="*/ 2147483647 w 570"/>
                  <a:gd name="T63" fmla="*/ 2147483647 h 222"/>
                  <a:gd name="T64" fmla="*/ 2147483647 w 570"/>
                  <a:gd name="T65" fmla="*/ 2147483647 h 222"/>
                  <a:gd name="T66" fmla="*/ 0 w 570"/>
                  <a:gd name="T67" fmla="*/ 2147483647 h 222"/>
                  <a:gd name="T68" fmla="*/ 2147483647 w 570"/>
                  <a:gd name="T69" fmla="*/ 2147483647 h 222"/>
                  <a:gd name="T70" fmla="*/ 2147483647 w 570"/>
                  <a:gd name="T71" fmla="*/ 2147483647 h 222"/>
                  <a:gd name="T72" fmla="*/ 2147483647 w 570"/>
                  <a:gd name="T73" fmla="*/ 2147483647 h 222"/>
                  <a:gd name="T74" fmla="*/ 2147483647 w 570"/>
                  <a:gd name="T75" fmla="*/ 2147483647 h 222"/>
                  <a:gd name="T76" fmla="*/ 2147483647 w 570"/>
                  <a:gd name="T77" fmla="*/ 2147483647 h 222"/>
                  <a:gd name="T78" fmla="*/ 2147483647 w 570"/>
                  <a:gd name="T79" fmla="*/ 2147483647 h 222"/>
                  <a:gd name="T80" fmla="*/ 2147483647 w 570"/>
                  <a:gd name="T81" fmla="*/ 2147483647 h 222"/>
                  <a:gd name="T82" fmla="*/ 2147483647 w 570"/>
                  <a:gd name="T83" fmla="*/ 2147483647 h 222"/>
                  <a:gd name="T84" fmla="*/ 2147483647 w 570"/>
                  <a:gd name="T85" fmla="*/ 2147483647 h 222"/>
                  <a:gd name="T86" fmla="*/ 2147483647 w 570"/>
                  <a:gd name="T87" fmla="*/ 2147483647 h 222"/>
                  <a:gd name="T88" fmla="*/ 2147483647 w 570"/>
                  <a:gd name="T89" fmla="*/ 2147483647 h 222"/>
                  <a:gd name="T90" fmla="*/ 2147483647 w 570"/>
                  <a:gd name="T91" fmla="*/ 2147483647 h 222"/>
                  <a:gd name="T92" fmla="*/ 2147483647 w 570"/>
                  <a:gd name="T93" fmla="*/ 2147483647 h 22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70"/>
                  <a:gd name="T142" fmla="*/ 0 h 222"/>
                  <a:gd name="T143" fmla="*/ 570 w 570"/>
                  <a:gd name="T144" fmla="*/ 222 h 22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70" h="222">
                    <a:moveTo>
                      <a:pt x="252" y="222"/>
                    </a:moveTo>
                    <a:lnTo>
                      <a:pt x="270" y="216"/>
                    </a:lnTo>
                    <a:lnTo>
                      <a:pt x="306" y="216"/>
                    </a:lnTo>
                    <a:lnTo>
                      <a:pt x="312" y="204"/>
                    </a:lnTo>
                    <a:lnTo>
                      <a:pt x="312" y="192"/>
                    </a:lnTo>
                    <a:lnTo>
                      <a:pt x="324" y="198"/>
                    </a:lnTo>
                    <a:lnTo>
                      <a:pt x="330" y="198"/>
                    </a:lnTo>
                    <a:lnTo>
                      <a:pt x="342" y="204"/>
                    </a:lnTo>
                    <a:lnTo>
                      <a:pt x="348" y="204"/>
                    </a:lnTo>
                    <a:lnTo>
                      <a:pt x="360" y="192"/>
                    </a:lnTo>
                    <a:lnTo>
                      <a:pt x="360" y="186"/>
                    </a:lnTo>
                    <a:lnTo>
                      <a:pt x="372" y="186"/>
                    </a:lnTo>
                    <a:lnTo>
                      <a:pt x="378" y="192"/>
                    </a:lnTo>
                    <a:lnTo>
                      <a:pt x="390" y="192"/>
                    </a:lnTo>
                    <a:lnTo>
                      <a:pt x="414" y="180"/>
                    </a:lnTo>
                    <a:lnTo>
                      <a:pt x="432" y="168"/>
                    </a:lnTo>
                    <a:lnTo>
                      <a:pt x="456" y="156"/>
                    </a:lnTo>
                    <a:lnTo>
                      <a:pt x="474" y="156"/>
                    </a:lnTo>
                    <a:lnTo>
                      <a:pt x="480" y="162"/>
                    </a:lnTo>
                    <a:lnTo>
                      <a:pt x="492" y="162"/>
                    </a:lnTo>
                    <a:lnTo>
                      <a:pt x="504" y="156"/>
                    </a:lnTo>
                    <a:lnTo>
                      <a:pt x="510" y="144"/>
                    </a:lnTo>
                    <a:lnTo>
                      <a:pt x="510" y="138"/>
                    </a:lnTo>
                    <a:lnTo>
                      <a:pt x="516" y="126"/>
                    </a:lnTo>
                    <a:lnTo>
                      <a:pt x="528" y="126"/>
                    </a:lnTo>
                    <a:lnTo>
                      <a:pt x="552" y="114"/>
                    </a:lnTo>
                    <a:lnTo>
                      <a:pt x="564" y="102"/>
                    </a:lnTo>
                    <a:lnTo>
                      <a:pt x="570" y="102"/>
                    </a:lnTo>
                    <a:lnTo>
                      <a:pt x="552" y="102"/>
                    </a:lnTo>
                    <a:lnTo>
                      <a:pt x="570" y="84"/>
                    </a:lnTo>
                    <a:lnTo>
                      <a:pt x="570" y="78"/>
                    </a:lnTo>
                    <a:lnTo>
                      <a:pt x="564" y="72"/>
                    </a:lnTo>
                    <a:lnTo>
                      <a:pt x="552" y="66"/>
                    </a:lnTo>
                    <a:lnTo>
                      <a:pt x="540" y="66"/>
                    </a:lnTo>
                    <a:lnTo>
                      <a:pt x="534" y="72"/>
                    </a:lnTo>
                    <a:lnTo>
                      <a:pt x="528" y="72"/>
                    </a:lnTo>
                    <a:lnTo>
                      <a:pt x="534" y="60"/>
                    </a:lnTo>
                    <a:lnTo>
                      <a:pt x="504" y="60"/>
                    </a:lnTo>
                    <a:lnTo>
                      <a:pt x="522" y="36"/>
                    </a:lnTo>
                    <a:lnTo>
                      <a:pt x="504" y="36"/>
                    </a:lnTo>
                    <a:lnTo>
                      <a:pt x="510" y="18"/>
                    </a:lnTo>
                    <a:lnTo>
                      <a:pt x="480" y="24"/>
                    </a:lnTo>
                    <a:lnTo>
                      <a:pt x="474" y="18"/>
                    </a:lnTo>
                    <a:lnTo>
                      <a:pt x="462" y="12"/>
                    </a:lnTo>
                    <a:lnTo>
                      <a:pt x="456" y="6"/>
                    </a:lnTo>
                    <a:lnTo>
                      <a:pt x="444" y="0"/>
                    </a:lnTo>
                    <a:lnTo>
                      <a:pt x="432" y="0"/>
                    </a:lnTo>
                    <a:lnTo>
                      <a:pt x="432" y="24"/>
                    </a:lnTo>
                    <a:lnTo>
                      <a:pt x="414" y="30"/>
                    </a:lnTo>
                    <a:lnTo>
                      <a:pt x="408" y="30"/>
                    </a:lnTo>
                    <a:lnTo>
                      <a:pt x="402" y="24"/>
                    </a:lnTo>
                    <a:lnTo>
                      <a:pt x="378" y="24"/>
                    </a:lnTo>
                    <a:lnTo>
                      <a:pt x="372" y="30"/>
                    </a:lnTo>
                    <a:lnTo>
                      <a:pt x="366" y="42"/>
                    </a:lnTo>
                    <a:lnTo>
                      <a:pt x="360" y="36"/>
                    </a:lnTo>
                    <a:lnTo>
                      <a:pt x="348" y="30"/>
                    </a:lnTo>
                    <a:lnTo>
                      <a:pt x="342" y="24"/>
                    </a:lnTo>
                    <a:lnTo>
                      <a:pt x="336" y="24"/>
                    </a:lnTo>
                    <a:lnTo>
                      <a:pt x="330" y="30"/>
                    </a:lnTo>
                    <a:lnTo>
                      <a:pt x="330" y="60"/>
                    </a:lnTo>
                    <a:lnTo>
                      <a:pt x="324" y="48"/>
                    </a:lnTo>
                    <a:lnTo>
                      <a:pt x="318" y="42"/>
                    </a:lnTo>
                    <a:lnTo>
                      <a:pt x="306" y="36"/>
                    </a:lnTo>
                    <a:lnTo>
                      <a:pt x="300" y="24"/>
                    </a:lnTo>
                    <a:lnTo>
                      <a:pt x="288" y="24"/>
                    </a:lnTo>
                    <a:lnTo>
                      <a:pt x="288" y="30"/>
                    </a:lnTo>
                    <a:lnTo>
                      <a:pt x="270" y="30"/>
                    </a:lnTo>
                    <a:lnTo>
                      <a:pt x="264" y="36"/>
                    </a:lnTo>
                    <a:lnTo>
                      <a:pt x="264" y="54"/>
                    </a:lnTo>
                    <a:lnTo>
                      <a:pt x="252" y="54"/>
                    </a:lnTo>
                    <a:lnTo>
                      <a:pt x="240" y="42"/>
                    </a:lnTo>
                    <a:lnTo>
                      <a:pt x="228" y="36"/>
                    </a:lnTo>
                    <a:lnTo>
                      <a:pt x="222" y="30"/>
                    </a:lnTo>
                    <a:lnTo>
                      <a:pt x="216" y="30"/>
                    </a:lnTo>
                    <a:lnTo>
                      <a:pt x="216" y="48"/>
                    </a:lnTo>
                    <a:lnTo>
                      <a:pt x="210" y="60"/>
                    </a:lnTo>
                    <a:lnTo>
                      <a:pt x="210" y="72"/>
                    </a:lnTo>
                    <a:lnTo>
                      <a:pt x="204" y="72"/>
                    </a:lnTo>
                    <a:lnTo>
                      <a:pt x="192" y="60"/>
                    </a:lnTo>
                    <a:lnTo>
                      <a:pt x="186" y="60"/>
                    </a:lnTo>
                    <a:lnTo>
                      <a:pt x="162" y="84"/>
                    </a:lnTo>
                    <a:lnTo>
                      <a:pt x="162" y="90"/>
                    </a:lnTo>
                    <a:lnTo>
                      <a:pt x="156" y="84"/>
                    </a:lnTo>
                    <a:lnTo>
                      <a:pt x="144" y="60"/>
                    </a:lnTo>
                    <a:lnTo>
                      <a:pt x="162" y="42"/>
                    </a:lnTo>
                    <a:lnTo>
                      <a:pt x="162" y="36"/>
                    </a:lnTo>
                    <a:lnTo>
                      <a:pt x="156" y="30"/>
                    </a:lnTo>
                    <a:lnTo>
                      <a:pt x="108" y="6"/>
                    </a:lnTo>
                    <a:lnTo>
                      <a:pt x="96" y="6"/>
                    </a:lnTo>
                    <a:lnTo>
                      <a:pt x="96" y="36"/>
                    </a:lnTo>
                    <a:lnTo>
                      <a:pt x="90" y="36"/>
                    </a:lnTo>
                    <a:lnTo>
                      <a:pt x="84" y="30"/>
                    </a:lnTo>
                    <a:lnTo>
                      <a:pt x="78" y="30"/>
                    </a:lnTo>
                    <a:lnTo>
                      <a:pt x="66" y="24"/>
                    </a:lnTo>
                    <a:lnTo>
                      <a:pt x="54" y="24"/>
                    </a:lnTo>
                    <a:lnTo>
                      <a:pt x="42" y="30"/>
                    </a:lnTo>
                    <a:lnTo>
                      <a:pt x="30" y="42"/>
                    </a:lnTo>
                    <a:lnTo>
                      <a:pt x="48" y="54"/>
                    </a:lnTo>
                    <a:lnTo>
                      <a:pt x="30" y="54"/>
                    </a:lnTo>
                    <a:lnTo>
                      <a:pt x="18" y="60"/>
                    </a:lnTo>
                    <a:lnTo>
                      <a:pt x="12" y="66"/>
                    </a:lnTo>
                    <a:lnTo>
                      <a:pt x="0" y="66"/>
                    </a:lnTo>
                    <a:lnTo>
                      <a:pt x="6" y="72"/>
                    </a:lnTo>
                    <a:lnTo>
                      <a:pt x="18" y="78"/>
                    </a:lnTo>
                    <a:lnTo>
                      <a:pt x="30" y="78"/>
                    </a:lnTo>
                    <a:lnTo>
                      <a:pt x="54" y="66"/>
                    </a:lnTo>
                    <a:lnTo>
                      <a:pt x="66" y="66"/>
                    </a:lnTo>
                    <a:lnTo>
                      <a:pt x="72" y="60"/>
                    </a:lnTo>
                    <a:lnTo>
                      <a:pt x="78" y="60"/>
                    </a:lnTo>
                    <a:lnTo>
                      <a:pt x="126" y="72"/>
                    </a:lnTo>
                    <a:lnTo>
                      <a:pt x="90" y="90"/>
                    </a:lnTo>
                    <a:lnTo>
                      <a:pt x="102" y="90"/>
                    </a:lnTo>
                    <a:lnTo>
                      <a:pt x="108" y="96"/>
                    </a:lnTo>
                    <a:lnTo>
                      <a:pt x="114" y="96"/>
                    </a:lnTo>
                    <a:lnTo>
                      <a:pt x="120" y="102"/>
                    </a:lnTo>
                    <a:lnTo>
                      <a:pt x="114" y="102"/>
                    </a:lnTo>
                    <a:lnTo>
                      <a:pt x="108" y="108"/>
                    </a:lnTo>
                    <a:lnTo>
                      <a:pt x="6" y="108"/>
                    </a:lnTo>
                    <a:lnTo>
                      <a:pt x="0" y="114"/>
                    </a:lnTo>
                    <a:lnTo>
                      <a:pt x="12" y="120"/>
                    </a:lnTo>
                    <a:lnTo>
                      <a:pt x="60" y="120"/>
                    </a:lnTo>
                    <a:lnTo>
                      <a:pt x="84" y="132"/>
                    </a:lnTo>
                    <a:lnTo>
                      <a:pt x="90" y="138"/>
                    </a:lnTo>
                    <a:lnTo>
                      <a:pt x="126" y="132"/>
                    </a:lnTo>
                    <a:lnTo>
                      <a:pt x="108" y="150"/>
                    </a:lnTo>
                    <a:lnTo>
                      <a:pt x="120" y="156"/>
                    </a:lnTo>
                    <a:lnTo>
                      <a:pt x="114" y="162"/>
                    </a:lnTo>
                    <a:lnTo>
                      <a:pt x="114" y="168"/>
                    </a:lnTo>
                    <a:lnTo>
                      <a:pt x="108" y="174"/>
                    </a:lnTo>
                    <a:lnTo>
                      <a:pt x="90" y="174"/>
                    </a:lnTo>
                    <a:lnTo>
                      <a:pt x="78" y="180"/>
                    </a:lnTo>
                    <a:lnTo>
                      <a:pt x="54" y="180"/>
                    </a:lnTo>
                    <a:lnTo>
                      <a:pt x="54" y="186"/>
                    </a:lnTo>
                    <a:lnTo>
                      <a:pt x="66" y="192"/>
                    </a:lnTo>
                    <a:lnTo>
                      <a:pt x="120" y="192"/>
                    </a:lnTo>
                    <a:lnTo>
                      <a:pt x="132" y="186"/>
                    </a:lnTo>
                    <a:lnTo>
                      <a:pt x="138" y="180"/>
                    </a:lnTo>
                    <a:lnTo>
                      <a:pt x="168" y="198"/>
                    </a:lnTo>
                    <a:lnTo>
                      <a:pt x="180" y="186"/>
                    </a:lnTo>
                    <a:lnTo>
                      <a:pt x="180" y="198"/>
                    </a:lnTo>
                    <a:lnTo>
                      <a:pt x="228" y="222"/>
                    </a:lnTo>
                    <a:lnTo>
                      <a:pt x="252" y="22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2" name="Hungary" descr="© INSCALE GmbH, 05.05.2010&#10;http://www.presentationload.com/">
                <a:extLst>
                  <a:ext uri="{FF2B5EF4-FFF2-40B4-BE49-F238E27FC236}">
                    <a16:creationId xmlns:a16="http://schemas.microsoft.com/office/drawing/2014/main" id="{EEC43969-8F91-23F0-48FA-861CEFB7B13C}"/>
                  </a:ext>
                </a:extLst>
              </p:cNvPr>
              <p:cNvSpPr>
                <a:spLocks/>
              </p:cNvSpPr>
              <p:nvPr/>
            </p:nvSpPr>
            <p:spPr bwMode="gray">
              <a:xfrm>
                <a:off x="4651939" y="1739065"/>
                <a:ext cx="161579" cy="84496"/>
              </a:xfrm>
              <a:custGeom>
                <a:avLst/>
                <a:gdLst>
                  <a:gd name="T0" fmla="*/ 2147483647 w 426"/>
                  <a:gd name="T1" fmla="*/ 2147483647 h 222"/>
                  <a:gd name="T2" fmla="*/ 2147483647 w 426"/>
                  <a:gd name="T3" fmla="*/ 2147483647 h 222"/>
                  <a:gd name="T4" fmla="*/ 2147483647 w 426"/>
                  <a:gd name="T5" fmla="*/ 2147483647 h 222"/>
                  <a:gd name="T6" fmla="*/ 0 w 426"/>
                  <a:gd name="T7" fmla="*/ 2147483647 h 222"/>
                  <a:gd name="T8" fmla="*/ 2147483647 w 426"/>
                  <a:gd name="T9" fmla="*/ 2147483647 h 222"/>
                  <a:gd name="T10" fmla="*/ 2147483647 w 426"/>
                  <a:gd name="T11" fmla="*/ 2147483647 h 222"/>
                  <a:gd name="T12" fmla="*/ 2147483647 w 426"/>
                  <a:gd name="T13" fmla="*/ 2147483647 h 222"/>
                  <a:gd name="T14" fmla="*/ 2147483647 w 426"/>
                  <a:gd name="T15" fmla="*/ 2147483647 h 222"/>
                  <a:gd name="T16" fmla="*/ 2147483647 w 426"/>
                  <a:gd name="T17" fmla="*/ 2147483647 h 222"/>
                  <a:gd name="T18" fmla="*/ 2147483647 w 426"/>
                  <a:gd name="T19" fmla="*/ 2147483647 h 222"/>
                  <a:gd name="T20" fmla="*/ 2147483647 w 426"/>
                  <a:gd name="T21" fmla="*/ 2147483647 h 222"/>
                  <a:gd name="T22" fmla="*/ 2147483647 w 426"/>
                  <a:gd name="T23" fmla="*/ 2147483647 h 222"/>
                  <a:gd name="T24" fmla="*/ 2147483647 w 426"/>
                  <a:gd name="T25" fmla="*/ 2147483647 h 222"/>
                  <a:gd name="T26" fmla="*/ 2147483647 w 426"/>
                  <a:gd name="T27" fmla="*/ 2147483647 h 222"/>
                  <a:gd name="T28" fmla="*/ 2147483647 w 426"/>
                  <a:gd name="T29" fmla="*/ 2147483647 h 222"/>
                  <a:gd name="T30" fmla="*/ 2147483647 w 426"/>
                  <a:gd name="T31" fmla="*/ 2147483647 h 222"/>
                  <a:gd name="T32" fmla="*/ 2147483647 w 426"/>
                  <a:gd name="T33" fmla="*/ 2147483647 h 222"/>
                  <a:gd name="T34" fmla="*/ 2147483647 w 426"/>
                  <a:gd name="T35" fmla="*/ 2147483647 h 222"/>
                  <a:gd name="T36" fmla="*/ 2147483647 w 426"/>
                  <a:gd name="T37" fmla="*/ 2147483647 h 222"/>
                  <a:gd name="T38" fmla="*/ 2147483647 w 426"/>
                  <a:gd name="T39" fmla="*/ 2147483647 h 222"/>
                  <a:gd name="T40" fmla="*/ 2147483647 w 426"/>
                  <a:gd name="T41" fmla="*/ 2147483647 h 222"/>
                  <a:gd name="T42" fmla="*/ 2147483647 w 426"/>
                  <a:gd name="T43" fmla="*/ 2147483647 h 222"/>
                  <a:gd name="T44" fmla="*/ 2147483647 w 426"/>
                  <a:gd name="T45" fmla="*/ 2147483647 h 222"/>
                  <a:gd name="T46" fmla="*/ 2147483647 w 426"/>
                  <a:gd name="T47" fmla="*/ 2147483647 h 222"/>
                  <a:gd name="T48" fmla="*/ 2147483647 w 426"/>
                  <a:gd name="T49" fmla="*/ 0 h 222"/>
                  <a:gd name="T50" fmla="*/ 2147483647 w 426"/>
                  <a:gd name="T51" fmla="*/ 2147483647 h 222"/>
                  <a:gd name="T52" fmla="*/ 2147483647 w 426"/>
                  <a:gd name="T53" fmla="*/ 0 h 222"/>
                  <a:gd name="T54" fmla="*/ 2147483647 w 426"/>
                  <a:gd name="T55" fmla="*/ 2147483647 h 222"/>
                  <a:gd name="T56" fmla="*/ 2147483647 w 426"/>
                  <a:gd name="T57" fmla="*/ 2147483647 h 222"/>
                  <a:gd name="T58" fmla="*/ 2147483647 w 426"/>
                  <a:gd name="T59" fmla="*/ 2147483647 h 222"/>
                  <a:gd name="T60" fmla="*/ 2147483647 w 426"/>
                  <a:gd name="T61" fmla="*/ 2147483647 h 222"/>
                  <a:gd name="T62" fmla="*/ 2147483647 w 426"/>
                  <a:gd name="T63" fmla="*/ 2147483647 h 222"/>
                  <a:gd name="T64" fmla="*/ 2147483647 w 426"/>
                  <a:gd name="T65" fmla="*/ 2147483647 h 222"/>
                  <a:gd name="T66" fmla="*/ 2147483647 w 426"/>
                  <a:gd name="T67" fmla="*/ 2147483647 h 222"/>
                  <a:gd name="T68" fmla="*/ 2147483647 w 426"/>
                  <a:gd name="T69" fmla="*/ 2147483647 h 222"/>
                  <a:gd name="T70" fmla="*/ 2147483647 w 426"/>
                  <a:gd name="T71" fmla="*/ 2147483647 h 22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426"/>
                  <a:gd name="T109" fmla="*/ 0 h 222"/>
                  <a:gd name="T110" fmla="*/ 426 w 426"/>
                  <a:gd name="T111" fmla="*/ 222 h 222"/>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426" h="222">
                    <a:moveTo>
                      <a:pt x="42" y="66"/>
                    </a:moveTo>
                    <a:lnTo>
                      <a:pt x="24" y="66"/>
                    </a:lnTo>
                    <a:lnTo>
                      <a:pt x="18" y="78"/>
                    </a:lnTo>
                    <a:lnTo>
                      <a:pt x="30" y="78"/>
                    </a:lnTo>
                    <a:lnTo>
                      <a:pt x="18" y="96"/>
                    </a:lnTo>
                    <a:lnTo>
                      <a:pt x="18" y="120"/>
                    </a:lnTo>
                    <a:lnTo>
                      <a:pt x="0" y="120"/>
                    </a:lnTo>
                    <a:lnTo>
                      <a:pt x="0" y="126"/>
                    </a:lnTo>
                    <a:lnTo>
                      <a:pt x="6" y="132"/>
                    </a:lnTo>
                    <a:lnTo>
                      <a:pt x="12" y="150"/>
                    </a:lnTo>
                    <a:lnTo>
                      <a:pt x="30" y="162"/>
                    </a:lnTo>
                    <a:lnTo>
                      <a:pt x="42" y="168"/>
                    </a:lnTo>
                    <a:lnTo>
                      <a:pt x="48" y="174"/>
                    </a:lnTo>
                    <a:lnTo>
                      <a:pt x="48" y="180"/>
                    </a:lnTo>
                    <a:lnTo>
                      <a:pt x="60" y="192"/>
                    </a:lnTo>
                    <a:lnTo>
                      <a:pt x="72" y="198"/>
                    </a:lnTo>
                    <a:lnTo>
                      <a:pt x="78" y="204"/>
                    </a:lnTo>
                    <a:lnTo>
                      <a:pt x="90" y="210"/>
                    </a:lnTo>
                    <a:lnTo>
                      <a:pt x="108" y="210"/>
                    </a:lnTo>
                    <a:lnTo>
                      <a:pt x="114" y="222"/>
                    </a:lnTo>
                    <a:lnTo>
                      <a:pt x="156" y="216"/>
                    </a:lnTo>
                    <a:lnTo>
                      <a:pt x="168" y="210"/>
                    </a:lnTo>
                    <a:lnTo>
                      <a:pt x="174" y="204"/>
                    </a:lnTo>
                    <a:lnTo>
                      <a:pt x="198" y="204"/>
                    </a:lnTo>
                    <a:lnTo>
                      <a:pt x="216" y="186"/>
                    </a:lnTo>
                    <a:lnTo>
                      <a:pt x="240" y="186"/>
                    </a:lnTo>
                    <a:lnTo>
                      <a:pt x="258" y="198"/>
                    </a:lnTo>
                    <a:lnTo>
                      <a:pt x="288" y="192"/>
                    </a:lnTo>
                    <a:lnTo>
                      <a:pt x="288" y="174"/>
                    </a:lnTo>
                    <a:lnTo>
                      <a:pt x="306" y="180"/>
                    </a:lnTo>
                    <a:lnTo>
                      <a:pt x="312" y="174"/>
                    </a:lnTo>
                    <a:lnTo>
                      <a:pt x="324" y="168"/>
                    </a:lnTo>
                    <a:lnTo>
                      <a:pt x="330" y="162"/>
                    </a:lnTo>
                    <a:lnTo>
                      <a:pt x="330" y="144"/>
                    </a:lnTo>
                    <a:lnTo>
                      <a:pt x="336" y="138"/>
                    </a:lnTo>
                    <a:lnTo>
                      <a:pt x="348" y="132"/>
                    </a:lnTo>
                    <a:lnTo>
                      <a:pt x="366" y="114"/>
                    </a:lnTo>
                    <a:lnTo>
                      <a:pt x="366" y="72"/>
                    </a:lnTo>
                    <a:lnTo>
                      <a:pt x="378" y="60"/>
                    </a:lnTo>
                    <a:lnTo>
                      <a:pt x="408" y="60"/>
                    </a:lnTo>
                    <a:lnTo>
                      <a:pt x="426" y="42"/>
                    </a:lnTo>
                    <a:lnTo>
                      <a:pt x="420" y="36"/>
                    </a:lnTo>
                    <a:lnTo>
                      <a:pt x="408" y="36"/>
                    </a:lnTo>
                    <a:lnTo>
                      <a:pt x="402" y="30"/>
                    </a:lnTo>
                    <a:lnTo>
                      <a:pt x="396" y="30"/>
                    </a:lnTo>
                    <a:lnTo>
                      <a:pt x="372" y="6"/>
                    </a:lnTo>
                    <a:lnTo>
                      <a:pt x="348" y="6"/>
                    </a:lnTo>
                    <a:lnTo>
                      <a:pt x="336" y="12"/>
                    </a:lnTo>
                    <a:lnTo>
                      <a:pt x="324" y="12"/>
                    </a:lnTo>
                    <a:lnTo>
                      <a:pt x="324" y="0"/>
                    </a:lnTo>
                    <a:lnTo>
                      <a:pt x="312" y="0"/>
                    </a:lnTo>
                    <a:lnTo>
                      <a:pt x="312" y="18"/>
                    </a:lnTo>
                    <a:lnTo>
                      <a:pt x="294" y="12"/>
                    </a:lnTo>
                    <a:lnTo>
                      <a:pt x="294" y="0"/>
                    </a:lnTo>
                    <a:lnTo>
                      <a:pt x="270" y="0"/>
                    </a:lnTo>
                    <a:lnTo>
                      <a:pt x="264" y="12"/>
                    </a:lnTo>
                    <a:lnTo>
                      <a:pt x="252" y="24"/>
                    </a:lnTo>
                    <a:lnTo>
                      <a:pt x="246" y="24"/>
                    </a:lnTo>
                    <a:lnTo>
                      <a:pt x="234" y="30"/>
                    </a:lnTo>
                    <a:lnTo>
                      <a:pt x="210" y="30"/>
                    </a:lnTo>
                    <a:lnTo>
                      <a:pt x="204" y="42"/>
                    </a:lnTo>
                    <a:lnTo>
                      <a:pt x="168" y="36"/>
                    </a:lnTo>
                    <a:lnTo>
                      <a:pt x="156" y="60"/>
                    </a:lnTo>
                    <a:lnTo>
                      <a:pt x="144" y="60"/>
                    </a:lnTo>
                    <a:lnTo>
                      <a:pt x="126" y="66"/>
                    </a:lnTo>
                    <a:lnTo>
                      <a:pt x="84" y="66"/>
                    </a:lnTo>
                    <a:lnTo>
                      <a:pt x="78" y="60"/>
                    </a:lnTo>
                    <a:lnTo>
                      <a:pt x="72" y="48"/>
                    </a:lnTo>
                    <a:lnTo>
                      <a:pt x="66" y="42"/>
                    </a:lnTo>
                    <a:lnTo>
                      <a:pt x="54" y="60"/>
                    </a:lnTo>
                    <a:lnTo>
                      <a:pt x="42" y="54"/>
                    </a:lnTo>
                    <a:lnTo>
                      <a:pt x="42" y="6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3" name="Honduras" descr="© INSCALE GmbH, 05.05.2010&#10;http://www.presentationload.com/">
                <a:extLst>
                  <a:ext uri="{FF2B5EF4-FFF2-40B4-BE49-F238E27FC236}">
                    <a16:creationId xmlns:a16="http://schemas.microsoft.com/office/drawing/2014/main" id="{E4525C3D-5068-6135-DD86-A25F78CA97E1}"/>
                  </a:ext>
                </a:extLst>
              </p:cNvPr>
              <p:cNvSpPr>
                <a:spLocks/>
              </p:cNvSpPr>
              <p:nvPr/>
            </p:nvSpPr>
            <p:spPr bwMode="gray">
              <a:xfrm>
                <a:off x="1847289" y="2729294"/>
                <a:ext cx="168991" cy="93390"/>
              </a:xfrm>
              <a:custGeom>
                <a:avLst/>
                <a:gdLst>
                  <a:gd name="T0" fmla="*/ 2147483647 w 444"/>
                  <a:gd name="T1" fmla="*/ 2147483647 h 246"/>
                  <a:gd name="T2" fmla="*/ 2147483647 w 444"/>
                  <a:gd name="T3" fmla="*/ 2147483647 h 246"/>
                  <a:gd name="T4" fmla="*/ 2147483647 w 444"/>
                  <a:gd name="T5" fmla="*/ 2147483647 h 246"/>
                  <a:gd name="T6" fmla="*/ 2147483647 w 444"/>
                  <a:gd name="T7" fmla="*/ 2147483647 h 246"/>
                  <a:gd name="T8" fmla="*/ 2147483647 w 444"/>
                  <a:gd name="T9" fmla="*/ 2147483647 h 246"/>
                  <a:gd name="T10" fmla="*/ 2147483647 w 444"/>
                  <a:gd name="T11" fmla="*/ 2147483647 h 246"/>
                  <a:gd name="T12" fmla="*/ 2147483647 w 444"/>
                  <a:gd name="T13" fmla="*/ 2147483647 h 246"/>
                  <a:gd name="T14" fmla="*/ 2147483647 w 444"/>
                  <a:gd name="T15" fmla="*/ 2147483647 h 246"/>
                  <a:gd name="T16" fmla="*/ 2147483647 w 444"/>
                  <a:gd name="T17" fmla="*/ 2147483647 h 246"/>
                  <a:gd name="T18" fmla="*/ 2147483647 w 444"/>
                  <a:gd name="T19" fmla="*/ 2147483647 h 246"/>
                  <a:gd name="T20" fmla="*/ 2147483647 w 444"/>
                  <a:gd name="T21" fmla="*/ 2147483647 h 246"/>
                  <a:gd name="T22" fmla="*/ 2147483647 w 444"/>
                  <a:gd name="T23" fmla="*/ 2147483647 h 246"/>
                  <a:gd name="T24" fmla="*/ 2147483647 w 444"/>
                  <a:gd name="T25" fmla="*/ 2147483647 h 246"/>
                  <a:gd name="T26" fmla="*/ 2147483647 w 444"/>
                  <a:gd name="T27" fmla="*/ 2147483647 h 246"/>
                  <a:gd name="T28" fmla="*/ 2147483647 w 444"/>
                  <a:gd name="T29" fmla="*/ 2147483647 h 246"/>
                  <a:gd name="T30" fmla="*/ 2147483647 w 444"/>
                  <a:gd name="T31" fmla="*/ 2147483647 h 246"/>
                  <a:gd name="T32" fmla="*/ 2147483647 w 444"/>
                  <a:gd name="T33" fmla="*/ 2147483647 h 246"/>
                  <a:gd name="T34" fmla="*/ 2147483647 w 444"/>
                  <a:gd name="T35" fmla="*/ 2147483647 h 246"/>
                  <a:gd name="T36" fmla="*/ 2147483647 w 444"/>
                  <a:gd name="T37" fmla="*/ 2147483647 h 246"/>
                  <a:gd name="T38" fmla="*/ 2147483647 w 444"/>
                  <a:gd name="T39" fmla="*/ 0 h 246"/>
                  <a:gd name="T40" fmla="*/ 2147483647 w 444"/>
                  <a:gd name="T41" fmla="*/ 2147483647 h 246"/>
                  <a:gd name="T42" fmla="*/ 2147483647 w 444"/>
                  <a:gd name="T43" fmla="*/ 2147483647 h 246"/>
                  <a:gd name="T44" fmla="*/ 2147483647 w 444"/>
                  <a:gd name="T45" fmla="*/ 0 h 246"/>
                  <a:gd name="T46" fmla="*/ 2147483647 w 444"/>
                  <a:gd name="T47" fmla="*/ 2147483647 h 246"/>
                  <a:gd name="T48" fmla="*/ 2147483647 w 444"/>
                  <a:gd name="T49" fmla="*/ 2147483647 h 246"/>
                  <a:gd name="T50" fmla="*/ 2147483647 w 444"/>
                  <a:gd name="T51" fmla="*/ 2147483647 h 246"/>
                  <a:gd name="T52" fmla="*/ 2147483647 w 444"/>
                  <a:gd name="T53" fmla="*/ 2147483647 h 246"/>
                  <a:gd name="T54" fmla="*/ 2147483647 w 444"/>
                  <a:gd name="T55" fmla="*/ 2147483647 h 246"/>
                  <a:gd name="T56" fmla="*/ 2147483647 w 444"/>
                  <a:gd name="T57" fmla="*/ 2147483647 h 246"/>
                  <a:gd name="T58" fmla="*/ 2147483647 w 444"/>
                  <a:gd name="T59" fmla="*/ 2147483647 h 246"/>
                  <a:gd name="T60" fmla="*/ 2147483647 w 444"/>
                  <a:gd name="T61" fmla="*/ 0 h 246"/>
                  <a:gd name="T62" fmla="*/ 2147483647 w 444"/>
                  <a:gd name="T63" fmla="*/ 2147483647 h 246"/>
                  <a:gd name="T64" fmla="*/ 2147483647 w 444"/>
                  <a:gd name="T65" fmla="*/ 2147483647 h 246"/>
                  <a:gd name="T66" fmla="*/ 2147483647 w 444"/>
                  <a:gd name="T67" fmla="*/ 2147483647 h 246"/>
                  <a:gd name="T68" fmla="*/ 2147483647 w 444"/>
                  <a:gd name="T69" fmla="*/ 2147483647 h 246"/>
                  <a:gd name="T70" fmla="*/ 2147483647 w 444"/>
                  <a:gd name="T71" fmla="*/ 2147483647 h 246"/>
                  <a:gd name="T72" fmla="*/ 0 w 444"/>
                  <a:gd name="T73" fmla="*/ 2147483647 h 246"/>
                  <a:gd name="T74" fmla="*/ 2147483647 w 444"/>
                  <a:gd name="T75" fmla="*/ 2147483647 h 246"/>
                  <a:gd name="T76" fmla="*/ 2147483647 w 444"/>
                  <a:gd name="T77" fmla="*/ 2147483647 h 246"/>
                  <a:gd name="T78" fmla="*/ 2147483647 w 444"/>
                  <a:gd name="T79" fmla="*/ 2147483647 h 246"/>
                  <a:gd name="T80" fmla="*/ 2147483647 w 444"/>
                  <a:gd name="T81" fmla="*/ 2147483647 h 246"/>
                  <a:gd name="T82" fmla="*/ 2147483647 w 444"/>
                  <a:gd name="T83" fmla="*/ 2147483647 h 246"/>
                  <a:gd name="T84" fmla="*/ 2147483647 w 444"/>
                  <a:gd name="T85" fmla="*/ 2147483647 h 246"/>
                  <a:gd name="T86" fmla="*/ 2147483647 w 444"/>
                  <a:gd name="T87" fmla="*/ 2147483647 h 2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44"/>
                  <a:gd name="T133" fmla="*/ 0 h 246"/>
                  <a:gd name="T134" fmla="*/ 444 w 444"/>
                  <a:gd name="T135" fmla="*/ 246 h 2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44" h="246">
                    <a:moveTo>
                      <a:pt x="156" y="240"/>
                    </a:moveTo>
                    <a:lnTo>
                      <a:pt x="156" y="222"/>
                    </a:lnTo>
                    <a:lnTo>
                      <a:pt x="174" y="222"/>
                    </a:lnTo>
                    <a:lnTo>
                      <a:pt x="168" y="216"/>
                    </a:lnTo>
                    <a:lnTo>
                      <a:pt x="168" y="204"/>
                    </a:lnTo>
                    <a:lnTo>
                      <a:pt x="162" y="198"/>
                    </a:lnTo>
                    <a:lnTo>
                      <a:pt x="162" y="186"/>
                    </a:lnTo>
                    <a:lnTo>
                      <a:pt x="168" y="180"/>
                    </a:lnTo>
                    <a:lnTo>
                      <a:pt x="204" y="180"/>
                    </a:lnTo>
                    <a:lnTo>
                      <a:pt x="210" y="168"/>
                    </a:lnTo>
                    <a:lnTo>
                      <a:pt x="216" y="162"/>
                    </a:lnTo>
                    <a:lnTo>
                      <a:pt x="228" y="162"/>
                    </a:lnTo>
                    <a:lnTo>
                      <a:pt x="228" y="168"/>
                    </a:lnTo>
                    <a:lnTo>
                      <a:pt x="234" y="174"/>
                    </a:lnTo>
                    <a:lnTo>
                      <a:pt x="252" y="174"/>
                    </a:lnTo>
                    <a:lnTo>
                      <a:pt x="276" y="150"/>
                    </a:lnTo>
                    <a:lnTo>
                      <a:pt x="288" y="126"/>
                    </a:lnTo>
                    <a:lnTo>
                      <a:pt x="306" y="126"/>
                    </a:lnTo>
                    <a:lnTo>
                      <a:pt x="306" y="108"/>
                    </a:lnTo>
                    <a:lnTo>
                      <a:pt x="318" y="96"/>
                    </a:lnTo>
                    <a:lnTo>
                      <a:pt x="330" y="96"/>
                    </a:lnTo>
                    <a:lnTo>
                      <a:pt x="348" y="114"/>
                    </a:lnTo>
                    <a:lnTo>
                      <a:pt x="360" y="114"/>
                    </a:lnTo>
                    <a:lnTo>
                      <a:pt x="372" y="102"/>
                    </a:lnTo>
                    <a:lnTo>
                      <a:pt x="372" y="96"/>
                    </a:lnTo>
                    <a:lnTo>
                      <a:pt x="420" y="96"/>
                    </a:lnTo>
                    <a:lnTo>
                      <a:pt x="426" y="90"/>
                    </a:lnTo>
                    <a:lnTo>
                      <a:pt x="432" y="90"/>
                    </a:lnTo>
                    <a:lnTo>
                      <a:pt x="444" y="84"/>
                    </a:lnTo>
                    <a:lnTo>
                      <a:pt x="444" y="78"/>
                    </a:lnTo>
                    <a:lnTo>
                      <a:pt x="426" y="60"/>
                    </a:lnTo>
                    <a:lnTo>
                      <a:pt x="402" y="48"/>
                    </a:lnTo>
                    <a:lnTo>
                      <a:pt x="396" y="48"/>
                    </a:lnTo>
                    <a:lnTo>
                      <a:pt x="390" y="42"/>
                    </a:lnTo>
                    <a:lnTo>
                      <a:pt x="384" y="30"/>
                    </a:lnTo>
                    <a:lnTo>
                      <a:pt x="372" y="24"/>
                    </a:lnTo>
                    <a:lnTo>
                      <a:pt x="366" y="18"/>
                    </a:lnTo>
                    <a:lnTo>
                      <a:pt x="348" y="18"/>
                    </a:lnTo>
                    <a:lnTo>
                      <a:pt x="342" y="6"/>
                    </a:lnTo>
                    <a:lnTo>
                      <a:pt x="336" y="0"/>
                    </a:lnTo>
                    <a:lnTo>
                      <a:pt x="312" y="0"/>
                    </a:lnTo>
                    <a:lnTo>
                      <a:pt x="300" y="6"/>
                    </a:lnTo>
                    <a:lnTo>
                      <a:pt x="294" y="12"/>
                    </a:lnTo>
                    <a:lnTo>
                      <a:pt x="282" y="12"/>
                    </a:lnTo>
                    <a:lnTo>
                      <a:pt x="270" y="0"/>
                    </a:lnTo>
                    <a:lnTo>
                      <a:pt x="252" y="0"/>
                    </a:lnTo>
                    <a:lnTo>
                      <a:pt x="240" y="6"/>
                    </a:lnTo>
                    <a:lnTo>
                      <a:pt x="234" y="18"/>
                    </a:lnTo>
                    <a:lnTo>
                      <a:pt x="222" y="24"/>
                    </a:lnTo>
                    <a:lnTo>
                      <a:pt x="186" y="24"/>
                    </a:lnTo>
                    <a:lnTo>
                      <a:pt x="174" y="18"/>
                    </a:lnTo>
                    <a:lnTo>
                      <a:pt x="168" y="12"/>
                    </a:lnTo>
                    <a:lnTo>
                      <a:pt x="156" y="12"/>
                    </a:lnTo>
                    <a:lnTo>
                      <a:pt x="150" y="18"/>
                    </a:lnTo>
                    <a:lnTo>
                      <a:pt x="144" y="18"/>
                    </a:lnTo>
                    <a:lnTo>
                      <a:pt x="138" y="24"/>
                    </a:lnTo>
                    <a:lnTo>
                      <a:pt x="132" y="24"/>
                    </a:lnTo>
                    <a:lnTo>
                      <a:pt x="132" y="18"/>
                    </a:lnTo>
                    <a:lnTo>
                      <a:pt x="126" y="12"/>
                    </a:lnTo>
                    <a:lnTo>
                      <a:pt x="126" y="6"/>
                    </a:lnTo>
                    <a:lnTo>
                      <a:pt x="120" y="0"/>
                    </a:lnTo>
                    <a:lnTo>
                      <a:pt x="114" y="0"/>
                    </a:lnTo>
                    <a:lnTo>
                      <a:pt x="96" y="18"/>
                    </a:lnTo>
                    <a:lnTo>
                      <a:pt x="90" y="18"/>
                    </a:lnTo>
                    <a:lnTo>
                      <a:pt x="84" y="30"/>
                    </a:lnTo>
                    <a:lnTo>
                      <a:pt x="72" y="36"/>
                    </a:lnTo>
                    <a:lnTo>
                      <a:pt x="60" y="48"/>
                    </a:lnTo>
                    <a:lnTo>
                      <a:pt x="48" y="54"/>
                    </a:lnTo>
                    <a:lnTo>
                      <a:pt x="36" y="66"/>
                    </a:lnTo>
                    <a:lnTo>
                      <a:pt x="24" y="72"/>
                    </a:lnTo>
                    <a:lnTo>
                      <a:pt x="18" y="84"/>
                    </a:lnTo>
                    <a:lnTo>
                      <a:pt x="18" y="102"/>
                    </a:lnTo>
                    <a:lnTo>
                      <a:pt x="12" y="114"/>
                    </a:lnTo>
                    <a:lnTo>
                      <a:pt x="0" y="126"/>
                    </a:lnTo>
                    <a:lnTo>
                      <a:pt x="6" y="138"/>
                    </a:lnTo>
                    <a:lnTo>
                      <a:pt x="18" y="150"/>
                    </a:lnTo>
                    <a:lnTo>
                      <a:pt x="42" y="150"/>
                    </a:lnTo>
                    <a:lnTo>
                      <a:pt x="42" y="168"/>
                    </a:lnTo>
                    <a:lnTo>
                      <a:pt x="48" y="174"/>
                    </a:lnTo>
                    <a:lnTo>
                      <a:pt x="60" y="174"/>
                    </a:lnTo>
                    <a:lnTo>
                      <a:pt x="66" y="168"/>
                    </a:lnTo>
                    <a:lnTo>
                      <a:pt x="102" y="168"/>
                    </a:lnTo>
                    <a:lnTo>
                      <a:pt x="102" y="210"/>
                    </a:lnTo>
                    <a:lnTo>
                      <a:pt x="126" y="222"/>
                    </a:lnTo>
                    <a:lnTo>
                      <a:pt x="132" y="228"/>
                    </a:lnTo>
                    <a:lnTo>
                      <a:pt x="132" y="246"/>
                    </a:lnTo>
                    <a:lnTo>
                      <a:pt x="144" y="246"/>
                    </a:lnTo>
                    <a:lnTo>
                      <a:pt x="156" y="24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4" name="Haiti" descr="© INSCALE GmbH, 05.05.2010&#10;http://www.presentationload.com/">
                <a:extLst>
                  <a:ext uri="{FF2B5EF4-FFF2-40B4-BE49-F238E27FC236}">
                    <a16:creationId xmlns:a16="http://schemas.microsoft.com/office/drawing/2014/main" id="{7F66CEB7-9170-378F-5637-B2DD99B2C102}"/>
                  </a:ext>
                </a:extLst>
              </p:cNvPr>
              <p:cNvSpPr>
                <a:spLocks/>
              </p:cNvSpPr>
              <p:nvPr/>
            </p:nvSpPr>
            <p:spPr bwMode="gray">
              <a:xfrm>
                <a:off x="2262354" y="2610703"/>
                <a:ext cx="74119" cy="59295"/>
              </a:xfrm>
              <a:custGeom>
                <a:avLst/>
                <a:gdLst>
                  <a:gd name="T0" fmla="*/ 2147483647 w 198"/>
                  <a:gd name="T1" fmla="*/ 2147483647 h 156"/>
                  <a:gd name="T2" fmla="*/ 2147483647 w 198"/>
                  <a:gd name="T3" fmla="*/ 2147483647 h 156"/>
                  <a:gd name="T4" fmla="*/ 2147483647 w 198"/>
                  <a:gd name="T5" fmla="*/ 2147483647 h 156"/>
                  <a:gd name="T6" fmla="*/ 2147483647 w 198"/>
                  <a:gd name="T7" fmla="*/ 2147483647 h 156"/>
                  <a:gd name="T8" fmla="*/ 2147483647 w 198"/>
                  <a:gd name="T9" fmla="*/ 2147483647 h 156"/>
                  <a:gd name="T10" fmla="*/ 2147483647 w 198"/>
                  <a:gd name="T11" fmla="*/ 2147483647 h 156"/>
                  <a:gd name="T12" fmla="*/ 2147483647 w 198"/>
                  <a:gd name="T13" fmla="*/ 2147483647 h 156"/>
                  <a:gd name="T14" fmla="*/ 2147483647 w 198"/>
                  <a:gd name="T15" fmla="*/ 2147483647 h 156"/>
                  <a:gd name="T16" fmla="*/ 2147483647 w 198"/>
                  <a:gd name="T17" fmla="*/ 2147483647 h 156"/>
                  <a:gd name="T18" fmla="*/ 2147483647 w 198"/>
                  <a:gd name="T19" fmla="*/ 2147483647 h 156"/>
                  <a:gd name="T20" fmla="*/ 2147483647 w 198"/>
                  <a:gd name="T21" fmla="*/ 2147483647 h 156"/>
                  <a:gd name="T22" fmla="*/ 2147483647 w 198"/>
                  <a:gd name="T23" fmla="*/ 2147483647 h 156"/>
                  <a:gd name="T24" fmla="*/ 2147483647 w 198"/>
                  <a:gd name="T25" fmla="*/ 2147483647 h 156"/>
                  <a:gd name="T26" fmla="*/ 2147483647 w 198"/>
                  <a:gd name="T27" fmla="*/ 2147483647 h 156"/>
                  <a:gd name="T28" fmla="*/ 2147483647 w 198"/>
                  <a:gd name="T29" fmla="*/ 2147483647 h 156"/>
                  <a:gd name="T30" fmla="*/ 2147483647 w 198"/>
                  <a:gd name="T31" fmla="*/ 2147483647 h 156"/>
                  <a:gd name="T32" fmla="*/ 2147483647 w 198"/>
                  <a:gd name="T33" fmla="*/ 2147483647 h 156"/>
                  <a:gd name="T34" fmla="*/ 2147483647 w 198"/>
                  <a:gd name="T35" fmla="*/ 0 h 156"/>
                  <a:gd name="T36" fmla="*/ 2147483647 w 198"/>
                  <a:gd name="T37" fmla="*/ 0 h 156"/>
                  <a:gd name="T38" fmla="*/ 2147483647 w 198"/>
                  <a:gd name="T39" fmla="*/ 2147483647 h 156"/>
                  <a:gd name="T40" fmla="*/ 2147483647 w 198"/>
                  <a:gd name="T41" fmla="*/ 2147483647 h 156"/>
                  <a:gd name="T42" fmla="*/ 2147483647 w 198"/>
                  <a:gd name="T43" fmla="*/ 2147483647 h 156"/>
                  <a:gd name="T44" fmla="*/ 2147483647 w 198"/>
                  <a:gd name="T45" fmla="*/ 2147483647 h 156"/>
                  <a:gd name="T46" fmla="*/ 2147483647 w 198"/>
                  <a:gd name="T47" fmla="*/ 2147483647 h 156"/>
                  <a:gd name="T48" fmla="*/ 2147483647 w 198"/>
                  <a:gd name="T49" fmla="*/ 2147483647 h 156"/>
                  <a:gd name="T50" fmla="*/ 2147483647 w 198"/>
                  <a:gd name="T51" fmla="*/ 2147483647 h 156"/>
                  <a:gd name="T52" fmla="*/ 2147483647 w 198"/>
                  <a:gd name="T53" fmla="*/ 2147483647 h 156"/>
                  <a:gd name="T54" fmla="*/ 2147483647 w 198"/>
                  <a:gd name="T55" fmla="*/ 2147483647 h 156"/>
                  <a:gd name="T56" fmla="*/ 2147483647 w 198"/>
                  <a:gd name="T57" fmla="*/ 2147483647 h 156"/>
                  <a:gd name="T58" fmla="*/ 2147483647 w 198"/>
                  <a:gd name="T59" fmla="*/ 2147483647 h 156"/>
                  <a:gd name="T60" fmla="*/ 2147483647 w 198"/>
                  <a:gd name="T61" fmla="*/ 2147483647 h 156"/>
                  <a:gd name="T62" fmla="*/ 2147483647 w 198"/>
                  <a:gd name="T63" fmla="*/ 2147483647 h 156"/>
                  <a:gd name="T64" fmla="*/ 2147483647 w 198"/>
                  <a:gd name="T65" fmla="*/ 2147483647 h 156"/>
                  <a:gd name="T66" fmla="*/ 2147483647 w 198"/>
                  <a:gd name="T67" fmla="*/ 2147483647 h 156"/>
                  <a:gd name="T68" fmla="*/ 2147483647 w 198"/>
                  <a:gd name="T69" fmla="*/ 2147483647 h 156"/>
                  <a:gd name="T70" fmla="*/ 2147483647 w 198"/>
                  <a:gd name="T71" fmla="*/ 2147483647 h 156"/>
                  <a:gd name="T72" fmla="*/ 2147483647 w 198"/>
                  <a:gd name="T73" fmla="*/ 2147483647 h 156"/>
                  <a:gd name="T74" fmla="*/ 2147483647 w 198"/>
                  <a:gd name="T75" fmla="*/ 2147483647 h 156"/>
                  <a:gd name="T76" fmla="*/ 2147483647 w 198"/>
                  <a:gd name="T77" fmla="*/ 2147483647 h 156"/>
                  <a:gd name="T78" fmla="*/ 2147483647 w 198"/>
                  <a:gd name="T79" fmla="*/ 2147483647 h 156"/>
                  <a:gd name="T80" fmla="*/ 2147483647 w 198"/>
                  <a:gd name="T81" fmla="*/ 2147483647 h 156"/>
                  <a:gd name="T82" fmla="*/ 0 w 198"/>
                  <a:gd name="T83" fmla="*/ 2147483647 h 156"/>
                  <a:gd name="T84" fmla="*/ 0 w 198"/>
                  <a:gd name="T85" fmla="*/ 2147483647 h 156"/>
                  <a:gd name="T86" fmla="*/ 2147483647 w 198"/>
                  <a:gd name="T87" fmla="*/ 2147483647 h 156"/>
                  <a:gd name="T88" fmla="*/ 2147483647 w 198"/>
                  <a:gd name="T89" fmla="*/ 2147483647 h 156"/>
                  <a:gd name="T90" fmla="*/ 2147483647 w 198"/>
                  <a:gd name="T91" fmla="*/ 2147483647 h 156"/>
                  <a:gd name="T92" fmla="*/ 2147483647 w 198"/>
                  <a:gd name="T93" fmla="*/ 2147483647 h 156"/>
                  <a:gd name="T94" fmla="*/ 2147483647 w 198"/>
                  <a:gd name="T95" fmla="*/ 2147483647 h 156"/>
                  <a:gd name="T96" fmla="*/ 2147483647 w 198"/>
                  <a:gd name="T97" fmla="*/ 2147483647 h 156"/>
                  <a:gd name="T98" fmla="*/ 2147483647 w 198"/>
                  <a:gd name="T99" fmla="*/ 2147483647 h 156"/>
                  <a:gd name="T100" fmla="*/ 2147483647 w 198"/>
                  <a:gd name="T101" fmla="*/ 2147483647 h 156"/>
                  <a:gd name="T102" fmla="*/ 2147483647 w 198"/>
                  <a:gd name="T103" fmla="*/ 2147483647 h 156"/>
                  <a:gd name="T104" fmla="*/ 2147483647 w 198"/>
                  <a:gd name="T105" fmla="*/ 2147483647 h 156"/>
                  <a:gd name="T106" fmla="*/ 2147483647 w 198"/>
                  <a:gd name="T107" fmla="*/ 2147483647 h 156"/>
                  <a:gd name="T108" fmla="*/ 2147483647 w 198"/>
                  <a:gd name="T109" fmla="*/ 2147483647 h 156"/>
                  <a:gd name="T110" fmla="*/ 2147483647 w 198"/>
                  <a:gd name="T111" fmla="*/ 2147483647 h 156"/>
                  <a:gd name="T112" fmla="*/ 2147483647 w 198"/>
                  <a:gd name="T113" fmla="*/ 2147483647 h 15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98"/>
                  <a:gd name="T172" fmla="*/ 0 h 156"/>
                  <a:gd name="T173" fmla="*/ 198 w 198"/>
                  <a:gd name="T174" fmla="*/ 156 h 15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98" h="156">
                    <a:moveTo>
                      <a:pt x="168" y="114"/>
                    </a:moveTo>
                    <a:lnTo>
                      <a:pt x="168" y="108"/>
                    </a:lnTo>
                    <a:lnTo>
                      <a:pt x="174" y="102"/>
                    </a:lnTo>
                    <a:lnTo>
                      <a:pt x="180" y="90"/>
                    </a:lnTo>
                    <a:lnTo>
                      <a:pt x="180" y="78"/>
                    </a:lnTo>
                    <a:lnTo>
                      <a:pt x="186" y="72"/>
                    </a:lnTo>
                    <a:lnTo>
                      <a:pt x="192" y="60"/>
                    </a:lnTo>
                    <a:lnTo>
                      <a:pt x="198" y="54"/>
                    </a:lnTo>
                    <a:lnTo>
                      <a:pt x="198" y="42"/>
                    </a:lnTo>
                    <a:lnTo>
                      <a:pt x="186" y="6"/>
                    </a:lnTo>
                    <a:lnTo>
                      <a:pt x="180" y="12"/>
                    </a:lnTo>
                    <a:lnTo>
                      <a:pt x="180" y="18"/>
                    </a:lnTo>
                    <a:lnTo>
                      <a:pt x="174" y="18"/>
                    </a:lnTo>
                    <a:lnTo>
                      <a:pt x="168" y="12"/>
                    </a:lnTo>
                    <a:lnTo>
                      <a:pt x="156" y="12"/>
                    </a:lnTo>
                    <a:lnTo>
                      <a:pt x="144" y="6"/>
                    </a:lnTo>
                    <a:lnTo>
                      <a:pt x="126" y="6"/>
                    </a:lnTo>
                    <a:lnTo>
                      <a:pt x="114" y="0"/>
                    </a:lnTo>
                    <a:lnTo>
                      <a:pt x="84" y="0"/>
                    </a:lnTo>
                    <a:lnTo>
                      <a:pt x="72" y="6"/>
                    </a:lnTo>
                    <a:lnTo>
                      <a:pt x="66" y="12"/>
                    </a:lnTo>
                    <a:lnTo>
                      <a:pt x="66" y="18"/>
                    </a:lnTo>
                    <a:lnTo>
                      <a:pt x="72" y="24"/>
                    </a:lnTo>
                    <a:lnTo>
                      <a:pt x="108" y="24"/>
                    </a:lnTo>
                    <a:lnTo>
                      <a:pt x="114" y="30"/>
                    </a:lnTo>
                    <a:lnTo>
                      <a:pt x="120" y="42"/>
                    </a:lnTo>
                    <a:lnTo>
                      <a:pt x="126" y="48"/>
                    </a:lnTo>
                    <a:lnTo>
                      <a:pt x="114" y="54"/>
                    </a:lnTo>
                    <a:lnTo>
                      <a:pt x="108" y="60"/>
                    </a:lnTo>
                    <a:lnTo>
                      <a:pt x="108" y="72"/>
                    </a:lnTo>
                    <a:lnTo>
                      <a:pt x="114" y="84"/>
                    </a:lnTo>
                    <a:lnTo>
                      <a:pt x="114" y="96"/>
                    </a:lnTo>
                    <a:lnTo>
                      <a:pt x="120" y="102"/>
                    </a:lnTo>
                    <a:lnTo>
                      <a:pt x="114" y="108"/>
                    </a:lnTo>
                    <a:lnTo>
                      <a:pt x="96" y="108"/>
                    </a:lnTo>
                    <a:lnTo>
                      <a:pt x="78" y="102"/>
                    </a:lnTo>
                    <a:lnTo>
                      <a:pt x="66" y="102"/>
                    </a:lnTo>
                    <a:lnTo>
                      <a:pt x="54" y="96"/>
                    </a:lnTo>
                    <a:lnTo>
                      <a:pt x="36" y="96"/>
                    </a:lnTo>
                    <a:lnTo>
                      <a:pt x="24" y="102"/>
                    </a:lnTo>
                    <a:lnTo>
                      <a:pt x="6" y="102"/>
                    </a:lnTo>
                    <a:lnTo>
                      <a:pt x="0" y="108"/>
                    </a:lnTo>
                    <a:lnTo>
                      <a:pt x="0" y="114"/>
                    </a:lnTo>
                    <a:lnTo>
                      <a:pt x="6" y="120"/>
                    </a:lnTo>
                    <a:lnTo>
                      <a:pt x="12" y="132"/>
                    </a:lnTo>
                    <a:lnTo>
                      <a:pt x="24" y="138"/>
                    </a:lnTo>
                    <a:lnTo>
                      <a:pt x="30" y="150"/>
                    </a:lnTo>
                    <a:lnTo>
                      <a:pt x="36" y="156"/>
                    </a:lnTo>
                    <a:lnTo>
                      <a:pt x="42" y="156"/>
                    </a:lnTo>
                    <a:lnTo>
                      <a:pt x="48" y="150"/>
                    </a:lnTo>
                    <a:lnTo>
                      <a:pt x="54" y="138"/>
                    </a:lnTo>
                    <a:lnTo>
                      <a:pt x="60" y="132"/>
                    </a:lnTo>
                    <a:lnTo>
                      <a:pt x="138" y="132"/>
                    </a:lnTo>
                    <a:lnTo>
                      <a:pt x="156" y="126"/>
                    </a:lnTo>
                    <a:lnTo>
                      <a:pt x="168" y="126"/>
                    </a:lnTo>
                    <a:lnTo>
                      <a:pt x="180" y="144"/>
                    </a:lnTo>
                    <a:lnTo>
                      <a:pt x="168" y="11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5" name="Guyane (French Guiana)" descr="© INSCALE GmbH, 05.05.2010&#10;http://www.presentationload.com/">
                <a:extLst>
                  <a:ext uri="{FF2B5EF4-FFF2-40B4-BE49-F238E27FC236}">
                    <a16:creationId xmlns:a16="http://schemas.microsoft.com/office/drawing/2014/main" id="{6D659B2F-8817-ECA8-A6FA-99F60B136358}"/>
                  </a:ext>
                </a:extLst>
              </p:cNvPr>
              <p:cNvSpPr>
                <a:spLocks/>
              </p:cNvSpPr>
              <p:nvPr/>
            </p:nvSpPr>
            <p:spPr bwMode="gray">
              <a:xfrm>
                <a:off x="2760431" y="3042075"/>
                <a:ext cx="77083" cy="112660"/>
              </a:xfrm>
              <a:custGeom>
                <a:avLst/>
                <a:gdLst>
                  <a:gd name="T0" fmla="*/ 2147483647 w 52"/>
                  <a:gd name="T1" fmla="*/ 2147483647 h 76"/>
                  <a:gd name="T2" fmla="*/ 2147483647 w 52"/>
                  <a:gd name="T3" fmla="*/ 2147483647 h 76"/>
                  <a:gd name="T4" fmla="*/ 2147483647 w 52"/>
                  <a:gd name="T5" fmla="*/ 2147483647 h 76"/>
                  <a:gd name="T6" fmla="*/ 2147483647 w 52"/>
                  <a:gd name="T7" fmla="*/ 2147483647 h 76"/>
                  <a:gd name="T8" fmla="*/ 2147483647 w 52"/>
                  <a:gd name="T9" fmla="*/ 2147483647 h 76"/>
                  <a:gd name="T10" fmla="*/ 2147483647 w 52"/>
                  <a:gd name="T11" fmla="*/ 2147483647 h 76"/>
                  <a:gd name="T12" fmla="*/ 2147483647 w 52"/>
                  <a:gd name="T13" fmla="*/ 2147483647 h 76"/>
                  <a:gd name="T14" fmla="*/ 2147483647 w 52"/>
                  <a:gd name="T15" fmla="*/ 2147483647 h 76"/>
                  <a:gd name="T16" fmla="*/ 2147483647 w 52"/>
                  <a:gd name="T17" fmla="*/ 2147483647 h 76"/>
                  <a:gd name="T18" fmla="*/ 2147483647 w 52"/>
                  <a:gd name="T19" fmla="*/ 2147483647 h 76"/>
                  <a:gd name="T20" fmla="*/ 2147483647 w 52"/>
                  <a:gd name="T21" fmla="*/ 2147483647 h 76"/>
                  <a:gd name="T22" fmla="*/ 2147483647 w 52"/>
                  <a:gd name="T23" fmla="*/ 0 h 76"/>
                  <a:gd name="T24" fmla="*/ 2147483647 w 52"/>
                  <a:gd name="T25" fmla="*/ 2147483647 h 76"/>
                  <a:gd name="T26" fmla="*/ 2147483647 w 52"/>
                  <a:gd name="T27" fmla="*/ 2147483647 h 76"/>
                  <a:gd name="T28" fmla="*/ 2147483647 w 52"/>
                  <a:gd name="T29" fmla="*/ 2147483647 h 76"/>
                  <a:gd name="T30" fmla="*/ 2147483647 w 52"/>
                  <a:gd name="T31" fmla="*/ 2147483647 h 76"/>
                  <a:gd name="T32" fmla="*/ 2147483647 w 52"/>
                  <a:gd name="T33" fmla="*/ 2147483647 h 76"/>
                  <a:gd name="T34" fmla="*/ 2147483647 w 52"/>
                  <a:gd name="T35" fmla="*/ 2147483647 h 76"/>
                  <a:gd name="T36" fmla="*/ 2147483647 w 52"/>
                  <a:gd name="T37" fmla="*/ 2147483647 h 76"/>
                  <a:gd name="T38" fmla="*/ 2147483647 w 52"/>
                  <a:gd name="T39" fmla="*/ 2147483647 h 76"/>
                  <a:gd name="T40" fmla="*/ 2147483647 w 52"/>
                  <a:gd name="T41" fmla="*/ 2147483647 h 76"/>
                  <a:gd name="T42" fmla="*/ 2147483647 w 52"/>
                  <a:gd name="T43" fmla="*/ 2147483647 h 76"/>
                  <a:gd name="T44" fmla="*/ 2147483647 w 52"/>
                  <a:gd name="T45" fmla="*/ 2147483647 h 76"/>
                  <a:gd name="T46" fmla="*/ 2147483647 w 52"/>
                  <a:gd name="T47" fmla="*/ 2147483647 h 76"/>
                  <a:gd name="T48" fmla="*/ 2147483647 w 52"/>
                  <a:gd name="T49" fmla="*/ 2147483647 h 76"/>
                  <a:gd name="T50" fmla="*/ 2147483647 w 52"/>
                  <a:gd name="T51" fmla="*/ 2147483647 h 76"/>
                  <a:gd name="T52" fmla="*/ 2147483647 w 52"/>
                  <a:gd name="T53" fmla="*/ 2147483647 h 76"/>
                  <a:gd name="T54" fmla="*/ 2147483647 w 52"/>
                  <a:gd name="T55" fmla="*/ 2147483647 h 76"/>
                  <a:gd name="T56" fmla="*/ 2147483647 w 52"/>
                  <a:gd name="T57" fmla="*/ 2147483647 h 76"/>
                  <a:gd name="T58" fmla="*/ 2147483647 w 52"/>
                  <a:gd name="T59" fmla="*/ 2147483647 h 76"/>
                  <a:gd name="T60" fmla="*/ 2147483647 w 52"/>
                  <a:gd name="T61" fmla="*/ 2147483647 h 76"/>
                  <a:gd name="T62" fmla="*/ 2147483647 w 52"/>
                  <a:gd name="T63" fmla="*/ 2147483647 h 76"/>
                  <a:gd name="T64" fmla="*/ 0 w 52"/>
                  <a:gd name="T65" fmla="*/ 2147483647 h 76"/>
                  <a:gd name="T66" fmla="*/ 0 w 52"/>
                  <a:gd name="T67" fmla="*/ 2147483647 h 76"/>
                  <a:gd name="T68" fmla="*/ 2147483647 w 52"/>
                  <a:gd name="T69" fmla="*/ 2147483647 h 76"/>
                  <a:gd name="T70" fmla="*/ 2147483647 w 52"/>
                  <a:gd name="T71" fmla="*/ 2147483647 h 76"/>
                  <a:gd name="T72" fmla="*/ 2147483647 w 52"/>
                  <a:gd name="T73" fmla="*/ 2147483647 h 76"/>
                  <a:gd name="T74" fmla="*/ 2147483647 w 52"/>
                  <a:gd name="T75" fmla="*/ 2147483647 h 76"/>
                  <a:gd name="T76" fmla="*/ 2147483647 w 52"/>
                  <a:gd name="T77" fmla="*/ 2147483647 h 76"/>
                  <a:gd name="T78" fmla="*/ 2147483647 w 52"/>
                  <a:gd name="T79" fmla="*/ 2147483647 h 76"/>
                  <a:gd name="T80" fmla="*/ 2147483647 w 52"/>
                  <a:gd name="T81" fmla="*/ 2147483647 h 76"/>
                  <a:gd name="T82" fmla="*/ 2147483647 w 52"/>
                  <a:gd name="T83" fmla="*/ 2147483647 h 76"/>
                  <a:gd name="T84" fmla="*/ 2147483647 w 52"/>
                  <a:gd name="T85" fmla="*/ 2147483647 h 76"/>
                  <a:gd name="T86" fmla="*/ 2147483647 w 52"/>
                  <a:gd name="T87" fmla="*/ 2147483647 h 76"/>
                  <a:gd name="T88" fmla="*/ 2147483647 w 52"/>
                  <a:gd name="T89" fmla="*/ 2147483647 h 76"/>
                  <a:gd name="T90" fmla="*/ 2147483647 w 52"/>
                  <a:gd name="T91" fmla="*/ 2147483647 h 76"/>
                  <a:gd name="T92" fmla="*/ 2147483647 w 52"/>
                  <a:gd name="T93" fmla="*/ 2147483647 h 76"/>
                  <a:gd name="T94" fmla="*/ 2147483647 w 52"/>
                  <a:gd name="T95" fmla="*/ 2147483647 h 76"/>
                  <a:gd name="T96" fmla="*/ 2147483647 w 52"/>
                  <a:gd name="T97" fmla="*/ 2147483647 h 76"/>
                  <a:gd name="T98" fmla="*/ 2147483647 w 52"/>
                  <a:gd name="T99" fmla="*/ 2147483647 h 76"/>
                  <a:gd name="T100" fmla="*/ 2147483647 w 52"/>
                  <a:gd name="T101" fmla="*/ 2147483647 h 76"/>
                  <a:gd name="T102" fmla="*/ 2147483647 w 52"/>
                  <a:gd name="T103" fmla="*/ 2147483647 h 76"/>
                  <a:gd name="T104" fmla="*/ 2147483647 w 52"/>
                  <a:gd name="T105" fmla="*/ 2147483647 h 76"/>
                  <a:gd name="T106" fmla="*/ 2147483647 w 52"/>
                  <a:gd name="T107" fmla="*/ 2147483647 h 76"/>
                  <a:gd name="T108" fmla="*/ 2147483647 w 52"/>
                  <a:gd name="T109" fmla="*/ 2147483647 h 76"/>
                  <a:gd name="T110" fmla="*/ 2147483647 w 52"/>
                  <a:gd name="T111" fmla="*/ 2147483647 h 76"/>
                  <a:gd name="T112" fmla="*/ 2147483647 w 52"/>
                  <a:gd name="T113" fmla="*/ 2147483647 h 76"/>
                  <a:gd name="T114" fmla="*/ 2147483647 w 52"/>
                  <a:gd name="T115" fmla="*/ 2147483647 h 7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2"/>
                  <a:gd name="T175" fmla="*/ 0 h 76"/>
                  <a:gd name="T176" fmla="*/ 52 w 52"/>
                  <a:gd name="T177" fmla="*/ 76 h 7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2" h="76">
                    <a:moveTo>
                      <a:pt x="52" y="32"/>
                    </a:moveTo>
                    <a:lnTo>
                      <a:pt x="50" y="26"/>
                    </a:lnTo>
                    <a:lnTo>
                      <a:pt x="48" y="24"/>
                    </a:lnTo>
                    <a:lnTo>
                      <a:pt x="46" y="22"/>
                    </a:lnTo>
                    <a:lnTo>
                      <a:pt x="46" y="20"/>
                    </a:lnTo>
                    <a:lnTo>
                      <a:pt x="40" y="20"/>
                    </a:lnTo>
                    <a:lnTo>
                      <a:pt x="32" y="6"/>
                    </a:lnTo>
                    <a:lnTo>
                      <a:pt x="24" y="6"/>
                    </a:lnTo>
                    <a:lnTo>
                      <a:pt x="22" y="4"/>
                    </a:lnTo>
                    <a:lnTo>
                      <a:pt x="20" y="4"/>
                    </a:lnTo>
                    <a:lnTo>
                      <a:pt x="16" y="2"/>
                    </a:lnTo>
                    <a:lnTo>
                      <a:pt x="14" y="0"/>
                    </a:lnTo>
                    <a:lnTo>
                      <a:pt x="12" y="4"/>
                    </a:lnTo>
                    <a:lnTo>
                      <a:pt x="12" y="10"/>
                    </a:lnTo>
                    <a:lnTo>
                      <a:pt x="10" y="10"/>
                    </a:lnTo>
                    <a:lnTo>
                      <a:pt x="8" y="12"/>
                    </a:lnTo>
                    <a:lnTo>
                      <a:pt x="6" y="14"/>
                    </a:lnTo>
                    <a:lnTo>
                      <a:pt x="4" y="16"/>
                    </a:lnTo>
                    <a:lnTo>
                      <a:pt x="2" y="20"/>
                    </a:lnTo>
                    <a:lnTo>
                      <a:pt x="2" y="28"/>
                    </a:lnTo>
                    <a:lnTo>
                      <a:pt x="4" y="32"/>
                    </a:lnTo>
                    <a:lnTo>
                      <a:pt x="4" y="36"/>
                    </a:lnTo>
                    <a:lnTo>
                      <a:pt x="6" y="40"/>
                    </a:lnTo>
                    <a:lnTo>
                      <a:pt x="10" y="44"/>
                    </a:lnTo>
                    <a:lnTo>
                      <a:pt x="12" y="46"/>
                    </a:lnTo>
                    <a:lnTo>
                      <a:pt x="12" y="48"/>
                    </a:lnTo>
                    <a:lnTo>
                      <a:pt x="6" y="54"/>
                    </a:lnTo>
                    <a:lnTo>
                      <a:pt x="8" y="62"/>
                    </a:lnTo>
                    <a:lnTo>
                      <a:pt x="6" y="64"/>
                    </a:lnTo>
                    <a:lnTo>
                      <a:pt x="4" y="64"/>
                    </a:lnTo>
                    <a:lnTo>
                      <a:pt x="4" y="66"/>
                    </a:lnTo>
                    <a:lnTo>
                      <a:pt x="2" y="68"/>
                    </a:lnTo>
                    <a:lnTo>
                      <a:pt x="0" y="72"/>
                    </a:lnTo>
                    <a:lnTo>
                      <a:pt x="4" y="76"/>
                    </a:lnTo>
                    <a:lnTo>
                      <a:pt x="10" y="76"/>
                    </a:lnTo>
                    <a:lnTo>
                      <a:pt x="12" y="74"/>
                    </a:lnTo>
                    <a:lnTo>
                      <a:pt x="12" y="72"/>
                    </a:lnTo>
                    <a:lnTo>
                      <a:pt x="14" y="72"/>
                    </a:lnTo>
                    <a:lnTo>
                      <a:pt x="16" y="72"/>
                    </a:lnTo>
                    <a:lnTo>
                      <a:pt x="18" y="72"/>
                    </a:lnTo>
                    <a:lnTo>
                      <a:pt x="20" y="72"/>
                    </a:lnTo>
                    <a:lnTo>
                      <a:pt x="22" y="72"/>
                    </a:lnTo>
                    <a:lnTo>
                      <a:pt x="26" y="74"/>
                    </a:lnTo>
                    <a:lnTo>
                      <a:pt x="30" y="74"/>
                    </a:lnTo>
                    <a:lnTo>
                      <a:pt x="32" y="72"/>
                    </a:lnTo>
                    <a:lnTo>
                      <a:pt x="40" y="64"/>
                    </a:lnTo>
                    <a:lnTo>
                      <a:pt x="40" y="60"/>
                    </a:lnTo>
                    <a:lnTo>
                      <a:pt x="44" y="50"/>
                    </a:lnTo>
                    <a:lnTo>
                      <a:pt x="46" y="46"/>
                    </a:lnTo>
                    <a:lnTo>
                      <a:pt x="48" y="44"/>
                    </a:lnTo>
                    <a:lnTo>
                      <a:pt x="50" y="42"/>
                    </a:lnTo>
                    <a:lnTo>
                      <a:pt x="50" y="40"/>
                    </a:lnTo>
                    <a:lnTo>
                      <a:pt x="52" y="38"/>
                    </a:lnTo>
                    <a:lnTo>
                      <a:pt x="52" y="36"/>
                    </a:lnTo>
                    <a:lnTo>
                      <a:pt x="52" y="34"/>
                    </a:lnTo>
                    <a:lnTo>
                      <a:pt x="52" y="3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6" name="Guyana" descr="© INSCALE GmbH, 05.05.2010&#10;http://www.presentationload.com/">
                <a:extLst>
                  <a:ext uri="{FF2B5EF4-FFF2-40B4-BE49-F238E27FC236}">
                    <a16:creationId xmlns:a16="http://schemas.microsoft.com/office/drawing/2014/main" id="{C3584818-4814-7523-A176-689F9C26E23A}"/>
                  </a:ext>
                </a:extLst>
              </p:cNvPr>
              <p:cNvSpPr>
                <a:spLocks/>
              </p:cNvSpPr>
              <p:nvPr/>
            </p:nvSpPr>
            <p:spPr bwMode="gray">
              <a:xfrm>
                <a:off x="2579582" y="2960544"/>
                <a:ext cx="123038" cy="220874"/>
              </a:xfrm>
              <a:custGeom>
                <a:avLst/>
                <a:gdLst>
                  <a:gd name="T0" fmla="*/ 2147483647 w 324"/>
                  <a:gd name="T1" fmla="*/ 2147483647 h 582"/>
                  <a:gd name="T2" fmla="*/ 2147483647 w 324"/>
                  <a:gd name="T3" fmla="*/ 2147483647 h 582"/>
                  <a:gd name="T4" fmla="*/ 2147483647 w 324"/>
                  <a:gd name="T5" fmla="*/ 2147483647 h 582"/>
                  <a:gd name="T6" fmla="*/ 2147483647 w 324"/>
                  <a:gd name="T7" fmla="*/ 2147483647 h 582"/>
                  <a:gd name="T8" fmla="*/ 2147483647 w 324"/>
                  <a:gd name="T9" fmla="*/ 2147483647 h 582"/>
                  <a:gd name="T10" fmla="*/ 2147483647 w 324"/>
                  <a:gd name="T11" fmla="*/ 2147483647 h 582"/>
                  <a:gd name="T12" fmla="*/ 2147483647 w 324"/>
                  <a:gd name="T13" fmla="*/ 2147483647 h 582"/>
                  <a:gd name="T14" fmla="*/ 2147483647 w 324"/>
                  <a:gd name="T15" fmla="*/ 2147483647 h 582"/>
                  <a:gd name="T16" fmla="*/ 0 w 324"/>
                  <a:gd name="T17" fmla="*/ 2147483647 h 582"/>
                  <a:gd name="T18" fmla="*/ 2147483647 w 324"/>
                  <a:gd name="T19" fmla="*/ 2147483647 h 582"/>
                  <a:gd name="T20" fmla="*/ 2147483647 w 324"/>
                  <a:gd name="T21" fmla="*/ 2147483647 h 582"/>
                  <a:gd name="T22" fmla="*/ 2147483647 w 324"/>
                  <a:gd name="T23" fmla="*/ 2147483647 h 582"/>
                  <a:gd name="T24" fmla="*/ 2147483647 w 324"/>
                  <a:gd name="T25" fmla="*/ 2147483647 h 582"/>
                  <a:gd name="T26" fmla="*/ 2147483647 w 324"/>
                  <a:gd name="T27" fmla="*/ 2147483647 h 582"/>
                  <a:gd name="T28" fmla="*/ 2147483647 w 324"/>
                  <a:gd name="T29" fmla="*/ 2147483647 h 582"/>
                  <a:gd name="T30" fmla="*/ 2147483647 w 324"/>
                  <a:gd name="T31" fmla="*/ 2147483647 h 582"/>
                  <a:gd name="T32" fmla="*/ 2147483647 w 324"/>
                  <a:gd name="T33" fmla="*/ 2147483647 h 582"/>
                  <a:gd name="T34" fmla="*/ 2147483647 w 324"/>
                  <a:gd name="T35" fmla="*/ 2147483647 h 582"/>
                  <a:gd name="T36" fmla="*/ 2147483647 w 324"/>
                  <a:gd name="T37" fmla="*/ 2147483647 h 582"/>
                  <a:gd name="T38" fmla="*/ 2147483647 w 324"/>
                  <a:gd name="T39" fmla="*/ 2147483647 h 582"/>
                  <a:gd name="T40" fmla="*/ 2147483647 w 324"/>
                  <a:gd name="T41" fmla="*/ 2147483647 h 582"/>
                  <a:gd name="T42" fmla="*/ 2147483647 w 324"/>
                  <a:gd name="T43" fmla="*/ 2147483647 h 582"/>
                  <a:gd name="T44" fmla="*/ 2147483647 w 324"/>
                  <a:gd name="T45" fmla="*/ 2147483647 h 582"/>
                  <a:gd name="T46" fmla="*/ 2147483647 w 324"/>
                  <a:gd name="T47" fmla="*/ 2147483647 h 582"/>
                  <a:gd name="T48" fmla="*/ 2147483647 w 324"/>
                  <a:gd name="T49" fmla="*/ 2147483647 h 582"/>
                  <a:gd name="T50" fmla="*/ 2147483647 w 324"/>
                  <a:gd name="T51" fmla="*/ 2147483647 h 582"/>
                  <a:gd name="T52" fmla="*/ 2147483647 w 324"/>
                  <a:gd name="T53" fmla="*/ 2147483647 h 582"/>
                  <a:gd name="T54" fmla="*/ 2147483647 w 324"/>
                  <a:gd name="T55" fmla="*/ 2147483647 h 582"/>
                  <a:gd name="T56" fmla="*/ 2147483647 w 324"/>
                  <a:gd name="T57" fmla="*/ 2147483647 h 582"/>
                  <a:gd name="T58" fmla="*/ 2147483647 w 324"/>
                  <a:gd name="T59" fmla="*/ 2147483647 h 582"/>
                  <a:gd name="T60" fmla="*/ 2147483647 w 324"/>
                  <a:gd name="T61" fmla="*/ 2147483647 h 582"/>
                  <a:gd name="T62" fmla="*/ 2147483647 w 324"/>
                  <a:gd name="T63" fmla="*/ 2147483647 h 582"/>
                  <a:gd name="T64" fmla="*/ 2147483647 w 324"/>
                  <a:gd name="T65" fmla="*/ 2147483647 h 582"/>
                  <a:gd name="T66" fmla="*/ 2147483647 w 324"/>
                  <a:gd name="T67" fmla="*/ 2147483647 h 582"/>
                  <a:gd name="T68" fmla="*/ 2147483647 w 324"/>
                  <a:gd name="T69" fmla="*/ 2147483647 h 582"/>
                  <a:gd name="T70" fmla="*/ 2147483647 w 324"/>
                  <a:gd name="T71" fmla="*/ 2147483647 h 582"/>
                  <a:gd name="T72" fmla="*/ 2147483647 w 324"/>
                  <a:gd name="T73" fmla="*/ 2147483647 h 582"/>
                  <a:gd name="T74" fmla="*/ 2147483647 w 324"/>
                  <a:gd name="T75" fmla="*/ 2147483647 h 582"/>
                  <a:gd name="T76" fmla="*/ 2147483647 w 324"/>
                  <a:gd name="T77" fmla="*/ 2147483647 h 582"/>
                  <a:gd name="T78" fmla="*/ 2147483647 w 324"/>
                  <a:gd name="T79" fmla="*/ 2147483647 h 582"/>
                  <a:gd name="T80" fmla="*/ 2147483647 w 324"/>
                  <a:gd name="T81" fmla="*/ 2147483647 h 582"/>
                  <a:gd name="T82" fmla="*/ 2147483647 w 324"/>
                  <a:gd name="T83" fmla="*/ 2147483647 h 582"/>
                  <a:gd name="T84" fmla="*/ 2147483647 w 324"/>
                  <a:gd name="T85" fmla="*/ 2147483647 h 582"/>
                  <a:gd name="T86" fmla="*/ 2147483647 w 324"/>
                  <a:gd name="T87" fmla="*/ 2147483647 h 582"/>
                  <a:gd name="T88" fmla="*/ 2147483647 w 324"/>
                  <a:gd name="T89" fmla="*/ 2147483647 h 582"/>
                  <a:gd name="T90" fmla="*/ 2147483647 w 324"/>
                  <a:gd name="T91" fmla="*/ 2147483647 h 582"/>
                  <a:gd name="T92" fmla="*/ 2147483647 w 324"/>
                  <a:gd name="T93" fmla="*/ 2147483647 h 582"/>
                  <a:gd name="T94" fmla="*/ 2147483647 w 324"/>
                  <a:gd name="T95" fmla="*/ 2147483647 h 582"/>
                  <a:gd name="T96" fmla="*/ 2147483647 w 324"/>
                  <a:gd name="T97" fmla="*/ 2147483647 h 582"/>
                  <a:gd name="T98" fmla="*/ 2147483647 w 324"/>
                  <a:gd name="T99" fmla="*/ 2147483647 h 582"/>
                  <a:gd name="T100" fmla="*/ 2147483647 w 324"/>
                  <a:gd name="T101" fmla="*/ 2147483647 h 582"/>
                  <a:gd name="T102" fmla="*/ 2147483647 w 324"/>
                  <a:gd name="T103" fmla="*/ 2147483647 h 582"/>
                  <a:gd name="T104" fmla="*/ 2147483647 w 324"/>
                  <a:gd name="T105" fmla="*/ 2147483647 h 582"/>
                  <a:gd name="T106" fmla="*/ 2147483647 w 324"/>
                  <a:gd name="T107" fmla="*/ 2147483647 h 582"/>
                  <a:gd name="T108" fmla="*/ 2147483647 w 324"/>
                  <a:gd name="T109" fmla="*/ 2147483647 h 582"/>
                  <a:gd name="T110" fmla="*/ 2147483647 w 324"/>
                  <a:gd name="T111" fmla="*/ 2147483647 h 582"/>
                  <a:gd name="T112" fmla="*/ 2147483647 w 324"/>
                  <a:gd name="T113" fmla="*/ 2147483647 h 582"/>
                  <a:gd name="T114" fmla="*/ 2147483647 w 324"/>
                  <a:gd name="T115" fmla="*/ 2147483647 h 582"/>
                  <a:gd name="T116" fmla="*/ 2147483647 w 324"/>
                  <a:gd name="T117" fmla="*/ 2147483647 h 582"/>
                  <a:gd name="T118" fmla="*/ 2147483647 w 324"/>
                  <a:gd name="T119" fmla="*/ 2147483647 h 582"/>
                  <a:gd name="T120" fmla="*/ 2147483647 w 324"/>
                  <a:gd name="T121" fmla="*/ 2147483647 h 582"/>
                  <a:gd name="T122" fmla="*/ 2147483647 w 324"/>
                  <a:gd name="T123" fmla="*/ 0 h 582"/>
                  <a:gd name="T124" fmla="*/ 2147483647 w 324"/>
                  <a:gd name="T125" fmla="*/ 2147483647 h 58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4"/>
                  <a:gd name="T190" fmla="*/ 0 h 582"/>
                  <a:gd name="T191" fmla="*/ 324 w 324"/>
                  <a:gd name="T192" fmla="*/ 582 h 58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4" h="582">
                    <a:moveTo>
                      <a:pt x="90" y="42"/>
                    </a:moveTo>
                    <a:lnTo>
                      <a:pt x="84" y="48"/>
                    </a:lnTo>
                    <a:lnTo>
                      <a:pt x="72" y="48"/>
                    </a:lnTo>
                    <a:lnTo>
                      <a:pt x="60" y="60"/>
                    </a:lnTo>
                    <a:lnTo>
                      <a:pt x="60" y="102"/>
                    </a:lnTo>
                    <a:lnTo>
                      <a:pt x="84" y="102"/>
                    </a:lnTo>
                    <a:lnTo>
                      <a:pt x="84" y="120"/>
                    </a:lnTo>
                    <a:lnTo>
                      <a:pt x="78" y="126"/>
                    </a:lnTo>
                    <a:lnTo>
                      <a:pt x="66" y="132"/>
                    </a:lnTo>
                    <a:lnTo>
                      <a:pt x="54" y="132"/>
                    </a:lnTo>
                    <a:lnTo>
                      <a:pt x="42" y="138"/>
                    </a:lnTo>
                    <a:lnTo>
                      <a:pt x="12" y="138"/>
                    </a:lnTo>
                    <a:lnTo>
                      <a:pt x="12" y="144"/>
                    </a:lnTo>
                    <a:lnTo>
                      <a:pt x="30" y="162"/>
                    </a:lnTo>
                    <a:lnTo>
                      <a:pt x="30" y="180"/>
                    </a:lnTo>
                    <a:lnTo>
                      <a:pt x="18" y="186"/>
                    </a:lnTo>
                    <a:lnTo>
                      <a:pt x="12" y="186"/>
                    </a:lnTo>
                    <a:lnTo>
                      <a:pt x="0" y="192"/>
                    </a:lnTo>
                    <a:lnTo>
                      <a:pt x="0" y="204"/>
                    </a:lnTo>
                    <a:lnTo>
                      <a:pt x="6" y="210"/>
                    </a:lnTo>
                    <a:lnTo>
                      <a:pt x="12" y="222"/>
                    </a:lnTo>
                    <a:lnTo>
                      <a:pt x="48" y="258"/>
                    </a:lnTo>
                    <a:lnTo>
                      <a:pt x="72" y="264"/>
                    </a:lnTo>
                    <a:lnTo>
                      <a:pt x="78" y="252"/>
                    </a:lnTo>
                    <a:lnTo>
                      <a:pt x="90" y="264"/>
                    </a:lnTo>
                    <a:lnTo>
                      <a:pt x="96" y="276"/>
                    </a:lnTo>
                    <a:lnTo>
                      <a:pt x="96" y="294"/>
                    </a:lnTo>
                    <a:lnTo>
                      <a:pt x="90" y="306"/>
                    </a:lnTo>
                    <a:lnTo>
                      <a:pt x="84" y="312"/>
                    </a:lnTo>
                    <a:lnTo>
                      <a:pt x="84" y="318"/>
                    </a:lnTo>
                    <a:lnTo>
                      <a:pt x="90" y="324"/>
                    </a:lnTo>
                    <a:lnTo>
                      <a:pt x="96" y="324"/>
                    </a:lnTo>
                    <a:lnTo>
                      <a:pt x="108" y="318"/>
                    </a:lnTo>
                    <a:lnTo>
                      <a:pt x="114" y="318"/>
                    </a:lnTo>
                    <a:lnTo>
                      <a:pt x="114" y="348"/>
                    </a:lnTo>
                    <a:lnTo>
                      <a:pt x="120" y="354"/>
                    </a:lnTo>
                    <a:lnTo>
                      <a:pt x="126" y="354"/>
                    </a:lnTo>
                    <a:lnTo>
                      <a:pt x="126" y="366"/>
                    </a:lnTo>
                    <a:lnTo>
                      <a:pt x="120" y="378"/>
                    </a:lnTo>
                    <a:lnTo>
                      <a:pt x="108" y="390"/>
                    </a:lnTo>
                    <a:lnTo>
                      <a:pt x="96" y="432"/>
                    </a:lnTo>
                    <a:lnTo>
                      <a:pt x="90" y="444"/>
                    </a:lnTo>
                    <a:lnTo>
                      <a:pt x="90" y="450"/>
                    </a:lnTo>
                    <a:lnTo>
                      <a:pt x="84" y="462"/>
                    </a:lnTo>
                    <a:lnTo>
                      <a:pt x="84" y="468"/>
                    </a:lnTo>
                    <a:lnTo>
                      <a:pt x="90" y="480"/>
                    </a:lnTo>
                    <a:lnTo>
                      <a:pt x="114" y="504"/>
                    </a:lnTo>
                    <a:lnTo>
                      <a:pt x="114" y="534"/>
                    </a:lnTo>
                    <a:lnTo>
                      <a:pt x="144" y="570"/>
                    </a:lnTo>
                    <a:lnTo>
                      <a:pt x="156" y="570"/>
                    </a:lnTo>
                    <a:lnTo>
                      <a:pt x="162" y="582"/>
                    </a:lnTo>
                    <a:lnTo>
                      <a:pt x="198" y="582"/>
                    </a:lnTo>
                    <a:lnTo>
                      <a:pt x="204" y="576"/>
                    </a:lnTo>
                    <a:lnTo>
                      <a:pt x="204" y="564"/>
                    </a:lnTo>
                    <a:lnTo>
                      <a:pt x="216" y="552"/>
                    </a:lnTo>
                    <a:lnTo>
                      <a:pt x="234" y="552"/>
                    </a:lnTo>
                    <a:lnTo>
                      <a:pt x="240" y="540"/>
                    </a:lnTo>
                    <a:lnTo>
                      <a:pt x="270" y="540"/>
                    </a:lnTo>
                    <a:lnTo>
                      <a:pt x="270" y="534"/>
                    </a:lnTo>
                    <a:lnTo>
                      <a:pt x="288" y="516"/>
                    </a:lnTo>
                    <a:lnTo>
                      <a:pt x="300" y="516"/>
                    </a:lnTo>
                    <a:lnTo>
                      <a:pt x="312" y="528"/>
                    </a:lnTo>
                    <a:lnTo>
                      <a:pt x="318" y="528"/>
                    </a:lnTo>
                    <a:lnTo>
                      <a:pt x="324" y="522"/>
                    </a:lnTo>
                    <a:lnTo>
                      <a:pt x="324" y="510"/>
                    </a:lnTo>
                    <a:lnTo>
                      <a:pt x="318" y="504"/>
                    </a:lnTo>
                    <a:lnTo>
                      <a:pt x="312" y="492"/>
                    </a:lnTo>
                    <a:lnTo>
                      <a:pt x="306" y="474"/>
                    </a:lnTo>
                    <a:lnTo>
                      <a:pt x="288" y="456"/>
                    </a:lnTo>
                    <a:lnTo>
                      <a:pt x="282" y="444"/>
                    </a:lnTo>
                    <a:lnTo>
                      <a:pt x="282" y="420"/>
                    </a:lnTo>
                    <a:lnTo>
                      <a:pt x="288" y="414"/>
                    </a:lnTo>
                    <a:lnTo>
                      <a:pt x="288" y="396"/>
                    </a:lnTo>
                    <a:lnTo>
                      <a:pt x="276" y="408"/>
                    </a:lnTo>
                    <a:lnTo>
                      <a:pt x="276" y="414"/>
                    </a:lnTo>
                    <a:lnTo>
                      <a:pt x="264" y="414"/>
                    </a:lnTo>
                    <a:lnTo>
                      <a:pt x="258" y="402"/>
                    </a:lnTo>
                    <a:lnTo>
                      <a:pt x="252" y="396"/>
                    </a:lnTo>
                    <a:lnTo>
                      <a:pt x="246" y="384"/>
                    </a:lnTo>
                    <a:lnTo>
                      <a:pt x="246" y="372"/>
                    </a:lnTo>
                    <a:lnTo>
                      <a:pt x="240" y="372"/>
                    </a:lnTo>
                    <a:lnTo>
                      <a:pt x="240" y="366"/>
                    </a:lnTo>
                    <a:lnTo>
                      <a:pt x="234" y="360"/>
                    </a:lnTo>
                    <a:lnTo>
                      <a:pt x="234" y="348"/>
                    </a:lnTo>
                    <a:lnTo>
                      <a:pt x="240" y="336"/>
                    </a:lnTo>
                    <a:lnTo>
                      <a:pt x="246" y="330"/>
                    </a:lnTo>
                    <a:lnTo>
                      <a:pt x="246" y="288"/>
                    </a:lnTo>
                    <a:lnTo>
                      <a:pt x="252" y="282"/>
                    </a:lnTo>
                    <a:lnTo>
                      <a:pt x="264" y="276"/>
                    </a:lnTo>
                    <a:lnTo>
                      <a:pt x="294" y="276"/>
                    </a:lnTo>
                    <a:lnTo>
                      <a:pt x="300" y="270"/>
                    </a:lnTo>
                    <a:lnTo>
                      <a:pt x="300" y="258"/>
                    </a:lnTo>
                    <a:lnTo>
                      <a:pt x="288" y="246"/>
                    </a:lnTo>
                    <a:lnTo>
                      <a:pt x="288" y="234"/>
                    </a:lnTo>
                    <a:lnTo>
                      <a:pt x="294" y="222"/>
                    </a:lnTo>
                    <a:lnTo>
                      <a:pt x="300" y="216"/>
                    </a:lnTo>
                    <a:lnTo>
                      <a:pt x="306" y="204"/>
                    </a:lnTo>
                    <a:lnTo>
                      <a:pt x="306" y="192"/>
                    </a:lnTo>
                    <a:lnTo>
                      <a:pt x="300" y="180"/>
                    </a:lnTo>
                    <a:lnTo>
                      <a:pt x="294" y="174"/>
                    </a:lnTo>
                    <a:lnTo>
                      <a:pt x="276" y="174"/>
                    </a:lnTo>
                    <a:lnTo>
                      <a:pt x="270" y="180"/>
                    </a:lnTo>
                    <a:lnTo>
                      <a:pt x="270" y="156"/>
                    </a:lnTo>
                    <a:lnTo>
                      <a:pt x="258" y="150"/>
                    </a:lnTo>
                    <a:lnTo>
                      <a:pt x="252" y="138"/>
                    </a:lnTo>
                    <a:lnTo>
                      <a:pt x="234" y="132"/>
                    </a:lnTo>
                    <a:lnTo>
                      <a:pt x="216" y="132"/>
                    </a:lnTo>
                    <a:lnTo>
                      <a:pt x="204" y="138"/>
                    </a:lnTo>
                    <a:lnTo>
                      <a:pt x="198" y="150"/>
                    </a:lnTo>
                    <a:lnTo>
                      <a:pt x="198" y="156"/>
                    </a:lnTo>
                    <a:lnTo>
                      <a:pt x="192" y="162"/>
                    </a:lnTo>
                    <a:lnTo>
                      <a:pt x="192" y="168"/>
                    </a:lnTo>
                    <a:lnTo>
                      <a:pt x="192" y="162"/>
                    </a:lnTo>
                    <a:lnTo>
                      <a:pt x="198" y="156"/>
                    </a:lnTo>
                    <a:lnTo>
                      <a:pt x="198" y="144"/>
                    </a:lnTo>
                    <a:lnTo>
                      <a:pt x="204" y="132"/>
                    </a:lnTo>
                    <a:lnTo>
                      <a:pt x="204" y="114"/>
                    </a:lnTo>
                    <a:lnTo>
                      <a:pt x="210" y="102"/>
                    </a:lnTo>
                    <a:lnTo>
                      <a:pt x="210" y="78"/>
                    </a:lnTo>
                    <a:lnTo>
                      <a:pt x="192" y="42"/>
                    </a:lnTo>
                    <a:lnTo>
                      <a:pt x="180" y="30"/>
                    </a:lnTo>
                    <a:lnTo>
                      <a:pt x="132" y="6"/>
                    </a:lnTo>
                    <a:lnTo>
                      <a:pt x="126" y="0"/>
                    </a:lnTo>
                    <a:lnTo>
                      <a:pt x="120" y="0"/>
                    </a:lnTo>
                    <a:lnTo>
                      <a:pt x="102" y="36"/>
                    </a:lnTo>
                    <a:lnTo>
                      <a:pt x="96" y="42"/>
                    </a:lnTo>
                    <a:lnTo>
                      <a:pt x="90" y="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7" name="Guinea-Bissau" descr="© INSCALE GmbH, 05.05.2010&#10;http://www.presentationload.com/">
                <a:extLst>
                  <a:ext uri="{FF2B5EF4-FFF2-40B4-BE49-F238E27FC236}">
                    <a16:creationId xmlns:a16="http://schemas.microsoft.com/office/drawing/2014/main" id="{840EC801-2A63-66BE-5F42-033B6CAD9882}"/>
                  </a:ext>
                </a:extLst>
              </p:cNvPr>
              <p:cNvSpPr>
                <a:spLocks/>
              </p:cNvSpPr>
              <p:nvPr/>
            </p:nvSpPr>
            <p:spPr bwMode="gray">
              <a:xfrm>
                <a:off x="3799574" y="2828614"/>
                <a:ext cx="69672" cy="59295"/>
              </a:xfrm>
              <a:custGeom>
                <a:avLst/>
                <a:gdLst>
                  <a:gd name="T0" fmla="*/ 2147483647 w 186"/>
                  <a:gd name="T1" fmla="*/ 2147483647 h 156"/>
                  <a:gd name="T2" fmla="*/ 2147483647 w 186"/>
                  <a:gd name="T3" fmla="*/ 2147483647 h 156"/>
                  <a:gd name="T4" fmla="*/ 2147483647 w 186"/>
                  <a:gd name="T5" fmla="*/ 2147483647 h 156"/>
                  <a:gd name="T6" fmla="*/ 2147483647 w 186"/>
                  <a:gd name="T7" fmla="*/ 2147483647 h 156"/>
                  <a:gd name="T8" fmla="*/ 2147483647 w 186"/>
                  <a:gd name="T9" fmla="*/ 2147483647 h 156"/>
                  <a:gd name="T10" fmla="*/ 2147483647 w 186"/>
                  <a:gd name="T11" fmla="*/ 2147483647 h 156"/>
                  <a:gd name="T12" fmla="*/ 2147483647 w 186"/>
                  <a:gd name="T13" fmla="*/ 2147483647 h 156"/>
                  <a:gd name="T14" fmla="*/ 2147483647 w 186"/>
                  <a:gd name="T15" fmla="*/ 2147483647 h 156"/>
                  <a:gd name="T16" fmla="*/ 2147483647 w 186"/>
                  <a:gd name="T17" fmla="*/ 2147483647 h 156"/>
                  <a:gd name="T18" fmla="*/ 2147483647 w 186"/>
                  <a:gd name="T19" fmla="*/ 2147483647 h 156"/>
                  <a:gd name="T20" fmla="*/ 2147483647 w 186"/>
                  <a:gd name="T21" fmla="*/ 2147483647 h 156"/>
                  <a:gd name="T22" fmla="*/ 2147483647 w 186"/>
                  <a:gd name="T23" fmla="*/ 2147483647 h 156"/>
                  <a:gd name="T24" fmla="*/ 2147483647 w 186"/>
                  <a:gd name="T25" fmla="*/ 2147483647 h 156"/>
                  <a:gd name="T26" fmla="*/ 2147483647 w 186"/>
                  <a:gd name="T27" fmla="*/ 2147483647 h 156"/>
                  <a:gd name="T28" fmla="*/ 2147483647 w 186"/>
                  <a:gd name="T29" fmla="*/ 0 h 156"/>
                  <a:gd name="T30" fmla="*/ 2147483647 w 186"/>
                  <a:gd name="T31" fmla="*/ 2147483647 h 156"/>
                  <a:gd name="T32" fmla="*/ 2147483647 w 186"/>
                  <a:gd name="T33" fmla="*/ 2147483647 h 156"/>
                  <a:gd name="T34" fmla="*/ 2147483647 w 186"/>
                  <a:gd name="T35" fmla="*/ 2147483647 h 156"/>
                  <a:gd name="T36" fmla="*/ 0 w 186"/>
                  <a:gd name="T37" fmla="*/ 2147483647 h 156"/>
                  <a:gd name="T38" fmla="*/ 2147483647 w 186"/>
                  <a:gd name="T39" fmla="*/ 2147483647 h 156"/>
                  <a:gd name="T40" fmla="*/ 2147483647 w 186"/>
                  <a:gd name="T41" fmla="*/ 2147483647 h 156"/>
                  <a:gd name="T42" fmla="*/ 2147483647 w 186"/>
                  <a:gd name="T43" fmla="*/ 2147483647 h 156"/>
                  <a:gd name="T44" fmla="*/ 2147483647 w 186"/>
                  <a:gd name="T45" fmla="*/ 2147483647 h 156"/>
                  <a:gd name="T46" fmla="*/ 2147483647 w 186"/>
                  <a:gd name="T47" fmla="*/ 2147483647 h 156"/>
                  <a:gd name="T48" fmla="*/ 2147483647 w 186"/>
                  <a:gd name="T49" fmla="*/ 2147483647 h 156"/>
                  <a:gd name="T50" fmla="*/ 2147483647 w 186"/>
                  <a:gd name="T51" fmla="*/ 2147483647 h 156"/>
                  <a:gd name="T52" fmla="*/ 2147483647 w 186"/>
                  <a:gd name="T53" fmla="*/ 2147483647 h 156"/>
                  <a:gd name="T54" fmla="*/ 2147483647 w 186"/>
                  <a:gd name="T55" fmla="*/ 2147483647 h 156"/>
                  <a:gd name="T56" fmla="*/ 2147483647 w 186"/>
                  <a:gd name="T57" fmla="*/ 2147483647 h 156"/>
                  <a:gd name="T58" fmla="*/ 2147483647 w 186"/>
                  <a:gd name="T59" fmla="*/ 2147483647 h 156"/>
                  <a:gd name="T60" fmla="*/ 2147483647 w 186"/>
                  <a:gd name="T61" fmla="*/ 2147483647 h 156"/>
                  <a:gd name="T62" fmla="*/ 2147483647 w 186"/>
                  <a:gd name="T63" fmla="*/ 2147483647 h 156"/>
                  <a:gd name="T64" fmla="*/ 2147483647 w 186"/>
                  <a:gd name="T65" fmla="*/ 2147483647 h 156"/>
                  <a:gd name="T66" fmla="*/ 2147483647 w 186"/>
                  <a:gd name="T67" fmla="*/ 2147483647 h 156"/>
                  <a:gd name="T68" fmla="*/ 2147483647 w 186"/>
                  <a:gd name="T69" fmla="*/ 2147483647 h 156"/>
                  <a:gd name="T70" fmla="*/ 2147483647 w 186"/>
                  <a:gd name="T71" fmla="*/ 2147483647 h 156"/>
                  <a:gd name="T72" fmla="*/ 2147483647 w 186"/>
                  <a:gd name="T73" fmla="*/ 2147483647 h 15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86"/>
                  <a:gd name="T112" fmla="*/ 0 h 156"/>
                  <a:gd name="T113" fmla="*/ 186 w 186"/>
                  <a:gd name="T114" fmla="*/ 156 h 15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86" h="156">
                    <a:moveTo>
                      <a:pt x="126" y="102"/>
                    </a:moveTo>
                    <a:lnTo>
                      <a:pt x="132" y="96"/>
                    </a:lnTo>
                    <a:lnTo>
                      <a:pt x="144" y="90"/>
                    </a:lnTo>
                    <a:lnTo>
                      <a:pt x="174" y="90"/>
                    </a:lnTo>
                    <a:lnTo>
                      <a:pt x="180" y="84"/>
                    </a:lnTo>
                    <a:lnTo>
                      <a:pt x="186" y="72"/>
                    </a:lnTo>
                    <a:lnTo>
                      <a:pt x="186" y="66"/>
                    </a:lnTo>
                    <a:lnTo>
                      <a:pt x="180" y="60"/>
                    </a:lnTo>
                    <a:lnTo>
                      <a:pt x="168" y="54"/>
                    </a:lnTo>
                    <a:lnTo>
                      <a:pt x="162" y="48"/>
                    </a:lnTo>
                    <a:lnTo>
                      <a:pt x="162" y="36"/>
                    </a:lnTo>
                    <a:lnTo>
                      <a:pt x="168" y="30"/>
                    </a:lnTo>
                    <a:lnTo>
                      <a:pt x="186" y="30"/>
                    </a:lnTo>
                    <a:lnTo>
                      <a:pt x="186" y="6"/>
                    </a:lnTo>
                    <a:lnTo>
                      <a:pt x="84" y="0"/>
                    </a:lnTo>
                    <a:lnTo>
                      <a:pt x="54" y="24"/>
                    </a:lnTo>
                    <a:lnTo>
                      <a:pt x="18" y="24"/>
                    </a:lnTo>
                    <a:lnTo>
                      <a:pt x="6" y="36"/>
                    </a:lnTo>
                    <a:lnTo>
                      <a:pt x="0" y="72"/>
                    </a:lnTo>
                    <a:lnTo>
                      <a:pt x="6" y="78"/>
                    </a:lnTo>
                    <a:lnTo>
                      <a:pt x="18" y="78"/>
                    </a:lnTo>
                    <a:lnTo>
                      <a:pt x="42" y="66"/>
                    </a:lnTo>
                    <a:lnTo>
                      <a:pt x="66" y="66"/>
                    </a:lnTo>
                    <a:lnTo>
                      <a:pt x="90" y="60"/>
                    </a:lnTo>
                    <a:lnTo>
                      <a:pt x="90" y="84"/>
                    </a:lnTo>
                    <a:lnTo>
                      <a:pt x="78" y="78"/>
                    </a:lnTo>
                    <a:lnTo>
                      <a:pt x="72" y="78"/>
                    </a:lnTo>
                    <a:lnTo>
                      <a:pt x="66" y="72"/>
                    </a:lnTo>
                    <a:lnTo>
                      <a:pt x="54" y="72"/>
                    </a:lnTo>
                    <a:lnTo>
                      <a:pt x="54" y="96"/>
                    </a:lnTo>
                    <a:lnTo>
                      <a:pt x="60" y="102"/>
                    </a:lnTo>
                    <a:lnTo>
                      <a:pt x="90" y="96"/>
                    </a:lnTo>
                    <a:lnTo>
                      <a:pt x="54" y="114"/>
                    </a:lnTo>
                    <a:lnTo>
                      <a:pt x="84" y="156"/>
                    </a:lnTo>
                    <a:lnTo>
                      <a:pt x="90" y="132"/>
                    </a:lnTo>
                    <a:lnTo>
                      <a:pt x="108" y="102"/>
                    </a:lnTo>
                    <a:lnTo>
                      <a:pt x="126" y="10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8" name="Guinea" descr="© INSCALE GmbH, 05.05.2010&#10;http://www.presentationload.com/">
                <a:extLst>
                  <a:ext uri="{FF2B5EF4-FFF2-40B4-BE49-F238E27FC236}">
                    <a16:creationId xmlns:a16="http://schemas.microsoft.com/office/drawing/2014/main" id="{5EACB431-65ED-91B7-79D0-CCA1947B5625}"/>
                  </a:ext>
                </a:extLst>
              </p:cNvPr>
              <p:cNvSpPr>
                <a:spLocks/>
              </p:cNvSpPr>
              <p:nvPr/>
            </p:nvSpPr>
            <p:spPr bwMode="gray">
              <a:xfrm>
                <a:off x="3833669" y="2831578"/>
                <a:ext cx="197155" cy="167509"/>
              </a:xfrm>
              <a:custGeom>
                <a:avLst/>
                <a:gdLst>
                  <a:gd name="T0" fmla="*/ 2147483647 w 522"/>
                  <a:gd name="T1" fmla="*/ 2147483647 h 444"/>
                  <a:gd name="T2" fmla="*/ 2147483647 w 522"/>
                  <a:gd name="T3" fmla="*/ 2147483647 h 444"/>
                  <a:gd name="T4" fmla="*/ 2147483647 w 522"/>
                  <a:gd name="T5" fmla="*/ 2147483647 h 444"/>
                  <a:gd name="T6" fmla="*/ 2147483647 w 522"/>
                  <a:gd name="T7" fmla="*/ 2147483647 h 444"/>
                  <a:gd name="T8" fmla="*/ 2147483647 w 522"/>
                  <a:gd name="T9" fmla="*/ 2147483647 h 444"/>
                  <a:gd name="T10" fmla="*/ 2147483647 w 522"/>
                  <a:gd name="T11" fmla="*/ 2147483647 h 444"/>
                  <a:gd name="T12" fmla="*/ 2147483647 w 522"/>
                  <a:gd name="T13" fmla="*/ 2147483647 h 444"/>
                  <a:gd name="T14" fmla="*/ 2147483647 w 522"/>
                  <a:gd name="T15" fmla="*/ 2147483647 h 444"/>
                  <a:gd name="T16" fmla="*/ 2147483647 w 522"/>
                  <a:gd name="T17" fmla="*/ 2147483647 h 444"/>
                  <a:gd name="T18" fmla="*/ 2147483647 w 522"/>
                  <a:gd name="T19" fmla="*/ 2147483647 h 444"/>
                  <a:gd name="T20" fmla="*/ 2147483647 w 522"/>
                  <a:gd name="T21" fmla="*/ 2147483647 h 444"/>
                  <a:gd name="T22" fmla="*/ 2147483647 w 522"/>
                  <a:gd name="T23" fmla="*/ 2147483647 h 444"/>
                  <a:gd name="T24" fmla="*/ 2147483647 w 522"/>
                  <a:gd name="T25" fmla="*/ 2147483647 h 444"/>
                  <a:gd name="T26" fmla="*/ 2147483647 w 522"/>
                  <a:gd name="T27" fmla="*/ 2147483647 h 444"/>
                  <a:gd name="T28" fmla="*/ 2147483647 w 522"/>
                  <a:gd name="T29" fmla="*/ 2147483647 h 444"/>
                  <a:gd name="T30" fmla="*/ 2147483647 w 522"/>
                  <a:gd name="T31" fmla="*/ 2147483647 h 444"/>
                  <a:gd name="T32" fmla="*/ 2147483647 w 522"/>
                  <a:gd name="T33" fmla="*/ 2147483647 h 444"/>
                  <a:gd name="T34" fmla="*/ 2147483647 w 522"/>
                  <a:gd name="T35" fmla="*/ 2147483647 h 444"/>
                  <a:gd name="T36" fmla="*/ 2147483647 w 522"/>
                  <a:gd name="T37" fmla="*/ 2147483647 h 444"/>
                  <a:gd name="T38" fmla="*/ 2147483647 w 522"/>
                  <a:gd name="T39" fmla="*/ 2147483647 h 444"/>
                  <a:gd name="T40" fmla="*/ 2147483647 w 522"/>
                  <a:gd name="T41" fmla="*/ 2147483647 h 444"/>
                  <a:gd name="T42" fmla="*/ 2147483647 w 522"/>
                  <a:gd name="T43" fmla="*/ 2147483647 h 444"/>
                  <a:gd name="T44" fmla="*/ 2147483647 w 522"/>
                  <a:gd name="T45" fmla="*/ 2147483647 h 444"/>
                  <a:gd name="T46" fmla="*/ 2147483647 w 522"/>
                  <a:gd name="T47" fmla="*/ 2147483647 h 444"/>
                  <a:gd name="T48" fmla="*/ 2147483647 w 522"/>
                  <a:gd name="T49" fmla="*/ 2147483647 h 444"/>
                  <a:gd name="T50" fmla="*/ 2147483647 w 522"/>
                  <a:gd name="T51" fmla="*/ 2147483647 h 444"/>
                  <a:gd name="T52" fmla="*/ 2147483647 w 522"/>
                  <a:gd name="T53" fmla="*/ 2147483647 h 444"/>
                  <a:gd name="T54" fmla="*/ 2147483647 w 522"/>
                  <a:gd name="T55" fmla="*/ 2147483647 h 444"/>
                  <a:gd name="T56" fmla="*/ 2147483647 w 522"/>
                  <a:gd name="T57" fmla="*/ 2147483647 h 444"/>
                  <a:gd name="T58" fmla="*/ 2147483647 w 522"/>
                  <a:gd name="T59" fmla="*/ 2147483647 h 444"/>
                  <a:gd name="T60" fmla="*/ 2147483647 w 522"/>
                  <a:gd name="T61" fmla="*/ 2147483647 h 444"/>
                  <a:gd name="T62" fmla="*/ 2147483647 w 522"/>
                  <a:gd name="T63" fmla="*/ 2147483647 h 444"/>
                  <a:gd name="T64" fmla="*/ 2147483647 w 522"/>
                  <a:gd name="T65" fmla="*/ 2147483647 h 444"/>
                  <a:gd name="T66" fmla="*/ 2147483647 w 522"/>
                  <a:gd name="T67" fmla="*/ 2147483647 h 444"/>
                  <a:gd name="T68" fmla="*/ 2147483647 w 522"/>
                  <a:gd name="T69" fmla="*/ 2147483647 h 444"/>
                  <a:gd name="T70" fmla="*/ 2147483647 w 522"/>
                  <a:gd name="T71" fmla="*/ 2147483647 h 444"/>
                  <a:gd name="T72" fmla="*/ 2147483647 w 522"/>
                  <a:gd name="T73" fmla="*/ 2147483647 h 444"/>
                  <a:gd name="T74" fmla="*/ 2147483647 w 522"/>
                  <a:gd name="T75" fmla="*/ 2147483647 h 444"/>
                  <a:gd name="T76" fmla="*/ 2147483647 w 522"/>
                  <a:gd name="T77" fmla="*/ 2147483647 h 444"/>
                  <a:gd name="T78" fmla="*/ 2147483647 w 522"/>
                  <a:gd name="T79" fmla="*/ 2147483647 h 444"/>
                  <a:gd name="T80" fmla="*/ 2147483647 w 522"/>
                  <a:gd name="T81" fmla="*/ 2147483647 h 444"/>
                  <a:gd name="T82" fmla="*/ 2147483647 w 522"/>
                  <a:gd name="T83" fmla="*/ 2147483647 h 444"/>
                  <a:gd name="T84" fmla="*/ 2147483647 w 522"/>
                  <a:gd name="T85" fmla="*/ 2147483647 h 444"/>
                  <a:gd name="T86" fmla="*/ 2147483647 w 522"/>
                  <a:gd name="T87" fmla="*/ 2147483647 h 444"/>
                  <a:gd name="T88" fmla="*/ 2147483647 w 522"/>
                  <a:gd name="T89" fmla="*/ 2147483647 h 444"/>
                  <a:gd name="T90" fmla="*/ 2147483647 w 522"/>
                  <a:gd name="T91" fmla="*/ 2147483647 h 444"/>
                  <a:gd name="T92" fmla="*/ 2147483647 w 522"/>
                  <a:gd name="T93" fmla="*/ 2147483647 h 444"/>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22"/>
                  <a:gd name="T142" fmla="*/ 0 h 444"/>
                  <a:gd name="T143" fmla="*/ 522 w 522"/>
                  <a:gd name="T144" fmla="*/ 444 h 444"/>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22" h="444">
                    <a:moveTo>
                      <a:pt x="96" y="0"/>
                    </a:moveTo>
                    <a:lnTo>
                      <a:pt x="96" y="24"/>
                    </a:lnTo>
                    <a:lnTo>
                      <a:pt x="78" y="24"/>
                    </a:lnTo>
                    <a:lnTo>
                      <a:pt x="72" y="30"/>
                    </a:lnTo>
                    <a:lnTo>
                      <a:pt x="72" y="42"/>
                    </a:lnTo>
                    <a:lnTo>
                      <a:pt x="78" y="48"/>
                    </a:lnTo>
                    <a:lnTo>
                      <a:pt x="90" y="54"/>
                    </a:lnTo>
                    <a:lnTo>
                      <a:pt x="96" y="60"/>
                    </a:lnTo>
                    <a:lnTo>
                      <a:pt x="96" y="66"/>
                    </a:lnTo>
                    <a:lnTo>
                      <a:pt x="90" y="78"/>
                    </a:lnTo>
                    <a:lnTo>
                      <a:pt x="84" y="84"/>
                    </a:lnTo>
                    <a:lnTo>
                      <a:pt x="54" y="84"/>
                    </a:lnTo>
                    <a:lnTo>
                      <a:pt x="42" y="90"/>
                    </a:lnTo>
                    <a:lnTo>
                      <a:pt x="36" y="96"/>
                    </a:lnTo>
                    <a:lnTo>
                      <a:pt x="18" y="96"/>
                    </a:lnTo>
                    <a:lnTo>
                      <a:pt x="0" y="126"/>
                    </a:lnTo>
                    <a:lnTo>
                      <a:pt x="0" y="132"/>
                    </a:lnTo>
                    <a:lnTo>
                      <a:pt x="18" y="150"/>
                    </a:lnTo>
                    <a:lnTo>
                      <a:pt x="30" y="150"/>
                    </a:lnTo>
                    <a:lnTo>
                      <a:pt x="30" y="162"/>
                    </a:lnTo>
                    <a:lnTo>
                      <a:pt x="24" y="168"/>
                    </a:lnTo>
                    <a:lnTo>
                      <a:pt x="30" y="180"/>
                    </a:lnTo>
                    <a:lnTo>
                      <a:pt x="30" y="192"/>
                    </a:lnTo>
                    <a:lnTo>
                      <a:pt x="54" y="204"/>
                    </a:lnTo>
                    <a:lnTo>
                      <a:pt x="72" y="204"/>
                    </a:lnTo>
                    <a:lnTo>
                      <a:pt x="72" y="228"/>
                    </a:lnTo>
                    <a:lnTo>
                      <a:pt x="84" y="228"/>
                    </a:lnTo>
                    <a:lnTo>
                      <a:pt x="90" y="222"/>
                    </a:lnTo>
                    <a:lnTo>
                      <a:pt x="90" y="234"/>
                    </a:lnTo>
                    <a:lnTo>
                      <a:pt x="96" y="246"/>
                    </a:lnTo>
                    <a:lnTo>
                      <a:pt x="96" y="258"/>
                    </a:lnTo>
                    <a:lnTo>
                      <a:pt x="114" y="276"/>
                    </a:lnTo>
                    <a:lnTo>
                      <a:pt x="126" y="282"/>
                    </a:lnTo>
                    <a:lnTo>
                      <a:pt x="132" y="288"/>
                    </a:lnTo>
                    <a:lnTo>
                      <a:pt x="138" y="282"/>
                    </a:lnTo>
                    <a:lnTo>
                      <a:pt x="150" y="276"/>
                    </a:lnTo>
                    <a:lnTo>
                      <a:pt x="156" y="264"/>
                    </a:lnTo>
                    <a:lnTo>
                      <a:pt x="168" y="252"/>
                    </a:lnTo>
                    <a:lnTo>
                      <a:pt x="174" y="240"/>
                    </a:lnTo>
                    <a:lnTo>
                      <a:pt x="180" y="234"/>
                    </a:lnTo>
                    <a:lnTo>
                      <a:pt x="180" y="228"/>
                    </a:lnTo>
                    <a:lnTo>
                      <a:pt x="216" y="228"/>
                    </a:lnTo>
                    <a:lnTo>
                      <a:pt x="222" y="210"/>
                    </a:lnTo>
                    <a:lnTo>
                      <a:pt x="258" y="210"/>
                    </a:lnTo>
                    <a:lnTo>
                      <a:pt x="300" y="270"/>
                    </a:lnTo>
                    <a:lnTo>
                      <a:pt x="300" y="288"/>
                    </a:lnTo>
                    <a:lnTo>
                      <a:pt x="312" y="300"/>
                    </a:lnTo>
                    <a:lnTo>
                      <a:pt x="312" y="318"/>
                    </a:lnTo>
                    <a:lnTo>
                      <a:pt x="306" y="330"/>
                    </a:lnTo>
                    <a:lnTo>
                      <a:pt x="300" y="336"/>
                    </a:lnTo>
                    <a:lnTo>
                      <a:pt x="294" y="354"/>
                    </a:lnTo>
                    <a:lnTo>
                      <a:pt x="324" y="342"/>
                    </a:lnTo>
                    <a:lnTo>
                      <a:pt x="348" y="348"/>
                    </a:lnTo>
                    <a:lnTo>
                      <a:pt x="348" y="336"/>
                    </a:lnTo>
                    <a:lnTo>
                      <a:pt x="354" y="330"/>
                    </a:lnTo>
                    <a:lnTo>
                      <a:pt x="360" y="330"/>
                    </a:lnTo>
                    <a:lnTo>
                      <a:pt x="372" y="336"/>
                    </a:lnTo>
                    <a:lnTo>
                      <a:pt x="384" y="348"/>
                    </a:lnTo>
                    <a:lnTo>
                      <a:pt x="390" y="366"/>
                    </a:lnTo>
                    <a:lnTo>
                      <a:pt x="390" y="426"/>
                    </a:lnTo>
                    <a:lnTo>
                      <a:pt x="402" y="426"/>
                    </a:lnTo>
                    <a:lnTo>
                      <a:pt x="402" y="432"/>
                    </a:lnTo>
                    <a:lnTo>
                      <a:pt x="414" y="444"/>
                    </a:lnTo>
                    <a:lnTo>
                      <a:pt x="420" y="444"/>
                    </a:lnTo>
                    <a:lnTo>
                      <a:pt x="432" y="432"/>
                    </a:lnTo>
                    <a:lnTo>
                      <a:pt x="432" y="420"/>
                    </a:lnTo>
                    <a:lnTo>
                      <a:pt x="438" y="408"/>
                    </a:lnTo>
                    <a:lnTo>
                      <a:pt x="444" y="402"/>
                    </a:lnTo>
                    <a:lnTo>
                      <a:pt x="456" y="402"/>
                    </a:lnTo>
                    <a:lnTo>
                      <a:pt x="468" y="408"/>
                    </a:lnTo>
                    <a:lnTo>
                      <a:pt x="474" y="414"/>
                    </a:lnTo>
                    <a:lnTo>
                      <a:pt x="480" y="414"/>
                    </a:lnTo>
                    <a:lnTo>
                      <a:pt x="486" y="408"/>
                    </a:lnTo>
                    <a:lnTo>
                      <a:pt x="486" y="390"/>
                    </a:lnTo>
                    <a:lnTo>
                      <a:pt x="480" y="384"/>
                    </a:lnTo>
                    <a:lnTo>
                      <a:pt x="480" y="378"/>
                    </a:lnTo>
                    <a:lnTo>
                      <a:pt x="498" y="378"/>
                    </a:lnTo>
                    <a:lnTo>
                      <a:pt x="492" y="366"/>
                    </a:lnTo>
                    <a:lnTo>
                      <a:pt x="480" y="360"/>
                    </a:lnTo>
                    <a:lnTo>
                      <a:pt x="474" y="348"/>
                    </a:lnTo>
                    <a:lnTo>
                      <a:pt x="474" y="336"/>
                    </a:lnTo>
                    <a:lnTo>
                      <a:pt x="492" y="336"/>
                    </a:lnTo>
                    <a:lnTo>
                      <a:pt x="498" y="342"/>
                    </a:lnTo>
                    <a:lnTo>
                      <a:pt x="510" y="342"/>
                    </a:lnTo>
                    <a:lnTo>
                      <a:pt x="516" y="348"/>
                    </a:lnTo>
                    <a:lnTo>
                      <a:pt x="516" y="342"/>
                    </a:lnTo>
                    <a:lnTo>
                      <a:pt x="522" y="336"/>
                    </a:lnTo>
                    <a:lnTo>
                      <a:pt x="522" y="324"/>
                    </a:lnTo>
                    <a:lnTo>
                      <a:pt x="516" y="324"/>
                    </a:lnTo>
                    <a:lnTo>
                      <a:pt x="504" y="318"/>
                    </a:lnTo>
                    <a:lnTo>
                      <a:pt x="498" y="318"/>
                    </a:lnTo>
                    <a:lnTo>
                      <a:pt x="498" y="306"/>
                    </a:lnTo>
                    <a:lnTo>
                      <a:pt x="504" y="294"/>
                    </a:lnTo>
                    <a:lnTo>
                      <a:pt x="510" y="288"/>
                    </a:lnTo>
                    <a:lnTo>
                      <a:pt x="492" y="282"/>
                    </a:lnTo>
                    <a:lnTo>
                      <a:pt x="504" y="264"/>
                    </a:lnTo>
                    <a:lnTo>
                      <a:pt x="486" y="258"/>
                    </a:lnTo>
                    <a:lnTo>
                      <a:pt x="480" y="222"/>
                    </a:lnTo>
                    <a:lnTo>
                      <a:pt x="498" y="198"/>
                    </a:lnTo>
                    <a:lnTo>
                      <a:pt x="468" y="168"/>
                    </a:lnTo>
                    <a:lnTo>
                      <a:pt x="468" y="132"/>
                    </a:lnTo>
                    <a:lnTo>
                      <a:pt x="444" y="132"/>
                    </a:lnTo>
                    <a:lnTo>
                      <a:pt x="468" y="96"/>
                    </a:lnTo>
                    <a:lnTo>
                      <a:pt x="432" y="78"/>
                    </a:lnTo>
                    <a:lnTo>
                      <a:pt x="444" y="48"/>
                    </a:lnTo>
                    <a:lnTo>
                      <a:pt x="426" y="36"/>
                    </a:lnTo>
                    <a:lnTo>
                      <a:pt x="426" y="18"/>
                    </a:lnTo>
                    <a:lnTo>
                      <a:pt x="414" y="12"/>
                    </a:lnTo>
                    <a:lnTo>
                      <a:pt x="402" y="12"/>
                    </a:lnTo>
                    <a:lnTo>
                      <a:pt x="396" y="18"/>
                    </a:lnTo>
                    <a:lnTo>
                      <a:pt x="396" y="36"/>
                    </a:lnTo>
                    <a:lnTo>
                      <a:pt x="378" y="54"/>
                    </a:lnTo>
                    <a:lnTo>
                      <a:pt x="366" y="48"/>
                    </a:lnTo>
                    <a:lnTo>
                      <a:pt x="360" y="42"/>
                    </a:lnTo>
                    <a:lnTo>
                      <a:pt x="348" y="36"/>
                    </a:lnTo>
                    <a:lnTo>
                      <a:pt x="342" y="36"/>
                    </a:lnTo>
                    <a:lnTo>
                      <a:pt x="336" y="30"/>
                    </a:lnTo>
                    <a:lnTo>
                      <a:pt x="330" y="30"/>
                    </a:lnTo>
                    <a:lnTo>
                      <a:pt x="324" y="42"/>
                    </a:lnTo>
                    <a:lnTo>
                      <a:pt x="312" y="54"/>
                    </a:lnTo>
                    <a:lnTo>
                      <a:pt x="306" y="66"/>
                    </a:lnTo>
                    <a:lnTo>
                      <a:pt x="306" y="54"/>
                    </a:lnTo>
                    <a:lnTo>
                      <a:pt x="300" y="42"/>
                    </a:lnTo>
                    <a:lnTo>
                      <a:pt x="288" y="30"/>
                    </a:lnTo>
                    <a:lnTo>
                      <a:pt x="276" y="42"/>
                    </a:lnTo>
                    <a:lnTo>
                      <a:pt x="270" y="54"/>
                    </a:lnTo>
                    <a:lnTo>
                      <a:pt x="264" y="60"/>
                    </a:lnTo>
                    <a:lnTo>
                      <a:pt x="258" y="54"/>
                    </a:lnTo>
                    <a:lnTo>
                      <a:pt x="258" y="48"/>
                    </a:lnTo>
                    <a:lnTo>
                      <a:pt x="252" y="36"/>
                    </a:lnTo>
                    <a:lnTo>
                      <a:pt x="252" y="24"/>
                    </a:lnTo>
                    <a:lnTo>
                      <a:pt x="210" y="24"/>
                    </a:lnTo>
                    <a:lnTo>
                      <a:pt x="204" y="30"/>
                    </a:lnTo>
                    <a:lnTo>
                      <a:pt x="192" y="36"/>
                    </a:lnTo>
                    <a:lnTo>
                      <a:pt x="180" y="36"/>
                    </a:lnTo>
                    <a:lnTo>
                      <a:pt x="174" y="30"/>
                    </a:lnTo>
                    <a:lnTo>
                      <a:pt x="168" y="18"/>
                    </a:lnTo>
                    <a:lnTo>
                      <a:pt x="162" y="12"/>
                    </a:lnTo>
                    <a:lnTo>
                      <a:pt x="156" y="18"/>
                    </a:lnTo>
                    <a:lnTo>
                      <a:pt x="138" y="18"/>
                    </a:lnTo>
                    <a:lnTo>
                      <a:pt x="132" y="6"/>
                    </a:lnTo>
                    <a:lnTo>
                      <a:pt x="132" y="0"/>
                    </a:lnTo>
                    <a:lnTo>
                      <a:pt x="96" y="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19" name="Guatemala" descr="© INSCALE GmbH, 05.05.2010&#10;http://www.presentationload.com/">
                <a:extLst>
                  <a:ext uri="{FF2B5EF4-FFF2-40B4-BE49-F238E27FC236}">
                    <a16:creationId xmlns:a16="http://schemas.microsoft.com/office/drawing/2014/main" id="{BFF8D167-13B6-9DF6-D6C1-8898B6BF627D}"/>
                  </a:ext>
                </a:extLst>
              </p:cNvPr>
              <p:cNvSpPr>
                <a:spLocks/>
              </p:cNvSpPr>
              <p:nvPr/>
            </p:nvSpPr>
            <p:spPr bwMode="gray">
              <a:xfrm>
                <a:off x="1768724" y="2671482"/>
                <a:ext cx="112660" cy="127485"/>
              </a:xfrm>
              <a:custGeom>
                <a:avLst/>
                <a:gdLst>
                  <a:gd name="T0" fmla="*/ 2147483647 w 300"/>
                  <a:gd name="T1" fmla="*/ 2147483647 h 336"/>
                  <a:gd name="T2" fmla="*/ 2147483647 w 300"/>
                  <a:gd name="T3" fmla="*/ 2147483647 h 336"/>
                  <a:gd name="T4" fmla="*/ 2147483647 w 300"/>
                  <a:gd name="T5" fmla="*/ 2147483647 h 336"/>
                  <a:gd name="T6" fmla="*/ 2147483647 w 300"/>
                  <a:gd name="T7" fmla="*/ 2147483647 h 336"/>
                  <a:gd name="T8" fmla="*/ 2147483647 w 300"/>
                  <a:gd name="T9" fmla="*/ 2147483647 h 336"/>
                  <a:gd name="T10" fmla="*/ 2147483647 w 300"/>
                  <a:gd name="T11" fmla="*/ 0 h 336"/>
                  <a:gd name="T12" fmla="*/ 2147483647 w 300"/>
                  <a:gd name="T13" fmla="*/ 2147483647 h 336"/>
                  <a:gd name="T14" fmla="*/ 2147483647 w 300"/>
                  <a:gd name="T15" fmla="*/ 2147483647 h 336"/>
                  <a:gd name="T16" fmla="*/ 2147483647 w 300"/>
                  <a:gd name="T17" fmla="*/ 2147483647 h 336"/>
                  <a:gd name="T18" fmla="*/ 2147483647 w 300"/>
                  <a:gd name="T19" fmla="*/ 2147483647 h 336"/>
                  <a:gd name="T20" fmla="*/ 2147483647 w 300"/>
                  <a:gd name="T21" fmla="*/ 2147483647 h 336"/>
                  <a:gd name="T22" fmla="*/ 2147483647 w 300"/>
                  <a:gd name="T23" fmla="*/ 2147483647 h 336"/>
                  <a:gd name="T24" fmla="*/ 2147483647 w 300"/>
                  <a:gd name="T25" fmla="*/ 2147483647 h 336"/>
                  <a:gd name="T26" fmla="*/ 2147483647 w 300"/>
                  <a:gd name="T27" fmla="*/ 2147483647 h 336"/>
                  <a:gd name="T28" fmla="*/ 2147483647 w 300"/>
                  <a:gd name="T29" fmla="*/ 2147483647 h 336"/>
                  <a:gd name="T30" fmla="*/ 2147483647 w 300"/>
                  <a:gd name="T31" fmla="*/ 2147483647 h 336"/>
                  <a:gd name="T32" fmla="*/ 2147483647 w 300"/>
                  <a:gd name="T33" fmla="*/ 2147483647 h 336"/>
                  <a:gd name="T34" fmla="*/ 2147483647 w 300"/>
                  <a:gd name="T35" fmla="*/ 2147483647 h 336"/>
                  <a:gd name="T36" fmla="*/ 2147483647 w 300"/>
                  <a:gd name="T37" fmla="*/ 2147483647 h 336"/>
                  <a:gd name="T38" fmla="*/ 2147483647 w 300"/>
                  <a:gd name="T39" fmla="*/ 2147483647 h 336"/>
                  <a:gd name="T40" fmla="*/ 2147483647 w 300"/>
                  <a:gd name="T41" fmla="*/ 2147483647 h 336"/>
                  <a:gd name="T42" fmla="*/ 2147483647 w 300"/>
                  <a:gd name="T43" fmla="*/ 2147483647 h 336"/>
                  <a:gd name="T44" fmla="*/ 2147483647 w 300"/>
                  <a:gd name="T45" fmla="*/ 2147483647 h 336"/>
                  <a:gd name="T46" fmla="*/ 2147483647 w 300"/>
                  <a:gd name="T47" fmla="*/ 2147483647 h 336"/>
                  <a:gd name="T48" fmla="*/ 2147483647 w 300"/>
                  <a:gd name="T49" fmla="*/ 2147483647 h 336"/>
                  <a:gd name="T50" fmla="*/ 2147483647 w 300"/>
                  <a:gd name="T51" fmla="*/ 2147483647 h 336"/>
                  <a:gd name="T52" fmla="*/ 2147483647 w 300"/>
                  <a:gd name="T53" fmla="*/ 2147483647 h 336"/>
                  <a:gd name="T54" fmla="*/ 2147483647 w 300"/>
                  <a:gd name="T55" fmla="*/ 2147483647 h 336"/>
                  <a:gd name="T56" fmla="*/ 2147483647 w 300"/>
                  <a:gd name="T57" fmla="*/ 2147483647 h 336"/>
                  <a:gd name="T58" fmla="*/ 0 w 300"/>
                  <a:gd name="T59" fmla="*/ 2147483647 h 336"/>
                  <a:gd name="T60" fmla="*/ 2147483647 w 300"/>
                  <a:gd name="T61" fmla="*/ 2147483647 h 336"/>
                  <a:gd name="T62" fmla="*/ 2147483647 w 300"/>
                  <a:gd name="T63" fmla="*/ 2147483647 h 336"/>
                  <a:gd name="T64" fmla="*/ 2147483647 w 300"/>
                  <a:gd name="T65" fmla="*/ 2147483647 h 336"/>
                  <a:gd name="T66" fmla="*/ 2147483647 w 300"/>
                  <a:gd name="T67" fmla="*/ 2147483647 h 336"/>
                  <a:gd name="T68" fmla="*/ 2147483647 w 300"/>
                  <a:gd name="T69" fmla="*/ 2147483647 h 336"/>
                  <a:gd name="T70" fmla="*/ 2147483647 w 300"/>
                  <a:gd name="T71" fmla="*/ 2147483647 h 336"/>
                  <a:gd name="T72" fmla="*/ 2147483647 w 300"/>
                  <a:gd name="T73" fmla="*/ 2147483647 h 336"/>
                  <a:gd name="T74" fmla="*/ 2147483647 w 300"/>
                  <a:gd name="T75" fmla="*/ 2147483647 h 336"/>
                  <a:gd name="T76" fmla="*/ 2147483647 w 300"/>
                  <a:gd name="T77" fmla="*/ 2147483647 h 336"/>
                  <a:gd name="T78" fmla="*/ 2147483647 w 300"/>
                  <a:gd name="T79" fmla="*/ 2147483647 h 336"/>
                  <a:gd name="T80" fmla="*/ 2147483647 w 300"/>
                  <a:gd name="T81" fmla="*/ 2147483647 h 336"/>
                  <a:gd name="T82" fmla="*/ 2147483647 w 300"/>
                  <a:gd name="T83" fmla="*/ 2147483647 h 336"/>
                  <a:gd name="T84" fmla="*/ 2147483647 w 300"/>
                  <a:gd name="T85" fmla="*/ 2147483647 h 336"/>
                  <a:gd name="T86" fmla="*/ 2147483647 w 300"/>
                  <a:gd name="T87" fmla="*/ 2147483647 h 336"/>
                  <a:gd name="T88" fmla="*/ 2147483647 w 300"/>
                  <a:gd name="T89" fmla="*/ 2147483647 h 336"/>
                  <a:gd name="T90" fmla="*/ 2147483647 w 300"/>
                  <a:gd name="T91" fmla="*/ 2147483647 h 336"/>
                  <a:gd name="T92" fmla="*/ 2147483647 w 300"/>
                  <a:gd name="T93" fmla="*/ 2147483647 h 336"/>
                  <a:gd name="T94" fmla="*/ 2147483647 w 300"/>
                  <a:gd name="T95" fmla="*/ 2147483647 h 336"/>
                  <a:gd name="T96" fmla="*/ 2147483647 w 300"/>
                  <a:gd name="T97" fmla="*/ 2147483647 h 336"/>
                  <a:gd name="T98" fmla="*/ 2147483647 w 300"/>
                  <a:gd name="T99" fmla="*/ 2147483647 h 336"/>
                  <a:gd name="T100" fmla="*/ 2147483647 w 300"/>
                  <a:gd name="T101" fmla="*/ 2147483647 h 336"/>
                  <a:gd name="T102" fmla="*/ 2147483647 w 300"/>
                  <a:gd name="T103" fmla="*/ 2147483647 h 336"/>
                  <a:gd name="T104" fmla="*/ 2147483647 w 300"/>
                  <a:gd name="T105" fmla="*/ 2147483647 h 336"/>
                  <a:gd name="T106" fmla="*/ 2147483647 w 300"/>
                  <a:gd name="T107" fmla="*/ 2147483647 h 336"/>
                  <a:gd name="T108" fmla="*/ 2147483647 w 300"/>
                  <a:gd name="T109" fmla="*/ 2147483647 h 336"/>
                  <a:gd name="T110" fmla="*/ 2147483647 w 300"/>
                  <a:gd name="T111" fmla="*/ 2147483647 h 336"/>
                  <a:gd name="T112" fmla="*/ 2147483647 w 300"/>
                  <a:gd name="T113" fmla="*/ 2147483647 h 336"/>
                  <a:gd name="T114" fmla="*/ 2147483647 w 300"/>
                  <a:gd name="T115" fmla="*/ 2147483647 h 336"/>
                  <a:gd name="T116" fmla="*/ 2147483647 w 300"/>
                  <a:gd name="T117" fmla="*/ 2147483647 h 336"/>
                  <a:gd name="T118" fmla="*/ 2147483647 w 300"/>
                  <a:gd name="T119" fmla="*/ 2147483647 h 336"/>
                  <a:gd name="T120" fmla="*/ 2147483647 w 300"/>
                  <a:gd name="T121" fmla="*/ 2147483647 h 3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0"/>
                  <a:gd name="T184" fmla="*/ 0 h 336"/>
                  <a:gd name="T185" fmla="*/ 300 w 300"/>
                  <a:gd name="T186" fmla="*/ 336 h 3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0" h="336">
                    <a:moveTo>
                      <a:pt x="288" y="156"/>
                    </a:moveTo>
                    <a:lnTo>
                      <a:pt x="270" y="168"/>
                    </a:lnTo>
                    <a:lnTo>
                      <a:pt x="258" y="162"/>
                    </a:lnTo>
                    <a:lnTo>
                      <a:pt x="228" y="162"/>
                    </a:lnTo>
                    <a:lnTo>
                      <a:pt x="252" y="6"/>
                    </a:lnTo>
                    <a:lnTo>
                      <a:pt x="120" y="0"/>
                    </a:lnTo>
                    <a:lnTo>
                      <a:pt x="120" y="12"/>
                    </a:lnTo>
                    <a:lnTo>
                      <a:pt x="126" y="24"/>
                    </a:lnTo>
                    <a:lnTo>
                      <a:pt x="126" y="48"/>
                    </a:lnTo>
                    <a:lnTo>
                      <a:pt x="120" y="48"/>
                    </a:lnTo>
                    <a:lnTo>
                      <a:pt x="108" y="54"/>
                    </a:lnTo>
                    <a:lnTo>
                      <a:pt x="84" y="54"/>
                    </a:lnTo>
                    <a:lnTo>
                      <a:pt x="96" y="60"/>
                    </a:lnTo>
                    <a:lnTo>
                      <a:pt x="96" y="66"/>
                    </a:lnTo>
                    <a:lnTo>
                      <a:pt x="102" y="78"/>
                    </a:lnTo>
                    <a:lnTo>
                      <a:pt x="108" y="84"/>
                    </a:lnTo>
                    <a:lnTo>
                      <a:pt x="114" y="84"/>
                    </a:lnTo>
                    <a:lnTo>
                      <a:pt x="126" y="90"/>
                    </a:lnTo>
                    <a:lnTo>
                      <a:pt x="132" y="90"/>
                    </a:lnTo>
                    <a:lnTo>
                      <a:pt x="138" y="114"/>
                    </a:lnTo>
                    <a:lnTo>
                      <a:pt x="156" y="114"/>
                    </a:lnTo>
                    <a:lnTo>
                      <a:pt x="156" y="126"/>
                    </a:lnTo>
                    <a:lnTo>
                      <a:pt x="150" y="132"/>
                    </a:lnTo>
                    <a:lnTo>
                      <a:pt x="144" y="132"/>
                    </a:lnTo>
                    <a:lnTo>
                      <a:pt x="144" y="150"/>
                    </a:lnTo>
                    <a:lnTo>
                      <a:pt x="54" y="144"/>
                    </a:lnTo>
                    <a:lnTo>
                      <a:pt x="24" y="192"/>
                    </a:lnTo>
                    <a:lnTo>
                      <a:pt x="24" y="264"/>
                    </a:lnTo>
                    <a:lnTo>
                      <a:pt x="18" y="270"/>
                    </a:lnTo>
                    <a:lnTo>
                      <a:pt x="0" y="270"/>
                    </a:lnTo>
                    <a:lnTo>
                      <a:pt x="6" y="282"/>
                    </a:lnTo>
                    <a:lnTo>
                      <a:pt x="12" y="288"/>
                    </a:lnTo>
                    <a:lnTo>
                      <a:pt x="24" y="288"/>
                    </a:lnTo>
                    <a:lnTo>
                      <a:pt x="42" y="300"/>
                    </a:lnTo>
                    <a:lnTo>
                      <a:pt x="60" y="318"/>
                    </a:lnTo>
                    <a:lnTo>
                      <a:pt x="72" y="324"/>
                    </a:lnTo>
                    <a:lnTo>
                      <a:pt x="120" y="324"/>
                    </a:lnTo>
                    <a:lnTo>
                      <a:pt x="126" y="330"/>
                    </a:lnTo>
                    <a:lnTo>
                      <a:pt x="132" y="330"/>
                    </a:lnTo>
                    <a:lnTo>
                      <a:pt x="138" y="336"/>
                    </a:lnTo>
                    <a:lnTo>
                      <a:pt x="150" y="324"/>
                    </a:lnTo>
                    <a:lnTo>
                      <a:pt x="162" y="318"/>
                    </a:lnTo>
                    <a:lnTo>
                      <a:pt x="168" y="312"/>
                    </a:lnTo>
                    <a:lnTo>
                      <a:pt x="174" y="312"/>
                    </a:lnTo>
                    <a:lnTo>
                      <a:pt x="180" y="300"/>
                    </a:lnTo>
                    <a:lnTo>
                      <a:pt x="186" y="294"/>
                    </a:lnTo>
                    <a:lnTo>
                      <a:pt x="186" y="282"/>
                    </a:lnTo>
                    <a:lnTo>
                      <a:pt x="204" y="282"/>
                    </a:lnTo>
                    <a:lnTo>
                      <a:pt x="210" y="276"/>
                    </a:lnTo>
                    <a:lnTo>
                      <a:pt x="222" y="270"/>
                    </a:lnTo>
                    <a:lnTo>
                      <a:pt x="222" y="264"/>
                    </a:lnTo>
                    <a:lnTo>
                      <a:pt x="228" y="252"/>
                    </a:lnTo>
                    <a:lnTo>
                      <a:pt x="228" y="234"/>
                    </a:lnTo>
                    <a:lnTo>
                      <a:pt x="234" y="222"/>
                    </a:lnTo>
                    <a:lnTo>
                      <a:pt x="246" y="216"/>
                    </a:lnTo>
                    <a:lnTo>
                      <a:pt x="258" y="204"/>
                    </a:lnTo>
                    <a:lnTo>
                      <a:pt x="270" y="198"/>
                    </a:lnTo>
                    <a:lnTo>
                      <a:pt x="282" y="186"/>
                    </a:lnTo>
                    <a:lnTo>
                      <a:pt x="294" y="180"/>
                    </a:lnTo>
                    <a:lnTo>
                      <a:pt x="300" y="168"/>
                    </a:lnTo>
                    <a:lnTo>
                      <a:pt x="288" y="15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0" name="Greenland" descr="© INSCALE GmbH, 05.05.2010&#10;http://www.presentationload.com/">
                <a:extLst>
                  <a:ext uri="{FF2B5EF4-FFF2-40B4-BE49-F238E27FC236}">
                    <a16:creationId xmlns:a16="http://schemas.microsoft.com/office/drawing/2014/main" id="{ECAF3994-66B9-F837-D1E0-B9A5FB832719}"/>
                  </a:ext>
                </a:extLst>
              </p:cNvPr>
              <p:cNvSpPr>
                <a:spLocks noEditPoints="1"/>
              </p:cNvSpPr>
              <p:nvPr/>
            </p:nvSpPr>
            <p:spPr bwMode="gray">
              <a:xfrm>
                <a:off x="3076176" y="834814"/>
                <a:ext cx="1062861" cy="578127"/>
              </a:xfrm>
              <a:custGeom>
                <a:avLst/>
                <a:gdLst>
                  <a:gd name="T0" fmla="*/ 2147483647 w 732"/>
                  <a:gd name="T1" fmla="*/ 2147483647 h 398"/>
                  <a:gd name="T2" fmla="*/ 2147483647 w 732"/>
                  <a:gd name="T3" fmla="*/ 2147483647 h 398"/>
                  <a:gd name="T4" fmla="*/ 2147483647 w 732"/>
                  <a:gd name="T5" fmla="*/ 2147483647 h 398"/>
                  <a:gd name="T6" fmla="*/ 2147483647 w 732"/>
                  <a:gd name="T7" fmla="*/ 2147483647 h 398"/>
                  <a:gd name="T8" fmla="*/ 2147483647 w 732"/>
                  <a:gd name="T9" fmla="*/ 2147483647 h 398"/>
                  <a:gd name="T10" fmla="*/ 2147483647 w 732"/>
                  <a:gd name="T11" fmla="*/ 2147483647 h 398"/>
                  <a:gd name="T12" fmla="*/ 2147483647 w 732"/>
                  <a:gd name="T13" fmla="*/ 2147483647 h 398"/>
                  <a:gd name="T14" fmla="*/ 2147483647 w 732"/>
                  <a:gd name="T15" fmla="*/ 2147483647 h 398"/>
                  <a:gd name="T16" fmla="*/ 2147483647 w 732"/>
                  <a:gd name="T17" fmla="*/ 2147483647 h 398"/>
                  <a:gd name="T18" fmla="*/ 2147483647 w 732"/>
                  <a:gd name="T19" fmla="*/ 2147483647 h 398"/>
                  <a:gd name="T20" fmla="*/ 2147483647 w 732"/>
                  <a:gd name="T21" fmla="*/ 2147483647 h 398"/>
                  <a:gd name="T22" fmla="*/ 2147483647 w 732"/>
                  <a:gd name="T23" fmla="*/ 2147483647 h 398"/>
                  <a:gd name="T24" fmla="*/ 2147483647 w 732"/>
                  <a:gd name="T25" fmla="*/ 2147483647 h 398"/>
                  <a:gd name="T26" fmla="*/ 2147483647 w 732"/>
                  <a:gd name="T27" fmla="*/ 2147483647 h 398"/>
                  <a:gd name="T28" fmla="*/ 2147483647 w 732"/>
                  <a:gd name="T29" fmla="*/ 2147483647 h 398"/>
                  <a:gd name="T30" fmla="*/ 2147483647 w 732"/>
                  <a:gd name="T31" fmla="*/ 2147483647 h 398"/>
                  <a:gd name="T32" fmla="*/ 2147483647 w 732"/>
                  <a:gd name="T33" fmla="*/ 2147483647 h 398"/>
                  <a:gd name="T34" fmla="*/ 2147483647 w 732"/>
                  <a:gd name="T35" fmla="*/ 2147483647 h 398"/>
                  <a:gd name="T36" fmla="*/ 2147483647 w 732"/>
                  <a:gd name="T37" fmla="*/ 2147483647 h 398"/>
                  <a:gd name="T38" fmla="*/ 2147483647 w 732"/>
                  <a:gd name="T39" fmla="*/ 2147483647 h 398"/>
                  <a:gd name="T40" fmla="*/ 2147483647 w 732"/>
                  <a:gd name="T41" fmla="*/ 2147483647 h 398"/>
                  <a:gd name="T42" fmla="*/ 2147483647 w 732"/>
                  <a:gd name="T43" fmla="*/ 2147483647 h 398"/>
                  <a:gd name="T44" fmla="*/ 2147483647 w 732"/>
                  <a:gd name="T45" fmla="*/ 2147483647 h 398"/>
                  <a:gd name="T46" fmla="*/ 2147483647 w 732"/>
                  <a:gd name="T47" fmla="*/ 2147483647 h 398"/>
                  <a:gd name="T48" fmla="*/ 2147483647 w 732"/>
                  <a:gd name="T49" fmla="*/ 2147483647 h 398"/>
                  <a:gd name="T50" fmla="*/ 2147483647 w 732"/>
                  <a:gd name="T51" fmla="*/ 2147483647 h 398"/>
                  <a:gd name="T52" fmla="*/ 2147483647 w 732"/>
                  <a:gd name="T53" fmla="*/ 2147483647 h 398"/>
                  <a:gd name="T54" fmla="*/ 2147483647 w 732"/>
                  <a:gd name="T55" fmla="*/ 2147483647 h 398"/>
                  <a:gd name="T56" fmla="*/ 2147483647 w 732"/>
                  <a:gd name="T57" fmla="*/ 2147483647 h 398"/>
                  <a:gd name="T58" fmla="*/ 2147483647 w 732"/>
                  <a:gd name="T59" fmla="*/ 2147483647 h 398"/>
                  <a:gd name="T60" fmla="*/ 2147483647 w 732"/>
                  <a:gd name="T61" fmla="*/ 2147483647 h 398"/>
                  <a:gd name="T62" fmla="*/ 2147483647 w 732"/>
                  <a:gd name="T63" fmla="*/ 2147483647 h 398"/>
                  <a:gd name="T64" fmla="*/ 2147483647 w 732"/>
                  <a:gd name="T65" fmla="*/ 2147483647 h 398"/>
                  <a:gd name="T66" fmla="*/ 2147483647 w 732"/>
                  <a:gd name="T67" fmla="*/ 2147483647 h 398"/>
                  <a:gd name="T68" fmla="*/ 2147483647 w 732"/>
                  <a:gd name="T69" fmla="*/ 2147483647 h 398"/>
                  <a:gd name="T70" fmla="*/ 2147483647 w 732"/>
                  <a:gd name="T71" fmla="*/ 2147483647 h 398"/>
                  <a:gd name="T72" fmla="*/ 2147483647 w 732"/>
                  <a:gd name="T73" fmla="*/ 2147483647 h 398"/>
                  <a:gd name="T74" fmla="*/ 2147483647 w 732"/>
                  <a:gd name="T75" fmla="*/ 2147483647 h 398"/>
                  <a:gd name="T76" fmla="*/ 2147483647 w 732"/>
                  <a:gd name="T77" fmla="*/ 2147483647 h 398"/>
                  <a:gd name="T78" fmla="*/ 2147483647 w 732"/>
                  <a:gd name="T79" fmla="*/ 2147483647 h 398"/>
                  <a:gd name="T80" fmla="*/ 2147483647 w 732"/>
                  <a:gd name="T81" fmla="*/ 2147483647 h 398"/>
                  <a:gd name="T82" fmla="*/ 2147483647 w 732"/>
                  <a:gd name="T83" fmla="*/ 2147483647 h 398"/>
                  <a:gd name="T84" fmla="*/ 2147483647 w 732"/>
                  <a:gd name="T85" fmla="*/ 2147483647 h 398"/>
                  <a:gd name="T86" fmla="*/ 2147483647 w 732"/>
                  <a:gd name="T87" fmla="*/ 2147483647 h 398"/>
                  <a:gd name="T88" fmla="*/ 2147483647 w 732"/>
                  <a:gd name="T89" fmla="*/ 2147483647 h 398"/>
                  <a:gd name="T90" fmla="*/ 2147483647 w 732"/>
                  <a:gd name="T91" fmla="*/ 2147483647 h 398"/>
                  <a:gd name="T92" fmla="*/ 2147483647 w 732"/>
                  <a:gd name="T93" fmla="*/ 2147483647 h 398"/>
                  <a:gd name="T94" fmla="*/ 2147483647 w 732"/>
                  <a:gd name="T95" fmla="*/ 2147483647 h 398"/>
                  <a:gd name="T96" fmla="*/ 2147483647 w 732"/>
                  <a:gd name="T97" fmla="*/ 2147483647 h 398"/>
                  <a:gd name="T98" fmla="*/ 2147483647 w 732"/>
                  <a:gd name="T99" fmla="*/ 2147483647 h 398"/>
                  <a:gd name="T100" fmla="*/ 2147483647 w 732"/>
                  <a:gd name="T101" fmla="*/ 2147483647 h 398"/>
                  <a:gd name="T102" fmla="*/ 2147483647 w 732"/>
                  <a:gd name="T103" fmla="*/ 2147483647 h 398"/>
                  <a:gd name="T104" fmla="*/ 2147483647 w 732"/>
                  <a:gd name="T105" fmla="*/ 2147483647 h 398"/>
                  <a:gd name="T106" fmla="*/ 2147483647 w 732"/>
                  <a:gd name="T107" fmla="*/ 2147483647 h 398"/>
                  <a:gd name="T108" fmla="*/ 2147483647 w 732"/>
                  <a:gd name="T109" fmla="*/ 2147483647 h 398"/>
                  <a:gd name="T110" fmla="*/ 2147483647 w 732"/>
                  <a:gd name="T111" fmla="*/ 2147483647 h 398"/>
                  <a:gd name="T112" fmla="*/ 2147483647 w 732"/>
                  <a:gd name="T113" fmla="*/ 2147483647 h 398"/>
                  <a:gd name="T114" fmla="*/ 2147483647 w 732"/>
                  <a:gd name="T115" fmla="*/ 2147483647 h 398"/>
                  <a:gd name="T116" fmla="*/ 2147483647 w 732"/>
                  <a:gd name="T117" fmla="*/ 2147483647 h 398"/>
                  <a:gd name="T118" fmla="*/ 2147483647 w 732"/>
                  <a:gd name="T119" fmla="*/ 2147483647 h 398"/>
                  <a:gd name="T120" fmla="*/ 2147483647 w 732"/>
                  <a:gd name="T121" fmla="*/ 2147483647 h 398"/>
                  <a:gd name="T122" fmla="*/ 2147483647 w 732"/>
                  <a:gd name="T123" fmla="*/ 2147483647 h 39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32"/>
                  <a:gd name="T187" fmla="*/ 0 h 398"/>
                  <a:gd name="T188" fmla="*/ 732 w 732"/>
                  <a:gd name="T189" fmla="*/ 398 h 39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32" h="398">
                    <a:moveTo>
                      <a:pt x="730" y="24"/>
                    </a:moveTo>
                    <a:lnTo>
                      <a:pt x="728" y="24"/>
                    </a:lnTo>
                    <a:lnTo>
                      <a:pt x="723" y="24"/>
                    </a:lnTo>
                    <a:lnTo>
                      <a:pt x="718" y="22"/>
                    </a:lnTo>
                    <a:lnTo>
                      <a:pt x="678" y="22"/>
                    </a:lnTo>
                    <a:lnTo>
                      <a:pt x="678" y="24"/>
                    </a:lnTo>
                    <a:lnTo>
                      <a:pt x="670" y="26"/>
                    </a:lnTo>
                    <a:lnTo>
                      <a:pt x="659" y="26"/>
                    </a:lnTo>
                    <a:lnTo>
                      <a:pt x="651" y="24"/>
                    </a:lnTo>
                    <a:lnTo>
                      <a:pt x="637" y="24"/>
                    </a:lnTo>
                    <a:lnTo>
                      <a:pt x="623" y="29"/>
                    </a:lnTo>
                    <a:lnTo>
                      <a:pt x="616" y="34"/>
                    </a:lnTo>
                    <a:lnTo>
                      <a:pt x="611" y="34"/>
                    </a:lnTo>
                    <a:lnTo>
                      <a:pt x="606" y="34"/>
                    </a:lnTo>
                    <a:lnTo>
                      <a:pt x="604" y="36"/>
                    </a:lnTo>
                    <a:lnTo>
                      <a:pt x="602" y="36"/>
                    </a:lnTo>
                    <a:lnTo>
                      <a:pt x="597" y="38"/>
                    </a:lnTo>
                    <a:lnTo>
                      <a:pt x="592" y="38"/>
                    </a:lnTo>
                    <a:lnTo>
                      <a:pt x="599" y="34"/>
                    </a:lnTo>
                    <a:lnTo>
                      <a:pt x="609" y="31"/>
                    </a:lnTo>
                    <a:lnTo>
                      <a:pt x="621" y="26"/>
                    </a:lnTo>
                    <a:lnTo>
                      <a:pt x="623" y="24"/>
                    </a:lnTo>
                    <a:lnTo>
                      <a:pt x="618" y="19"/>
                    </a:lnTo>
                    <a:lnTo>
                      <a:pt x="606" y="19"/>
                    </a:lnTo>
                    <a:lnTo>
                      <a:pt x="604" y="22"/>
                    </a:lnTo>
                    <a:lnTo>
                      <a:pt x="602" y="22"/>
                    </a:lnTo>
                    <a:lnTo>
                      <a:pt x="597" y="24"/>
                    </a:lnTo>
                    <a:lnTo>
                      <a:pt x="594" y="24"/>
                    </a:lnTo>
                    <a:lnTo>
                      <a:pt x="566" y="26"/>
                    </a:lnTo>
                    <a:lnTo>
                      <a:pt x="566" y="29"/>
                    </a:lnTo>
                    <a:lnTo>
                      <a:pt x="563" y="29"/>
                    </a:lnTo>
                    <a:lnTo>
                      <a:pt x="566" y="26"/>
                    </a:lnTo>
                    <a:lnTo>
                      <a:pt x="568" y="26"/>
                    </a:lnTo>
                    <a:lnTo>
                      <a:pt x="573" y="26"/>
                    </a:lnTo>
                    <a:lnTo>
                      <a:pt x="578" y="24"/>
                    </a:lnTo>
                    <a:lnTo>
                      <a:pt x="580" y="24"/>
                    </a:lnTo>
                    <a:lnTo>
                      <a:pt x="582" y="24"/>
                    </a:lnTo>
                    <a:lnTo>
                      <a:pt x="585" y="22"/>
                    </a:lnTo>
                    <a:lnTo>
                      <a:pt x="578" y="19"/>
                    </a:lnTo>
                    <a:lnTo>
                      <a:pt x="552" y="19"/>
                    </a:lnTo>
                    <a:lnTo>
                      <a:pt x="542" y="22"/>
                    </a:lnTo>
                    <a:lnTo>
                      <a:pt x="525" y="19"/>
                    </a:lnTo>
                    <a:lnTo>
                      <a:pt x="523" y="19"/>
                    </a:lnTo>
                    <a:lnTo>
                      <a:pt x="523" y="22"/>
                    </a:lnTo>
                    <a:lnTo>
                      <a:pt x="518" y="22"/>
                    </a:lnTo>
                    <a:lnTo>
                      <a:pt x="514" y="24"/>
                    </a:lnTo>
                    <a:lnTo>
                      <a:pt x="511" y="24"/>
                    </a:lnTo>
                    <a:lnTo>
                      <a:pt x="509" y="24"/>
                    </a:lnTo>
                    <a:lnTo>
                      <a:pt x="506" y="24"/>
                    </a:lnTo>
                    <a:lnTo>
                      <a:pt x="509" y="22"/>
                    </a:lnTo>
                    <a:lnTo>
                      <a:pt x="518" y="19"/>
                    </a:lnTo>
                    <a:lnTo>
                      <a:pt x="530" y="19"/>
                    </a:lnTo>
                    <a:lnTo>
                      <a:pt x="563" y="19"/>
                    </a:lnTo>
                    <a:lnTo>
                      <a:pt x="580" y="17"/>
                    </a:lnTo>
                    <a:lnTo>
                      <a:pt x="625" y="17"/>
                    </a:lnTo>
                    <a:lnTo>
                      <a:pt x="632" y="14"/>
                    </a:lnTo>
                    <a:lnTo>
                      <a:pt x="628" y="12"/>
                    </a:lnTo>
                    <a:lnTo>
                      <a:pt x="618" y="10"/>
                    </a:lnTo>
                    <a:lnTo>
                      <a:pt x="592" y="10"/>
                    </a:lnTo>
                    <a:lnTo>
                      <a:pt x="594" y="10"/>
                    </a:lnTo>
                    <a:lnTo>
                      <a:pt x="597" y="7"/>
                    </a:lnTo>
                    <a:lnTo>
                      <a:pt x="594" y="5"/>
                    </a:lnTo>
                    <a:lnTo>
                      <a:pt x="585" y="5"/>
                    </a:lnTo>
                    <a:lnTo>
                      <a:pt x="582" y="7"/>
                    </a:lnTo>
                    <a:lnTo>
                      <a:pt x="568" y="7"/>
                    </a:lnTo>
                    <a:lnTo>
                      <a:pt x="566" y="5"/>
                    </a:lnTo>
                    <a:lnTo>
                      <a:pt x="571" y="5"/>
                    </a:lnTo>
                    <a:lnTo>
                      <a:pt x="573" y="5"/>
                    </a:lnTo>
                    <a:lnTo>
                      <a:pt x="578" y="5"/>
                    </a:lnTo>
                    <a:lnTo>
                      <a:pt x="578" y="2"/>
                    </a:lnTo>
                    <a:lnTo>
                      <a:pt x="575" y="2"/>
                    </a:lnTo>
                    <a:lnTo>
                      <a:pt x="571" y="0"/>
                    </a:lnTo>
                    <a:lnTo>
                      <a:pt x="537" y="0"/>
                    </a:lnTo>
                    <a:lnTo>
                      <a:pt x="528" y="2"/>
                    </a:lnTo>
                    <a:lnTo>
                      <a:pt x="518" y="2"/>
                    </a:lnTo>
                    <a:lnTo>
                      <a:pt x="509" y="0"/>
                    </a:lnTo>
                    <a:lnTo>
                      <a:pt x="483" y="0"/>
                    </a:lnTo>
                    <a:lnTo>
                      <a:pt x="478" y="2"/>
                    </a:lnTo>
                    <a:lnTo>
                      <a:pt x="454" y="2"/>
                    </a:lnTo>
                    <a:lnTo>
                      <a:pt x="452" y="0"/>
                    </a:lnTo>
                    <a:lnTo>
                      <a:pt x="447" y="0"/>
                    </a:lnTo>
                    <a:lnTo>
                      <a:pt x="445" y="2"/>
                    </a:lnTo>
                    <a:lnTo>
                      <a:pt x="442" y="2"/>
                    </a:lnTo>
                    <a:lnTo>
                      <a:pt x="442" y="5"/>
                    </a:lnTo>
                    <a:lnTo>
                      <a:pt x="445" y="5"/>
                    </a:lnTo>
                    <a:lnTo>
                      <a:pt x="447" y="5"/>
                    </a:lnTo>
                    <a:lnTo>
                      <a:pt x="442" y="7"/>
                    </a:lnTo>
                    <a:lnTo>
                      <a:pt x="428" y="7"/>
                    </a:lnTo>
                    <a:lnTo>
                      <a:pt x="409" y="5"/>
                    </a:lnTo>
                    <a:lnTo>
                      <a:pt x="378" y="5"/>
                    </a:lnTo>
                    <a:lnTo>
                      <a:pt x="373" y="5"/>
                    </a:lnTo>
                    <a:lnTo>
                      <a:pt x="371" y="5"/>
                    </a:lnTo>
                    <a:lnTo>
                      <a:pt x="368" y="7"/>
                    </a:lnTo>
                    <a:lnTo>
                      <a:pt x="366" y="7"/>
                    </a:lnTo>
                    <a:lnTo>
                      <a:pt x="366" y="10"/>
                    </a:lnTo>
                    <a:lnTo>
                      <a:pt x="368" y="10"/>
                    </a:lnTo>
                    <a:lnTo>
                      <a:pt x="378" y="10"/>
                    </a:lnTo>
                    <a:lnTo>
                      <a:pt x="387" y="10"/>
                    </a:lnTo>
                    <a:lnTo>
                      <a:pt x="399" y="12"/>
                    </a:lnTo>
                    <a:lnTo>
                      <a:pt x="404" y="12"/>
                    </a:lnTo>
                    <a:lnTo>
                      <a:pt x="426" y="14"/>
                    </a:lnTo>
                    <a:lnTo>
                      <a:pt x="399" y="14"/>
                    </a:lnTo>
                    <a:lnTo>
                      <a:pt x="395" y="14"/>
                    </a:lnTo>
                    <a:lnTo>
                      <a:pt x="392" y="14"/>
                    </a:lnTo>
                    <a:lnTo>
                      <a:pt x="387" y="12"/>
                    </a:lnTo>
                    <a:lnTo>
                      <a:pt x="378" y="12"/>
                    </a:lnTo>
                    <a:lnTo>
                      <a:pt x="380" y="14"/>
                    </a:lnTo>
                    <a:lnTo>
                      <a:pt x="383" y="14"/>
                    </a:lnTo>
                    <a:lnTo>
                      <a:pt x="385" y="14"/>
                    </a:lnTo>
                    <a:lnTo>
                      <a:pt x="376" y="14"/>
                    </a:lnTo>
                    <a:lnTo>
                      <a:pt x="373" y="17"/>
                    </a:lnTo>
                    <a:lnTo>
                      <a:pt x="373" y="19"/>
                    </a:lnTo>
                    <a:lnTo>
                      <a:pt x="371" y="22"/>
                    </a:lnTo>
                    <a:lnTo>
                      <a:pt x="371" y="24"/>
                    </a:lnTo>
                    <a:lnTo>
                      <a:pt x="368" y="24"/>
                    </a:lnTo>
                    <a:lnTo>
                      <a:pt x="366" y="24"/>
                    </a:lnTo>
                    <a:lnTo>
                      <a:pt x="364" y="24"/>
                    </a:lnTo>
                    <a:lnTo>
                      <a:pt x="359" y="24"/>
                    </a:lnTo>
                    <a:lnTo>
                      <a:pt x="357" y="22"/>
                    </a:lnTo>
                    <a:lnTo>
                      <a:pt x="345" y="19"/>
                    </a:lnTo>
                    <a:lnTo>
                      <a:pt x="330" y="14"/>
                    </a:lnTo>
                    <a:lnTo>
                      <a:pt x="309" y="14"/>
                    </a:lnTo>
                    <a:lnTo>
                      <a:pt x="309" y="24"/>
                    </a:lnTo>
                    <a:lnTo>
                      <a:pt x="297" y="24"/>
                    </a:lnTo>
                    <a:lnTo>
                      <a:pt x="292" y="22"/>
                    </a:lnTo>
                    <a:lnTo>
                      <a:pt x="288" y="22"/>
                    </a:lnTo>
                    <a:lnTo>
                      <a:pt x="285" y="19"/>
                    </a:lnTo>
                    <a:lnTo>
                      <a:pt x="278" y="19"/>
                    </a:lnTo>
                    <a:lnTo>
                      <a:pt x="273" y="22"/>
                    </a:lnTo>
                    <a:lnTo>
                      <a:pt x="273" y="24"/>
                    </a:lnTo>
                    <a:lnTo>
                      <a:pt x="269" y="24"/>
                    </a:lnTo>
                    <a:lnTo>
                      <a:pt x="271" y="19"/>
                    </a:lnTo>
                    <a:lnTo>
                      <a:pt x="269" y="17"/>
                    </a:lnTo>
                    <a:lnTo>
                      <a:pt x="238" y="17"/>
                    </a:lnTo>
                    <a:lnTo>
                      <a:pt x="228" y="19"/>
                    </a:lnTo>
                    <a:lnTo>
                      <a:pt x="209" y="19"/>
                    </a:lnTo>
                    <a:lnTo>
                      <a:pt x="214" y="22"/>
                    </a:lnTo>
                    <a:lnTo>
                      <a:pt x="223" y="26"/>
                    </a:lnTo>
                    <a:lnTo>
                      <a:pt x="226" y="29"/>
                    </a:lnTo>
                    <a:lnTo>
                      <a:pt x="223" y="29"/>
                    </a:lnTo>
                    <a:lnTo>
                      <a:pt x="223" y="26"/>
                    </a:lnTo>
                    <a:lnTo>
                      <a:pt x="214" y="24"/>
                    </a:lnTo>
                    <a:lnTo>
                      <a:pt x="207" y="24"/>
                    </a:lnTo>
                    <a:lnTo>
                      <a:pt x="202" y="22"/>
                    </a:lnTo>
                    <a:lnTo>
                      <a:pt x="197" y="22"/>
                    </a:lnTo>
                    <a:lnTo>
                      <a:pt x="192" y="19"/>
                    </a:lnTo>
                    <a:lnTo>
                      <a:pt x="190" y="19"/>
                    </a:lnTo>
                    <a:lnTo>
                      <a:pt x="188" y="22"/>
                    </a:lnTo>
                    <a:lnTo>
                      <a:pt x="185" y="24"/>
                    </a:lnTo>
                    <a:lnTo>
                      <a:pt x="183" y="26"/>
                    </a:lnTo>
                    <a:lnTo>
                      <a:pt x="178" y="29"/>
                    </a:lnTo>
                    <a:lnTo>
                      <a:pt x="176" y="29"/>
                    </a:lnTo>
                    <a:lnTo>
                      <a:pt x="171" y="31"/>
                    </a:lnTo>
                    <a:lnTo>
                      <a:pt x="150" y="31"/>
                    </a:lnTo>
                    <a:lnTo>
                      <a:pt x="143" y="34"/>
                    </a:lnTo>
                    <a:lnTo>
                      <a:pt x="133" y="36"/>
                    </a:lnTo>
                    <a:lnTo>
                      <a:pt x="124" y="38"/>
                    </a:lnTo>
                    <a:lnTo>
                      <a:pt x="119" y="38"/>
                    </a:lnTo>
                    <a:lnTo>
                      <a:pt x="102" y="41"/>
                    </a:lnTo>
                    <a:lnTo>
                      <a:pt x="97" y="43"/>
                    </a:lnTo>
                    <a:lnTo>
                      <a:pt x="100" y="46"/>
                    </a:lnTo>
                    <a:lnTo>
                      <a:pt x="105" y="48"/>
                    </a:lnTo>
                    <a:lnTo>
                      <a:pt x="126" y="48"/>
                    </a:lnTo>
                    <a:lnTo>
                      <a:pt x="116" y="50"/>
                    </a:lnTo>
                    <a:lnTo>
                      <a:pt x="112" y="55"/>
                    </a:lnTo>
                    <a:lnTo>
                      <a:pt x="109" y="55"/>
                    </a:lnTo>
                    <a:lnTo>
                      <a:pt x="93" y="60"/>
                    </a:lnTo>
                    <a:lnTo>
                      <a:pt x="88" y="60"/>
                    </a:lnTo>
                    <a:lnTo>
                      <a:pt x="66" y="60"/>
                    </a:lnTo>
                    <a:lnTo>
                      <a:pt x="57" y="62"/>
                    </a:lnTo>
                    <a:lnTo>
                      <a:pt x="47" y="65"/>
                    </a:lnTo>
                    <a:lnTo>
                      <a:pt x="45" y="67"/>
                    </a:lnTo>
                    <a:lnTo>
                      <a:pt x="40" y="67"/>
                    </a:lnTo>
                    <a:lnTo>
                      <a:pt x="38" y="65"/>
                    </a:lnTo>
                    <a:lnTo>
                      <a:pt x="31" y="70"/>
                    </a:lnTo>
                    <a:lnTo>
                      <a:pt x="9" y="70"/>
                    </a:lnTo>
                    <a:lnTo>
                      <a:pt x="7" y="70"/>
                    </a:lnTo>
                    <a:lnTo>
                      <a:pt x="2" y="70"/>
                    </a:lnTo>
                    <a:lnTo>
                      <a:pt x="0" y="74"/>
                    </a:lnTo>
                    <a:lnTo>
                      <a:pt x="2" y="74"/>
                    </a:lnTo>
                    <a:lnTo>
                      <a:pt x="9" y="79"/>
                    </a:lnTo>
                    <a:lnTo>
                      <a:pt x="12" y="82"/>
                    </a:lnTo>
                    <a:lnTo>
                      <a:pt x="14" y="84"/>
                    </a:lnTo>
                    <a:lnTo>
                      <a:pt x="24" y="79"/>
                    </a:lnTo>
                    <a:lnTo>
                      <a:pt x="24" y="84"/>
                    </a:lnTo>
                    <a:lnTo>
                      <a:pt x="28" y="86"/>
                    </a:lnTo>
                    <a:lnTo>
                      <a:pt x="33" y="86"/>
                    </a:lnTo>
                    <a:lnTo>
                      <a:pt x="36" y="84"/>
                    </a:lnTo>
                    <a:lnTo>
                      <a:pt x="38" y="84"/>
                    </a:lnTo>
                    <a:lnTo>
                      <a:pt x="40" y="82"/>
                    </a:lnTo>
                    <a:lnTo>
                      <a:pt x="40" y="84"/>
                    </a:lnTo>
                    <a:lnTo>
                      <a:pt x="43" y="86"/>
                    </a:lnTo>
                    <a:lnTo>
                      <a:pt x="45" y="86"/>
                    </a:lnTo>
                    <a:lnTo>
                      <a:pt x="47" y="84"/>
                    </a:lnTo>
                    <a:lnTo>
                      <a:pt x="52" y="84"/>
                    </a:lnTo>
                    <a:lnTo>
                      <a:pt x="57" y="84"/>
                    </a:lnTo>
                    <a:lnTo>
                      <a:pt x="59" y="82"/>
                    </a:lnTo>
                    <a:lnTo>
                      <a:pt x="64" y="82"/>
                    </a:lnTo>
                    <a:lnTo>
                      <a:pt x="64" y="84"/>
                    </a:lnTo>
                    <a:lnTo>
                      <a:pt x="64" y="86"/>
                    </a:lnTo>
                    <a:lnTo>
                      <a:pt x="62" y="86"/>
                    </a:lnTo>
                    <a:lnTo>
                      <a:pt x="57" y="91"/>
                    </a:lnTo>
                    <a:lnTo>
                      <a:pt x="55" y="91"/>
                    </a:lnTo>
                    <a:lnTo>
                      <a:pt x="52" y="89"/>
                    </a:lnTo>
                    <a:lnTo>
                      <a:pt x="40" y="89"/>
                    </a:lnTo>
                    <a:lnTo>
                      <a:pt x="36" y="91"/>
                    </a:lnTo>
                    <a:lnTo>
                      <a:pt x="33" y="91"/>
                    </a:lnTo>
                    <a:lnTo>
                      <a:pt x="21" y="89"/>
                    </a:lnTo>
                    <a:lnTo>
                      <a:pt x="19" y="89"/>
                    </a:lnTo>
                    <a:lnTo>
                      <a:pt x="14" y="86"/>
                    </a:lnTo>
                    <a:lnTo>
                      <a:pt x="7" y="86"/>
                    </a:lnTo>
                    <a:lnTo>
                      <a:pt x="2" y="89"/>
                    </a:lnTo>
                    <a:lnTo>
                      <a:pt x="2" y="93"/>
                    </a:lnTo>
                    <a:lnTo>
                      <a:pt x="2" y="96"/>
                    </a:lnTo>
                    <a:lnTo>
                      <a:pt x="7" y="98"/>
                    </a:lnTo>
                    <a:lnTo>
                      <a:pt x="19" y="98"/>
                    </a:lnTo>
                    <a:lnTo>
                      <a:pt x="17" y="101"/>
                    </a:lnTo>
                    <a:lnTo>
                      <a:pt x="14" y="101"/>
                    </a:lnTo>
                    <a:lnTo>
                      <a:pt x="9" y="101"/>
                    </a:lnTo>
                    <a:lnTo>
                      <a:pt x="12" y="103"/>
                    </a:lnTo>
                    <a:lnTo>
                      <a:pt x="19" y="105"/>
                    </a:lnTo>
                    <a:lnTo>
                      <a:pt x="21" y="105"/>
                    </a:lnTo>
                    <a:lnTo>
                      <a:pt x="24" y="108"/>
                    </a:lnTo>
                    <a:lnTo>
                      <a:pt x="33" y="108"/>
                    </a:lnTo>
                    <a:lnTo>
                      <a:pt x="33" y="105"/>
                    </a:lnTo>
                    <a:lnTo>
                      <a:pt x="36" y="105"/>
                    </a:lnTo>
                    <a:lnTo>
                      <a:pt x="38" y="105"/>
                    </a:lnTo>
                    <a:lnTo>
                      <a:pt x="43" y="108"/>
                    </a:lnTo>
                    <a:lnTo>
                      <a:pt x="52" y="105"/>
                    </a:lnTo>
                    <a:lnTo>
                      <a:pt x="52" y="108"/>
                    </a:lnTo>
                    <a:lnTo>
                      <a:pt x="57" y="108"/>
                    </a:lnTo>
                    <a:lnTo>
                      <a:pt x="62" y="105"/>
                    </a:lnTo>
                    <a:lnTo>
                      <a:pt x="64" y="105"/>
                    </a:lnTo>
                    <a:lnTo>
                      <a:pt x="69" y="103"/>
                    </a:lnTo>
                    <a:lnTo>
                      <a:pt x="76" y="105"/>
                    </a:lnTo>
                    <a:lnTo>
                      <a:pt x="81" y="105"/>
                    </a:lnTo>
                    <a:lnTo>
                      <a:pt x="83" y="105"/>
                    </a:lnTo>
                    <a:lnTo>
                      <a:pt x="85" y="103"/>
                    </a:lnTo>
                    <a:lnTo>
                      <a:pt x="88" y="103"/>
                    </a:lnTo>
                    <a:lnTo>
                      <a:pt x="93" y="105"/>
                    </a:lnTo>
                    <a:lnTo>
                      <a:pt x="97" y="105"/>
                    </a:lnTo>
                    <a:lnTo>
                      <a:pt x="112" y="105"/>
                    </a:lnTo>
                    <a:lnTo>
                      <a:pt x="121" y="110"/>
                    </a:lnTo>
                    <a:lnTo>
                      <a:pt x="124" y="110"/>
                    </a:lnTo>
                    <a:lnTo>
                      <a:pt x="128" y="115"/>
                    </a:lnTo>
                    <a:lnTo>
                      <a:pt x="135" y="115"/>
                    </a:lnTo>
                    <a:lnTo>
                      <a:pt x="133" y="117"/>
                    </a:lnTo>
                    <a:lnTo>
                      <a:pt x="133" y="120"/>
                    </a:lnTo>
                    <a:lnTo>
                      <a:pt x="133" y="125"/>
                    </a:lnTo>
                    <a:lnTo>
                      <a:pt x="138" y="125"/>
                    </a:lnTo>
                    <a:lnTo>
                      <a:pt x="140" y="125"/>
                    </a:lnTo>
                    <a:lnTo>
                      <a:pt x="145" y="127"/>
                    </a:lnTo>
                    <a:lnTo>
                      <a:pt x="147" y="129"/>
                    </a:lnTo>
                    <a:lnTo>
                      <a:pt x="143" y="134"/>
                    </a:lnTo>
                    <a:lnTo>
                      <a:pt x="145" y="141"/>
                    </a:lnTo>
                    <a:lnTo>
                      <a:pt x="152" y="144"/>
                    </a:lnTo>
                    <a:lnTo>
                      <a:pt x="145" y="149"/>
                    </a:lnTo>
                    <a:lnTo>
                      <a:pt x="150" y="151"/>
                    </a:lnTo>
                    <a:lnTo>
                      <a:pt x="147" y="151"/>
                    </a:lnTo>
                    <a:lnTo>
                      <a:pt x="145" y="153"/>
                    </a:lnTo>
                    <a:lnTo>
                      <a:pt x="145" y="156"/>
                    </a:lnTo>
                    <a:lnTo>
                      <a:pt x="150" y="161"/>
                    </a:lnTo>
                    <a:lnTo>
                      <a:pt x="152" y="161"/>
                    </a:lnTo>
                    <a:lnTo>
                      <a:pt x="152" y="163"/>
                    </a:lnTo>
                    <a:lnTo>
                      <a:pt x="147" y="165"/>
                    </a:lnTo>
                    <a:lnTo>
                      <a:pt x="145" y="168"/>
                    </a:lnTo>
                    <a:lnTo>
                      <a:pt x="143" y="168"/>
                    </a:lnTo>
                    <a:lnTo>
                      <a:pt x="147" y="170"/>
                    </a:lnTo>
                    <a:lnTo>
                      <a:pt x="143" y="170"/>
                    </a:lnTo>
                    <a:lnTo>
                      <a:pt x="140" y="170"/>
                    </a:lnTo>
                    <a:lnTo>
                      <a:pt x="138" y="170"/>
                    </a:lnTo>
                    <a:lnTo>
                      <a:pt x="133" y="173"/>
                    </a:lnTo>
                    <a:lnTo>
                      <a:pt x="131" y="173"/>
                    </a:lnTo>
                    <a:lnTo>
                      <a:pt x="131" y="175"/>
                    </a:lnTo>
                    <a:lnTo>
                      <a:pt x="143" y="175"/>
                    </a:lnTo>
                    <a:lnTo>
                      <a:pt x="138" y="180"/>
                    </a:lnTo>
                    <a:lnTo>
                      <a:pt x="126" y="180"/>
                    </a:lnTo>
                    <a:lnTo>
                      <a:pt x="124" y="180"/>
                    </a:lnTo>
                    <a:lnTo>
                      <a:pt x="124" y="182"/>
                    </a:lnTo>
                    <a:lnTo>
                      <a:pt x="133" y="189"/>
                    </a:lnTo>
                    <a:lnTo>
                      <a:pt x="138" y="189"/>
                    </a:lnTo>
                    <a:lnTo>
                      <a:pt x="145" y="184"/>
                    </a:lnTo>
                    <a:lnTo>
                      <a:pt x="147" y="184"/>
                    </a:lnTo>
                    <a:lnTo>
                      <a:pt x="152" y="184"/>
                    </a:lnTo>
                    <a:lnTo>
                      <a:pt x="154" y="182"/>
                    </a:lnTo>
                    <a:lnTo>
                      <a:pt x="157" y="182"/>
                    </a:lnTo>
                    <a:lnTo>
                      <a:pt x="157" y="180"/>
                    </a:lnTo>
                    <a:lnTo>
                      <a:pt x="157" y="175"/>
                    </a:lnTo>
                    <a:lnTo>
                      <a:pt x="159" y="173"/>
                    </a:lnTo>
                    <a:lnTo>
                      <a:pt x="159" y="180"/>
                    </a:lnTo>
                    <a:lnTo>
                      <a:pt x="166" y="175"/>
                    </a:lnTo>
                    <a:lnTo>
                      <a:pt x="164" y="177"/>
                    </a:lnTo>
                    <a:lnTo>
                      <a:pt x="164" y="180"/>
                    </a:lnTo>
                    <a:lnTo>
                      <a:pt x="166" y="180"/>
                    </a:lnTo>
                    <a:lnTo>
                      <a:pt x="169" y="182"/>
                    </a:lnTo>
                    <a:lnTo>
                      <a:pt x="176" y="182"/>
                    </a:lnTo>
                    <a:lnTo>
                      <a:pt x="171" y="187"/>
                    </a:lnTo>
                    <a:lnTo>
                      <a:pt x="171" y="189"/>
                    </a:lnTo>
                    <a:lnTo>
                      <a:pt x="173" y="192"/>
                    </a:lnTo>
                    <a:lnTo>
                      <a:pt x="176" y="194"/>
                    </a:lnTo>
                    <a:lnTo>
                      <a:pt x="178" y="196"/>
                    </a:lnTo>
                    <a:lnTo>
                      <a:pt x="181" y="199"/>
                    </a:lnTo>
                    <a:lnTo>
                      <a:pt x="178" y="201"/>
                    </a:lnTo>
                    <a:lnTo>
                      <a:pt x="173" y="201"/>
                    </a:lnTo>
                    <a:lnTo>
                      <a:pt x="173" y="204"/>
                    </a:lnTo>
                    <a:lnTo>
                      <a:pt x="166" y="204"/>
                    </a:lnTo>
                    <a:lnTo>
                      <a:pt x="164" y="201"/>
                    </a:lnTo>
                    <a:lnTo>
                      <a:pt x="162" y="201"/>
                    </a:lnTo>
                    <a:lnTo>
                      <a:pt x="159" y="201"/>
                    </a:lnTo>
                    <a:lnTo>
                      <a:pt x="157" y="199"/>
                    </a:lnTo>
                    <a:lnTo>
                      <a:pt x="143" y="199"/>
                    </a:lnTo>
                    <a:lnTo>
                      <a:pt x="140" y="196"/>
                    </a:lnTo>
                    <a:lnTo>
                      <a:pt x="138" y="194"/>
                    </a:lnTo>
                    <a:lnTo>
                      <a:pt x="131" y="194"/>
                    </a:lnTo>
                    <a:lnTo>
                      <a:pt x="128" y="199"/>
                    </a:lnTo>
                    <a:lnTo>
                      <a:pt x="128" y="201"/>
                    </a:lnTo>
                    <a:lnTo>
                      <a:pt x="133" y="201"/>
                    </a:lnTo>
                    <a:lnTo>
                      <a:pt x="133" y="204"/>
                    </a:lnTo>
                    <a:lnTo>
                      <a:pt x="140" y="204"/>
                    </a:lnTo>
                    <a:lnTo>
                      <a:pt x="143" y="206"/>
                    </a:lnTo>
                    <a:lnTo>
                      <a:pt x="145" y="206"/>
                    </a:lnTo>
                    <a:lnTo>
                      <a:pt x="147" y="206"/>
                    </a:lnTo>
                    <a:lnTo>
                      <a:pt x="152" y="211"/>
                    </a:lnTo>
                    <a:lnTo>
                      <a:pt x="162" y="211"/>
                    </a:lnTo>
                    <a:lnTo>
                      <a:pt x="164" y="211"/>
                    </a:lnTo>
                    <a:lnTo>
                      <a:pt x="166" y="211"/>
                    </a:lnTo>
                    <a:lnTo>
                      <a:pt x="173" y="213"/>
                    </a:lnTo>
                    <a:lnTo>
                      <a:pt x="178" y="208"/>
                    </a:lnTo>
                    <a:lnTo>
                      <a:pt x="178" y="216"/>
                    </a:lnTo>
                    <a:lnTo>
                      <a:pt x="176" y="213"/>
                    </a:lnTo>
                    <a:lnTo>
                      <a:pt x="173" y="213"/>
                    </a:lnTo>
                    <a:lnTo>
                      <a:pt x="171" y="213"/>
                    </a:lnTo>
                    <a:lnTo>
                      <a:pt x="171" y="216"/>
                    </a:lnTo>
                    <a:lnTo>
                      <a:pt x="173" y="220"/>
                    </a:lnTo>
                    <a:lnTo>
                      <a:pt x="169" y="220"/>
                    </a:lnTo>
                    <a:lnTo>
                      <a:pt x="166" y="220"/>
                    </a:lnTo>
                    <a:lnTo>
                      <a:pt x="164" y="220"/>
                    </a:lnTo>
                    <a:lnTo>
                      <a:pt x="164" y="223"/>
                    </a:lnTo>
                    <a:lnTo>
                      <a:pt x="164" y="225"/>
                    </a:lnTo>
                    <a:lnTo>
                      <a:pt x="173" y="225"/>
                    </a:lnTo>
                    <a:lnTo>
                      <a:pt x="171" y="225"/>
                    </a:lnTo>
                    <a:lnTo>
                      <a:pt x="171" y="228"/>
                    </a:lnTo>
                    <a:lnTo>
                      <a:pt x="169" y="230"/>
                    </a:lnTo>
                    <a:lnTo>
                      <a:pt x="162" y="225"/>
                    </a:lnTo>
                    <a:lnTo>
                      <a:pt x="159" y="225"/>
                    </a:lnTo>
                    <a:lnTo>
                      <a:pt x="159" y="228"/>
                    </a:lnTo>
                    <a:lnTo>
                      <a:pt x="159" y="230"/>
                    </a:lnTo>
                    <a:lnTo>
                      <a:pt x="162" y="232"/>
                    </a:lnTo>
                    <a:lnTo>
                      <a:pt x="157" y="232"/>
                    </a:lnTo>
                    <a:lnTo>
                      <a:pt x="157" y="237"/>
                    </a:lnTo>
                    <a:lnTo>
                      <a:pt x="154" y="237"/>
                    </a:lnTo>
                    <a:lnTo>
                      <a:pt x="152" y="240"/>
                    </a:lnTo>
                    <a:lnTo>
                      <a:pt x="152" y="242"/>
                    </a:lnTo>
                    <a:lnTo>
                      <a:pt x="157" y="247"/>
                    </a:lnTo>
                    <a:lnTo>
                      <a:pt x="159" y="247"/>
                    </a:lnTo>
                    <a:lnTo>
                      <a:pt x="159" y="252"/>
                    </a:lnTo>
                    <a:lnTo>
                      <a:pt x="157" y="252"/>
                    </a:lnTo>
                    <a:lnTo>
                      <a:pt x="154" y="252"/>
                    </a:lnTo>
                    <a:lnTo>
                      <a:pt x="152" y="249"/>
                    </a:lnTo>
                    <a:lnTo>
                      <a:pt x="150" y="244"/>
                    </a:lnTo>
                    <a:lnTo>
                      <a:pt x="147" y="242"/>
                    </a:lnTo>
                    <a:lnTo>
                      <a:pt x="147" y="240"/>
                    </a:lnTo>
                    <a:lnTo>
                      <a:pt x="145" y="237"/>
                    </a:lnTo>
                    <a:lnTo>
                      <a:pt x="143" y="235"/>
                    </a:lnTo>
                    <a:lnTo>
                      <a:pt x="140" y="235"/>
                    </a:lnTo>
                    <a:lnTo>
                      <a:pt x="135" y="235"/>
                    </a:lnTo>
                    <a:lnTo>
                      <a:pt x="133" y="235"/>
                    </a:lnTo>
                    <a:lnTo>
                      <a:pt x="128" y="240"/>
                    </a:lnTo>
                    <a:lnTo>
                      <a:pt x="128" y="242"/>
                    </a:lnTo>
                    <a:lnTo>
                      <a:pt x="133" y="244"/>
                    </a:lnTo>
                    <a:lnTo>
                      <a:pt x="138" y="244"/>
                    </a:lnTo>
                    <a:lnTo>
                      <a:pt x="140" y="247"/>
                    </a:lnTo>
                    <a:lnTo>
                      <a:pt x="135" y="249"/>
                    </a:lnTo>
                    <a:lnTo>
                      <a:pt x="131" y="249"/>
                    </a:lnTo>
                    <a:lnTo>
                      <a:pt x="128" y="247"/>
                    </a:lnTo>
                    <a:lnTo>
                      <a:pt x="121" y="247"/>
                    </a:lnTo>
                    <a:lnTo>
                      <a:pt x="119" y="249"/>
                    </a:lnTo>
                    <a:lnTo>
                      <a:pt x="116" y="249"/>
                    </a:lnTo>
                    <a:lnTo>
                      <a:pt x="114" y="249"/>
                    </a:lnTo>
                    <a:lnTo>
                      <a:pt x="112" y="252"/>
                    </a:lnTo>
                    <a:lnTo>
                      <a:pt x="109" y="252"/>
                    </a:lnTo>
                    <a:lnTo>
                      <a:pt x="121" y="252"/>
                    </a:lnTo>
                    <a:lnTo>
                      <a:pt x="126" y="252"/>
                    </a:lnTo>
                    <a:lnTo>
                      <a:pt x="140" y="252"/>
                    </a:lnTo>
                    <a:lnTo>
                      <a:pt x="143" y="252"/>
                    </a:lnTo>
                    <a:lnTo>
                      <a:pt x="131" y="252"/>
                    </a:lnTo>
                    <a:lnTo>
                      <a:pt x="112" y="256"/>
                    </a:lnTo>
                    <a:lnTo>
                      <a:pt x="107" y="256"/>
                    </a:lnTo>
                    <a:lnTo>
                      <a:pt x="105" y="259"/>
                    </a:lnTo>
                    <a:lnTo>
                      <a:pt x="107" y="259"/>
                    </a:lnTo>
                    <a:lnTo>
                      <a:pt x="107" y="261"/>
                    </a:lnTo>
                    <a:lnTo>
                      <a:pt x="114" y="261"/>
                    </a:lnTo>
                    <a:lnTo>
                      <a:pt x="119" y="259"/>
                    </a:lnTo>
                    <a:lnTo>
                      <a:pt x="124" y="259"/>
                    </a:lnTo>
                    <a:lnTo>
                      <a:pt x="128" y="256"/>
                    </a:lnTo>
                    <a:lnTo>
                      <a:pt x="138" y="256"/>
                    </a:lnTo>
                    <a:lnTo>
                      <a:pt x="140" y="259"/>
                    </a:lnTo>
                    <a:lnTo>
                      <a:pt x="138" y="261"/>
                    </a:lnTo>
                    <a:lnTo>
                      <a:pt x="114" y="261"/>
                    </a:lnTo>
                    <a:lnTo>
                      <a:pt x="112" y="261"/>
                    </a:lnTo>
                    <a:lnTo>
                      <a:pt x="102" y="261"/>
                    </a:lnTo>
                    <a:lnTo>
                      <a:pt x="102" y="264"/>
                    </a:lnTo>
                    <a:lnTo>
                      <a:pt x="107" y="264"/>
                    </a:lnTo>
                    <a:lnTo>
                      <a:pt x="107" y="266"/>
                    </a:lnTo>
                    <a:lnTo>
                      <a:pt x="112" y="266"/>
                    </a:lnTo>
                    <a:lnTo>
                      <a:pt x="114" y="266"/>
                    </a:lnTo>
                    <a:lnTo>
                      <a:pt x="109" y="266"/>
                    </a:lnTo>
                    <a:lnTo>
                      <a:pt x="107" y="268"/>
                    </a:lnTo>
                    <a:lnTo>
                      <a:pt x="107" y="271"/>
                    </a:lnTo>
                    <a:lnTo>
                      <a:pt x="105" y="273"/>
                    </a:lnTo>
                    <a:lnTo>
                      <a:pt x="102" y="273"/>
                    </a:lnTo>
                    <a:lnTo>
                      <a:pt x="100" y="275"/>
                    </a:lnTo>
                    <a:lnTo>
                      <a:pt x="97" y="275"/>
                    </a:lnTo>
                    <a:lnTo>
                      <a:pt x="107" y="278"/>
                    </a:lnTo>
                    <a:lnTo>
                      <a:pt x="97" y="280"/>
                    </a:lnTo>
                    <a:lnTo>
                      <a:pt x="97" y="283"/>
                    </a:lnTo>
                    <a:lnTo>
                      <a:pt x="100" y="285"/>
                    </a:lnTo>
                    <a:lnTo>
                      <a:pt x="105" y="285"/>
                    </a:lnTo>
                    <a:lnTo>
                      <a:pt x="107" y="285"/>
                    </a:lnTo>
                    <a:lnTo>
                      <a:pt x="114" y="285"/>
                    </a:lnTo>
                    <a:lnTo>
                      <a:pt x="112" y="285"/>
                    </a:lnTo>
                    <a:lnTo>
                      <a:pt x="109" y="285"/>
                    </a:lnTo>
                    <a:lnTo>
                      <a:pt x="107" y="287"/>
                    </a:lnTo>
                    <a:lnTo>
                      <a:pt x="102" y="290"/>
                    </a:lnTo>
                    <a:lnTo>
                      <a:pt x="102" y="292"/>
                    </a:lnTo>
                    <a:lnTo>
                      <a:pt x="105" y="295"/>
                    </a:lnTo>
                    <a:lnTo>
                      <a:pt x="107" y="295"/>
                    </a:lnTo>
                    <a:lnTo>
                      <a:pt x="109" y="292"/>
                    </a:lnTo>
                    <a:lnTo>
                      <a:pt x="114" y="290"/>
                    </a:lnTo>
                    <a:lnTo>
                      <a:pt x="112" y="295"/>
                    </a:lnTo>
                    <a:lnTo>
                      <a:pt x="109" y="295"/>
                    </a:lnTo>
                    <a:lnTo>
                      <a:pt x="107" y="299"/>
                    </a:lnTo>
                    <a:lnTo>
                      <a:pt x="107" y="304"/>
                    </a:lnTo>
                    <a:lnTo>
                      <a:pt x="109" y="304"/>
                    </a:lnTo>
                    <a:lnTo>
                      <a:pt x="109" y="302"/>
                    </a:lnTo>
                    <a:lnTo>
                      <a:pt x="114" y="302"/>
                    </a:lnTo>
                    <a:lnTo>
                      <a:pt x="109" y="307"/>
                    </a:lnTo>
                    <a:lnTo>
                      <a:pt x="107" y="307"/>
                    </a:lnTo>
                    <a:lnTo>
                      <a:pt x="105" y="309"/>
                    </a:lnTo>
                    <a:lnTo>
                      <a:pt x="102" y="311"/>
                    </a:lnTo>
                    <a:lnTo>
                      <a:pt x="102" y="316"/>
                    </a:lnTo>
                    <a:lnTo>
                      <a:pt x="105" y="316"/>
                    </a:lnTo>
                    <a:lnTo>
                      <a:pt x="107" y="314"/>
                    </a:lnTo>
                    <a:lnTo>
                      <a:pt x="114" y="307"/>
                    </a:lnTo>
                    <a:lnTo>
                      <a:pt x="124" y="307"/>
                    </a:lnTo>
                    <a:lnTo>
                      <a:pt x="126" y="304"/>
                    </a:lnTo>
                    <a:lnTo>
                      <a:pt x="128" y="304"/>
                    </a:lnTo>
                    <a:lnTo>
                      <a:pt x="128" y="307"/>
                    </a:lnTo>
                    <a:lnTo>
                      <a:pt x="133" y="304"/>
                    </a:lnTo>
                    <a:lnTo>
                      <a:pt x="128" y="311"/>
                    </a:lnTo>
                    <a:lnTo>
                      <a:pt x="135" y="311"/>
                    </a:lnTo>
                    <a:lnTo>
                      <a:pt x="128" y="311"/>
                    </a:lnTo>
                    <a:lnTo>
                      <a:pt x="124" y="314"/>
                    </a:lnTo>
                    <a:lnTo>
                      <a:pt x="124" y="316"/>
                    </a:lnTo>
                    <a:lnTo>
                      <a:pt x="119" y="316"/>
                    </a:lnTo>
                    <a:lnTo>
                      <a:pt x="116" y="316"/>
                    </a:lnTo>
                    <a:lnTo>
                      <a:pt x="114" y="319"/>
                    </a:lnTo>
                    <a:lnTo>
                      <a:pt x="114" y="321"/>
                    </a:lnTo>
                    <a:lnTo>
                      <a:pt x="112" y="321"/>
                    </a:lnTo>
                    <a:lnTo>
                      <a:pt x="107" y="323"/>
                    </a:lnTo>
                    <a:lnTo>
                      <a:pt x="105" y="326"/>
                    </a:lnTo>
                    <a:lnTo>
                      <a:pt x="109" y="326"/>
                    </a:lnTo>
                    <a:lnTo>
                      <a:pt x="107" y="326"/>
                    </a:lnTo>
                    <a:lnTo>
                      <a:pt x="107" y="328"/>
                    </a:lnTo>
                    <a:lnTo>
                      <a:pt x="107" y="331"/>
                    </a:lnTo>
                    <a:lnTo>
                      <a:pt x="109" y="331"/>
                    </a:lnTo>
                    <a:lnTo>
                      <a:pt x="107" y="333"/>
                    </a:lnTo>
                    <a:lnTo>
                      <a:pt x="107" y="335"/>
                    </a:lnTo>
                    <a:lnTo>
                      <a:pt x="116" y="335"/>
                    </a:lnTo>
                    <a:lnTo>
                      <a:pt x="112" y="343"/>
                    </a:lnTo>
                    <a:lnTo>
                      <a:pt x="116" y="340"/>
                    </a:lnTo>
                    <a:lnTo>
                      <a:pt x="119" y="340"/>
                    </a:lnTo>
                    <a:lnTo>
                      <a:pt x="116" y="340"/>
                    </a:lnTo>
                    <a:lnTo>
                      <a:pt x="114" y="343"/>
                    </a:lnTo>
                    <a:lnTo>
                      <a:pt x="114" y="345"/>
                    </a:lnTo>
                    <a:lnTo>
                      <a:pt x="112" y="347"/>
                    </a:lnTo>
                    <a:lnTo>
                      <a:pt x="112" y="352"/>
                    </a:lnTo>
                    <a:lnTo>
                      <a:pt x="114" y="352"/>
                    </a:lnTo>
                    <a:lnTo>
                      <a:pt x="121" y="352"/>
                    </a:lnTo>
                    <a:lnTo>
                      <a:pt x="116" y="359"/>
                    </a:lnTo>
                    <a:lnTo>
                      <a:pt x="126" y="357"/>
                    </a:lnTo>
                    <a:lnTo>
                      <a:pt x="121" y="362"/>
                    </a:lnTo>
                    <a:lnTo>
                      <a:pt x="124" y="366"/>
                    </a:lnTo>
                    <a:lnTo>
                      <a:pt x="128" y="366"/>
                    </a:lnTo>
                    <a:lnTo>
                      <a:pt x="126" y="366"/>
                    </a:lnTo>
                    <a:lnTo>
                      <a:pt x="126" y="369"/>
                    </a:lnTo>
                    <a:lnTo>
                      <a:pt x="128" y="371"/>
                    </a:lnTo>
                    <a:lnTo>
                      <a:pt x="133" y="371"/>
                    </a:lnTo>
                    <a:lnTo>
                      <a:pt x="128" y="376"/>
                    </a:lnTo>
                    <a:lnTo>
                      <a:pt x="135" y="376"/>
                    </a:lnTo>
                    <a:lnTo>
                      <a:pt x="133" y="381"/>
                    </a:lnTo>
                    <a:lnTo>
                      <a:pt x="145" y="378"/>
                    </a:lnTo>
                    <a:lnTo>
                      <a:pt x="147" y="381"/>
                    </a:lnTo>
                    <a:lnTo>
                      <a:pt x="150" y="381"/>
                    </a:lnTo>
                    <a:lnTo>
                      <a:pt x="152" y="378"/>
                    </a:lnTo>
                    <a:lnTo>
                      <a:pt x="162" y="374"/>
                    </a:lnTo>
                    <a:lnTo>
                      <a:pt x="164" y="371"/>
                    </a:lnTo>
                    <a:lnTo>
                      <a:pt x="164" y="374"/>
                    </a:lnTo>
                    <a:lnTo>
                      <a:pt x="162" y="376"/>
                    </a:lnTo>
                    <a:lnTo>
                      <a:pt x="169" y="378"/>
                    </a:lnTo>
                    <a:lnTo>
                      <a:pt x="171" y="376"/>
                    </a:lnTo>
                    <a:lnTo>
                      <a:pt x="173" y="376"/>
                    </a:lnTo>
                    <a:lnTo>
                      <a:pt x="169" y="378"/>
                    </a:lnTo>
                    <a:lnTo>
                      <a:pt x="164" y="381"/>
                    </a:lnTo>
                    <a:lnTo>
                      <a:pt x="162" y="383"/>
                    </a:lnTo>
                    <a:lnTo>
                      <a:pt x="162" y="386"/>
                    </a:lnTo>
                    <a:lnTo>
                      <a:pt x="169" y="386"/>
                    </a:lnTo>
                    <a:lnTo>
                      <a:pt x="173" y="386"/>
                    </a:lnTo>
                    <a:lnTo>
                      <a:pt x="176" y="386"/>
                    </a:lnTo>
                    <a:lnTo>
                      <a:pt x="173" y="386"/>
                    </a:lnTo>
                    <a:lnTo>
                      <a:pt x="171" y="388"/>
                    </a:lnTo>
                    <a:lnTo>
                      <a:pt x="169" y="390"/>
                    </a:lnTo>
                    <a:lnTo>
                      <a:pt x="169" y="393"/>
                    </a:lnTo>
                    <a:lnTo>
                      <a:pt x="169" y="395"/>
                    </a:lnTo>
                    <a:lnTo>
                      <a:pt x="176" y="395"/>
                    </a:lnTo>
                    <a:lnTo>
                      <a:pt x="178" y="393"/>
                    </a:lnTo>
                    <a:lnTo>
                      <a:pt x="178" y="395"/>
                    </a:lnTo>
                    <a:lnTo>
                      <a:pt x="183" y="398"/>
                    </a:lnTo>
                    <a:lnTo>
                      <a:pt x="188" y="398"/>
                    </a:lnTo>
                    <a:lnTo>
                      <a:pt x="192" y="395"/>
                    </a:lnTo>
                    <a:lnTo>
                      <a:pt x="195" y="393"/>
                    </a:lnTo>
                    <a:lnTo>
                      <a:pt x="192" y="390"/>
                    </a:lnTo>
                    <a:lnTo>
                      <a:pt x="192" y="388"/>
                    </a:lnTo>
                    <a:lnTo>
                      <a:pt x="197" y="388"/>
                    </a:lnTo>
                    <a:lnTo>
                      <a:pt x="200" y="386"/>
                    </a:lnTo>
                    <a:lnTo>
                      <a:pt x="200" y="378"/>
                    </a:lnTo>
                    <a:lnTo>
                      <a:pt x="202" y="381"/>
                    </a:lnTo>
                    <a:lnTo>
                      <a:pt x="207" y="381"/>
                    </a:lnTo>
                    <a:lnTo>
                      <a:pt x="207" y="376"/>
                    </a:lnTo>
                    <a:lnTo>
                      <a:pt x="207" y="374"/>
                    </a:lnTo>
                    <a:lnTo>
                      <a:pt x="207" y="371"/>
                    </a:lnTo>
                    <a:lnTo>
                      <a:pt x="207" y="374"/>
                    </a:lnTo>
                    <a:lnTo>
                      <a:pt x="209" y="376"/>
                    </a:lnTo>
                    <a:lnTo>
                      <a:pt x="212" y="376"/>
                    </a:lnTo>
                    <a:lnTo>
                      <a:pt x="214" y="374"/>
                    </a:lnTo>
                    <a:lnTo>
                      <a:pt x="214" y="371"/>
                    </a:lnTo>
                    <a:lnTo>
                      <a:pt x="209" y="366"/>
                    </a:lnTo>
                    <a:lnTo>
                      <a:pt x="216" y="366"/>
                    </a:lnTo>
                    <a:lnTo>
                      <a:pt x="216" y="364"/>
                    </a:lnTo>
                    <a:lnTo>
                      <a:pt x="214" y="362"/>
                    </a:lnTo>
                    <a:lnTo>
                      <a:pt x="223" y="362"/>
                    </a:lnTo>
                    <a:lnTo>
                      <a:pt x="219" y="357"/>
                    </a:lnTo>
                    <a:lnTo>
                      <a:pt x="223" y="355"/>
                    </a:lnTo>
                    <a:lnTo>
                      <a:pt x="219" y="352"/>
                    </a:lnTo>
                    <a:lnTo>
                      <a:pt x="216" y="350"/>
                    </a:lnTo>
                    <a:lnTo>
                      <a:pt x="219" y="350"/>
                    </a:lnTo>
                    <a:lnTo>
                      <a:pt x="221" y="350"/>
                    </a:lnTo>
                    <a:lnTo>
                      <a:pt x="216" y="343"/>
                    </a:lnTo>
                    <a:lnTo>
                      <a:pt x="221" y="347"/>
                    </a:lnTo>
                    <a:lnTo>
                      <a:pt x="223" y="347"/>
                    </a:lnTo>
                    <a:lnTo>
                      <a:pt x="228" y="343"/>
                    </a:lnTo>
                    <a:lnTo>
                      <a:pt x="235" y="343"/>
                    </a:lnTo>
                    <a:lnTo>
                      <a:pt x="235" y="340"/>
                    </a:lnTo>
                    <a:lnTo>
                      <a:pt x="233" y="338"/>
                    </a:lnTo>
                    <a:lnTo>
                      <a:pt x="238" y="338"/>
                    </a:lnTo>
                    <a:lnTo>
                      <a:pt x="242" y="331"/>
                    </a:lnTo>
                    <a:lnTo>
                      <a:pt x="245" y="331"/>
                    </a:lnTo>
                    <a:lnTo>
                      <a:pt x="252" y="331"/>
                    </a:lnTo>
                    <a:lnTo>
                      <a:pt x="252" y="326"/>
                    </a:lnTo>
                    <a:lnTo>
                      <a:pt x="257" y="331"/>
                    </a:lnTo>
                    <a:lnTo>
                      <a:pt x="259" y="326"/>
                    </a:lnTo>
                    <a:lnTo>
                      <a:pt x="259" y="319"/>
                    </a:lnTo>
                    <a:lnTo>
                      <a:pt x="252" y="316"/>
                    </a:lnTo>
                    <a:lnTo>
                      <a:pt x="257" y="316"/>
                    </a:lnTo>
                    <a:lnTo>
                      <a:pt x="264" y="311"/>
                    </a:lnTo>
                    <a:lnTo>
                      <a:pt x="266" y="307"/>
                    </a:lnTo>
                    <a:lnTo>
                      <a:pt x="259" y="304"/>
                    </a:lnTo>
                    <a:lnTo>
                      <a:pt x="264" y="299"/>
                    </a:lnTo>
                    <a:lnTo>
                      <a:pt x="278" y="299"/>
                    </a:lnTo>
                    <a:lnTo>
                      <a:pt x="280" y="297"/>
                    </a:lnTo>
                    <a:lnTo>
                      <a:pt x="280" y="292"/>
                    </a:lnTo>
                    <a:lnTo>
                      <a:pt x="288" y="290"/>
                    </a:lnTo>
                    <a:lnTo>
                      <a:pt x="292" y="290"/>
                    </a:lnTo>
                    <a:lnTo>
                      <a:pt x="295" y="292"/>
                    </a:lnTo>
                    <a:lnTo>
                      <a:pt x="302" y="292"/>
                    </a:lnTo>
                    <a:lnTo>
                      <a:pt x="311" y="283"/>
                    </a:lnTo>
                    <a:lnTo>
                      <a:pt x="311" y="280"/>
                    </a:lnTo>
                    <a:lnTo>
                      <a:pt x="314" y="280"/>
                    </a:lnTo>
                    <a:lnTo>
                      <a:pt x="316" y="278"/>
                    </a:lnTo>
                    <a:lnTo>
                      <a:pt x="319" y="278"/>
                    </a:lnTo>
                    <a:lnTo>
                      <a:pt x="319" y="280"/>
                    </a:lnTo>
                    <a:lnTo>
                      <a:pt x="316" y="283"/>
                    </a:lnTo>
                    <a:lnTo>
                      <a:pt x="314" y="285"/>
                    </a:lnTo>
                    <a:lnTo>
                      <a:pt x="311" y="290"/>
                    </a:lnTo>
                    <a:lnTo>
                      <a:pt x="319" y="290"/>
                    </a:lnTo>
                    <a:lnTo>
                      <a:pt x="319" y="285"/>
                    </a:lnTo>
                    <a:lnTo>
                      <a:pt x="323" y="285"/>
                    </a:lnTo>
                    <a:lnTo>
                      <a:pt x="326" y="283"/>
                    </a:lnTo>
                    <a:lnTo>
                      <a:pt x="328" y="283"/>
                    </a:lnTo>
                    <a:lnTo>
                      <a:pt x="328" y="285"/>
                    </a:lnTo>
                    <a:lnTo>
                      <a:pt x="333" y="285"/>
                    </a:lnTo>
                    <a:lnTo>
                      <a:pt x="335" y="285"/>
                    </a:lnTo>
                    <a:lnTo>
                      <a:pt x="342" y="283"/>
                    </a:lnTo>
                    <a:lnTo>
                      <a:pt x="347" y="278"/>
                    </a:lnTo>
                    <a:lnTo>
                      <a:pt x="349" y="275"/>
                    </a:lnTo>
                    <a:lnTo>
                      <a:pt x="359" y="275"/>
                    </a:lnTo>
                    <a:lnTo>
                      <a:pt x="366" y="275"/>
                    </a:lnTo>
                    <a:lnTo>
                      <a:pt x="371" y="271"/>
                    </a:lnTo>
                    <a:lnTo>
                      <a:pt x="373" y="268"/>
                    </a:lnTo>
                    <a:lnTo>
                      <a:pt x="376" y="266"/>
                    </a:lnTo>
                    <a:lnTo>
                      <a:pt x="383" y="259"/>
                    </a:lnTo>
                    <a:lnTo>
                      <a:pt x="385" y="256"/>
                    </a:lnTo>
                    <a:lnTo>
                      <a:pt x="390" y="254"/>
                    </a:lnTo>
                    <a:lnTo>
                      <a:pt x="399" y="252"/>
                    </a:lnTo>
                    <a:lnTo>
                      <a:pt x="402" y="252"/>
                    </a:lnTo>
                    <a:lnTo>
                      <a:pt x="404" y="249"/>
                    </a:lnTo>
                    <a:lnTo>
                      <a:pt x="407" y="249"/>
                    </a:lnTo>
                    <a:lnTo>
                      <a:pt x="407" y="247"/>
                    </a:lnTo>
                    <a:lnTo>
                      <a:pt x="407" y="244"/>
                    </a:lnTo>
                    <a:lnTo>
                      <a:pt x="407" y="240"/>
                    </a:lnTo>
                    <a:lnTo>
                      <a:pt x="407" y="235"/>
                    </a:lnTo>
                    <a:lnTo>
                      <a:pt x="414" y="242"/>
                    </a:lnTo>
                    <a:lnTo>
                      <a:pt x="416" y="244"/>
                    </a:lnTo>
                    <a:lnTo>
                      <a:pt x="418" y="244"/>
                    </a:lnTo>
                    <a:lnTo>
                      <a:pt x="437" y="244"/>
                    </a:lnTo>
                    <a:lnTo>
                      <a:pt x="447" y="242"/>
                    </a:lnTo>
                    <a:lnTo>
                      <a:pt x="454" y="240"/>
                    </a:lnTo>
                    <a:lnTo>
                      <a:pt x="459" y="240"/>
                    </a:lnTo>
                    <a:lnTo>
                      <a:pt x="468" y="237"/>
                    </a:lnTo>
                    <a:lnTo>
                      <a:pt x="480" y="235"/>
                    </a:lnTo>
                    <a:lnTo>
                      <a:pt x="487" y="235"/>
                    </a:lnTo>
                    <a:lnTo>
                      <a:pt x="492" y="230"/>
                    </a:lnTo>
                    <a:lnTo>
                      <a:pt x="499" y="230"/>
                    </a:lnTo>
                    <a:lnTo>
                      <a:pt x="502" y="228"/>
                    </a:lnTo>
                    <a:lnTo>
                      <a:pt x="509" y="228"/>
                    </a:lnTo>
                    <a:lnTo>
                      <a:pt x="516" y="220"/>
                    </a:lnTo>
                    <a:lnTo>
                      <a:pt x="518" y="220"/>
                    </a:lnTo>
                    <a:lnTo>
                      <a:pt x="518" y="218"/>
                    </a:lnTo>
                    <a:lnTo>
                      <a:pt x="523" y="218"/>
                    </a:lnTo>
                    <a:lnTo>
                      <a:pt x="525" y="216"/>
                    </a:lnTo>
                    <a:lnTo>
                      <a:pt x="528" y="216"/>
                    </a:lnTo>
                    <a:lnTo>
                      <a:pt x="542" y="213"/>
                    </a:lnTo>
                    <a:lnTo>
                      <a:pt x="552" y="211"/>
                    </a:lnTo>
                    <a:lnTo>
                      <a:pt x="552" y="206"/>
                    </a:lnTo>
                    <a:lnTo>
                      <a:pt x="549" y="206"/>
                    </a:lnTo>
                    <a:lnTo>
                      <a:pt x="547" y="208"/>
                    </a:lnTo>
                    <a:lnTo>
                      <a:pt x="537" y="208"/>
                    </a:lnTo>
                    <a:lnTo>
                      <a:pt x="530" y="206"/>
                    </a:lnTo>
                    <a:lnTo>
                      <a:pt x="525" y="206"/>
                    </a:lnTo>
                    <a:lnTo>
                      <a:pt x="521" y="204"/>
                    </a:lnTo>
                    <a:lnTo>
                      <a:pt x="509" y="204"/>
                    </a:lnTo>
                    <a:lnTo>
                      <a:pt x="499" y="206"/>
                    </a:lnTo>
                    <a:lnTo>
                      <a:pt x="490" y="206"/>
                    </a:lnTo>
                    <a:lnTo>
                      <a:pt x="487" y="211"/>
                    </a:lnTo>
                    <a:lnTo>
                      <a:pt x="471" y="211"/>
                    </a:lnTo>
                    <a:lnTo>
                      <a:pt x="485" y="206"/>
                    </a:lnTo>
                    <a:lnTo>
                      <a:pt x="494" y="204"/>
                    </a:lnTo>
                    <a:lnTo>
                      <a:pt x="499" y="204"/>
                    </a:lnTo>
                    <a:lnTo>
                      <a:pt x="502" y="201"/>
                    </a:lnTo>
                    <a:lnTo>
                      <a:pt x="506" y="201"/>
                    </a:lnTo>
                    <a:lnTo>
                      <a:pt x="511" y="199"/>
                    </a:lnTo>
                    <a:lnTo>
                      <a:pt x="514" y="199"/>
                    </a:lnTo>
                    <a:lnTo>
                      <a:pt x="516" y="199"/>
                    </a:lnTo>
                    <a:lnTo>
                      <a:pt x="514" y="196"/>
                    </a:lnTo>
                    <a:lnTo>
                      <a:pt x="509" y="194"/>
                    </a:lnTo>
                    <a:lnTo>
                      <a:pt x="506" y="194"/>
                    </a:lnTo>
                    <a:lnTo>
                      <a:pt x="504" y="194"/>
                    </a:lnTo>
                    <a:lnTo>
                      <a:pt x="497" y="196"/>
                    </a:lnTo>
                    <a:lnTo>
                      <a:pt x="483" y="201"/>
                    </a:lnTo>
                    <a:lnTo>
                      <a:pt x="468" y="201"/>
                    </a:lnTo>
                    <a:lnTo>
                      <a:pt x="478" y="196"/>
                    </a:lnTo>
                    <a:lnTo>
                      <a:pt x="485" y="192"/>
                    </a:lnTo>
                    <a:lnTo>
                      <a:pt x="487" y="192"/>
                    </a:lnTo>
                    <a:lnTo>
                      <a:pt x="492" y="194"/>
                    </a:lnTo>
                    <a:lnTo>
                      <a:pt x="497" y="194"/>
                    </a:lnTo>
                    <a:lnTo>
                      <a:pt x="499" y="192"/>
                    </a:lnTo>
                    <a:lnTo>
                      <a:pt x="504" y="192"/>
                    </a:lnTo>
                    <a:lnTo>
                      <a:pt x="506" y="189"/>
                    </a:lnTo>
                    <a:lnTo>
                      <a:pt x="516" y="189"/>
                    </a:lnTo>
                    <a:lnTo>
                      <a:pt x="518" y="189"/>
                    </a:lnTo>
                    <a:lnTo>
                      <a:pt x="516" y="187"/>
                    </a:lnTo>
                    <a:lnTo>
                      <a:pt x="514" y="187"/>
                    </a:lnTo>
                    <a:lnTo>
                      <a:pt x="509" y="184"/>
                    </a:lnTo>
                    <a:lnTo>
                      <a:pt x="485" y="184"/>
                    </a:lnTo>
                    <a:lnTo>
                      <a:pt x="492" y="182"/>
                    </a:lnTo>
                    <a:lnTo>
                      <a:pt x="485" y="180"/>
                    </a:lnTo>
                    <a:lnTo>
                      <a:pt x="485" y="175"/>
                    </a:lnTo>
                    <a:lnTo>
                      <a:pt x="487" y="175"/>
                    </a:lnTo>
                    <a:lnTo>
                      <a:pt x="490" y="177"/>
                    </a:lnTo>
                    <a:lnTo>
                      <a:pt x="492" y="180"/>
                    </a:lnTo>
                    <a:lnTo>
                      <a:pt x="497" y="182"/>
                    </a:lnTo>
                    <a:lnTo>
                      <a:pt x="504" y="182"/>
                    </a:lnTo>
                    <a:lnTo>
                      <a:pt x="506" y="184"/>
                    </a:lnTo>
                    <a:lnTo>
                      <a:pt x="509" y="184"/>
                    </a:lnTo>
                    <a:lnTo>
                      <a:pt x="514" y="184"/>
                    </a:lnTo>
                    <a:lnTo>
                      <a:pt x="518" y="184"/>
                    </a:lnTo>
                    <a:lnTo>
                      <a:pt x="518" y="187"/>
                    </a:lnTo>
                    <a:lnTo>
                      <a:pt x="523" y="187"/>
                    </a:lnTo>
                    <a:lnTo>
                      <a:pt x="523" y="184"/>
                    </a:lnTo>
                    <a:lnTo>
                      <a:pt x="528" y="184"/>
                    </a:lnTo>
                    <a:lnTo>
                      <a:pt x="528" y="187"/>
                    </a:lnTo>
                    <a:lnTo>
                      <a:pt x="528" y="189"/>
                    </a:lnTo>
                    <a:lnTo>
                      <a:pt x="528" y="192"/>
                    </a:lnTo>
                    <a:lnTo>
                      <a:pt x="528" y="196"/>
                    </a:lnTo>
                    <a:lnTo>
                      <a:pt x="528" y="199"/>
                    </a:lnTo>
                    <a:lnTo>
                      <a:pt x="533" y="199"/>
                    </a:lnTo>
                    <a:lnTo>
                      <a:pt x="537" y="201"/>
                    </a:lnTo>
                    <a:lnTo>
                      <a:pt x="542" y="201"/>
                    </a:lnTo>
                    <a:lnTo>
                      <a:pt x="547" y="201"/>
                    </a:lnTo>
                    <a:lnTo>
                      <a:pt x="549" y="201"/>
                    </a:lnTo>
                    <a:lnTo>
                      <a:pt x="552" y="199"/>
                    </a:lnTo>
                    <a:lnTo>
                      <a:pt x="554" y="199"/>
                    </a:lnTo>
                    <a:lnTo>
                      <a:pt x="554" y="204"/>
                    </a:lnTo>
                    <a:lnTo>
                      <a:pt x="559" y="204"/>
                    </a:lnTo>
                    <a:lnTo>
                      <a:pt x="561" y="201"/>
                    </a:lnTo>
                    <a:lnTo>
                      <a:pt x="563" y="201"/>
                    </a:lnTo>
                    <a:lnTo>
                      <a:pt x="563" y="194"/>
                    </a:lnTo>
                    <a:lnTo>
                      <a:pt x="561" y="194"/>
                    </a:lnTo>
                    <a:lnTo>
                      <a:pt x="563" y="189"/>
                    </a:lnTo>
                    <a:lnTo>
                      <a:pt x="563" y="187"/>
                    </a:lnTo>
                    <a:lnTo>
                      <a:pt x="559" y="187"/>
                    </a:lnTo>
                    <a:lnTo>
                      <a:pt x="556" y="182"/>
                    </a:lnTo>
                    <a:lnTo>
                      <a:pt x="552" y="180"/>
                    </a:lnTo>
                    <a:lnTo>
                      <a:pt x="552" y="175"/>
                    </a:lnTo>
                    <a:lnTo>
                      <a:pt x="533" y="170"/>
                    </a:lnTo>
                    <a:lnTo>
                      <a:pt x="523" y="170"/>
                    </a:lnTo>
                    <a:lnTo>
                      <a:pt x="521" y="170"/>
                    </a:lnTo>
                    <a:lnTo>
                      <a:pt x="528" y="168"/>
                    </a:lnTo>
                    <a:lnTo>
                      <a:pt x="530" y="165"/>
                    </a:lnTo>
                    <a:lnTo>
                      <a:pt x="528" y="165"/>
                    </a:lnTo>
                    <a:lnTo>
                      <a:pt x="525" y="163"/>
                    </a:lnTo>
                    <a:lnTo>
                      <a:pt x="514" y="163"/>
                    </a:lnTo>
                    <a:lnTo>
                      <a:pt x="509" y="161"/>
                    </a:lnTo>
                    <a:lnTo>
                      <a:pt x="504" y="161"/>
                    </a:lnTo>
                    <a:lnTo>
                      <a:pt x="509" y="156"/>
                    </a:lnTo>
                    <a:lnTo>
                      <a:pt x="523" y="156"/>
                    </a:lnTo>
                    <a:lnTo>
                      <a:pt x="528" y="153"/>
                    </a:lnTo>
                    <a:lnTo>
                      <a:pt x="533" y="153"/>
                    </a:lnTo>
                    <a:lnTo>
                      <a:pt x="547" y="156"/>
                    </a:lnTo>
                    <a:lnTo>
                      <a:pt x="552" y="156"/>
                    </a:lnTo>
                    <a:lnTo>
                      <a:pt x="554" y="156"/>
                    </a:lnTo>
                    <a:lnTo>
                      <a:pt x="556" y="158"/>
                    </a:lnTo>
                    <a:lnTo>
                      <a:pt x="559" y="161"/>
                    </a:lnTo>
                    <a:lnTo>
                      <a:pt x="563" y="165"/>
                    </a:lnTo>
                    <a:lnTo>
                      <a:pt x="568" y="165"/>
                    </a:lnTo>
                    <a:lnTo>
                      <a:pt x="568" y="163"/>
                    </a:lnTo>
                    <a:lnTo>
                      <a:pt x="568" y="158"/>
                    </a:lnTo>
                    <a:lnTo>
                      <a:pt x="559" y="156"/>
                    </a:lnTo>
                    <a:lnTo>
                      <a:pt x="552" y="153"/>
                    </a:lnTo>
                    <a:lnTo>
                      <a:pt x="540" y="151"/>
                    </a:lnTo>
                    <a:lnTo>
                      <a:pt x="544" y="149"/>
                    </a:lnTo>
                    <a:lnTo>
                      <a:pt x="547" y="149"/>
                    </a:lnTo>
                    <a:lnTo>
                      <a:pt x="552" y="151"/>
                    </a:lnTo>
                    <a:lnTo>
                      <a:pt x="556" y="151"/>
                    </a:lnTo>
                    <a:lnTo>
                      <a:pt x="559" y="153"/>
                    </a:lnTo>
                    <a:lnTo>
                      <a:pt x="578" y="153"/>
                    </a:lnTo>
                    <a:lnTo>
                      <a:pt x="594" y="151"/>
                    </a:lnTo>
                    <a:lnTo>
                      <a:pt x="594" y="144"/>
                    </a:lnTo>
                    <a:lnTo>
                      <a:pt x="582" y="141"/>
                    </a:lnTo>
                    <a:lnTo>
                      <a:pt x="578" y="146"/>
                    </a:lnTo>
                    <a:lnTo>
                      <a:pt x="573" y="141"/>
                    </a:lnTo>
                    <a:lnTo>
                      <a:pt x="573" y="139"/>
                    </a:lnTo>
                    <a:lnTo>
                      <a:pt x="587" y="139"/>
                    </a:lnTo>
                    <a:lnTo>
                      <a:pt x="599" y="137"/>
                    </a:lnTo>
                    <a:lnTo>
                      <a:pt x="602" y="139"/>
                    </a:lnTo>
                    <a:lnTo>
                      <a:pt x="609" y="139"/>
                    </a:lnTo>
                    <a:lnTo>
                      <a:pt x="616" y="134"/>
                    </a:lnTo>
                    <a:lnTo>
                      <a:pt x="618" y="134"/>
                    </a:lnTo>
                    <a:lnTo>
                      <a:pt x="618" y="132"/>
                    </a:lnTo>
                    <a:lnTo>
                      <a:pt x="599" y="132"/>
                    </a:lnTo>
                    <a:lnTo>
                      <a:pt x="599" y="129"/>
                    </a:lnTo>
                    <a:lnTo>
                      <a:pt x="597" y="129"/>
                    </a:lnTo>
                    <a:lnTo>
                      <a:pt x="597" y="127"/>
                    </a:lnTo>
                    <a:lnTo>
                      <a:pt x="592" y="127"/>
                    </a:lnTo>
                    <a:lnTo>
                      <a:pt x="587" y="125"/>
                    </a:lnTo>
                    <a:lnTo>
                      <a:pt x="592" y="125"/>
                    </a:lnTo>
                    <a:lnTo>
                      <a:pt x="594" y="125"/>
                    </a:lnTo>
                    <a:lnTo>
                      <a:pt x="594" y="122"/>
                    </a:lnTo>
                    <a:lnTo>
                      <a:pt x="592" y="120"/>
                    </a:lnTo>
                    <a:lnTo>
                      <a:pt x="590" y="120"/>
                    </a:lnTo>
                    <a:lnTo>
                      <a:pt x="582" y="117"/>
                    </a:lnTo>
                    <a:lnTo>
                      <a:pt x="592" y="117"/>
                    </a:lnTo>
                    <a:lnTo>
                      <a:pt x="594" y="120"/>
                    </a:lnTo>
                    <a:lnTo>
                      <a:pt x="597" y="120"/>
                    </a:lnTo>
                    <a:lnTo>
                      <a:pt x="602" y="120"/>
                    </a:lnTo>
                    <a:lnTo>
                      <a:pt x="606" y="120"/>
                    </a:lnTo>
                    <a:lnTo>
                      <a:pt x="609" y="125"/>
                    </a:lnTo>
                    <a:lnTo>
                      <a:pt x="613" y="125"/>
                    </a:lnTo>
                    <a:lnTo>
                      <a:pt x="618" y="120"/>
                    </a:lnTo>
                    <a:lnTo>
                      <a:pt x="618" y="113"/>
                    </a:lnTo>
                    <a:lnTo>
                      <a:pt x="616" y="110"/>
                    </a:lnTo>
                    <a:lnTo>
                      <a:pt x="613" y="110"/>
                    </a:lnTo>
                    <a:lnTo>
                      <a:pt x="611" y="108"/>
                    </a:lnTo>
                    <a:lnTo>
                      <a:pt x="609" y="105"/>
                    </a:lnTo>
                    <a:lnTo>
                      <a:pt x="592" y="103"/>
                    </a:lnTo>
                    <a:lnTo>
                      <a:pt x="587" y="101"/>
                    </a:lnTo>
                    <a:lnTo>
                      <a:pt x="587" y="98"/>
                    </a:lnTo>
                    <a:lnTo>
                      <a:pt x="590" y="98"/>
                    </a:lnTo>
                    <a:lnTo>
                      <a:pt x="599" y="98"/>
                    </a:lnTo>
                    <a:lnTo>
                      <a:pt x="611" y="96"/>
                    </a:lnTo>
                    <a:lnTo>
                      <a:pt x="618" y="96"/>
                    </a:lnTo>
                    <a:lnTo>
                      <a:pt x="623" y="98"/>
                    </a:lnTo>
                    <a:lnTo>
                      <a:pt x="632" y="98"/>
                    </a:lnTo>
                    <a:lnTo>
                      <a:pt x="637" y="96"/>
                    </a:lnTo>
                    <a:lnTo>
                      <a:pt x="642" y="93"/>
                    </a:lnTo>
                    <a:lnTo>
                      <a:pt x="642" y="91"/>
                    </a:lnTo>
                    <a:lnTo>
                      <a:pt x="642" y="89"/>
                    </a:lnTo>
                    <a:lnTo>
                      <a:pt x="632" y="89"/>
                    </a:lnTo>
                    <a:lnTo>
                      <a:pt x="625" y="86"/>
                    </a:lnTo>
                    <a:lnTo>
                      <a:pt x="616" y="86"/>
                    </a:lnTo>
                    <a:lnTo>
                      <a:pt x="613" y="84"/>
                    </a:lnTo>
                    <a:lnTo>
                      <a:pt x="623" y="84"/>
                    </a:lnTo>
                    <a:lnTo>
                      <a:pt x="621" y="82"/>
                    </a:lnTo>
                    <a:lnTo>
                      <a:pt x="618" y="79"/>
                    </a:lnTo>
                    <a:lnTo>
                      <a:pt x="618" y="77"/>
                    </a:lnTo>
                    <a:lnTo>
                      <a:pt x="613" y="77"/>
                    </a:lnTo>
                    <a:lnTo>
                      <a:pt x="611" y="79"/>
                    </a:lnTo>
                    <a:lnTo>
                      <a:pt x="611" y="84"/>
                    </a:lnTo>
                    <a:lnTo>
                      <a:pt x="606" y="84"/>
                    </a:lnTo>
                    <a:lnTo>
                      <a:pt x="604" y="84"/>
                    </a:lnTo>
                    <a:lnTo>
                      <a:pt x="602" y="82"/>
                    </a:lnTo>
                    <a:lnTo>
                      <a:pt x="599" y="79"/>
                    </a:lnTo>
                    <a:lnTo>
                      <a:pt x="602" y="79"/>
                    </a:lnTo>
                    <a:lnTo>
                      <a:pt x="606" y="77"/>
                    </a:lnTo>
                    <a:lnTo>
                      <a:pt x="609" y="74"/>
                    </a:lnTo>
                    <a:lnTo>
                      <a:pt x="613" y="70"/>
                    </a:lnTo>
                    <a:lnTo>
                      <a:pt x="616" y="67"/>
                    </a:lnTo>
                    <a:lnTo>
                      <a:pt x="618" y="65"/>
                    </a:lnTo>
                    <a:lnTo>
                      <a:pt x="621" y="65"/>
                    </a:lnTo>
                    <a:lnTo>
                      <a:pt x="623" y="65"/>
                    </a:lnTo>
                    <a:lnTo>
                      <a:pt x="628" y="65"/>
                    </a:lnTo>
                    <a:lnTo>
                      <a:pt x="630" y="65"/>
                    </a:lnTo>
                    <a:lnTo>
                      <a:pt x="632" y="62"/>
                    </a:lnTo>
                    <a:lnTo>
                      <a:pt x="637" y="60"/>
                    </a:lnTo>
                    <a:lnTo>
                      <a:pt x="635" y="55"/>
                    </a:lnTo>
                    <a:lnTo>
                      <a:pt x="637" y="53"/>
                    </a:lnTo>
                    <a:lnTo>
                      <a:pt x="640" y="50"/>
                    </a:lnTo>
                    <a:lnTo>
                      <a:pt x="642" y="50"/>
                    </a:lnTo>
                    <a:lnTo>
                      <a:pt x="647" y="50"/>
                    </a:lnTo>
                    <a:lnTo>
                      <a:pt x="649" y="50"/>
                    </a:lnTo>
                    <a:lnTo>
                      <a:pt x="651" y="53"/>
                    </a:lnTo>
                    <a:lnTo>
                      <a:pt x="656" y="53"/>
                    </a:lnTo>
                    <a:lnTo>
                      <a:pt x="659" y="50"/>
                    </a:lnTo>
                    <a:lnTo>
                      <a:pt x="661" y="50"/>
                    </a:lnTo>
                    <a:lnTo>
                      <a:pt x="663" y="48"/>
                    </a:lnTo>
                    <a:lnTo>
                      <a:pt x="644" y="48"/>
                    </a:lnTo>
                    <a:lnTo>
                      <a:pt x="642" y="48"/>
                    </a:lnTo>
                    <a:lnTo>
                      <a:pt x="637" y="48"/>
                    </a:lnTo>
                    <a:lnTo>
                      <a:pt x="635" y="50"/>
                    </a:lnTo>
                    <a:lnTo>
                      <a:pt x="630" y="50"/>
                    </a:lnTo>
                    <a:lnTo>
                      <a:pt x="630" y="48"/>
                    </a:lnTo>
                    <a:lnTo>
                      <a:pt x="640" y="43"/>
                    </a:lnTo>
                    <a:lnTo>
                      <a:pt x="670" y="43"/>
                    </a:lnTo>
                    <a:lnTo>
                      <a:pt x="675" y="43"/>
                    </a:lnTo>
                    <a:lnTo>
                      <a:pt x="678" y="43"/>
                    </a:lnTo>
                    <a:lnTo>
                      <a:pt x="682" y="41"/>
                    </a:lnTo>
                    <a:lnTo>
                      <a:pt x="678" y="41"/>
                    </a:lnTo>
                    <a:lnTo>
                      <a:pt x="673" y="38"/>
                    </a:lnTo>
                    <a:lnTo>
                      <a:pt x="656" y="38"/>
                    </a:lnTo>
                    <a:lnTo>
                      <a:pt x="651" y="41"/>
                    </a:lnTo>
                    <a:lnTo>
                      <a:pt x="635" y="41"/>
                    </a:lnTo>
                    <a:lnTo>
                      <a:pt x="635" y="38"/>
                    </a:lnTo>
                    <a:lnTo>
                      <a:pt x="637" y="38"/>
                    </a:lnTo>
                    <a:lnTo>
                      <a:pt x="642" y="38"/>
                    </a:lnTo>
                    <a:lnTo>
                      <a:pt x="687" y="38"/>
                    </a:lnTo>
                    <a:lnTo>
                      <a:pt x="692" y="36"/>
                    </a:lnTo>
                    <a:lnTo>
                      <a:pt x="699" y="34"/>
                    </a:lnTo>
                    <a:lnTo>
                      <a:pt x="701" y="31"/>
                    </a:lnTo>
                    <a:lnTo>
                      <a:pt x="718" y="31"/>
                    </a:lnTo>
                    <a:lnTo>
                      <a:pt x="723" y="29"/>
                    </a:lnTo>
                    <a:lnTo>
                      <a:pt x="725" y="29"/>
                    </a:lnTo>
                    <a:lnTo>
                      <a:pt x="730" y="29"/>
                    </a:lnTo>
                    <a:lnTo>
                      <a:pt x="732" y="26"/>
                    </a:lnTo>
                    <a:lnTo>
                      <a:pt x="730" y="24"/>
                    </a:lnTo>
                    <a:close/>
                    <a:moveTo>
                      <a:pt x="119" y="268"/>
                    </a:moveTo>
                    <a:lnTo>
                      <a:pt x="116" y="266"/>
                    </a:lnTo>
                    <a:lnTo>
                      <a:pt x="119" y="268"/>
                    </a:lnTo>
                    <a:close/>
                    <a:moveTo>
                      <a:pt x="128" y="223"/>
                    </a:moveTo>
                    <a:lnTo>
                      <a:pt x="135" y="223"/>
                    </a:lnTo>
                    <a:lnTo>
                      <a:pt x="138" y="220"/>
                    </a:lnTo>
                    <a:lnTo>
                      <a:pt x="145" y="220"/>
                    </a:lnTo>
                    <a:lnTo>
                      <a:pt x="147" y="220"/>
                    </a:lnTo>
                    <a:lnTo>
                      <a:pt x="147" y="216"/>
                    </a:lnTo>
                    <a:lnTo>
                      <a:pt x="150" y="216"/>
                    </a:lnTo>
                    <a:lnTo>
                      <a:pt x="147" y="213"/>
                    </a:lnTo>
                    <a:lnTo>
                      <a:pt x="145" y="211"/>
                    </a:lnTo>
                    <a:lnTo>
                      <a:pt x="143" y="211"/>
                    </a:lnTo>
                    <a:lnTo>
                      <a:pt x="138" y="211"/>
                    </a:lnTo>
                    <a:lnTo>
                      <a:pt x="135" y="206"/>
                    </a:lnTo>
                    <a:lnTo>
                      <a:pt x="119" y="206"/>
                    </a:lnTo>
                    <a:lnTo>
                      <a:pt x="119" y="213"/>
                    </a:lnTo>
                    <a:lnTo>
                      <a:pt x="116" y="216"/>
                    </a:lnTo>
                    <a:lnTo>
                      <a:pt x="114" y="216"/>
                    </a:lnTo>
                    <a:lnTo>
                      <a:pt x="114" y="218"/>
                    </a:lnTo>
                    <a:lnTo>
                      <a:pt x="116" y="220"/>
                    </a:lnTo>
                    <a:lnTo>
                      <a:pt x="119" y="220"/>
                    </a:lnTo>
                    <a:lnTo>
                      <a:pt x="119" y="225"/>
                    </a:lnTo>
                    <a:lnTo>
                      <a:pt x="128" y="223"/>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1" name="Greece" descr="© INSCALE GmbH, 05.05.2010&#10;http://www.presentationload.com/">
                <a:extLst>
                  <a:ext uri="{FF2B5EF4-FFF2-40B4-BE49-F238E27FC236}">
                    <a16:creationId xmlns:a16="http://schemas.microsoft.com/office/drawing/2014/main" id="{A42D328B-AF91-F8EE-62C0-9D909664DF78}"/>
                  </a:ext>
                </a:extLst>
              </p:cNvPr>
              <p:cNvSpPr>
                <a:spLocks noEditPoints="1"/>
              </p:cNvSpPr>
              <p:nvPr/>
            </p:nvSpPr>
            <p:spPr bwMode="gray">
              <a:xfrm>
                <a:off x="4761633" y="1943633"/>
                <a:ext cx="201602" cy="209016"/>
              </a:xfrm>
              <a:custGeom>
                <a:avLst/>
                <a:gdLst>
                  <a:gd name="T0" fmla="*/ 0 w 534"/>
                  <a:gd name="T1" fmla="*/ 2147483647 h 552"/>
                  <a:gd name="T2" fmla="*/ 2147483647 w 534"/>
                  <a:gd name="T3" fmla="*/ 2147483647 h 552"/>
                  <a:gd name="T4" fmla="*/ 2147483647 w 534"/>
                  <a:gd name="T5" fmla="*/ 2147483647 h 552"/>
                  <a:gd name="T6" fmla="*/ 2147483647 w 534"/>
                  <a:gd name="T7" fmla="*/ 2147483647 h 552"/>
                  <a:gd name="T8" fmla="*/ 2147483647 w 534"/>
                  <a:gd name="T9" fmla="*/ 2147483647 h 552"/>
                  <a:gd name="T10" fmla="*/ 2147483647 w 534"/>
                  <a:gd name="T11" fmla="*/ 2147483647 h 552"/>
                  <a:gd name="T12" fmla="*/ 2147483647 w 534"/>
                  <a:gd name="T13" fmla="*/ 2147483647 h 552"/>
                  <a:gd name="T14" fmla="*/ 2147483647 w 534"/>
                  <a:gd name="T15" fmla="*/ 2147483647 h 552"/>
                  <a:gd name="T16" fmla="*/ 2147483647 w 534"/>
                  <a:gd name="T17" fmla="*/ 2147483647 h 552"/>
                  <a:gd name="T18" fmla="*/ 2147483647 w 534"/>
                  <a:gd name="T19" fmla="*/ 2147483647 h 552"/>
                  <a:gd name="T20" fmla="*/ 2147483647 w 534"/>
                  <a:gd name="T21" fmla="*/ 2147483647 h 552"/>
                  <a:gd name="T22" fmla="*/ 2147483647 w 534"/>
                  <a:gd name="T23" fmla="*/ 2147483647 h 552"/>
                  <a:gd name="T24" fmla="*/ 2147483647 w 534"/>
                  <a:gd name="T25" fmla="*/ 2147483647 h 552"/>
                  <a:gd name="T26" fmla="*/ 2147483647 w 534"/>
                  <a:gd name="T27" fmla="*/ 2147483647 h 552"/>
                  <a:gd name="T28" fmla="*/ 2147483647 w 534"/>
                  <a:gd name="T29" fmla="*/ 2147483647 h 552"/>
                  <a:gd name="T30" fmla="*/ 2147483647 w 534"/>
                  <a:gd name="T31" fmla="*/ 2147483647 h 552"/>
                  <a:gd name="T32" fmla="*/ 2147483647 w 534"/>
                  <a:gd name="T33" fmla="*/ 2147483647 h 552"/>
                  <a:gd name="T34" fmla="*/ 2147483647 w 534"/>
                  <a:gd name="T35" fmla="*/ 2147483647 h 552"/>
                  <a:gd name="T36" fmla="*/ 2147483647 w 534"/>
                  <a:gd name="T37" fmla="*/ 2147483647 h 552"/>
                  <a:gd name="T38" fmla="*/ 2147483647 w 534"/>
                  <a:gd name="T39" fmla="*/ 2147483647 h 552"/>
                  <a:gd name="T40" fmla="*/ 2147483647 w 534"/>
                  <a:gd name="T41" fmla="*/ 2147483647 h 552"/>
                  <a:gd name="T42" fmla="*/ 2147483647 w 534"/>
                  <a:gd name="T43" fmla="*/ 2147483647 h 552"/>
                  <a:gd name="T44" fmla="*/ 2147483647 w 534"/>
                  <a:gd name="T45" fmla="*/ 2147483647 h 552"/>
                  <a:gd name="T46" fmla="*/ 2147483647 w 534"/>
                  <a:gd name="T47" fmla="*/ 2147483647 h 552"/>
                  <a:gd name="T48" fmla="*/ 2147483647 w 534"/>
                  <a:gd name="T49" fmla="*/ 2147483647 h 552"/>
                  <a:gd name="T50" fmla="*/ 2147483647 w 534"/>
                  <a:gd name="T51" fmla="*/ 2147483647 h 552"/>
                  <a:gd name="T52" fmla="*/ 2147483647 w 534"/>
                  <a:gd name="T53" fmla="*/ 2147483647 h 552"/>
                  <a:gd name="T54" fmla="*/ 2147483647 w 534"/>
                  <a:gd name="T55" fmla="*/ 2147483647 h 552"/>
                  <a:gd name="T56" fmla="*/ 2147483647 w 534"/>
                  <a:gd name="T57" fmla="*/ 2147483647 h 552"/>
                  <a:gd name="T58" fmla="*/ 2147483647 w 534"/>
                  <a:gd name="T59" fmla="*/ 2147483647 h 552"/>
                  <a:gd name="T60" fmla="*/ 2147483647 w 534"/>
                  <a:gd name="T61" fmla="*/ 2147483647 h 552"/>
                  <a:gd name="T62" fmla="*/ 2147483647 w 534"/>
                  <a:gd name="T63" fmla="*/ 2147483647 h 552"/>
                  <a:gd name="T64" fmla="*/ 2147483647 w 534"/>
                  <a:gd name="T65" fmla="*/ 2147483647 h 552"/>
                  <a:gd name="T66" fmla="*/ 2147483647 w 534"/>
                  <a:gd name="T67" fmla="*/ 2147483647 h 552"/>
                  <a:gd name="T68" fmla="*/ 2147483647 w 534"/>
                  <a:gd name="T69" fmla="*/ 2147483647 h 552"/>
                  <a:gd name="T70" fmla="*/ 2147483647 w 534"/>
                  <a:gd name="T71" fmla="*/ 2147483647 h 552"/>
                  <a:gd name="T72" fmla="*/ 2147483647 w 534"/>
                  <a:gd name="T73" fmla="*/ 2147483647 h 552"/>
                  <a:gd name="T74" fmla="*/ 2147483647 w 534"/>
                  <a:gd name="T75" fmla="*/ 2147483647 h 552"/>
                  <a:gd name="T76" fmla="*/ 2147483647 w 534"/>
                  <a:gd name="T77" fmla="*/ 2147483647 h 552"/>
                  <a:gd name="T78" fmla="*/ 2147483647 w 534"/>
                  <a:gd name="T79" fmla="*/ 2147483647 h 552"/>
                  <a:gd name="T80" fmla="*/ 2147483647 w 534"/>
                  <a:gd name="T81" fmla="*/ 2147483647 h 552"/>
                  <a:gd name="T82" fmla="*/ 2147483647 w 534"/>
                  <a:gd name="T83" fmla="*/ 2147483647 h 552"/>
                  <a:gd name="T84" fmla="*/ 2147483647 w 534"/>
                  <a:gd name="T85" fmla="*/ 2147483647 h 552"/>
                  <a:gd name="T86" fmla="*/ 2147483647 w 534"/>
                  <a:gd name="T87" fmla="*/ 2147483647 h 552"/>
                  <a:gd name="T88" fmla="*/ 2147483647 w 534"/>
                  <a:gd name="T89" fmla="*/ 2147483647 h 552"/>
                  <a:gd name="T90" fmla="*/ 2147483647 w 534"/>
                  <a:gd name="T91" fmla="*/ 2147483647 h 552"/>
                  <a:gd name="T92" fmla="*/ 2147483647 w 534"/>
                  <a:gd name="T93" fmla="*/ 2147483647 h 552"/>
                  <a:gd name="T94" fmla="*/ 2147483647 w 534"/>
                  <a:gd name="T95" fmla="*/ 2147483647 h 552"/>
                  <a:gd name="T96" fmla="*/ 2147483647 w 534"/>
                  <a:gd name="T97" fmla="*/ 2147483647 h 552"/>
                  <a:gd name="T98" fmla="*/ 2147483647 w 534"/>
                  <a:gd name="T99" fmla="*/ 2147483647 h 552"/>
                  <a:gd name="T100" fmla="*/ 2147483647 w 534"/>
                  <a:gd name="T101" fmla="*/ 2147483647 h 552"/>
                  <a:gd name="T102" fmla="*/ 2147483647 w 534"/>
                  <a:gd name="T103" fmla="*/ 2147483647 h 552"/>
                  <a:gd name="T104" fmla="*/ 2147483647 w 534"/>
                  <a:gd name="T105" fmla="*/ 2147483647 h 552"/>
                  <a:gd name="T106" fmla="*/ 2147483647 w 534"/>
                  <a:gd name="T107" fmla="*/ 2147483647 h 55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34"/>
                  <a:gd name="T163" fmla="*/ 0 h 552"/>
                  <a:gd name="T164" fmla="*/ 534 w 534"/>
                  <a:gd name="T165" fmla="*/ 552 h 55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34" h="552">
                    <a:moveTo>
                      <a:pt x="240" y="108"/>
                    </a:moveTo>
                    <a:lnTo>
                      <a:pt x="270" y="126"/>
                    </a:lnTo>
                    <a:lnTo>
                      <a:pt x="282" y="120"/>
                    </a:lnTo>
                    <a:lnTo>
                      <a:pt x="240" y="108"/>
                    </a:lnTo>
                    <a:close/>
                    <a:moveTo>
                      <a:pt x="24" y="258"/>
                    </a:moveTo>
                    <a:lnTo>
                      <a:pt x="0" y="282"/>
                    </a:lnTo>
                    <a:lnTo>
                      <a:pt x="42" y="294"/>
                    </a:lnTo>
                    <a:lnTo>
                      <a:pt x="24" y="258"/>
                    </a:lnTo>
                    <a:close/>
                    <a:moveTo>
                      <a:pt x="312" y="414"/>
                    </a:moveTo>
                    <a:lnTo>
                      <a:pt x="312" y="420"/>
                    </a:lnTo>
                    <a:lnTo>
                      <a:pt x="324" y="420"/>
                    </a:lnTo>
                    <a:lnTo>
                      <a:pt x="324" y="414"/>
                    </a:lnTo>
                    <a:lnTo>
                      <a:pt x="318" y="408"/>
                    </a:lnTo>
                    <a:lnTo>
                      <a:pt x="312" y="408"/>
                    </a:lnTo>
                    <a:lnTo>
                      <a:pt x="312" y="414"/>
                    </a:lnTo>
                    <a:close/>
                    <a:moveTo>
                      <a:pt x="306" y="390"/>
                    </a:moveTo>
                    <a:lnTo>
                      <a:pt x="300" y="378"/>
                    </a:lnTo>
                    <a:lnTo>
                      <a:pt x="294" y="390"/>
                    </a:lnTo>
                    <a:lnTo>
                      <a:pt x="306" y="390"/>
                    </a:lnTo>
                    <a:close/>
                    <a:moveTo>
                      <a:pt x="294" y="294"/>
                    </a:moveTo>
                    <a:lnTo>
                      <a:pt x="318" y="336"/>
                    </a:lnTo>
                    <a:lnTo>
                      <a:pt x="330" y="318"/>
                    </a:lnTo>
                    <a:lnTo>
                      <a:pt x="294" y="294"/>
                    </a:lnTo>
                    <a:close/>
                    <a:moveTo>
                      <a:pt x="108" y="264"/>
                    </a:moveTo>
                    <a:lnTo>
                      <a:pt x="138" y="264"/>
                    </a:lnTo>
                    <a:lnTo>
                      <a:pt x="144" y="270"/>
                    </a:lnTo>
                    <a:lnTo>
                      <a:pt x="156" y="270"/>
                    </a:lnTo>
                    <a:lnTo>
                      <a:pt x="180" y="282"/>
                    </a:lnTo>
                    <a:lnTo>
                      <a:pt x="192" y="282"/>
                    </a:lnTo>
                    <a:lnTo>
                      <a:pt x="198" y="288"/>
                    </a:lnTo>
                    <a:lnTo>
                      <a:pt x="204" y="288"/>
                    </a:lnTo>
                    <a:lnTo>
                      <a:pt x="216" y="300"/>
                    </a:lnTo>
                    <a:lnTo>
                      <a:pt x="228" y="306"/>
                    </a:lnTo>
                    <a:lnTo>
                      <a:pt x="234" y="312"/>
                    </a:lnTo>
                    <a:lnTo>
                      <a:pt x="246" y="312"/>
                    </a:lnTo>
                    <a:lnTo>
                      <a:pt x="252" y="306"/>
                    </a:lnTo>
                    <a:lnTo>
                      <a:pt x="252" y="288"/>
                    </a:lnTo>
                    <a:lnTo>
                      <a:pt x="228" y="264"/>
                    </a:lnTo>
                    <a:lnTo>
                      <a:pt x="216" y="258"/>
                    </a:lnTo>
                    <a:lnTo>
                      <a:pt x="210" y="252"/>
                    </a:lnTo>
                    <a:lnTo>
                      <a:pt x="204" y="252"/>
                    </a:lnTo>
                    <a:lnTo>
                      <a:pt x="198" y="246"/>
                    </a:lnTo>
                    <a:lnTo>
                      <a:pt x="186" y="246"/>
                    </a:lnTo>
                    <a:lnTo>
                      <a:pt x="174" y="234"/>
                    </a:lnTo>
                    <a:lnTo>
                      <a:pt x="168" y="234"/>
                    </a:lnTo>
                    <a:lnTo>
                      <a:pt x="174" y="228"/>
                    </a:lnTo>
                    <a:lnTo>
                      <a:pt x="192" y="228"/>
                    </a:lnTo>
                    <a:lnTo>
                      <a:pt x="198" y="240"/>
                    </a:lnTo>
                    <a:lnTo>
                      <a:pt x="222" y="252"/>
                    </a:lnTo>
                    <a:lnTo>
                      <a:pt x="234" y="264"/>
                    </a:lnTo>
                    <a:lnTo>
                      <a:pt x="258" y="264"/>
                    </a:lnTo>
                    <a:lnTo>
                      <a:pt x="270" y="252"/>
                    </a:lnTo>
                    <a:lnTo>
                      <a:pt x="258" y="240"/>
                    </a:lnTo>
                    <a:lnTo>
                      <a:pt x="246" y="240"/>
                    </a:lnTo>
                    <a:lnTo>
                      <a:pt x="234" y="234"/>
                    </a:lnTo>
                    <a:lnTo>
                      <a:pt x="222" y="234"/>
                    </a:lnTo>
                    <a:lnTo>
                      <a:pt x="210" y="228"/>
                    </a:lnTo>
                    <a:lnTo>
                      <a:pt x="204" y="216"/>
                    </a:lnTo>
                    <a:lnTo>
                      <a:pt x="198" y="210"/>
                    </a:lnTo>
                    <a:lnTo>
                      <a:pt x="198" y="204"/>
                    </a:lnTo>
                    <a:lnTo>
                      <a:pt x="192" y="192"/>
                    </a:lnTo>
                    <a:lnTo>
                      <a:pt x="186" y="186"/>
                    </a:lnTo>
                    <a:lnTo>
                      <a:pt x="174" y="162"/>
                    </a:lnTo>
                    <a:lnTo>
                      <a:pt x="168" y="156"/>
                    </a:lnTo>
                    <a:lnTo>
                      <a:pt x="162" y="144"/>
                    </a:lnTo>
                    <a:lnTo>
                      <a:pt x="150" y="132"/>
                    </a:lnTo>
                    <a:lnTo>
                      <a:pt x="150" y="120"/>
                    </a:lnTo>
                    <a:lnTo>
                      <a:pt x="144" y="114"/>
                    </a:lnTo>
                    <a:lnTo>
                      <a:pt x="144" y="102"/>
                    </a:lnTo>
                    <a:lnTo>
                      <a:pt x="150" y="96"/>
                    </a:lnTo>
                    <a:lnTo>
                      <a:pt x="156" y="96"/>
                    </a:lnTo>
                    <a:lnTo>
                      <a:pt x="162" y="102"/>
                    </a:lnTo>
                    <a:lnTo>
                      <a:pt x="162" y="108"/>
                    </a:lnTo>
                    <a:lnTo>
                      <a:pt x="168" y="114"/>
                    </a:lnTo>
                    <a:lnTo>
                      <a:pt x="180" y="114"/>
                    </a:lnTo>
                    <a:lnTo>
                      <a:pt x="180" y="120"/>
                    </a:lnTo>
                    <a:lnTo>
                      <a:pt x="186" y="120"/>
                    </a:lnTo>
                    <a:lnTo>
                      <a:pt x="198" y="132"/>
                    </a:lnTo>
                    <a:lnTo>
                      <a:pt x="198" y="144"/>
                    </a:lnTo>
                    <a:lnTo>
                      <a:pt x="204" y="144"/>
                    </a:lnTo>
                    <a:lnTo>
                      <a:pt x="210" y="138"/>
                    </a:lnTo>
                    <a:lnTo>
                      <a:pt x="216" y="138"/>
                    </a:lnTo>
                    <a:lnTo>
                      <a:pt x="204" y="120"/>
                    </a:lnTo>
                    <a:lnTo>
                      <a:pt x="210" y="120"/>
                    </a:lnTo>
                    <a:lnTo>
                      <a:pt x="234" y="132"/>
                    </a:lnTo>
                    <a:lnTo>
                      <a:pt x="222" y="114"/>
                    </a:lnTo>
                    <a:lnTo>
                      <a:pt x="228" y="108"/>
                    </a:lnTo>
                    <a:lnTo>
                      <a:pt x="228" y="84"/>
                    </a:lnTo>
                    <a:lnTo>
                      <a:pt x="240" y="72"/>
                    </a:lnTo>
                    <a:lnTo>
                      <a:pt x="270" y="72"/>
                    </a:lnTo>
                    <a:lnTo>
                      <a:pt x="276" y="78"/>
                    </a:lnTo>
                    <a:lnTo>
                      <a:pt x="276" y="90"/>
                    </a:lnTo>
                    <a:lnTo>
                      <a:pt x="288" y="90"/>
                    </a:lnTo>
                    <a:lnTo>
                      <a:pt x="294" y="84"/>
                    </a:lnTo>
                    <a:lnTo>
                      <a:pt x="300" y="72"/>
                    </a:lnTo>
                    <a:lnTo>
                      <a:pt x="306" y="66"/>
                    </a:lnTo>
                    <a:lnTo>
                      <a:pt x="342" y="66"/>
                    </a:lnTo>
                    <a:lnTo>
                      <a:pt x="360" y="72"/>
                    </a:lnTo>
                    <a:lnTo>
                      <a:pt x="372" y="72"/>
                    </a:lnTo>
                    <a:lnTo>
                      <a:pt x="378" y="78"/>
                    </a:lnTo>
                    <a:lnTo>
                      <a:pt x="384" y="78"/>
                    </a:lnTo>
                    <a:lnTo>
                      <a:pt x="384" y="72"/>
                    </a:lnTo>
                    <a:lnTo>
                      <a:pt x="390" y="60"/>
                    </a:lnTo>
                    <a:lnTo>
                      <a:pt x="390" y="48"/>
                    </a:lnTo>
                    <a:lnTo>
                      <a:pt x="384" y="42"/>
                    </a:lnTo>
                    <a:lnTo>
                      <a:pt x="384" y="36"/>
                    </a:lnTo>
                    <a:lnTo>
                      <a:pt x="390" y="30"/>
                    </a:lnTo>
                    <a:lnTo>
                      <a:pt x="408" y="30"/>
                    </a:lnTo>
                    <a:lnTo>
                      <a:pt x="408" y="18"/>
                    </a:lnTo>
                    <a:lnTo>
                      <a:pt x="402" y="12"/>
                    </a:lnTo>
                    <a:lnTo>
                      <a:pt x="402" y="6"/>
                    </a:lnTo>
                    <a:lnTo>
                      <a:pt x="390" y="6"/>
                    </a:lnTo>
                    <a:lnTo>
                      <a:pt x="384" y="0"/>
                    </a:lnTo>
                    <a:lnTo>
                      <a:pt x="366" y="6"/>
                    </a:lnTo>
                    <a:lnTo>
                      <a:pt x="372" y="12"/>
                    </a:lnTo>
                    <a:lnTo>
                      <a:pt x="372" y="30"/>
                    </a:lnTo>
                    <a:lnTo>
                      <a:pt x="366" y="36"/>
                    </a:lnTo>
                    <a:lnTo>
                      <a:pt x="348" y="36"/>
                    </a:lnTo>
                    <a:lnTo>
                      <a:pt x="336" y="24"/>
                    </a:lnTo>
                    <a:lnTo>
                      <a:pt x="324" y="36"/>
                    </a:lnTo>
                    <a:lnTo>
                      <a:pt x="312" y="36"/>
                    </a:lnTo>
                    <a:lnTo>
                      <a:pt x="300" y="24"/>
                    </a:lnTo>
                    <a:lnTo>
                      <a:pt x="294" y="30"/>
                    </a:lnTo>
                    <a:lnTo>
                      <a:pt x="282" y="30"/>
                    </a:lnTo>
                    <a:lnTo>
                      <a:pt x="264" y="12"/>
                    </a:lnTo>
                    <a:lnTo>
                      <a:pt x="264" y="6"/>
                    </a:lnTo>
                    <a:lnTo>
                      <a:pt x="234" y="12"/>
                    </a:lnTo>
                    <a:lnTo>
                      <a:pt x="228" y="30"/>
                    </a:lnTo>
                    <a:lnTo>
                      <a:pt x="204" y="24"/>
                    </a:lnTo>
                    <a:lnTo>
                      <a:pt x="198" y="30"/>
                    </a:lnTo>
                    <a:lnTo>
                      <a:pt x="186" y="36"/>
                    </a:lnTo>
                    <a:lnTo>
                      <a:pt x="174" y="36"/>
                    </a:lnTo>
                    <a:lnTo>
                      <a:pt x="168" y="30"/>
                    </a:lnTo>
                    <a:lnTo>
                      <a:pt x="162" y="30"/>
                    </a:lnTo>
                    <a:lnTo>
                      <a:pt x="150" y="36"/>
                    </a:lnTo>
                    <a:lnTo>
                      <a:pt x="138" y="48"/>
                    </a:lnTo>
                    <a:lnTo>
                      <a:pt x="126" y="54"/>
                    </a:lnTo>
                    <a:lnTo>
                      <a:pt x="102" y="54"/>
                    </a:lnTo>
                    <a:lnTo>
                      <a:pt x="102" y="60"/>
                    </a:lnTo>
                    <a:lnTo>
                      <a:pt x="96" y="72"/>
                    </a:lnTo>
                    <a:lnTo>
                      <a:pt x="72" y="72"/>
                    </a:lnTo>
                    <a:lnTo>
                      <a:pt x="66" y="66"/>
                    </a:lnTo>
                    <a:lnTo>
                      <a:pt x="60" y="66"/>
                    </a:lnTo>
                    <a:lnTo>
                      <a:pt x="48" y="72"/>
                    </a:lnTo>
                    <a:lnTo>
                      <a:pt x="54" y="84"/>
                    </a:lnTo>
                    <a:lnTo>
                      <a:pt x="54" y="90"/>
                    </a:lnTo>
                    <a:lnTo>
                      <a:pt x="42" y="102"/>
                    </a:lnTo>
                    <a:lnTo>
                      <a:pt x="24" y="102"/>
                    </a:lnTo>
                    <a:lnTo>
                      <a:pt x="24" y="126"/>
                    </a:lnTo>
                    <a:lnTo>
                      <a:pt x="12" y="132"/>
                    </a:lnTo>
                    <a:lnTo>
                      <a:pt x="0" y="132"/>
                    </a:lnTo>
                    <a:lnTo>
                      <a:pt x="0" y="198"/>
                    </a:lnTo>
                    <a:lnTo>
                      <a:pt x="6" y="204"/>
                    </a:lnTo>
                    <a:lnTo>
                      <a:pt x="18" y="210"/>
                    </a:lnTo>
                    <a:lnTo>
                      <a:pt x="24" y="216"/>
                    </a:lnTo>
                    <a:lnTo>
                      <a:pt x="30" y="228"/>
                    </a:lnTo>
                    <a:lnTo>
                      <a:pt x="36" y="234"/>
                    </a:lnTo>
                    <a:lnTo>
                      <a:pt x="42" y="246"/>
                    </a:lnTo>
                    <a:lnTo>
                      <a:pt x="54" y="258"/>
                    </a:lnTo>
                    <a:lnTo>
                      <a:pt x="60" y="270"/>
                    </a:lnTo>
                    <a:lnTo>
                      <a:pt x="84" y="270"/>
                    </a:lnTo>
                    <a:lnTo>
                      <a:pt x="96" y="264"/>
                    </a:lnTo>
                    <a:lnTo>
                      <a:pt x="108" y="264"/>
                    </a:lnTo>
                    <a:close/>
                    <a:moveTo>
                      <a:pt x="396" y="252"/>
                    </a:moveTo>
                    <a:lnTo>
                      <a:pt x="372" y="252"/>
                    </a:lnTo>
                    <a:lnTo>
                      <a:pt x="372" y="270"/>
                    </a:lnTo>
                    <a:lnTo>
                      <a:pt x="384" y="294"/>
                    </a:lnTo>
                    <a:lnTo>
                      <a:pt x="396" y="252"/>
                    </a:lnTo>
                    <a:close/>
                    <a:moveTo>
                      <a:pt x="24" y="312"/>
                    </a:moveTo>
                    <a:lnTo>
                      <a:pt x="18" y="318"/>
                    </a:lnTo>
                    <a:lnTo>
                      <a:pt x="24" y="324"/>
                    </a:lnTo>
                    <a:lnTo>
                      <a:pt x="30" y="324"/>
                    </a:lnTo>
                    <a:lnTo>
                      <a:pt x="36" y="330"/>
                    </a:lnTo>
                    <a:lnTo>
                      <a:pt x="42" y="324"/>
                    </a:lnTo>
                    <a:lnTo>
                      <a:pt x="42" y="318"/>
                    </a:lnTo>
                    <a:lnTo>
                      <a:pt x="30" y="306"/>
                    </a:lnTo>
                    <a:lnTo>
                      <a:pt x="24" y="312"/>
                    </a:lnTo>
                    <a:close/>
                    <a:moveTo>
                      <a:pt x="378" y="390"/>
                    </a:moveTo>
                    <a:lnTo>
                      <a:pt x="378" y="408"/>
                    </a:lnTo>
                    <a:lnTo>
                      <a:pt x="390" y="390"/>
                    </a:lnTo>
                    <a:lnTo>
                      <a:pt x="378" y="390"/>
                    </a:lnTo>
                    <a:close/>
                    <a:moveTo>
                      <a:pt x="408" y="330"/>
                    </a:moveTo>
                    <a:lnTo>
                      <a:pt x="396" y="330"/>
                    </a:lnTo>
                    <a:lnTo>
                      <a:pt x="384" y="336"/>
                    </a:lnTo>
                    <a:lnTo>
                      <a:pt x="384" y="342"/>
                    </a:lnTo>
                    <a:lnTo>
                      <a:pt x="396" y="342"/>
                    </a:lnTo>
                    <a:lnTo>
                      <a:pt x="402" y="336"/>
                    </a:lnTo>
                    <a:lnTo>
                      <a:pt x="408" y="336"/>
                    </a:lnTo>
                    <a:lnTo>
                      <a:pt x="408" y="330"/>
                    </a:lnTo>
                    <a:close/>
                    <a:moveTo>
                      <a:pt x="396" y="192"/>
                    </a:moveTo>
                    <a:lnTo>
                      <a:pt x="372" y="198"/>
                    </a:lnTo>
                    <a:lnTo>
                      <a:pt x="372" y="210"/>
                    </a:lnTo>
                    <a:lnTo>
                      <a:pt x="390" y="210"/>
                    </a:lnTo>
                    <a:lnTo>
                      <a:pt x="396" y="216"/>
                    </a:lnTo>
                    <a:lnTo>
                      <a:pt x="396" y="222"/>
                    </a:lnTo>
                    <a:lnTo>
                      <a:pt x="414" y="222"/>
                    </a:lnTo>
                    <a:lnTo>
                      <a:pt x="414" y="210"/>
                    </a:lnTo>
                    <a:lnTo>
                      <a:pt x="396" y="192"/>
                    </a:lnTo>
                    <a:close/>
                    <a:moveTo>
                      <a:pt x="342" y="372"/>
                    </a:moveTo>
                    <a:lnTo>
                      <a:pt x="342" y="378"/>
                    </a:lnTo>
                    <a:lnTo>
                      <a:pt x="348" y="384"/>
                    </a:lnTo>
                    <a:lnTo>
                      <a:pt x="360" y="384"/>
                    </a:lnTo>
                    <a:lnTo>
                      <a:pt x="366" y="378"/>
                    </a:lnTo>
                    <a:lnTo>
                      <a:pt x="366" y="372"/>
                    </a:lnTo>
                    <a:lnTo>
                      <a:pt x="360" y="366"/>
                    </a:lnTo>
                    <a:lnTo>
                      <a:pt x="342" y="366"/>
                    </a:lnTo>
                    <a:lnTo>
                      <a:pt x="342" y="372"/>
                    </a:lnTo>
                    <a:close/>
                    <a:moveTo>
                      <a:pt x="444" y="312"/>
                    </a:moveTo>
                    <a:lnTo>
                      <a:pt x="432" y="312"/>
                    </a:lnTo>
                    <a:lnTo>
                      <a:pt x="432" y="330"/>
                    </a:lnTo>
                    <a:lnTo>
                      <a:pt x="444" y="336"/>
                    </a:lnTo>
                    <a:lnTo>
                      <a:pt x="450" y="330"/>
                    </a:lnTo>
                    <a:lnTo>
                      <a:pt x="450" y="318"/>
                    </a:lnTo>
                    <a:lnTo>
                      <a:pt x="444" y="312"/>
                    </a:lnTo>
                    <a:close/>
                    <a:moveTo>
                      <a:pt x="444" y="372"/>
                    </a:moveTo>
                    <a:lnTo>
                      <a:pt x="456" y="354"/>
                    </a:lnTo>
                    <a:lnTo>
                      <a:pt x="438" y="354"/>
                    </a:lnTo>
                    <a:lnTo>
                      <a:pt x="444" y="372"/>
                    </a:lnTo>
                    <a:close/>
                    <a:moveTo>
                      <a:pt x="276" y="222"/>
                    </a:moveTo>
                    <a:lnTo>
                      <a:pt x="276" y="240"/>
                    </a:lnTo>
                    <a:lnTo>
                      <a:pt x="288" y="240"/>
                    </a:lnTo>
                    <a:lnTo>
                      <a:pt x="276" y="222"/>
                    </a:lnTo>
                    <a:close/>
                    <a:moveTo>
                      <a:pt x="534" y="420"/>
                    </a:moveTo>
                    <a:lnTo>
                      <a:pt x="522" y="420"/>
                    </a:lnTo>
                    <a:lnTo>
                      <a:pt x="516" y="426"/>
                    </a:lnTo>
                    <a:lnTo>
                      <a:pt x="510" y="438"/>
                    </a:lnTo>
                    <a:lnTo>
                      <a:pt x="510" y="468"/>
                    </a:lnTo>
                    <a:lnTo>
                      <a:pt x="516" y="468"/>
                    </a:lnTo>
                    <a:lnTo>
                      <a:pt x="522" y="456"/>
                    </a:lnTo>
                    <a:lnTo>
                      <a:pt x="528" y="450"/>
                    </a:lnTo>
                    <a:lnTo>
                      <a:pt x="534" y="438"/>
                    </a:lnTo>
                    <a:lnTo>
                      <a:pt x="534" y="420"/>
                    </a:lnTo>
                    <a:close/>
                    <a:moveTo>
                      <a:pt x="462" y="384"/>
                    </a:moveTo>
                    <a:lnTo>
                      <a:pt x="456" y="408"/>
                    </a:lnTo>
                    <a:lnTo>
                      <a:pt x="498" y="378"/>
                    </a:lnTo>
                    <a:lnTo>
                      <a:pt x="486" y="372"/>
                    </a:lnTo>
                    <a:lnTo>
                      <a:pt x="462" y="384"/>
                    </a:lnTo>
                    <a:close/>
                    <a:moveTo>
                      <a:pt x="462" y="510"/>
                    </a:moveTo>
                    <a:lnTo>
                      <a:pt x="480" y="510"/>
                    </a:lnTo>
                    <a:lnTo>
                      <a:pt x="468" y="468"/>
                    </a:lnTo>
                    <a:lnTo>
                      <a:pt x="462" y="510"/>
                    </a:lnTo>
                    <a:close/>
                    <a:moveTo>
                      <a:pt x="276" y="330"/>
                    </a:moveTo>
                    <a:lnTo>
                      <a:pt x="270" y="336"/>
                    </a:lnTo>
                    <a:lnTo>
                      <a:pt x="270" y="348"/>
                    </a:lnTo>
                    <a:lnTo>
                      <a:pt x="276" y="348"/>
                    </a:lnTo>
                    <a:lnTo>
                      <a:pt x="288" y="336"/>
                    </a:lnTo>
                    <a:lnTo>
                      <a:pt x="282" y="330"/>
                    </a:lnTo>
                    <a:lnTo>
                      <a:pt x="276" y="330"/>
                    </a:lnTo>
                    <a:close/>
                    <a:moveTo>
                      <a:pt x="186" y="432"/>
                    </a:moveTo>
                    <a:lnTo>
                      <a:pt x="180" y="438"/>
                    </a:lnTo>
                    <a:lnTo>
                      <a:pt x="180" y="450"/>
                    </a:lnTo>
                    <a:lnTo>
                      <a:pt x="186" y="456"/>
                    </a:lnTo>
                    <a:lnTo>
                      <a:pt x="198" y="444"/>
                    </a:lnTo>
                    <a:lnTo>
                      <a:pt x="198" y="438"/>
                    </a:lnTo>
                    <a:lnTo>
                      <a:pt x="192" y="432"/>
                    </a:lnTo>
                    <a:lnTo>
                      <a:pt x="186" y="432"/>
                    </a:lnTo>
                    <a:close/>
                    <a:moveTo>
                      <a:pt x="384" y="528"/>
                    </a:moveTo>
                    <a:lnTo>
                      <a:pt x="378" y="528"/>
                    </a:lnTo>
                    <a:lnTo>
                      <a:pt x="378" y="516"/>
                    </a:lnTo>
                    <a:lnTo>
                      <a:pt x="372" y="510"/>
                    </a:lnTo>
                    <a:lnTo>
                      <a:pt x="342" y="510"/>
                    </a:lnTo>
                    <a:lnTo>
                      <a:pt x="306" y="504"/>
                    </a:lnTo>
                    <a:lnTo>
                      <a:pt x="276" y="504"/>
                    </a:lnTo>
                    <a:lnTo>
                      <a:pt x="246" y="486"/>
                    </a:lnTo>
                    <a:lnTo>
                      <a:pt x="228" y="504"/>
                    </a:lnTo>
                    <a:lnTo>
                      <a:pt x="234" y="510"/>
                    </a:lnTo>
                    <a:lnTo>
                      <a:pt x="246" y="516"/>
                    </a:lnTo>
                    <a:lnTo>
                      <a:pt x="252" y="522"/>
                    </a:lnTo>
                    <a:lnTo>
                      <a:pt x="258" y="516"/>
                    </a:lnTo>
                    <a:lnTo>
                      <a:pt x="264" y="528"/>
                    </a:lnTo>
                    <a:lnTo>
                      <a:pt x="300" y="528"/>
                    </a:lnTo>
                    <a:lnTo>
                      <a:pt x="312" y="552"/>
                    </a:lnTo>
                    <a:lnTo>
                      <a:pt x="354" y="546"/>
                    </a:lnTo>
                    <a:lnTo>
                      <a:pt x="354" y="540"/>
                    </a:lnTo>
                    <a:lnTo>
                      <a:pt x="402" y="540"/>
                    </a:lnTo>
                    <a:lnTo>
                      <a:pt x="414" y="528"/>
                    </a:lnTo>
                    <a:lnTo>
                      <a:pt x="414" y="522"/>
                    </a:lnTo>
                    <a:lnTo>
                      <a:pt x="408" y="516"/>
                    </a:lnTo>
                    <a:lnTo>
                      <a:pt x="402" y="516"/>
                    </a:lnTo>
                    <a:lnTo>
                      <a:pt x="396" y="522"/>
                    </a:lnTo>
                    <a:lnTo>
                      <a:pt x="390" y="522"/>
                    </a:lnTo>
                    <a:lnTo>
                      <a:pt x="384" y="528"/>
                    </a:lnTo>
                    <a:close/>
                    <a:moveTo>
                      <a:pt x="420" y="408"/>
                    </a:moveTo>
                    <a:lnTo>
                      <a:pt x="408" y="408"/>
                    </a:lnTo>
                    <a:lnTo>
                      <a:pt x="408" y="420"/>
                    </a:lnTo>
                    <a:lnTo>
                      <a:pt x="420" y="420"/>
                    </a:lnTo>
                    <a:lnTo>
                      <a:pt x="426" y="414"/>
                    </a:lnTo>
                    <a:lnTo>
                      <a:pt x="420" y="408"/>
                    </a:lnTo>
                    <a:close/>
                    <a:moveTo>
                      <a:pt x="114" y="276"/>
                    </a:moveTo>
                    <a:lnTo>
                      <a:pt x="90" y="288"/>
                    </a:lnTo>
                    <a:lnTo>
                      <a:pt x="84" y="288"/>
                    </a:lnTo>
                    <a:lnTo>
                      <a:pt x="66" y="312"/>
                    </a:lnTo>
                    <a:lnTo>
                      <a:pt x="96" y="336"/>
                    </a:lnTo>
                    <a:lnTo>
                      <a:pt x="96" y="348"/>
                    </a:lnTo>
                    <a:lnTo>
                      <a:pt x="90" y="366"/>
                    </a:lnTo>
                    <a:lnTo>
                      <a:pt x="90" y="384"/>
                    </a:lnTo>
                    <a:lnTo>
                      <a:pt x="96" y="390"/>
                    </a:lnTo>
                    <a:lnTo>
                      <a:pt x="108" y="396"/>
                    </a:lnTo>
                    <a:lnTo>
                      <a:pt x="114" y="396"/>
                    </a:lnTo>
                    <a:lnTo>
                      <a:pt x="114" y="390"/>
                    </a:lnTo>
                    <a:lnTo>
                      <a:pt x="126" y="378"/>
                    </a:lnTo>
                    <a:lnTo>
                      <a:pt x="132" y="378"/>
                    </a:lnTo>
                    <a:lnTo>
                      <a:pt x="156" y="420"/>
                    </a:lnTo>
                    <a:lnTo>
                      <a:pt x="162" y="390"/>
                    </a:lnTo>
                    <a:lnTo>
                      <a:pt x="180" y="414"/>
                    </a:lnTo>
                    <a:lnTo>
                      <a:pt x="204" y="420"/>
                    </a:lnTo>
                    <a:lnTo>
                      <a:pt x="186" y="402"/>
                    </a:lnTo>
                    <a:lnTo>
                      <a:pt x="192" y="396"/>
                    </a:lnTo>
                    <a:lnTo>
                      <a:pt x="192" y="372"/>
                    </a:lnTo>
                    <a:lnTo>
                      <a:pt x="186" y="366"/>
                    </a:lnTo>
                    <a:lnTo>
                      <a:pt x="180" y="354"/>
                    </a:lnTo>
                    <a:lnTo>
                      <a:pt x="174" y="348"/>
                    </a:lnTo>
                    <a:lnTo>
                      <a:pt x="168" y="336"/>
                    </a:lnTo>
                    <a:lnTo>
                      <a:pt x="168" y="330"/>
                    </a:lnTo>
                    <a:lnTo>
                      <a:pt x="186" y="330"/>
                    </a:lnTo>
                    <a:lnTo>
                      <a:pt x="198" y="336"/>
                    </a:lnTo>
                    <a:lnTo>
                      <a:pt x="210" y="348"/>
                    </a:lnTo>
                    <a:lnTo>
                      <a:pt x="222" y="342"/>
                    </a:lnTo>
                    <a:lnTo>
                      <a:pt x="210" y="336"/>
                    </a:lnTo>
                    <a:lnTo>
                      <a:pt x="204" y="324"/>
                    </a:lnTo>
                    <a:lnTo>
                      <a:pt x="192" y="318"/>
                    </a:lnTo>
                    <a:lnTo>
                      <a:pt x="186" y="312"/>
                    </a:lnTo>
                    <a:lnTo>
                      <a:pt x="174" y="306"/>
                    </a:lnTo>
                    <a:lnTo>
                      <a:pt x="156" y="294"/>
                    </a:lnTo>
                    <a:lnTo>
                      <a:pt x="138" y="288"/>
                    </a:lnTo>
                    <a:lnTo>
                      <a:pt x="126" y="282"/>
                    </a:lnTo>
                    <a:lnTo>
                      <a:pt x="120" y="276"/>
                    </a:lnTo>
                    <a:lnTo>
                      <a:pt x="114" y="27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2" name="Ghana" descr="© INSCALE GmbH, 05.05.2010&#10;http://www.presentationload.com/">
                <a:extLst>
                  <a:ext uri="{FF2B5EF4-FFF2-40B4-BE49-F238E27FC236}">
                    <a16:creationId xmlns:a16="http://schemas.microsoft.com/office/drawing/2014/main" id="{37AC989D-C3C7-E8AA-0E8B-A65DBD394F07}"/>
                  </a:ext>
                </a:extLst>
              </p:cNvPr>
              <p:cNvSpPr>
                <a:spLocks/>
              </p:cNvSpPr>
              <p:nvPr/>
            </p:nvSpPr>
            <p:spPr bwMode="gray">
              <a:xfrm>
                <a:off x="4144967" y="2879014"/>
                <a:ext cx="123038" cy="195673"/>
              </a:xfrm>
              <a:custGeom>
                <a:avLst/>
                <a:gdLst>
                  <a:gd name="T0" fmla="*/ 2147483647 w 324"/>
                  <a:gd name="T1" fmla="*/ 2147483647 h 516"/>
                  <a:gd name="T2" fmla="*/ 2147483647 w 324"/>
                  <a:gd name="T3" fmla="*/ 2147483647 h 516"/>
                  <a:gd name="T4" fmla="*/ 2147483647 w 324"/>
                  <a:gd name="T5" fmla="*/ 2147483647 h 516"/>
                  <a:gd name="T6" fmla="*/ 2147483647 w 324"/>
                  <a:gd name="T7" fmla="*/ 2147483647 h 516"/>
                  <a:gd name="T8" fmla="*/ 2147483647 w 324"/>
                  <a:gd name="T9" fmla="*/ 2147483647 h 516"/>
                  <a:gd name="T10" fmla="*/ 2147483647 w 324"/>
                  <a:gd name="T11" fmla="*/ 2147483647 h 516"/>
                  <a:gd name="T12" fmla="*/ 2147483647 w 324"/>
                  <a:gd name="T13" fmla="*/ 2147483647 h 516"/>
                  <a:gd name="T14" fmla="*/ 2147483647 w 324"/>
                  <a:gd name="T15" fmla="*/ 2147483647 h 516"/>
                  <a:gd name="T16" fmla="*/ 2147483647 w 324"/>
                  <a:gd name="T17" fmla="*/ 2147483647 h 516"/>
                  <a:gd name="T18" fmla="*/ 2147483647 w 324"/>
                  <a:gd name="T19" fmla="*/ 2147483647 h 516"/>
                  <a:gd name="T20" fmla="*/ 2147483647 w 324"/>
                  <a:gd name="T21" fmla="*/ 2147483647 h 516"/>
                  <a:gd name="T22" fmla="*/ 2147483647 w 324"/>
                  <a:gd name="T23" fmla="*/ 2147483647 h 516"/>
                  <a:gd name="T24" fmla="*/ 2147483647 w 324"/>
                  <a:gd name="T25" fmla="*/ 2147483647 h 516"/>
                  <a:gd name="T26" fmla="*/ 2147483647 w 324"/>
                  <a:gd name="T27" fmla="*/ 0 h 516"/>
                  <a:gd name="T28" fmla="*/ 2147483647 w 324"/>
                  <a:gd name="T29" fmla="*/ 2147483647 h 516"/>
                  <a:gd name="T30" fmla="*/ 2147483647 w 324"/>
                  <a:gd name="T31" fmla="*/ 2147483647 h 516"/>
                  <a:gd name="T32" fmla="*/ 2147483647 w 324"/>
                  <a:gd name="T33" fmla="*/ 2147483647 h 516"/>
                  <a:gd name="T34" fmla="*/ 2147483647 w 324"/>
                  <a:gd name="T35" fmla="*/ 2147483647 h 516"/>
                  <a:gd name="T36" fmla="*/ 2147483647 w 324"/>
                  <a:gd name="T37" fmla="*/ 2147483647 h 516"/>
                  <a:gd name="T38" fmla="*/ 2147483647 w 324"/>
                  <a:gd name="T39" fmla="*/ 2147483647 h 516"/>
                  <a:gd name="T40" fmla="*/ 2147483647 w 324"/>
                  <a:gd name="T41" fmla="*/ 2147483647 h 516"/>
                  <a:gd name="T42" fmla="*/ 2147483647 w 324"/>
                  <a:gd name="T43" fmla="*/ 2147483647 h 516"/>
                  <a:gd name="T44" fmla="*/ 2147483647 w 324"/>
                  <a:gd name="T45" fmla="*/ 2147483647 h 516"/>
                  <a:gd name="T46" fmla="*/ 2147483647 w 324"/>
                  <a:gd name="T47" fmla="*/ 2147483647 h 516"/>
                  <a:gd name="T48" fmla="*/ 2147483647 w 324"/>
                  <a:gd name="T49" fmla="*/ 2147483647 h 516"/>
                  <a:gd name="T50" fmla="*/ 2147483647 w 324"/>
                  <a:gd name="T51" fmla="*/ 2147483647 h 516"/>
                  <a:gd name="T52" fmla="*/ 2147483647 w 324"/>
                  <a:gd name="T53" fmla="*/ 2147483647 h 516"/>
                  <a:gd name="T54" fmla="*/ 0 w 324"/>
                  <a:gd name="T55" fmla="*/ 2147483647 h 516"/>
                  <a:gd name="T56" fmla="*/ 2147483647 w 324"/>
                  <a:gd name="T57" fmla="*/ 2147483647 h 516"/>
                  <a:gd name="T58" fmla="*/ 2147483647 w 324"/>
                  <a:gd name="T59" fmla="*/ 2147483647 h 516"/>
                  <a:gd name="T60" fmla="*/ 2147483647 w 324"/>
                  <a:gd name="T61" fmla="*/ 2147483647 h 516"/>
                  <a:gd name="T62" fmla="*/ 2147483647 w 324"/>
                  <a:gd name="T63" fmla="*/ 2147483647 h 516"/>
                  <a:gd name="T64" fmla="*/ 2147483647 w 324"/>
                  <a:gd name="T65" fmla="*/ 2147483647 h 516"/>
                  <a:gd name="T66" fmla="*/ 2147483647 w 324"/>
                  <a:gd name="T67" fmla="*/ 2147483647 h 516"/>
                  <a:gd name="T68" fmla="*/ 2147483647 w 324"/>
                  <a:gd name="T69" fmla="*/ 2147483647 h 516"/>
                  <a:gd name="T70" fmla="*/ 2147483647 w 324"/>
                  <a:gd name="T71" fmla="*/ 2147483647 h 516"/>
                  <a:gd name="T72" fmla="*/ 2147483647 w 324"/>
                  <a:gd name="T73" fmla="*/ 2147483647 h 516"/>
                  <a:gd name="T74" fmla="*/ 2147483647 w 324"/>
                  <a:gd name="T75" fmla="*/ 2147483647 h 516"/>
                  <a:gd name="T76" fmla="*/ 2147483647 w 324"/>
                  <a:gd name="T77" fmla="*/ 2147483647 h 516"/>
                  <a:gd name="T78" fmla="*/ 2147483647 w 324"/>
                  <a:gd name="T79" fmla="*/ 2147483647 h 516"/>
                  <a:gd name="T80" fmla="*/ 2147483647 w 324"/>
                  <a:gd name="T81" fmla="*/ 2147483647 h 516"/>
                  <a:gd name="T82" fmla="*/ 2147483647 w 324"/>
                  <a:gd name="T83" fmla="*/ 2147483647 h 516"/>
                  <a:gd name="T84" fmla="*/ 2147483647 w 324"/>
                  <a:gd name="T85" fmla="*/ 2147483647 h 516"/>
                  <a:gd name="T86" fmla="*/ 2147483647 w 324"/>
                  <a:gd name="T87" fmla="*/ 2147483647 h 51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4"/>
                  <a:gd name="T133" fmla="*/ 0 h 516"/>
                  <a:gd name="T134" fmla="*/ 324 w 324"/>
                  <a:gd name="T135" fmla="*/ 516 h 51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4" h="516">
                    <a:moveTo>
                      <a:pt x="282" y="342"/>
                    </a:moveTo>
                    <a:lnTo>
                      <a:pt x="282" y="330"/>
                    </a:lnTo>
                    <a:lnTo>
                      <a:pt x="288" y="318"/>
                    </a:lnTo>
                    <a:lnTo>
                      <a:pt x="288" y="306"/>
                    </a:lnTo>
                    <a:lnTo>
                      <a:pt x="282" y="300"/>
                    </a:lnTo>
                    <a:lnTo>
                      <a:pt x="276" y="300"/>
                    </a:lnTo>
                    <a:lnTo>
                      <a:pt x="276" y="282"/>
                    </a:lnTo>
                    <a:lnTo>
                      <a:pt x="282" y="276"/>
                    </a:lnTo>
                    <a:lnTo>
                      <a:pt x="282" y="234"/>
                    </a:lnTo>
                    <a:lnTo>
                      <a:pt x="288" y="228"/>
                    </a:lnTo>
                    <a:lnTo>
                      <a:pt x="288" y="216"/>
                    </a:lnTo>
                    <a:lnTo>
                      <a:pt x="282" y="210"/>
                    </a:lnTo>
                    <a:lnTo>
                      <a:pt x="270" y="204"/>
                    </a:lnTo>
                    <a:lnTo>
                      <a:pt x="264" y="198"/>
                    </a:lnTo>
                    <a:lnTo>
                      <a:pt x="276" y="186"/>
                    </a:lnTo>
                    <a:lnTo>
                      <a:pt x="282" y="186"/>
                    </a:lnTo>
                    <a:lnTo>
                      <a:pt x="282" y="180"/>
                    </a:lnTo>
                    <a:lnTo>
                      <a:pt x="270" y="168"/>
                    </a:lnTo>
                    <a:lnTo>
                      <a:pt x="276" y="156"/>
                    </a:lnTo>
                    <a:lnTo>
                      <a:pt x="276" y="132"/>
                    </a:lnTo>
                    <a:lnTo>
                      <a:pt x="270" y="126"/>
                    </a:lnTo>
                    <a:lnTo>
                      <a:pt x="264" y="126"/>
                    </a:lnTo>
                    <a:lnTo>
                      <a:pt x="252" y="138"/>
                    </a:lnTo>
                    <a:lnTo>
                      <a:pt x="264" y="60"/>
                    </a:lnTo>
                    <a:lnTo>
                      <a:pt x="228" y="36"/>
                    </a:lnTo>
                    <a:lnTo>
                      <a:pt x="240" y="24"/>
                    </a:lnTo>
                    <a:lnTo>
                      <a:pt x="240" y="6"/>
                    </a:lnTo>
                    <a:lnTo>
                      <a:pt x="222" y="0"/>
                    </a:lnTo>
                    <a:lnTo>
                      <a:pt x="198" y="12"/>
                    </a:lnTo>
                    <a:lnTo>
                      <a:pt x="42" y="12"/>
                    </a:lnTo>
                    <a:lnTo>
                      <a:pt x="36" y="18"/>
                    </a:lnTo>
                    <a:lnTo>
                      <a:pt x="30" y="30"/>
                    </a:lnTo>
                    <a:lnTo>
                      <a:pt x="30" y="48"/>
                    </a:lnTo>
                    <a:lnTo>
                      <a:pt x="36" y="48"/>
                    </a:lnTo>
                    <a:lnTo>
                      <a:pt x="42" y="78"/>
                    </a:lnTo>
                    <a:lnTo>
                      <a:pt x="42" y="132"/>
                    </a:lnTo>
                    <a:lnTo>
                      <a:pt x="48" y="126"/>
                    </a:lnTo>
                    <a:lnTo>
                      <a:pt x="54" y="156"/>
                    </a:lnTo>
                    <a:lnTo>
                      <a:pt x="42" y="156"/>
                    </a:lnTo>
                    <a:lnTo>
                      <a:pt x="42" y="162"/>
                    </a:lnTo>
                    <a:lnTo>
                      <a:pt x="48" y="168"/>
                    </a:lnTo>
                    <a:lnTo>
                      <a:pt x="48" y="180"/>
                    </a:lnTo>
                    <a:lnTo>
                      <a:pt x="54" y="192"/>
                    </a:lnTo>
                    <a:lnTo>
                      <a:pt x="54" y="204"/>
                    </a:lnTo>
                    <a:lnTo>
                      <a:pt x="60" y="216"/>
                    </a:lnTo>
                    <a:lnTo>
                      <a:pt x="60" y="228"/>
                    </a:lnTo>
                    <a:lnTo>
                      <a:pt x="48" y="252"/>
                    </a:lnTo>
                    <a:lnTo>
                      <a:pt x="42" y="258"/>
                    </a:lnTo>
                    <a:lnTo>
                      <a:pt x="36" y="270"/>
                    </a:lnTo>
                    <a:lnTo>
                      <a:pt x="36" y="288"/>
                    </a:lnTo>
                    <a:lnTo>
                      <a:pt x="30" y="300"/>
                    </a:lnTo>
                    <a:lnTo>
                      <a:pt x="30" y="312"/>
                    </a:lnTo>
                    <a:lnTo>
                      <a:pt x="12" y="330"/>
                    </a:lnTo>
                    <a:lnTo>
                      <a:pt x="6" y="342"/>
                    </a:lnTo>
                    <a:lnTo>
                      <a:pt x="0" y="348"/>
                    </a:lnTo>
                    <a:lnTo>
                      <a:pt x="0" y="372"/>
                    </a:lnTo>
                    <a:lnTo>
                      <a:pt x="6" y="384"/>
                    </a:lnTo>
                    <a:lnTo>
                      <a:pt x="12" y="402"/>
                    </a:lnTo>
                    <a:lnTo>
                      <a:pt x="12" y="414"/>
                    </a:lnTo>
                    <a:lnTo>
                      <a:pt x="18" y="426"/>
                    </a:lnTo>
                    <a:lnTo>
                      <a:pt x="24" y="432"/>
                    </a:lnTo>
                    <a:lnTo>
                      <a:pt x="24" y="438"/>
                    </a:lnTo>
                    <a:lnTo>
                      <a:pt x="48" y="444"/>
                    </a:lnTo>
                    <a:lnTo>
                      <a:pt x="48" y="498"/>
                    </a:lnTo>
                    <a:lnTo>
                      <a:pt x="72" y="498"/>
                    </a:lnTo>
                    <a:lnTo>
                      <a:pt x="78" y="504"/>
                    </a:lnTo>
                    <a:lnTo>
                      <a:pt x="78" y="510"/>
                    </a:lnTo>
                    <a:lnTo>
                      <a:pt x="84" y="516"/>
                    </a:lnTo>
                    <a:lnTo>
                      <a:pt x="96" y="516"/>
                    </a:lnTo>
                    <a:lnTo>
                      <a:pt x="108" y="510"/>
                    </a:lnTo>
                    <a:lnTo>
                      <a:pt x="114" y="504"/>
                    </a:lnTo>
                    <a:lnTo>
                      <a:pt x="132" y="492"/>
                    </a:lnTo>
                    <a:lnTo>
                      <a:pt x="138" y="486"/>
                    </a:lnTo>
                    <a:lnTo>
                      <a:pt x="150" y="480"/>
                    </a:lnTo>
                    <a:lnTo>
                      <a:pt x="180" y="480"/>
                    </a:lnTo>
                    <a:lnTo>
                      <a:pt x="186" y="474"/>
                    </a:lnTo>
                    <a:lnTo>
                      <a:pt x="198" y="468"/>
                    </a:lnTo>
                    <a:lnTo>
                      <a:pt x="216" y="450"/>
                    </a:lnTo>
                    <a:lnTo>
                      <a:pt x="228" y="450"/>
                    </a:lnTo>
                    <a:lnTo>
                      <a:pt x="234" y="444"/>
                    </a:lnTo>
                    <a:lnTo>
                      <a:pt x="240" y="444"/>
                    </a:lnTo>
                    <a:lnTo>
                      <a:pt x="258" y="426"/>
                    </a:lnTo>
                    <a:lnTo>
                      <a:pt x="270" y="426"/>
                    </a:lnTo>
                    <a:lnTo>
                      <a:pt x="276" y="432"/>
                    </a:lnTo>
                    <a:lnTo>
                      <a:pt x="294" y="432"/>
                    </a:lnTo>
                    <a:lnTo>
                      <a:pt x="306" y="426"/>
                    </a:lnTo>
                    <a:lnTo>
                      <a:pt x="324" y="408"/>
                    </a:lnTo>
                    <a:lnTo>
                      <a:pt x="294" y="384"/>
                    </a:lnTo>
                    <a:lnTo>
                      <a:pt x="282" y="3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3" name="Germany" descr="© INSCALE GmbH, 05.05.2010&#10;http://www.presentationload.com/">
                <a:extLst>
                  <a:ext uri="{FF2B5EF4-FFF2-40B4-BE49-F238E27FC236}">
                    <a16:creationId xmlns:a16="http://schemas.microsoft.com/office/drawing/2014/main" id="{5D4903B7-70EE-DEB9-175C-DEC09DDBDF62}"/>
                  </a:ext>
                </a:extLst>
              </p:cNvPr>
              <p:cNvSpPr>
                <a:spLocks/>
              </p:cNvSpPr>
              <p:nvPr/>
            </p:nvSpPr>
            <p:spPr bwMode="gray">
              <a:xfrm>
                <a:off x="4408829" y="1552285"/>
                <a:ext cx="213462" cy="223839"/>
              </a:xfrm>
              <a:custGeom>
                <a:avLst/>
                <a:gdLst>
                  <a:gd name="T0" fmla="*/ 2147483647 w 564"/>
                  <a:gd name="T1" fmla="*/ 2147483647 h 588"/>
                  <a:gd name="T2" fmla="*/ 2147483647 w 564"/>
                  <a:gd name="T3" fmla="*/ 2147483647 h 588"/>
                  <a:gd name="T4" fmla="*/ 2147483647 w 564"/>
                  <a:gd name="T5" fmla="*/ 2147483647 h 588"/>
                  <a:gd name="T6" fmla="*/ 2147483647 w 564"/>
                  <a:gd name="T7" fmla="*/ 2147483647 h 588"/>
                  <a:gd name="T8" fmla="*/ 2147483647 w 564"/>
                  <a:gd name="T9" fmla="*/ 2147483647 h 588"/>
                  <a:gd name="T10" fmla="*/ 2147483647 w 564"/>
                  <a:gd name="T11" fmla="*/ 2147483647 h 588"/>
                  <a:gd name="T12" fmla="*/ 2147483647 w 564"/>
                  <a:gd name="T13" fmla="*/ 2147483647 h 588"/>
                  <a:gd name="T14" fmla="*/ 2147483647 w 564"/>
                  <a:gd name="T15" fmla="*/ 2147483647 h 588"/>
                  <a:gd name="T16" fmla="*/ 2147483647 w 564"/>
                  <a:gd name="T17" fmla="*/ 2147483647 h 588"/>
                  <a:gd name="T18" fmla="*/ 2147483647 w 564"/>
                  <a:gd name="T19" fmla="*/ 2147483647 h 588"/>
                  <a:gd name="T20" fmla="*/ 2147483647 w 564"/>
                  <a:gd name="T21" fmla="*/ 2147483647 h 588"/>
                  <a:gd name="T22" fmla="*/ 2147483647 w 564"/>
                  <a:gd name="T23" fmla="*/ 2147483647 h 588"/>
                  <a:gd name="T24" fmla="*/ 2147483647 w 564"/>
                  <a:gd name="T25" fmla="*/ 2147483647 h 588"/>
                  <a:gd name="T26" fmla="*/ 2147483647 w 564"/>
                  <a:gd name="T27" fmla="*/ 2147483647 h 588"/>
                  <a:gd name="T28" fmla="*/ 2147483647 w 564"/>
                  <a:gd name="T29" fmla="*/ 2147483647 h 588"/>
                  <a:gd name="T30" fmla="*/ 2147483647 w 564"/>
                  <a:gd name="T31" fmla="*/ 2147483647 h 588"/>
                  <a:gd name="T32" fmla="*/ 2147483647 w 564"/>
                  <a:gd name="T33" fmla="*/ 2147483647 h 588"/>
                  <a:gd name="T34" fmla="*/ 2147483647 w 564"/>
                  <a:gd name="T35" fmla="*/ 2147483647 h 588"/>
                  <a:gd name="T36" fmla="*/ 2147483647 w 564"/>
                  <a:gd name="T37" fmla="*/ 2147483647 h 588"/>
                  <a:gd name="T38" fmla="*/ 2147483647 w 564"/>
                  <a:gd name="T39" fmla="*/ 2147483647 h 588"/>
                  <a:gd name="T40" fmla="*/ 2147483647 w 564"/>
                  <a:gd name="T41" fmla="*/ 2147483647 h 588"/>
                  <a:gd name="T42" fmla="*/ 2147483647 w 564"/>
                  <a:gd name="T43" fmla="*/ 2147483647 h 588"/>
                  <a:gd name="T44" fmla="*/ 2147483647 w 564"/>
                  <a:gd name="T45" fmla="*/ 2147483647 h 588"/>
                  <a:gd name="T46" fmla="*/ 2147483647 w 564"/>
                  <a:gd name="T47" fmla="*/ 2147483647 h 588"/>
                  <a:gd name="T48" fmla="*/ 2147483647 w 564"/>
                  <a:gd name="T49" fmla="*/ 2147483647 h 588"/>
                  <a:gd name="T50" fmla="*/ 2147483647 w 564"/>
                  <a:gd name="T51" fmla="*/ 2147483647 h 588"/>
                  <a:gd name="T52" fmla="*/ 2147483647 w 564"/>
                  <a:gd name="T53" fmla="*/ 2147483647 h 588"/>
                  <a:gd name="T54" fmla="*/ 2147483647 w 564"/>
                  <a:gd name="T55" fmla="*/ 2147483647 h 588"/>
                  <a:gd name="T56" fmla="*/ 2147483647 w 564"/>
                  <a:gd name="T57" fmla="*/ 2147483647 h 588"/>
                  <a:gd name="T58" fmla="*/ 2147483647 w 564"/>
                  <a:gd name="T59" fmla="*/ 2147483647 h 588"/>
                  <a:gd name="T60" fmla="*/ 2147483647 w 564"/>
                  <a:gd name="T61" fmla="*/ 2147483647 h 588"/>
                  <a:gd name="T62" fmla="*/ 2147483647 w 564"/>
                  <a:gd name="T63" fmla="*/ 2147483647 h 588"/>
                  <a:gd name="T64" fmla="*/ 2147483647 w 564"/>
                  <a:gd name="T65" fmla="*/ 2147483647 h 588"/>
                  <a:gd name="T66" fmla="*/ 2147483647 w 564"/>
                  <a:gd name="T67" fmla="*/ 2147483647 h 588"/>
                  <a:gd name="T68" fmla="*/ 2147483647 w 564"/>
                  <a:gd name="T69" fmla="*/ 2147483647 h 588"/>
                  <a:gd name="T70" fmla="*/ 2147483647 w 564"/>
                  <a:gd name="T71" fmla="*/ 2147483647 h 588"/>
                  <a:gd name="T72" fmla="*/ 2147483647 w 564"/>
                  <a:gd name="T73" fmla="*/ 2147483647 h 588"/>
                  <a:gd name="T74" fmla="*/ 2147483647 w 564"/>
                  <a:gd name="T75" fmla="*/ 2147483647 h 588"/>
                  <a:gd name="T76" fmla="*/ 2147483647 w 564"/>
                  <a:gd name="T77" fmla="*/ 2147483647 h 588"/>
                  <a:gd name="T78" fmla="*/ 2147483647 w 564"/>
                  <a:gd name="T79" fmla="*/ 2147483647 h 588"/>
                  <a:gd name="T80" fmla="*/ 2147483647 w 564"/>
                  <a:gd name="T81" fmla="*/ 2147483647 h 588"/>
                  <a:gd name="T82" fmla="*/ 2147483647 w 564"/>
                  <a:gd name="T83" fmla="*/ 0 h 588"/>
                  <a:gd name="T84" fmla="*/ 2147483647 w 564"/>
                  <a:gd name="T85" fmla="*/ 2147483647 h 588"/>
                  <a:gd name="T86" fmla="*/ 2147483647 w 564"/>
                  <a:gd name="T87" fmla="*/ 2147483647 h 588"/>
                  <a:gd name="T88" fmla="*/ 2147483647 w 564"/>
                  <a:gd name="T89" fmla="*/ 2147483647 h 588"/>
                  <a:gd name="T90" fmla="*/ 2147483647 w 564"/>
                  <a:gd name="T91" fmla="*/ 2147483647 h 588"/>
                  <a:gd name="T92" fmla="*/ 2147483647 w 564"/>
                  <a:gd name="T93" fmla="*/ 2147483647 h 588"/>
                  <a:gd name="T94" fmla="*/ 2147483647 w 564"/>
                  <a:gd name="T95" fmla="*/ 2147483647 h 588"/>
                  <a:gd name="T96" fmla="*/ 2147483647 w 564"/>
                  <a:gd name="T97" fmla="*/ 2147483647 h 588"/>
                  <a:gd name="T98" fmla="*/ 2147483647 w 564"/>
                  <a:gd name="T99" fmla="*/ 2147483647 h 588"/>
                  <a:gd name="T100" fmla="*/ 2147483647 w 564"/>
                  <a:gd name="T101" fmla="*/ 2147483647 h 588"/>
                  <a:gd name="T102" fmla="*/ 2147483647 w 564"/>
                  <a:gd name="T103" fmla="*/ 2147483647 h 588"/>
                  <a:gd name="T104" fmla="*/ 0 w 564"/>
                  <a:gd name="T105" fmla="*/ 2147483647 h 588"/>
                  <a:gd name="T106" fmla="*/ 2147483647 w 564"/>
                  <a:gd name="T107" fmla="*/ 2147483647 h 588"/>
                  <a:gd name="T108" fmla="*/ 2147483647 w 564"/>
                  <a:gd name="T109" fmla="*/ 2147483647 h 588"/>
                  <a:gd name="T110" fmla="*/ 2147483647 w 564"/>
                  <a:gd name="T111" fmla="*/ 2147483647 h 588"/>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4"/>
                  <a:gd name="T169" fmla="*/ 0 h 588"/>
                  <a:gd name="T170" fmla="*/ 564 w 564"/>
                  <a:gd name="T171" fmla="*/ 588 h 588"/>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4" h="588">
                    <a:moveTo>
                      <a:pt x="30" y="414"/>
                    </a:moveTo>
                    <a:lnTo>
                      <a:pt x="30" y="420"/>
                    </a:lnTo>
                    <a:lnTo>
                      <a:pt x="36" y="420"/>
                    </a:lnTo>
                    <a:lnTo>
                      <a:pt x="36" y="444"/>
                    </a:lnTo>
                    <a:lnTo>
                      <a:pt x="60" y="444"/>
                    </a:lnTo>
                    <a:lnTo>
                      <a:pt x="60" y="450"/>
                    </a:lnTo>
                    <a:lnTo>
                      <a:pt x="72" y="450"/>
                    </a:lnTo>
                    <a:lnTo>
                      <a:pt x="84" y="444"/>
                    </a:lnTo>
                    <a:lnTo>
                      <a:pt x="96" y="444"/>
                    </a:lnTo>
                    <a:lnTo>
                      <a:pt x="96" y="450"/>
                    </a:lnTo>
                    <a:lnTo>
                      <a:pt x="120" y="450"/>
                    </a:lnTo>
                    <a:lnTo>
                      <a:pt x="138" y="456"/>
                    </a:lnTo>
                    <a:lnTo>
                      <a:pt x="132" y="468"/>
                    </a:lnTo>
                    <a:lnTo>
                      <a:pt x="114" y="486"/>
                    </a:lnTo>
                    <a:lnTo>
                      <a:pt x="114" y="498"/>
                    </a:lnTo>
                    <a:lnTo>
                      <a:pt x="108" y="510"/>
                    </a:lnTo>
                    <a:lnTo>
                      <a:pt x="102" y="516"/>
                    </a:lnTo>
                    <a:lnTo>
                      <a:pt x="96" y="528"/>
                    </a:lnTo>
                    <a:lnTo>
                      <a:pt x="96" y="570"/>
                    </a:lnTo>
                    <a:lnTo>
                      <a:pt x="132" y="570"/>
                    </a:lnTo>
                    <a:lnTo>
                      <a:pt x="150" y="564"/>
                    </a:lnTo>
                    <a:lnTo>
                      <a:pt x="156" y="570"/>
                    </a:lnTo>
                    <a:lnTo>
                      <a:pt x="150" y="564"/>
                    </a:lnTo>
                    <a:lnTo>
                      <a:pt x="150" y="552"/>
                    </a:lnTo>
                    <a:lnTo>
                      <a:pt x="156" y="546"/>
                    </a:lnTo>
                    <a:lnTo>
                      <a:pt x="162" y="546"/>
                    </a:lnTo>
                    <a:lnTo>
                      <a:pt x="174" y="552"/>
                    </a:lnTo>
                    <a:lnTo>
                      <a:pt x="180" y="558"/>
                    </a:lnTo>
                    <a:lnTo>
                      <a:pt x="192" y="558"/>
                    </a:lnTo>
                    <a:lnTo>
                      <a:pt x="210" y="564"/>
                    </a:lnTo>
                    <a:lnTo>
                      <a:pt x="216" y="576"/>
                    </a:lnTo>
                    <a:lnTo>
                      <a:pt x="252" y="576"/>
                    </a:lnTo>
                    <a:lnTo>
                      <a:pt x="258" y="582"/>
                    </a:lnTo>
                    <a:lnTo>
                      <a:pt x="258" y="588"/>
                    </a:lnTo>
                    <a:lnTo>
                      <a:pt x="270" y="588"/>
                    </a:lnTo>
                    <a:lnTo>
                      <a:pt x="276" y="582"/>
                    </a:lnTo>
                    <a:lnTo>
                      <a:pt x="276" y="570"/>
                    </a:lnTo>
                    <a:lnTo>
                      <a:pt x="294" y="570"/>
                    </a:lnTo>
                    <a:lnTo>
                      <a:pt x="312" y="588"/>
                    </a:lnTo>
                    <a:lnTo>
                      <a:pt x="330" y="588"/>
                    </a:lnTo>
                    <a:lnTo>
                      <a:pt x="336" y="582"/>
                    </a:lnTo>
                    <a:lnTo>
                      <a:pt x="354" y="570"/>
                    </a:lnTo>
                    <a:lnTo>
                      <a:pt x="372" y="570"/>
                    </a:lnTo>
                    <a:lnTo>
                      <a:pt x="390" y="558"/>
                    </a:lnTo>
                    <a:lnTo>
                      <a:pt x="402" y="564"/>
                    </a:lnTo>
                    <a:lnTo>
                      <a:pt x="420" y="570"/>
                    </a:lnTo>
                    <a:lnTo>
                      <a:pt x="432" y="582"/>
                    </a:lnTo>
                    <a:lnTo>
                      <a:pt x="438" y="582"/>
                    </a:lnTo>
                    <a:lnTo>
                      <a:pt x="438" y="540"/>
                    </a:lnTo>
                    <a:lnTo>
                      <a:pt x="426" y="540"/>
                    </a:lnTo>
                    <a:lnTo>
                      <a:pt x="426" y="534"/>
                    </a:lnTo>
                    <a:lnTo>
                      <a:pt x="432" y="528"/>
                    </a:lnTo>
                    <a:lnTo>
                      <a:pt x="432" y="522"/>
                    </a:lnTo>
                    <a:lnTo>
                      <a:pt x="438" y="516"/>
                    </a:lnTo>
                    <a:lnTo>
                      <a:pt x="456" y="516"/>
                    </a:lnTo>
                    <a:lnTo>
                      <a:pt x="462" y="522"/>
                    </a:lnTo>
                    <a:lnTo>
                      <a:pt x="468" y="522"/>
                    </a:lnTo>
                    <a:lnTo>
                      <a:pt x="468" y="504"/>
                    </a:lnTo>
                    <a:lnTo>
                      <a:pt x="462" y="492"/>
                    </a:lnTo>
                    <a:lnTo>
                      <a:pt x="480" y="492"/>
                    </a:lnTo>
                    <a:lnTo>
                      <a:pt x="486" y="474"/>
                    </a:lnTo>
                    <a:lnTo>
                      <a:pt x="486" y="462"/>
                    </a:lnTo>
                    <a:lnTo>
                      <a:pt x="480" y="462"/>
                    </a:lnTo>
                    <a:lnTo>
                      <a:pt x="474" y="456"/>
                    </a:lnTo>
                    <a:lnTo>
                      <a:pt x="462" y="456"/>
                    </a:lnTo>
                    <a:lnTo>
                      <a:pt x="456" y="444"/>
                    </a:lnTo>
                    <a:lnTo>
                      <a:pt x="450" y="444"/>
                    </a:lnTo>
                    <a:lnTo>
                      <a:pt x="444" y="432"/>
                    </a:lnTo>
                    <a:lnTo>
                      <a:pt x="432" y="432"/>
                    </a:lnTo>
                    <a:lnTo>
                      <a:pt x="420" y="426"/>
                    </a:lnTo>
                    <a:lnTo>
                      <a:pt x="420" y="420"/>
                    </a:lnTo>
                    <a:lnTo>
                      <a:pt x="414" y="420"/>
                    </a:lnTo>
                    <a:lnTo>
                      <a:pt x="408" y="408"/>
                    </a:lnTo>
                    <a:lnTo>
                      <a:pt x="396" y="396"/>
                    </a:lnTo>
                    <a:lnTo>
                      <a:pt x="396" y="390"/>
                    </a:lnTo>
                    <a:lnTo>
                      <a:pt x="402" y="390"/>
                    </a:lnTo>
                    <a:lnTo>
                      <a:pt x="408" y="384"/>
                    </a:lnTo>
                    <a:lnTo>
                      <a:pt x="396" y="372"/>
                    </a:lnTo>
                    <a:lnTo>
                      <a:pt x="390" y="372"/>
                    </a:lnTo>
                    <a:lnTo>
                      <a:pt x="384" y="366"/>
                    </a:lnTo>
                    <a:lnTo>
                      <a:pt x="384" y="354"/>
                    </a:lnTo>
                    <a:lnTo>
                      <a:pt x="390" y="354"/>
                    </a:lnTo>
                    <a:lnTo>
                      <a:pt x="390" y="360"/>
                    </a:lnTo>
                    <a:lnTo>
                      <a:pt x="402" y="360"/>
                    </a:lnTo>
                    <a:lnTo>
                      <a:pt x="402" y="354"/>
                    </a:lnTo>
                    <a:lnTo>
                      <a:pt x="414" y="354"/>
                    </a:lnTo>
                    <a:lnTo>
                      <a:pt x="414" y="348"/>
                    </a:lnTo>
                    <a:lnTo>
                      <a:pt x="420" y="342"/>
                    </a:lnTo>
                    <a:lnTo>
                      <a:pt x="426" y="342"/>
                    </a:lnTo>
                    <a:lnTo>
                      <a:pt x="438" y="348"/>
                    </a:lnTo>
                    <a:lnTo>
                      <a:pt x="450" y="336"/>
                    </a:lnTo>
                    <a:lnTo>
                      <a:pt x="468" y="330"/>
                    </a:lnTo>
                    <a:lnTo>
                      <a:pt x="468" y="324"/>
                    </a:lnTo>
                    <a:lnTo>
                      <a:pt x="492" y="324"/>
                    </a:lnTo>
                    <a:lnTo>
                      <a:pt x="492" y="318"/>
                    </a:lnTo>
                    <a:lnTo>
                      <a:pt x="510" y="318"/>
                    </a:lnTo>
                    <a:lnTo>
                      <a:pt x="510" y="312"/>
                    </a:lnTo>
                    <a:lnTo>
                      <a:pt x="516" y="306"/>
                    </a:lnTo>
                    <a:lnTo>
                      <a:pt x="522" y="306"/>
                    </a:lnTo>
                    <a:lnTo>
                      <a:pt x="528" y="300"/>
                    </a:lnTo>
                    <a:lnTo>
                      <a:pt x="540" y="312"/>
                    </a:lnTo>
                    <a:lnTo>
                      <a:pt x="552" y="312"/>
                    </a:lnTo>
                    <a:lnTo>
                      <a:pt x="558" y="300"/>
                    </a:lnTo>
                    <a:lnTo>
                      <a:pt x="558" y="294"/>
                    </a:lnTo>
                    <a:lnTo>
                      <a:pt x="564" y="288"/>
                    </a:lnTo>
                    <a:lnTo>
                      <a:pt x="564" y="282"/>
                    </a:lnTo>
                    <a:lnTo>
                      <a:pt x="552" y="282"/>
                    </a:lnTo>
                    <a:lnTo>
                      <a:pt x="558" y="276"/>
                    </a:lnTo>
                    <a:lnTo>
                      <a:pt x="558" y="264"/>
                    </a:lnTo>
                    <a:lnTo>
                      <a:pt x="552" y="264"/>
                    </a:lnTo>
                    <a:lnTo>
                      <a:pt x="546" y="270"/>
                    </a:lnTo>
                    <a:lnTo>
                      <a:pt x="546" y="252"/>
                    </a:lnTo>
                    <a:lnTo>
                      <a:pt x="540" y="246"/>
                    </a:lnTo>
                    <a:lnTo>
                      <a:pt x="534" y="246"/>
                    </a:lnTo>
                    <a:lnTo>
                      <a:pt x="528" y="240"/>
                    </a:lnTo>
                    <a:lnTo>
                      <a:pt x="528" y="234"/>
                    </a:lnTo>
                    <a:lnTo>
                      <a:pt x="540" y="228"/>
                    </a:lnTo>
                    <a:lnTo>
                      <a:pt x="546" y="222"/>
                    </a:lnTo>
                    <a:lnTo>
                      <a:pt x="540" y="216"/>
                    </a:lnTo>
                    <a:lnTo>
                      <a:pt x="534" y="216"/>
                    </a:lnTo>
                    <a:lnTo>
                      <a:pt x="540" y="210"/>
                    </a:lnTo>
                    <a:lnTo>
                      <a:pt x="540" y="204"/>
                    </a:lnTo>
                    <a:lnTo>
                      <a:pt x="528" y="204"/>
                    </a:lnTo>
                    <a:lnTo>
                      <a:pt x="528" y="192"/>
                    </a:lnTo>
                    <a:lnTo>
                      <a:pt x="534" y="192"/>
                    </a:lnTo>
                    <a:lnTo>
                      <a:pt x="534" y="174"/>
                    </a:lnTo>
                    <a:lnTo>
                      <a:pt x="522" y="174"/>
                    </a:lnTo>
                    <a:lnTo>
                      <a:pt x="516" y="168"/>
                    </a:lnTo>
                    <a:lnTo>
                      <a:pt x="510" y="168"/>
                    </a:lnTo>
                    <a:lnTo>
                      <a:pt x="504" y="162"/>
                    </a:lnTo>
                    <a:lnTo>
                      <a:pt x="504" y="150"/>
                    </a:lnTo>
                    <a:lnTo>
                      <a:pt x="510" y="150"/>
                    </a:lnTo>
                    <a:lnTo>
                      <a:pt x="522" y="138"/>
                    </a:lnTo>
                    <a:lnTo>
                      <a:pt x="522" y="120"/>
                    </a:lnTo>
                    <a:lnTo>
                      <a:pt x="516" y="114"/>
                    </a:lnTo>
                    <a:lnTo>
                      <a:pt x="510" y="114"/>
                    </a:lnTo>
                    <a:lnTo>
                      <a:pt x="510" y="96"/>
                    </a:lnTo>
                    <a:lnTo>
                      <a:pt x="504" y="90"/>
                    </a:lnTo>
                    <a:lnTo>
                      <a:pt x="486" y="84"/>
                    </a:lnTo>
                    <a:lnTo>
                      <a:pt x="486" y="78"/>
                    </a:lnTo>
                    <a:lnTo>
                      <a:pt x="480" y="66"/>
                    </a:lnTo>
                    <a:lnTo>
                      <a:pt x="474" y="60"/>
                    </a:lnTo>
                    <a:lnTo>
                      <a:pt x="456" y="60"/>
                    </a:lnTo>
                    <a:lnTo>
                      <a:pt x="450" y="54"/>
                    </a:lnTo>
                    <a:lnTo>
                      <a:pt x="444" y="54"/>
                    </a:lnTo>
                    <a:lnTo>
                      <a:pt x="438" y="48"/>
                    </a:lnTo>
                    <a:lnTo>
                      <a:pt x="426" y="48"/>
                    </a:lnTo>
                    <a:lnTo>
                      <a:pt x="420" y="42"/>
                    </a:lnTo>
                    <a:lnTo>
                      <a:pt x="396" y="42"/>
                    </a:lnTo>
                    <a:lnTo>
                      <a:pt x="384" y="54"/>
                    </a:lnTo>
                    <a:lnTo>
                      <a:pt x="342" y="54"/>
                    </a:lnTo>
                    <a:lnTo>
                      <a:pt x="342" y="72"/>
                    </a:lnTo>
                    <a:lnTo>
                      <a:pt x="300" y="72"/>
                    </a:lnTo>
                    <a:lnTo>
                      <a:pt x="300" y="60"/>
                    </a:lnTo>
                    <a:lnTo>
                      <a:pt x="312" y="48"/>
                    </a:lnTo>
                    <a:lnTo>
                      <a:pt x="312" y="42"/>
                    </a:lnTo>
                    <a:lnTo>
                      <a:pt x="318" y="30"/>
                    </a:lnTo>
                    <a:lnTo>
                      <a:pt x="294" y="42"/>
                    </a:lnTo>
                    <a:lnTo>
                      <a:pt x="252" y="36"/>
                    </a:lnTo>
                    <a:lnTo>
                      <a:pt x="246" y="30"/>
                    </a:lnTo>
                    <a:lnTo>
                      <a:pt x="246" y="18"/>
                    </a:lnTo>
                    <a:lnTo>
                      <a:pt x="240" y="6"/>
                    </a:lnTo>
                    <a:lnTo>
                      <a:pt x="234" y="6"/>
                    </a:lnTo>
                    <a:lnTo>
                      <a:pt x="234" y="12"/>
                    </a:lnTo>
                    <a:lnTo>
                      <a:pt x="228" y="6"/>
                    </a:lnTo>
                    <a:lnTo>
                      <a:pt x="204" y="6"/>
                    </a:lnTo>
                    <a:lnTo>
                      <a:pt x="198" y="0"/>
                    </a:lnTo>
                    <a:lnTo>
                      <a:pt x="168" y="0"/>
                    </a:lnTo>
                    <a:lnTo>
                      <a:pt x="192" y="36"/>
                    </a:lnTo>
                    <a:lnTo>
                      <a:pt x="180" y="48"/>
                    </a:lnTo>
                    <a:lnTo>
                      <a:pt x="198" y="72"/>
                    </a:lnTo>
                    <a:lnTo>
                      <a:pt x="216" y="90"/>
                    </a:lnTo>
                    <a:lnTo>
                      <a:pt x="186" y="78"/>
                    </a:lnTo>
                    <a:lnTo>
                      <a:pt x="162" y="84"/>
                    </a:lnTo>
                    <a:lnTo>
                      <a:pt x="162" y="108"/>
                    </a:lnTo>
                    <a:lnTo>
                      <a:pt x="132" y="108"/>
                    </a:lnTo>
                    <a:lnTo>
                      <a:pt x="126" y="96"/>
                    </a:lnTo>
                    <a:lnTo>
                      <a:pt x="84" y="96"/>
                    </a:lnTo>
                    <a:lnTo>
                      <a:pt x="84" y="126"/>
                    </a:lnTo>
                    <a:lnTo>
                      <a:pt x="90" y="126"/>
                    </a:lnTo>
                    <a:lnTo>
                      <a:pt x="84" y="132"/>
                    </a:lnTo>
                    <a:lnTo>
                      <a:pt x="90" y="144"/>
                    </a:lnTo>
                    <a:lnTo>
                      <a:pt x="78" y="150"/>
                    </a:lnTo>
                    <a:lnTo>
                      <a:pt x="72" y="150"/>
                    </a:lnTo>
                    <a:lnTo>
                      <a:pt x="72" y="168"/>
                    </a:lnTo>
                    <a:lnTo>
                      <a:pt x="78" y="174"/>
                    </a:lnTo>
                    <a:lnTo>
                      <a:pt x="66" y="174"/>
                    </a:lnTo>
                    <a:lnTo>
                      <a:pt x="54" y="180"/>
                    </a:lnTo>
                    <a:lnTo>
                      <a:pt x="48" y="180"/>
                    </a:lnTo>
                    <a:lnTo>
                      <a:pt x="48" y="186"/>
                    </a:lnTo>
                    <a:lnTo>
                      <a:pt x="54" y="192"/>
                    </a:lnTo>
                    <a:lnTo>
                      <a:pt x="60" y="192"/>
                    </a:lnTo>
                    <a:lnTo>
                      <a:pt x="72" y="204"/>
                    </a:lnTo>
                    <a:lnTo>
                      <a:pt x="72" y="210"/>
                    </a:lnTo>
                    <a:lnTo>
                      <a:pt x="66" y="210"/>
                    </a:lnTo>
                    <a:lnTo>
                      <a:pt x="60" y="216"/>
                    </a:lnTo>
                    <a:lnTo>
                      <a:pt x="54" y="228"/>
                    </a:lnTo>
                    <a:lnTo>
                      <a:pt x="48" y="228"/>
                    </a:lnTo>
                    <a:lnTo>
                      <a:pt x="42" y="234"/>
                    </a:lnTo>
                    <a:lnTo>
                      <a:pt x="42" y="240"/>
                    </a:lnTo>
                    <a:lnTo>
                      <a:pt x="18" y="240"/>
                    </a:lnTo>
                    <a:lnTo>
                      <a:pt x="12" y="234"/>
                    </a:lnTo>
                    <a:lnTo>
                      <a:pt x="6" y="234"/>
                    </a:lnTo>
                    <a:lnTo>
                      <a:pt x="12" y="258"/>
                    </a:lnTo>
                    <a:lnTo>
                      <a:pt x="12" y="264"/>
                    </a:lnTo>
                    <a:lnTo>
                      <a:pt x="18" y="270"/>
                    </a:lnTo>
                    <a:lnTo>
                      <a:pt x="18" y="276"/>
                    </a:lnTo>
                    <a:lnTo>
                      <a:pt x="6" y="282"/>
                    </a:lnTo>
                    <a:lnTo>
                      <a:pt x="0" y="288"/>
                    </a:lnTo>
                    <a:lnTo>
                      <a:pt x="6" y="294"/>
                    </a:lnTo>
                    <a:lnTo>
                      <a:pt x="6" y="306"/>
                    </a:lnTo>
                    <a:lnTo>
                      <a:pt x="0" y="312"/>
                    </a:lnTo>
                    <a:lnTo>
                      <a:pt x="0" y="324"/>
                    </a:lnTo>
                    <a:lnTo>
                      <a:pt x="12" y="324"/>
                    </a:lnTo>
                    <a:lnTo>
                      <a:pt x="24" y="336"/>
                    </a:lnTo>
                    <a:lnTo>
                      <a:pt x="24" y="354"/>
                    </a:lnTo>
                    <a:lnTo>
                      <a:pt x="30" y="360"/>
                    </a:lnTo>
                    <a:lnTo>
                      <a:pt x="18" y="360"/>
                    </a:lnTo>
                    <a:lnTo>
                      <a:pt x="12" y="366"/>
                    </a:lnTo>
                    <a:lnTo>
                      <a:pt x="12" y="384"/>
                    </a:lnTo>
                    <a:lnTo>
                      <a:pt x="18" y="390"/>
                    </a:lnTo>
                    <a:lnTo>
                      <a:pt x="24" y="390"/>
                    </a:lnTo>
                    <a:lnTo>
                      <a:pt x="36" y="396"/>
                    </a:lnTo>
                    <a:lnTo>
                      <a:pt x="36" y="408"/>
                    </a:lnTo>
                    <a:lnTo>
                      <a:pt x="30" y="41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4" name="Georgia" descr="© INSCALE GmbH, 05.05.2010&#10;http://www.presentationload.com/">
                <a:extLst>
                  <a:ext uri="{FF2B5EF4-FFF2-40B4-BE49-F238E27FC236}">
                    <a16:creationId xmlns:a16="http://schemas.microsoft.com/office/drawing/2014/main" id="{0BC72F9A-FBEF-3837-807A-E51DB9D2FC30}"/>
                  </a:ext>
                </a:extLst>
              </p:cNvPr>
              <p:cNvSpPr>
                <a:spLocks/>
              </p:cNvSpPr>
              <p:nvPr/>
            </p:nvSpPr>
            <p:spPr bwMode="gray">
              <a:xfrm>
                <a:off x="5237475" y="1887303"/>
                <a:ext cx="174919" cy="80048"/>
              </a:xfrm>
              <a:custGeom>
                <a:avLst/>
                <a:gdLst>
                  <a:gd name="T0" fmla="*/ 2147483647 w 462"/>
                  <a:gd name="T1" fmla="*/ 2147483647 h 210"/>
                  <a:gd name="T2" fmla="*/ 2147483647 w 462"/>
                  <a:gd name="T3" fmla="*/ 2147483647 h 210"/>
                  <a:gd name="T4" fmla="*/ 2147483647 w 462"/>
                  <a:gd name="T5" fmla="*/ 2147483647 h 210"/>
                  <a:gd name="T6" fmla="*/ 2147483647 w 462"/>
                  <a:gd name="T7" fmla="*/ 2147483647 h 210"/>
                  <a:gd name="T8" fmla="*/ 2147483647 w 462"/>
                  <a:gd name="T9" fmla="*/ 2147483647 h 210"/>
                  <a:gd name="T10" fmla="*/ 2147483647 w 462"/>
                  <a:gd name="T11" fmla="*/ 2147483647 h 210"/>
                  <a:gd name="T12" fmla="*/ 2147483647 w 462"/>
                  <a:gd name="T13" fmla="*/ 2147483647 h 210"/>
                  <a:gd name="T14" fmla="*/ 2147483647 w 462"/>
                  <a:gd name="T15" fmla="*/ 2147483647 h 210"/>
                  <a:gd name="T16" fmla="*/ 2147483647 w 462"/>
                  <a:gd name="T17" fmla="*/ 2147483647 h 210"/>
                  <a:gd name="T18" fmla="*/ 2147483647 w 462"/>
                  <a:gd name="T19" fmla="*/ 2147483647 h 210"/>
                  <a:gd name="T20" fmla="*/ 2147483647 w 462"/>
                  <a:gd name="T21" fmla="*/ 2147483647 h 210"/>
                  <a:gd name="T22" fmla="*/ 2147483647 w 462"/>
                  <a:gd name="T23" fmla="*/ 2147483647 h 210"/>
                  <a:gd name="T24" fmla="*/ 2147483647 w 462"/>
                  <a:gd name="T25" fmla="*/ 2147483647 h 210"/>
                  <a:gd name="T26" fmla="*/ 2147483647 w 462"/>
                  <a:gd name="T27" fmla="*/ 2147483647 h 210"/>
                  <a:gd name="T28" fmla="*/ 2147483647 w 462"/>
                  <a:gd name="T29" fmla="*/ 2147483647 h 210"/>
                  <a:gd name="T30" fmla="*/ 2147483647 w 462"/>
                  <a:gd name="T31" fmla="*/ 2147483647 h 210"/>
                  <a:gd name="T32" fmla="*/ 2147483647 w 462"/>
                  <a:gd name="T33" fmla="*/ 2147483647 h 210"/>
                  <a:gd name="T34" fmla="*/ 2147483647 w 462"/>
                  <a:gd name="T35" fmla="*/ 2147483647 h 210"/>
                  <a:gd name="T36" fmla="*/ 2147483647 w 462"/>
                  <a:gd name="T37" fmla="*/ 2147483647 h 210"/>
                  <a:gd name="T38" fmla="*/ 2147483647 w 462"/>
                  <a:gd name="T39" fmla="*/ 2147483647 h 210"/>
                  <a:gd name="T40" fmla="*/ 2147483647 w 462"/>
                  <a:gd name="T41" fmla="*/ 2147483647 h 210"/>
                  <a:gd name="T42" fmla="*/ 2147483647 w 462"/>
                  <a:gd name="T43" fmla="*/ 2147483647 h 210"/>
                  <a:gd name="T44" fmla="*/ 2147483647 w 462"/>
                  <a:gd name="T45" fmla="*/ 2147483647 h 210"/>
                  <a:gd name="T46" fmla="*/ 2147483647 w 462"/>
                  <a:gd name="T47" fmla="*/ 2147483647 h 210"/>
                  <a:gd name="T48" fmla="*/ 2147483647 w 462"/>
                  <a:gd name="T49" fmla="*/ 2147483647 h 210"/>
                  <a:gd name="T50" fmla="*/ 2147483647 w 462"/>
                  <a:gd name="T51" fmla="*/ 2147483647 h 210"/>
                  <a:gd name="T52" fmla="*/ 2147483647 w 462"/>
                  <a:gd name="T53" fmla="*/ 2147483647 h 210"/>
                  <a:gd name="T54" fmla="*/ 2147483647 w 462"/>
                  <a:gd name="T55" fmla="*/ 2147483647 h 210"/>
                  <a:gd name="T56" fmla="*/ 2147483647 w 462"/>
                  <a:gd name="T57" fmla="*/ 2147483647 h 210"/>
                  <a:gd name="T58" fmla="*/ 2147483647 w 462"/>
                  <a:gd name="T59" fmla="*/ 2147483647 h 210"/>
                  <a:gd name="T60" fmla="*/ 2147483647 w 462"/>
                  <a:gd name="T61" fmla="*/ 2147483647 h 210"/>
                  <a:gd name="T62" fmla="*/ 2147483647 w 462"/>
                  <a:gd name="T63" fmla="*/ 2147483647 h 210"/>
                  <a:gd name="T64" fmla="*/ 2147483647 w 462"/>
                  <a:gd name="T65" fmla="*/ 2147483647 h 210"/>
                  <a:gd name="T66" fmla="*/ 2147483647 w 462"/>
                  <a:gd name="T67" fmla="*/ 2147483647 h 210"/>
                  <a:gd name="T68" fmla="*/ 2147483647 w 462"/>
                  <a:gd name="T69" fmla="*/ 2147483647 h 210"/>
                  <a:gd name="T70" fmla="*/ 2147483647 w 462"/>
                  <a:gd name="T71" fmla="*/ 2147483647 h 210"/>
                  <a:gd name="T72" fmla="*/ 2147483647 w 462"/>
                  <a:gd name="T73" fmla="*/ 2147483647 h 210"/>
                  <a:gd name="T74" fmla="*/ 2147483647 w 462"/>
                  <a:gd name="T75" fmla="*/ 2147483647 h 210"/>
                  <a:gd name="T76" fmla="*/ 2147483647 w 462"/>
                  <a:gd name="T77" fmla="*/ 2147483647 h 210"/>
                  <a:gd name="T78" fmla="*/ 2147483647 w 462"/>
                  <a:gd name="T79" fmla="*/ 2147483647 h 210"/>
                  <a:gd name="T80" fmla="*/ 2147483647 w 462"/>
                  <a:gd name="T81" fmla="*/ 0 h 210"/>
                  <a:gd name="T82" fmla="*/ 0 w 462"/>
                  <a:gd name="T83" fmla="*/ 2147483647 h 21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62"/>
                  <a:gd name="T127" fmla="*/ 0 h 210"/>
                  <a:gd name="T128" fmla="*/ 462 w 462"/>
                  <a:gd name="T129" fmla="*/ 210 h 21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62" h="210">
                    <a:moveTo>
                      <a:pt x="6" y="18"/>
                    </a:moveTo>
                    <a:lnTo>
                      <a:pt x="12" y="18"/>
                    </a:lnTo>
                    <a:lnTo>
                      <a:pt x="18" y="24"/>
                    </a:lnTo>
                    <a:lnTo>
                      <a:pt x="30" y="30"/>
                    </a:lnTo>
                    <a:lnTo>
                      <a:pt x="42" y="42"/>
                    </a:lnTo>
                    <a:lnTo>
                      <a:pt x="60" y="48"/>
                    </a:lnTo>
                    <a:lnTo>
                      <a:pt x="72" y="54"/>
                    </a:lnTo>
                    <a:lnTo>
                      <a:pt x="78" y="54"/>
                    </a:lnTo>
                    <a:lnTo>
                      <a:pt x="84" y="60"/>
                    </a:lnTo>
                    <a:lnTo>
                      <a:pt x="96" y="66"/>
                    </a:lnTo>
                    <a:lnTo>
                      <a:pt x="102" y="78"/>
                    </a:lnTo>
                    <a:lnTo>
                      <a:pt x="114" y="84"/>
                    </a:lnTo>
                    <a:lnTo>
                      <a:pt x="114" y="96"/>
                    </a:lnTo>
                    <a:lnTo>
                      <a:pt x="120" y="114"/>
                    </a:lnTo>
                    <a:lnTo>
                      <a:pt x="120" y="132"/>
                    </a:lnTo>
                    <a:lnTo>
                      <a:pt x="126" y="138"/>
                    </a:lnTo>
                    <a:lnTo>
                      <a:pt x="132" y="150"/>
                    </a:lnTo>
                    <a:lnTo>
                      <a:pt x="138" y="156"/>
                    </a:lnTo>
                    <a:lnTo>
                      <a:pt x="138" y="162"/>
                    </a:lnTo>
                    <a:lnTo>
                      <a:pt x="132" y="168"/>
                    </a:lnTo>
                    <a:lnTo>
                      <a:pt x="168" y="174"/>
                    </a:lnTo>
                    <a:lnTo>
                      <a:pt x="174" y="168"/>
                    </a:lnTo>
                    <a:lnTo>
                      <a:pt x="186" y="162"/>
                    </a:lnTo>
                    <a:lnTo>
                      <a:pt x="198" y="162"/>
                    </a:lnTo>
                    <a:lnTo>
                      <a:pt x="210" y="168"/>
                    </a:lnTo>
                    <a:lnTo>
                      <a:pt x="216" y="174"/>
                    </a:lnTo>
                    <a:lnTo>
                      <a:pt x="222" y="186"/>
                    </a:lnTo>
                    <a:lnTo>
                      <a:pt x="222" y="192"/>
                    </a:lnTo>
                    <a:lnTo>
                      <a:pt x="246" y="192"/>
                    </a:lnTo>
                    <a:lnTo>
                      <a:pt x="246" y="198"/>
                    </a:lnTo>
                    <a:lnTo>
                      <a:pt x="252" y="204"/>
                    </a:lnTo>
                    <a:lnTo>
                      <a:pt x="276" y="198"/>
                    </a:lnTo>
                    <a:lnTo>
                      <a:pt x="282" y="192"/>
                    </a:lnTo>
                    <a:lnTo>
                      <a:pt x="336" y="198"/>
                    </a:lnTo>
                    <a:lnTo>
                      <a:pt x="336" y="180"/>
                    </a:lnTo>
                    <a:lnTo>
                      <a:pt x="342" y="180"/>
                    </a:lnTo>
                    <a:lnTo>
                      <a:pt x="348" y="186"/>
                    </a:lnTo>
                    <a:lnTo>
                      <a:pt x="354" y="186"/>
                    </a:lnTo>
                    <a:lnTo>
                      <a:pt x="354" y="180"/>
                    </a:lnTo>
                    <a:lnTo>
                      <a:pt x="366" y="168"/>
                    </a:lnTo>
                    <a:lnTo>
                      <a:pt x="390" y="168"/>
                    </a:lnTo>
                    <a:lnTo>
                      <a:pt x="396" y="174"/>
                    </a:lnTo>
                    <a:lnTo>
                      <a:pt x="396" y="180"/>
                    </a:lnTo>
                    <a:lnTo>
                      <a:pt x="414" y="198"/>
                    </a:lnTo>
                    <a:lnTo>
                      <a:pt x="426" y="192"/>
                    </a:lnTo>
                    <a:lnTo>
                      <a:pt x="438" y="192"/>
                    </a:lnTo>
                    <a:lnTo>
                      <a:pt x="456" y="210"/>
                    </a:lnTo>
                    <a:lnTo>
                      <a:pt x="462" y="204"/>
                    </a:lnTo>
                    <a:lnTo>
                      <a:pt x="456" y="192"/>
                    </a:lnTo>
                    <a:lnTo>
                      <a:pt x="450" y="186"/>
                    </a:lnTo>
                    <a:lnTo>
                      <a:pt x="444" y="174"/>
                    </a:lnTo>
                    <a:lnTo>
                      <a:pt x="438" y="168"/>
                    </a:lnTo>
                    <a:lnTo>
                      <a:pt x="432" y="168"/>
                    </a:lnTo>
                    <a:lnTo>
                      <a:pt x="414" y="150"/>
                    </a:lnTo>
                    <a:lnTo>
                      <a:pt x="420" y="144"/>
                    </a:lnTo>
                    <a:lnTo>
                      <a:pt x="432" y="144"/>
                    </a:lnTo>
                    <a:lnTo>
                      <a:pt x="420" y="132"/>
                    </a:lnTo>
                    <a:lnTo>
                      <a:pt x="408" y="126"/>
                    </a:lnTo>
                    <a:lnTo>
                      <a:pt x="396" y="114"/>
                    </a:lnTo>
                    <a:lnTo>
                      <a:pt x="378" y="114"/>
                    </a:lnTo>
                    <a:lnTo>
                      <a:pt x="378" y="108"/>
                    </a:lnTo>
                    <a:lnTo>
                      <a:pt x="384" y="102"/>
                    </a:lnTo>
                    <a:lnTo>
                      <a:pt x="384" y="90"/>
                    </a:lnTo>
                    <a:lnTo>
                      <a:pt x="354" y="84"/>
                    </a:lnTo>
                    <a:lnTo>
                      <a:pt x="342" y="72"/>
                    </a:lnTo>
                    <a:lnTo>
                      <a:pt x="330" y="66"/>
                    </a:lnTo>
                    <a:lnTo>
                      <a:pt x="300" y="66"/>
                    </a:lnTo>
                    <a:lnTo>
                      <a:pt x="300" y="72"/>
                    </a:lnTo>
                    <a:lnTo>
                      <a:pt x="288" y="72"/>
                    </a:lnTo>
                    <a:lnTo>
                      <a:pt x="282" y="78"/>
                    </a:lnTo>
                    <a:lnTo>
                      <a:pt x="258" y="78"/>
                    </a:lnTo>
                    <a:lnTo>
                      <a:pt x="246" y="72"/>
                    </a:lnTo>
                    <a:lnTo>
                      <a:pt x="240" y="72"/>
                    </a:lnTo>
                    <a:lnTo>
                      <a:pt x="240" y="66"/>
                    </a:lnTo>
                    <a:lnTo>
                      <a:pt x="192" y="36"/>
                    </a:lnTo>
                    <a:lnTo>
                      <a:pt x="186" y="36"/>
                    </a:lnTo>
                    <a:lnTo>
                      <a:pt x="180" y="30"/>
                    </a:lnTo>
                    <a:lnTo>
                      <a:pt x="144" y="30"/>
                    </a:lnTo>
                    <a:lnTo>
                      <a:pt x="84" y="18"/>
                    </a:lnTo>
                    <a:lnTo>
                      <a:pt x="66" y="12"/>
                    </a:lnTo>
                    <a:lnTo>
                      <a:pt x="54" y="6"/>
                    </a:lnTo>
                    <a:lnTo>
                      <a:pt x="36" y="0"/>
                    </a:lnTo>
                    <a:lnTo>
                      <a:pt x="24" y="0"/>
                    </a:lnTo>
                    <a:lnTo>
                      <a:pt x="0" y="18"/>
                    </a:lnTo>
                    <a:lnTo>
                      <a:pt x="6"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5" name="The Gambia" descr="© INSCALE GmbH, 05.05.2010&#10;http://www.presentationload.com/">
                <a:extLst>
                  <a:ext uri="{FF2B5EF4-FFF2-40B4-BE49-F238E27FC236}">
                    <a16:creationId xmlns:a16="http://schemas.microsoft.com/office/drawing/2014/main" id="{5AEB003E-B901-CDD0-BA6F-2181E9D589C5}"/>
                  </a:ext>
                </a:extLst>
              </p:cNvPr>
              <p:cNvSpPr>
                <a:spLocks/>
              </p:cNvSpPr>
              <p:nvPr/>
            </p:nvSpPr>
            <p:spPr bwMode="gray">
              <a:xfrm>
                <a:off x="3786233" y="2797483"/>
                <a:ext cx="81531" cy="19271"/>
              </a:xfrm>
              <a:custGeom>
                <a:avLst/>
                <a:gdLst>
                  <a:gd name="T0" fmla="*/ 2147483647 w 216"/>
                  <a:gd name="T1" fmla="*/ 2147483647 h 54"/>
                  <a:gd name="T2" fmla="*/ 2147483647 w 216"/>
                  <a:gd name="T3" fmla="*/ 2147483647 h 54"/>
                  <a:gd name="T4" fmla="*/ 2147483647 w 216"/>
                  <a:gd name="T5" fmla="*/ 2147483647 h 54"/>
                  <a:gd name="T6" fmla="*/ 2147483647 w 216"/>
                  <a:gd name="T7" fmla="*/ 2147483647 h 54"/>
                  <a:gd name="T8" fmla="*/ 0 w 216"/>
                  <a:gd name="T9" fmla="*/ 2147483647 h 54"/>
                  <a:gd name="T10" fmla="*/ 0 w 216"/>
                  <a:gd name="T11" fmla="*/ 2147483647 h 54"/>
                  <a:gd name="T12" fmla="*/ 2147483647 w 216"/>
                  <a:gd name="T13" fmla="*/ 2147483647 h 54"/>
                  <a:gd name="T14" fmla="*/ 2147483647 w 216"/>
                  <a:gd name="T15" fmla="*/ 2147483647 h 54"/>
                  <a:gd name="T16" fmla="*/ 2147483647 w 216"/>
                  <a:gd name="T17" fmla="*/ 2147483647 h 54"/>
                  <a:gd name="T18" fmla="*/ 2147483647 w 216"/>
                  <a:gd name="T19" fmla="*/ 2147483647 h 54"/>
                  <a:gd name="T20" fmla="*/ 2147483647 w 216"/>
                  <a:gd name="T21" fmla="*/ 2147483647 h 54"/>
                  <a:gd name="T22" fmla="*/ 2147483647 w 216"/>
                  <a:gd name="T23" fmla="*/ 2147483647 h 54"/>
                  <a:gd name="T24" fmla="*/ 2147483647 w 216"/>
                  <a:gd name="T25" fmla="*/ 2147483647 h 54"/>
                  <a:gd name="T26" fmla="*/ 2147483647 w 216"/>
                  <a:gd name="T27" fmla="*/ 2147483647 h 54"/>
                  <a:gd name="T28" fmla="*/ 2147483647 w 216"/>
                  <a:gd name="T29" fmla="*/ 2147483647 h 54"/>
                  <a:gd name="T30" fmla="*/ 2147483647 w 216"/>
                  <a:gd name="T31" fmla="*/ 2147483647 h 54"/>
                  <a:gd name="T32" fmla="*/ 2147483647 w 216"/>
                  <a:gd name="T33" fmla="*/ 2147483647 h 54"/>
                  <a:gd name="T34" fmla="*/ 2147483647 w 216"/>
                  <a:gd name="T35" fmla="*/ 2147483647 h 54"/>
                  <a:gd name="T36" fmla="*/ 2147483647 w 216"/>
                  <a:gd name="T37" fmla="*/ 2147483647 h 54"/>
                  <a:gd name="T38" fmla="*/ 2147483647 w 216"/>
                  <a:gd name="T39" fmla="*/ 2147483647 h 54"/>
                  <a:gd name="T40" fmla="*/ 2147483647 w 216"/>
                  <a:gd name="T41" fmla="*/ 2147483647 h 54"/>
                  <a:gd name="T42" fmla="*/ 2147483647 w 216"/>
                  <a:gd name="T43" fmla="*/ 2147483647 h 54"/>
                  <a:gd name="T44" fmla="*/ 2147483647 w 216"/>
                  <a:gd name="T45" fmla="*/ 2147483647 h 54"/>
                  <a:gd name="T46" fmla="*/ 2147483647 w 216"/>
                  <a:gd name="T47" fmla="*/ 2147483647 h 54"/>
                  <a:gd name="T48" fmla="*/ 2147483647 w 216"/>
                  <a:gd name="T49" fmla="*/ 2147483647 h 54"/>
                  <a:gd name="T50" fmla="*/ 2147483647 w 216"/>
                  <a:gd name="T51" fmla="*/ 2147483647 h 54"/>
                  <a:gd name="T52" fmla="*/ 2147483647 w 216"/>
                  <a:gd name="T53" fmla="*/ 2147483647 h 54"/>
                  <a:gd name="T54" fmla="*/ 2147483647 w 216"/>
                  <a:gd name="T55" fmla="*/ 2147483647 h 54"/>
                  <a:gd name="T56" fmla="*/ 2147483647 w 216"/>
                  <a:gd name="T57" fmla="*/ 2147483647 h 54"/>
                  <a:gd name="T58" fmla="*/ 2147483647 w 216"/>
                  <a:gd name="T59" fmla="*/ 0 h 54"/>
                  <a:gd name="T60" fmla="*/ 2147483647 w 216"/>
                  <a:gd name="T61" fmla="*/ 0 h 54"/>
                  <a:gd name="T62" fmla="*/ 2147483647 w 216"/>
                  <a:gd name="T63" fmla="*/ 2147483647 h 54"/>
                  <a:gd name="T64" fmla="*/ 2147483647 w 216"/>
                  <a:gd name="T65" fmla="*/ 2147483647 h 54"/>
                  <a:gd name="T66" fmla="*/ 2147483647 w 216"/>
                  <a:gd name="T67" fmla="*/ 2147483647 h 5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54"/>
                  <a:gd name="T104" fmla="*/ 216 w 216"/>
                  <a:gd name="T105" fmla="*/ 54 h 5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54">
                    <a:moveTo>
                      <a:pt x="18" y="18"/>
                    </a:moveTo>
                    <a:lnTo>
                      <a:pt x="12" y="24"/>
                    </a:lnTo>
                    <a:lnTo>
                      <a:pt x="6" y="36"/>
                    </a:lnTo>
                    <a:lnTo>
                      <a:pt x="6" y="42"/>
                    </a:lnTo>
                    <a:lnTo>
                      <a:pt x="0" y="48"/>
                    </a:lnTo>
                    <a:lnTo>
                      <a:pt x="0" y="54"/>
                    </a:lnTo>
                    <a:lnTo>
                      <a:pt x="72" y="54"/>
                    </a:lnTo>
                    <a:lnTo>
                      <a:pt x="72" y="42"/>
                    </a:lnTo>
                    <a:lnTo>
                      <a:pt x="84" y="42"/>
                    </a:lnTo>
                    <a:lnTo>
                      <a:pt x="90" y="36"/>
                    </a:lnTo>
                    <a:lnTo>
                      <a:pt x="114" y="36"/>
                    </a:lnTo>
                    <a:lnTo>
                      <a:pt x="120" y="24"/>
                    </a:lnTo>
                    <a:lnTo>
                      <a:pt x="126" y="18"/>
                    </a:lnTo>
                    <a:lnTo>
                      <a:pt x="132" y="24"/>
                    </a:lnTo>
                    <a:lnTo>
                      <a:pt x="144" y="30"/>
                    </a:lnTo>
                    <a:lnTo>
                      <a:pt x="150" y="42"/>
                    </a:lnTo>
                    <a:lnTo>
                      <a:pt x="168" y="48"/>
                    </a:lnTo>
                    <a:lnTo>
                      <a:pt x="192" y="48"/>
                    </a:lnTo>
                    <a:lnTo>
                      <a:pt x="198" y="42"/>
                    </a:lnTo>
                    <a:lnTo>
                      <a:pt x="210" y="36"/>
                    </a:lnTo>
                    <a:lnTo>
                      <a:pt x="216" y="30"/>
                    </a:lnTo>
                    <a:lnTo>
                      <a:pt x="216" y="24"/>
                    </a:lnTo>
                    <a:lnTo>
                      <a:pt x="210" y="18"/>
                    </a:lnTo>
                    <a:lnTo>
                      <a:pt x="186" y="18"/>
                    </a:lnTo>
                    <a:lnTo>
                      <a:pt x="180" y="24"/>
                    </a:lnTo>
                    <a:lnTo>
                      <a:pt x="168" y="24"/>
                    </a:lnTo>
                    <a:lnTo>
                      <a:pt x="162" y="12"/>
                    </a:lnTo>
                    <a:lnTo>
                      <a:pt x="156" y="6"/>
                    </a:lnTo>
                    <a:lnTo>
                      <a:pt x="144" y="12"/>
                    </a:lnTo>
                    <a:lnTo>
                      <a:pt x="144" y="0"/>
                    </a:lnTo>
                    <a:lnTo>
                      <a:pt x="90" y="0"/>
                    </a:lnTo>
                    <a:lnTo>
                      <a:pt x="90" y="12"/>
                    </a:lnTo>
                    <a:lnTo>
                      <a:pt x="18" y="12"/>
                    </a:lnTo>
                    <a:lnTo>
                      <a:pt x="18"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6" name="Gabon" descr="© INSCALE GmbH, 05.05.2010&#10;http://www.presentationload.com/">
                <a:extLst>
                  <a:ext uri="{FF2B5EF4-FFF2-40B4-BE49-F238E27FC236}">
                    <a16:creationId xmlns:a16="http://schemas.microsoft.com/office/drawing/2014/main" id="{0214CDE5-BFB5-43AA-F680-9A1CA9709B01}"/>
                  </a:ext>
                </a:extLst>
              </p:cNvPr>
              <p:cNvSpPr>
                <a:spLocks/>
              </p:cNvSpPr>
              <p:nvPr/>
            </p:nvSpPr>
            <p:spPr bwMode="gray">
              <a:xfrm>
                <a:off x="4468124" y="3144360"/>
                <a:ext cx="158615" cy="194192"/>
              </a:xfrm>
              <a:custGeom>
                <a:avLst/>
                <a:gdLst>
                  <a:gd name="T0" fmla="*/ 2147483647 w 420"/>
                  <a:gd name="T1" fmla="*/ 2147483647 h 510"/>
                  <a:gd name="T2" fmla="*/ 2147483647 w 420"/>
                  <a:gd name="T3" fmla="*/ 2147483647 h 510"/>
                  <a:gd name="T4" fmla="*/ 2147483647 w 420"/>
                  <a:gd name="T5" fmla="*/ 2147483647 h 510"/>
                  <a:gd name="T6" fmla="*/ 2147483647 w 420"/>
                  <a:gd name="T7" fmla="*/ 2147483647 h 510"/>
                  <a:gd name="T8" fmla="*/ 2147483647 w 420"/>
                  <a:gd name="T9" fmla="*/ 2147483647 h 510"/>
                  <a:gd name="T10" fmla="*/ 2147483647 w 420"/>
                  <a:gd name="T11" fmla="*/ 2147483647 h 510"/>
                  <a:gd name="T12" fmla="*/ 2147483647 w 420"/>
                  <a:gd name="T13" fmla="*/ 2147483647 h 510"/>
                  <a:gd name="T14" fmla="*/ 2147483647 w 420"/>
                  <a:gd name="T15" fmla="*/ 2147483647 h 510"/>
                  <a:gd name="T16" fmla="*/ 2147483647 w 420"/>
                  <a:gd name="T17" fmla="*/ 2147483647 h 510"/>
                  <a:gd name="T18" fmla="*/ 2147483647 w 420"/>
                  <a:gd name="T19" fmla="*/ 2147483647 h 510"/>
                  <a:gd name="T20" fmla="*/ 2147483647 w 420"/>
                  <a:gd name="T21" fmla="*/ 2147483647 h 510"/>
                  <a:gd name="T22" fmla="*/ 2147483647 w 420"/>
                  <a:gd name="T23" fmla="*/ 2147483647 h 510"/>
                  <a:gd name="T24" fmla="*/ 2147483647 w 420"/>
                  <a:gd name="T25" fmla="*/ 2147483647 h 510"/>
                  <a:gd name="T26" fmla="*/ 2147483647 w 420"/>
                  <a:gd name="T27" fmla="*/ 2147483647 h 510"/>
                  <a:gd name="T28" fmla="*/ 2147483647 w 420"/>
                  <a:gd name="T29" fmla="*/ 2147483647 h 510"/>
                  <a:gd name="T30" fmla="*/ 2147483647 w 420"/>
                  <a:gd name="T31" fmla="*/ 2147483647 h 510"/>
                  <a:gd name="T32" fmla="*/ 2147483647 w 420"/>
                  <a:gd name="T33" fmla="*/ 2147483647 h 510"/>
                  <a:gd name="T34" fmla="*/ 2147483647 w 420"/>
                  <a:gd name="T35" fmla="*/ 2147483647 h 510"/>
                  <a:gd name="T36" fmla="*/ 2147483647 w 420"/>
                  <a:gd name="T37" fmla="*/ 2147483647 h 510"/>
                  <a:gd name="T38" fmla="*/ 2147483647 w 420"/>
                  <a:gd name="T39" fmla="*/ 2147483647 h 510"/>
                  <a:gd name="T40" fmla="*/ 2147483647 w 420"/>
                  <a:gd name="T41" fmla="*/ 2147483647 h 510"/>
                  <a:gd name="T42" fmla="*/ 2147483647 w 420"/>
                  <a:gd name="T43" fmla="*/ 2147483647 h 510"/>
                  <a:gd name="T44" fmla="*/ 2147483647 w 420"/>
                  <a:gd name="T45" fmla="*/ 2147483647 h 510"/>
                  <a:gd name="T46" fmla="*/ 2147483647 w 420"/>
                  <a:gd name="T47" fmla="*/ 2147483647 h 510"/>
                  <a:gd name="T48" fmla="*/ 2147483647 w 420"/>
                  <a:gd name="T49" fmla="*/ 2147483647 h 510"/>
                  <a:gd name="T50" fmla="*/ 2147483647 w 420"/>
                  <a:gd name="T51" fmla="*/ 2147483647 h 510"/>
                  <a:gd name="T52" fmla="*/ 2147483647 w 420"/>
                  <a:gd name="T53" fmla="*/ 2147483647 h 510"/>
                  <a:gd name="T54" fmla="*/ 2147483647 w 420"/>
                  <a:gd name="T55" fmla="*/ 2147483647 h 510"/>
                  <a:gd name="T56" fmla="*/ 2147483647 w 420"/>
                  <a:gd name="T57" fmla="*/ 2147483647 h 510"/>
                  <a:gd name="T58" fmla="*/ 2147483647 w 420"/>
                  <a:gd name="T59" fmla="*/ 2147483647 h 510"/>
                  <a:gd name="T60" fmla="*/ 2147483647 w 420"/>
                  <a:gd name="T61" fmla="*/ 2147483647 h 510"/>
                  <a:gd name="T62" fmla="*/ 2147483647 w 420"/>
                  <a:gd name="T63" fmla="*/ 2147483647 h 510"/>
                  <a:gd name="T64" fmla="*/ 2147483647 w 420"/>
                  <a:gd name="T65" fmla="*/ 2147483647 h 510"/>
                  <a:gd name="T66" fmla="*/ 2147483647 w 420"/>
                  <a:gd name="T67" fmla="*/ 2147483647 h 510"/>
                  <a:gd name="T68" fmla="*/ 2147483647 w 420"/>
                  <a:gd name="T69" fmla="*/ 2147483647 h 510"/>
                  <a:gd name="T70" fmla="*/ 2147483647 w 420"/>
                  <a:gd name="T71" fmla="*/ 2147483647 h 510"/>
                  <a:gd name="T72" fmla="*/ 2147483647 w 420"/>
                  <a:gd name="T73" fmla="*/ 2147483647 h 510"/>
                  <a:gd name="T74" fmla="*/ 2147483647 w 420"/>
                  <a:gd name="T75" fmla="*/ 2147483647 h 510"/>
                  <a:gd name="T76" fmla="*/ 2147483647 w 420"/>
                  <a:gd name="T77" fmla="*/ 2147483647 h 510"/>
                  <a:gd name="T78" fmla="*/ 2147483647 w 420"/>
                  <a:gd name="T79" fmla="*/ 2147483647 h 510"/>
                  <a:gd name="T80" fmla="*/ 2147483647 w 420"/>
                  <a:gd name="T81" fmla="*/ 2147483647 h 510"/>
                  <a:gd name="T82" fmla="*/ 2147483647 w 420"/>
                  <a:gd name="T83" fmla="*/ 2147483647 h 510"/>
                  <a:gd name="T84" fmla="*/ 2147483647 w 420"/>
                  <a:gd name="T85" fmla="*/ 2147483647 h 510"/>
                  <a:gd name="T86" fmla="*/ 2147483647 w 420"/>
                  <a:gd name="T87" fmla="*/ 2147483647 h 510"/>
                  <a:gd name="T88" fmla="*/ 2147483647 w 420"/>
                  <a:gd name="T89" fmla="*/ 2147483647 h 510"/>
                  <a:gd name="T90" fmla="*/ 2147483647 w 420"/>
                  <a:gd name="T91" fmla="*/ 2147483647 h 510"/>
                  <a:gd name="T92" fmla="*/ 2147483647 w 420"/>
                  <a:gd name="T93" fmla="*/ 2147483647 h 510"/>
                  <a:gd name="T94" fmla="*/ 2147483647 w 420"/>
                  <a:gd name="T95" fmla="*/ 2147483647 h 510"/>
                  <a:gd name="T96" fmla="*/ 2147483647 w 420"/>
                  <a:gd name="T97" fmla="*/ 2147483647 h 510"/>
                  <a:gd name="T98" fmla="*/ 2147483647 w 420"/>
                  <a:gd name="T99" fmla="*/ 2147483647 h 510"/>
                  <a:gd name="T100" fmla="*/ 2147483647 w 420"/>
                  <a:gd name="T101" fmla="*/ 2147483647 h 510"/>
                  <a:gd name="T102" fmla="*/ 2147483647 w 420"/>
                  <a:gd name="T103" fmla="*/ 2147483647 h 510"/>
                  <a:gd name="T104" fmla="*/ 2147483647 w 420"/>
                  <a:gd name="T105" fmla="*/ 2147483647 h 510"/>
                  <a:gd name="T106" fmla="*/ 2147483647 w 420"/>
                  <a:gd name="T107" fmla="*/ 2147483647 h 510"/>
                  <a:gd name="T108" fmla="*/ 2147483647 w 420"/>
                  <a:gd name="T109" fmla="*/ 2147483647 h 510"/>
                  <a:gd name="T110" fmla="*/ 2147483647 w 420"/>
                  <a:gd name="T111" fmla="*/ 2147483647 h 51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420"/>
                  <a:gd name="T169" fmla="*/ 0 h 510"/>
                  <a:gd name="T170" fmla="*/ 420 w 420"/>
                  <a:gd name="T171" fmla="*/ 510 h 51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420" h="510">
                    <a:moveTo>
                      <a:pt x="420" y="240"/>
                    </a:moveTo>
                    <a:lnTo>
                      <a:pt x="414" y="234"/>
                    </a:lnTo>
                    <a:lnTo>
                      <a:pt x="396" y="234"/>
                    </a:lnTo>
                    <a:lnTo>
                      <a:pt x="390" y="216"/>
                    </a:lnTo>
                    <a:lnTo>
                      <a:pt x="372" y="210"/>
                    </a:lnTo>
                    <a:lnTo>
                      <a:pt x="372" y="174"/>
                    </a:lnTo>
                    <a:lnTo>
                      <a:pt x="384" y="150"/>
                    </a:lnTo>
                    <a:lnTo>
                      <a:pt x="396" y="150"/>
                    </a:lnTo>
                    <a:lnTo>
                      <a:pt x="402" y="144"/>
                    </a:lnTo>
                    <a:lnTo>
                      <a:pt x="408" y="132"/>
                    </a:lnTo>
                    <a:lnTo>
                      <a:pt x="414" y="126"/>
                    </a:lnTo>
                    <a:lnTo>
                      <a:pt x="414" y="114"/>
                    </a:lnTo>
                    <a:lnTo>
                      <a:pt x="402" y="108"/>
                    </a:lnTo>
                    <a:lnTo>
                      <a:pt x="402" y="90"/>
                    </a:lnTo>
                    <a:lnTo>
                      <a:pt x="396" y="84"/>
                    </a:lnTo>
                    <a:lnTo>
                      <a:pt x="396" y="78"/>
                    </a:lnTo>
                    <a:lnTo>
                      <a:pt x="384" y="78"/>
                    </a:lnTo>
                    <a:lnTo>
                      <a:pt x="378" y="72"/>
                    </a:lnTo>
                    <a:lnTo>
                      <a:pt x="360" y="72"/>
                    </a:lnTo>
                    <a:lnTo>
                      <a:pt x="360" y="90"/>
                    </a:lnTo>
                    <a:lnTo>
                      <a:pt x="354" y="96"/>
                    </a:lnTo>
                    <a:lnTo>
                      <a:pt x="330" y="96"/>
                    </a:lnTo>
                    <a:lnTo>
                      <a:pt x="324" y="90"/>
                    </a:lnTo>
                    <a:lnTo>
                      <a:pt x="318" y="54"/>
                    </a:lnTo>
                    <a:lnTo>
                      <a:pt x="336" y="24"/>
                    </a:lnTo>
                    <a:lnTo>
                      <a:pt x="336" y="6"/>
                    </a:lnTo>
                    <a:lnTo>
                      <a:pt x="288" y="12"/>
                    </a:lnTo>
                    <a:lnTo>
                      <a:pt x="282" y="12"/>
                    </a:lnTo>
                    <a:lnTo>
                      <a:pt x="270" y="6"/>
                    </a:lnTo>
                    <a:lnTo>
                      <a:pt x="264" y="6"/>
                    </a:lnTo>
                    <a:lnTo>
                      <a:pt x="252" y="18"/>
                    </a:lnTo>
                    <a:lnTo>
                      <a:pt x="222" y="18"/>
                    </a:lnTo>
                    <a:lnTo>
                      <a:pt x="210" y="0"/>
                    </a:lnTo>
                    <a:lnTo>
                      <a:pt x="192" y="18"/>
                    </a:lnTo>
                    <a:lnTo>
                      <a:pt x="186" y="54"/>
                    </a:lnTo>
                    <a:lnTo>
                      <a:pt x="192" y="60"/>
                    </a:lnTo>
                    <a:lnTo>
                      <a:pt x="192" y="90"/>
                    </a:lnTo>
                    <a:lnTo>
                      <a:pt x="186" y="108"/>
                    </a:lnTo>
                    <a:lnTo>
                      <a:pt x="186" y="114"/>
                    </a:lnTo>
                    <a:lnTo>
                      <a:pt x="84" y="114"/>
                    </a:lnTo>
                    <a:lnTo>
                      <a:pt x="84" y="108"/>
                    </a:lnTo>
                    <a:lnTo>
                      <a:pt x="72" y="108"/>
                    </a:lnTo>
                    <a:lnTo>
                      <a:pt x="60" y="120"/>
                    </a:lnTo>
                    <a:lnTo>
                      <a:pt x="60" y="126"/>
                    </a:lnTo>
                    <a:lnTo>
                      <a:pt x="66" y="132"/>
                    </a:lnTo>
                    <a:lnTo>
                      <a:pt x="66" y="144"/>
                    </a:lnTo>
                    <a:lnTo>
                      <a:pt x="72" y="150"/>
                    </a:lnTo>
                    <a:lnTo>
                      <a:pt x="72" y="162"/>
                    </a:lnTo>
                    <a:lnTo>
                      <a:pt x="48" y="162"/>
                    </a:lnTo>
                    <a:lnTo>
                      <a:pt x="48" y="210"/>
                    </a:lnTo>
                    <a:lnTo>
                      <a:pt x="42" y="228"/>
                    </a:lnTo>
                    <a:lnTo>
                      <a:pt x="36" y="240"/>
                    </a:lnTo>
                    <a:lnTo>
                      <a:pt x="30" y="246"/>
                    </a:lnTo>
                    <a:lnTo>
                      <a:pt x="18" y="252"/>
                    </a:lnTo>
                    <a:lnTo>
                      <a:pt x="0" y="252"/>
                    </a:lnTo>
                    <a:lnTo>
                      <a:pt x="30" y="306"/>
                    </a:lnTo>
                    <a:lnTo>
                      <a:pt x="42" y="294"/>
                    </a:lnTo>
                    <a:lnTo>
                      <a:pt x="54" y="312"/>
                    </a:lnTo>
                    <a:lnTo>
                      <a:pt x="48" y="318"/>
                    </a:lnTo>
                    <a:lnTo>
                      <a:pt x="48" y="330"/>
                    </a:lnTo>
                    <a:lnTo>
                      <a:pt x="42" y="336"/>
                    </a:lnTo>
                    <a:lnTo>
                      <a:pt x="42" y="342"/>
                    </a:lnTo>
                    <a:lnTo>
                      <a:pt x="48" y="348"/>
                    </a:lnTo>
                    <a:lnTo>
                      <a:pt x="66" y="348"/>
                    </a:lnTo>
                    <a:lnTo>
                      <a:pt x="72" y="390"/>
                    </a:lnTo>
                    <a:lnTo>
                      <a:pt x="102" y="396"/>
                    </a:lnTo>
                    <a:lnTo>
                      <a:pt x="96" y="408"/>
                    </a:lnTo>
                    <a:lnTo>
                      <a:pt x="144" y="462"/>
                    </a:lnTo>
                    <a:lnTo>
                      <a:pt x="138" y="468"/>
                    </a:lnTo>
                    <a:lnTo>
                      <a:pt x="174" y="510"/>
                    </a:lnTo>
                    <a:lnTo>
                      <a:pt x="180" y="492"/>
                    </a:lnTo>
                    <a:lnTo>
                      <a:pt x="204" y="480"/>
                    </a:lnTo>
                    <a:lnTo>
                      <a:pt x="222" y="498"/>
                    </a:lnTo>
                    <a:lnTo>
                      <a:pt x="228" y="492"/>
                    </a:lnTo>
                    <a:lnTo>
                      <a:pt x="228" y="456"/>
                    </a:lnTo>
                    <a:lnTo>
                      <a:pt x="210" y="444"/>
                    </a:lnTo>
                    <a:lnTo>
                      <a:pt x="228" y="432"/>
                    </a:lnTo>
                    <a:lnTo>
                      <a:pt x="198" y="414"/>
                    </a:lnTo>
                    <a:lnTo>
                      <a:pt x="210" y="414"/>
                    </a:lnTo>
                    <a:lnTo>
                      <a:pt x="210" y="402"/>
                    </a:lnTo>
                    <a:lnTo>
                      <a:pt x="204" y="396"/>
                    </a:lnTo>
                    <a:lnTo>
                      <a:pt x="204" y="378"/>
                    </a:lnTo>
                    <a:lnTo>
                      <a:pt x="210" y="378"/>
                    </a:lnTo>
                    <a:lnTo>
                      <a:pt x="216" y="384"/>
                    </a:lnTo>
                    <a:lnTo>
                      <a:pt x="228" y="384"/>
                    </a:lnTo>
                    <a:lnTo>
                      <a:pt x="240" y="390"/>
                    </a:lnTo>
                    <a:lnTo>
                      <a:pt x="258" y="390"/>
                    </a:lnTo>
                    <a:lnTo>
                      <a:pt x="264" y="384"/>
                    </a:lnTo>
                    <a:lnTo>
                      <a:pt x="270" y="372"/>
                    </a:lnTo>
                    <a:lnTo>
                      <a:pt x="282" y="366"/>
                    </a:lnTo>
                    <a:lnTo>
                      <a:pt x="264" y="348"/>
                    </a:lnTo>
                    <a:lnTo>
                      <a:pt x="264" y="342"/>
                    </a:lnTo>
                    <a:lnTo>
                      <a:pt x="294" y="342"/>
                    </a:lnTo>
                    <a:lnTo>
                      <a:pt x="312" y="384"/>
                    </a:lnTo>
                    <a:lnTo>
                      <a:pt x="342" y="384"/>
                    </a:lnTo>
                    <a:lnTo>
                      <a:pt x="348" y="378"/>
                    </a:lnTo>
                    <a:lnTo>
                      <a:pt x="354" y="366"/>
                    </a:lnTo>
                    <a:lnTo>
                      <a:pt x="360" y="360"/>
                    </a:lnTo>
                    <a:lnTo>
                      <a:pt x="366" y="360"/>
                    </a:lnTo>
                    <a:lnTo>
                      <a:pt x="366" y="390"/>
                    </a:lnTo>
                    <a:lnTo>
                      <a:pt x="372" y="396"/>
                    </a:lnTo>
                    <a:lnTo>
                      <a:pt x="384" y="396"/>
                    </a:lnTo>
                    <a:lnTo>
                      <a:pt x="390" y="390"/>
                    </a:lnTo>
                    <a:lnTo>
                      <a:pt x="396" y="378"/>
                    </a:lnTo>
                    <a:lnTo>
                      <a:pt x="396" y="354"/>
                    </a:lnTo>
                    <a:lnTo>
                      <a:pt x="408" y="348"/>
                    </a:lnTo>
                    <a:lnTo>
                      <a:pt x="414" y="342"/>
                    </a:lnTo>
                    <a:lnTo>
                      <a:pt x="408" y="318"/>
                    </a:lnTo>
                    <a:lnTo>
                      <a:pt x="414" y="306"/>
                    </a:lnTo>
                    <a:lnTo>
                      <a:pt x="414" y="258"/>
                    </a:lnTo>
                    <a:lnTo>
                      <a:pt x="420" y="252"/>
                    </a:lnTo>
                    <a:lnTo>
                      <a:pt x="420" y="24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7" name="France" descr="© INSCALE GmbH, 05.05.2010&#10;http://www.presentationload.com/">
                <a:extLst>
                  <a:ext uri="{FF2B5EF4-FFF2-40B4-BE49-F238E27FC236}">
                    <a16:creationId xmlns:a16="http://schemas.microsoft.com/office/drawing/2014/main" id="{9BEA7C35-DB7E-DFB1-CB28-77054676AEED}"/>
                  </a:ext>
                </a:extLst>
              </p:cNvPr>
              <p:cNvSpPr>
                <a:spLocks noEditPoints="1"/>
              </p:cNvSpPr>
              <p:nvPr/>
            </p:nvSpPr>
            <p:spPr bwMode="gray">
              <a:xfrm>
                <a:off x="4149413" y="1660499"/>
                <a:ext cx="345394" cy="297959"/>
              </a:xfrm>
              <a:custGeom>
                <a:avLst/>
                <a:gdLst>
                  <a:gd name="T0" fmla="*/ 2147483647 w 230"/>
                  <a:gd name="T1" fmla="*/ 2147483647 h 198"/>
                  <a:gd name="T2" fmla="*/ 2147483647 w 230"/>
                  <a:gd name="T3" fmla="*/ 2147483647 h 198"/>
                  <a:gd name="T4" fmla="*/ 2147483647 w 230"/>
                  <a:gd name="T5" fmla="*/ 2147483647 h 198"/>
                  <a:gd name="T6" fmla="*/ 2147483647 w 230"/>
                  <a:gd name="T7" fmla="*/ 2147483647 h 198"/>
                  <a:gd name="T8" fmla="*/ 2147483647 w 230"/>
                  <a:gd name="T9" fmla="*/ 2147483647 h 198"/>
                  <a:gd name="T10" fmla="*/ 2147483647 w 230"/>
                  <a:gd name="T11" fmla="*/ 2147483647 h 198"/>
                  <a:gd name="T12" fmla="*/ 2147483647 w 230"/>
                  <a:gd name="T13" fmla="*/ 2147483647 h 198"/>
                  <a:gd name="T14" fmla="*/ 2147483647 w 230"/>
                  <a:gd name="T15" fmla="*/ 2147483647 h 198"/>
                  <a:gd name="T16" fmla="*/ 2147483647 w 230"/>
                  <a:gd name="T17" fmla="*/ 2147483647 h 198"/>
                  <a:gd name="T18" fmla="*/ 2147483647 w 230"/>
                  <a:gd name="T19" fmla="*/ 2147483647 h 198"/>
                  <a:gd name="T20" fmla="*/ 2147483647 w 230"/>
                  <a:gd name="T21" fmla="*/ 2147483647 h 198"/>
                  <a:gd name="T22" fmla="*/ 2147483647 w 230"/>
                  <a:gd name="T23" fmla="*/ 2147483647 h 198"/>
                  <a:gd name="T24" fmla="*/ 2147483647 w 230"/>
                  <a:gd name="T25" fmla="*/ 2147483647 h 198"/>
                  <a:gd name="T26" fmla="*/ 2147483647 w 230"/>
                  <a:gd name="T27" fmla="*/ 2147483647 h 198"/>
                  <a:gd name="T28" fmla="*/ 2147483647 w 230"/>
                  <a:gd name="T29" fmla="*/ 2147483647 h 198"/>
                  <a:gd name="T30" fmla="*/ 2147483647 w 230"/>
                  <a:gd name="T31" fmla="*/ 2147483647 h 198"/>
                  <a:gd name="T32" fmla="*/ 2147483647 w 230"/>
                  <a:gd name="T33" fmla="*/ 2147483647 h 198"/>
                  <a:gd name="T34" fmla="*/ 2147483647 w 230"/>
                  <a:gd name="T35" fmla="*/ 2147483647 h 198"/>
                  <a:gd name="T36" fmla="*/ 2147483647 w 230"/>
                  <a:gd name="T37" fmla="*/ 2147483647 h 198"/>
                  <a:gd name="T38" fmla="*/ 2147483647 w 230"/>
                  <a:gd name="T39" fmla="*/ 2147483647 h 198"/>
                  <a:gd name="T40" fmla="*/ 2147483647 w 230"/>
                  <a:gd name="T41" fmla="*/ 2147483647 h 198"/>
                  <a:gd name="T42" fmla="*/ 2147483647 w 230"/>
                  <a:gd name="T43" fmla="*/ 2147483647 h 198"/>
                  <a:gd name="T44" fmla="*/ 2147483647 w 230"/>
                  <a:gd name="T45" fmla="*/ 2147483647 h 198"/>
                  <a:gd name="T46" fmla="*/ 2147483647 w 230"/>
                  <a:gd name="T47" fmla="*/ 2147483647 h 198"/>
                  <a:gd name="T48" fmla="*/ 2147483647 w 230"/>
                  <a:gd name="T49" fmla="*/ 2147483647 h 198"/>
                  <a:gd name="T50" fmla="*/ 2147483647 w 230"/>
                  <a:gd name="T51" fmla="*/ 2147483647 h 198"/>
                  <a:gd name="T52" fmla="*/ 2147483647 w 230"/>
                  <a:gd name="T53" fmla="*/ 2147483647 h 198"/>
                  <a:gd name="T54" fmla="*/ 2147483647 w 230"/>
                  <a:gd name="T55" fmla="*/ 2147483647 h 198"/>
                  <a:gd name="T56" fmla="*/ 2147483647 w 230"/>
                  <a:gd name="T57" fmla="*/ 2147483647 h 198"/>
                  <a:gd name="T58" fmla="*/ 2147483647 w 230"/>
                  <a:gd name="T59" fmla="*/ 2147483647 h 198"/>
                  <a:gd name="T60" fmla="*/ 2147483647 w 230"/>
                  <a:gd name="T61" fmla="*/ 2147483647 h 198"/>
                  <a:gd name="T62" fmla="*/ 2147483647 w 230"/>
                  <a:gd name="T63" fmla="*/ 2147483647 h 198"/>
                  <a:gd name="T64" fmla="*/ 2147483647 w 230"/>
                  <a:gd name="T65" fmla="*/ 2147483647 h 198"/>
                  <a:gd name="T66" fmla="*/ 2147483647 w 230"/>
                  <a:gd name="T67" fmla="*/ 2147483647 h 198"/>
                  <a:gd name="T68" fmla="*/ 2147483647 w 230"/>
                  <a:gd name="T69" fmla="*/ 2147483647 h 198"/>
                  <a:gd name="T70" fmla="*/ 2147483647 w 230"/>
                  <a:gd name="T71" fmla="*/ 2147483647 h 198"/>
                  <a:gd name="T72" fmla="*/ 2147483647 w 230"/>
                  <a:gd name="T73" fmla="*/ 2147483647 h 198"/>
                  <a:gd name="T74" fmla="*/ 2147483647 w 230"/>
                  <a:gd name="T75" fmla="*/ 2147483647 h 198"/>
                  <a:gd name="T76" fmla="*/ 2147483647 w 230"/>
                  <a:gd name="T77" fmla="*/ 2147483647 h 198"/>
                  <a:gd name="T78" fmla="*/ 2147483647 w 230"/>
                  <a:gd name="T79" fmla="*/ 2147483647 h 198"/>
                  <a:gd name="T80" fmla="*/ 2147483647 w 230"/>
                  <a:gd name="T81" fmla="*/ 2147483647 h 198"/>
                  <a:gd name="T82" fmla="*/ 2147483647 w 230"/>
                  <a:gd name="T83" fmla="*/ 2147483647 h 198"/>
                  <a:gd name="T84" fmla="*/ 2147483647 w 230"/>
                  <a:gd name="T85" fmla="*/ 2147483647 h 198"/>
                  <a:gd name="T86" fmla="*/ 2147483647 w 230"/>
                  <a:gd name="T87" fmla="*/ 2147483647 h 198"/>
                  <a:gd name="T88" fmla="*/ 2147483647 w 230"/>
                  <a:gd name="T89" fmla="*/ 2147483647 h 198"/>
                  <a:gd name="T90" fmla="*/ 2147483647 w 230"/>
                  <a:gd name="T91" fmla="*/ 2147483647 h 198"/>
                  <a:gd name="T92" fmla="*/ 2147483647 w 230"/>
                  <a:gd name="T93" fmla="*/ 2147483647 h 198"/>
                  <a:gd name="T94" fmla="*/ 2147483647 w 230"/>
                  <a:gd name="T95" fmla="*/ 2147483647 h 198"/>
                  <a:gd name="T96" fmla="*/ 2147483647 w 230"/>
                  <a:gd name="T97" fmla="*/ 2147483647 h 198"/>
                  <a:gd name="T98" fmla="*/ 2147483647 w 230"/>
                  <a:gd name="T99" fmla="*/ 2147483647 h 198"/>
                  <a:gd name="T100" fmla="*/ 2147483647 w 230"/>
                  <a:gd name="T101" fmla="*/ 2147483647 h 198"/>
                  <a:gd name="T102" fmla="*/ 2147483647 w 230"/>
                  <a:gd name="T103" fmla="*/ 2147483647 h 198"/>
                  <a:gd name="T104" fmla="*/ 2147483647 w 230"/>
                  <a:gd name="T105" fmla="*/ 2147483647 h 198"/>
                  <a:gd name="T106" fmla="*/ 2147483647 w 230"/>
                  <a:gd name="T107" fmla="*/ 2147483647 h 198"/>
                  <a:gd name="T108" fmla="*/ 2147483647 w 230"/>
                  <a:gd name="T109" fmla="*/ 2147483647 h 198"/>
                  <a:gd name="T110" fmla="*/ 2147483647 w 230"/>
                  <a:gd name="T111" fmla="*/ 2147483647 h 198"/>
                  <a:gd name="T112" fmla="*/ 2147483647 w 230"/>
                  <a:gd name="T113" fmla="*/ 2147483647 h 198"/>
                  <a:gd name="T114" fmla="*/ 2147483647 w 230"/>
                  <a:gd name="T115" fmla="*/ 2147483647 h 198"/>
                  <a:gd name="T116" fmla="*/ 2147483647 w 230"/>
                  <a:gd name="T117" fmla="*/ 2147483647 h 198"/>
                  <a:gd name="T118" fmla="*/ 2147483647 w 230"/>
                  <a:gd name="T119" fmla="*/ 2147483647 h 198"/>
                  <a:gd name="T120" fmla="*/ 2147483647 w 230"/>
                  <a:gd name="T121" fmla="*/ 2147483647 h 19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30"/>
                  <a:gd name="T184" fmla="*/ 0 h 198"/>
                  <a:gd name="T185" fmla="*/ 230 w 230"/>
                  <a:gd name="T186" fmla="*/ 198 h 19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30" h="198">
                    <a:moveTo>
                      <a:pt x="230" y="172"/>
                    </a:moveTo>
                    <a:lnTo>
                      <a:pt x="230" y="172"/>
                    </a:lnTo>
                    <a:lnTo>
                      <a:pt x="230" y="166"/>
                    </a:lnTo>
                    <a:lnTo>
                      <a:pt x="228" y="166"/>
                    </a:lnTo>
                    <a:lnTo>
                      <a:pt x="224" y="168"/>
                    </a:lnTo>
                    <a:lnTo>
                      <a:pt x="224" y="170"/>
                    </a:lnTo>
                    <a:lnTo>
                      <a:pt x="220" y="172"/>
                    </a:lnTo>
                    <a:lnTo>
                      <a:pt x="218" y="174"/>
                    </a:lnTo>
                    <a:lnTo>
                      <a:pt x="216" y="178"/>
                    </a:lnTo>
                    <a:lnTo>
                      <a:pt x="216" y="182"/>
                    </a:lnTo>
                    <a:lnTo>
                      <a:pt x="218" y="186"/>
                    </a:lnTo>
                    <a:lnTo>
                      <a:pt x="218" y="190"/>
                    </a:lnTo>
                    <a:lnTo>
                      <a:pt x="218" y="192"/>
                    </a:lnTo>
                    <a:lnTo>
                      <a:pt x="218" y="194"/>
                    </a:lnTo>
                    <a:lnTo>
                      <a:pt x="222" y="196"/>
                    </a:lnTo>
                    <a:lnTo>
                      <a:pt x="224" y="198"/>
                    </a:lnTo>
                    <a:lnTo>
                      <a:pt x="230" y="192"/>
                    </a:lnTo>
                    <a:lnTo>
                      <a:pt x="230" y="186"/>
                    </a:lnTo>
                    <a:lnTo>
                      <a:pt x="228" y="186"/>
                    </a:lnTo>
                    <a:lnTo>
                      <a:pt x="230" y="184"/>
                    </a:lnTo>
                    <a:lnTo>
                      <a:pt x="230" y="172"/>
                    </a:lnTo>
                    <a:close/>
                    <a:moveTo>
                      <a:pt x="198" y="40"/>
                    </a:moveTo>
                    <a:lnTo>
                      <a:pt x="198" y="40"/>
                    </a:lnTo>
                    <a:lnTo>
                      <a:pt x="196" y="40"/>
                    </a:lnTo>
                    <a:lnTo>
                      <a:pt x="192" y="40"/>
                    </a:lnTo>
                    <a:lnTo>
                      <a:pt x="190" y="40"/>
                    </a:lnTo>
                    <a:lnTo>
                      <a:pt x="184" y="40"/>
                    </a:lnTo>
                    <a:lnTo>
                      <a:pt x="184" y="34"/>
                    </a:lnTo>
                    <a:lnTo>
                      <a:pt x="182" y="34"/>
                    </a:lnTo>
                    <a:lnTo>
                      <a:pt x="182" y="32"/>
                    </a:lnTo>
                    <a:lnTo>
                      <a:pt x="178" y="30"/>
                    </a:lnTo>
                    <a:lnTo>
                      <a:pt x="174" y="34"/>
                    </a:lnTo>
                    <a:lnTo>
                      <a:pt x="172" y="32"/>
                    </a:lnTo>
                    <a:lnTo>
                      <a:pt x="166" y="32"/>
                    </a:lnTo>
                    <a:lnTo>
                      <a:pt x="164" y="28"/>
                    </a:lnTo>
                    <a:lnTo>
                      <a:pt x="162" y="28"/>
                    </a:lnTo>
                    <a:lnTo>
                      <a:pt x="158" y="28"/>
                    </a:lnTo>
                    <a:lnTo>
                      <a:pt x="156" y="28"/>
                    </a:lnTo>
                    <a:lnTo>
                      <a:pt x="156" y="22"/>
                    </a:lnTo>
                    <a:lnTo>
                      <a:pt x="152" y="24"/>
                    </a:lnTo>
                    <a:lnTo>
                      <a:pt x="146" y="24"/>
                    </a:lnTo>
                    <a:lnTo>
                      <a:pt x="146" y="18"/>
                    </a:lnTo>
                    <a:lnTo>
                      <a:pt x="144" y="16"/>
                    </a:lnTo>
                    <a:lnTo>
                      <a:pt x="142" y="14"/>
                    </a:lnTo>
                    <a:lnTo>
                      <a:pt x="136" y="14"/>
                    </a:lnTo>
                    <a:lnTo>
                      <a:pt x="132" y="12"/>
                    </a:lnTo>
                    <a:lnTo>
                      <a:pt x="126" y="10"/>
                    </a:lnTo>
                    <a:lnTo>
                      <a:pt x="126" y="6"/>
                    </a:lnTo>
                    <a:lnTo>
                      <a:pt x="126" y="0"/>
                    </a:lnTo>
                    <a:lnTo>
                      <a:pt x="118" y="0"/>
                    </a:lnTo>
                    <a:lnTo>
                      <a:pt x="114" y="2"/>
                    </a:lnTo>
                    <a:lnTo>
                      <a:pt x="112" y="2"/>
                    </a:lnTo>
                    <a:lnTo>
                      <a:pt x="110" y="4"/>
                    </a:lnTo>
                    <a:lnTo>
                      <a:pt x="104" y="4"/>
                    </a:lnTo>
                    <a:lnTo>
                      <a:pt x="104" y="6"/>
                    </a:lnTo>
                    <a:lnTo>
                      <a:pt x="104" y="8"/>
                    </a:lnTo>
                    <a:lnTo>
                      <a:pt x="104" y="12"/>
                    </a:lnTo>
                    <a:lnTo>
                      <a:pt x="106" y="14"/>
                    </a:lnTo>
                    <a:lnTo>
                      <a:pt x="106" y="20"/>
                    </a:lnTo>
                    <a:lnTo>
                      <a:pt x="104" y="22"/>
                    </a:lnTo>
                    <a:lnTo>
                      <a:pt x="98" y="24"/>
                    </a:lnTo>
                    <a:lnTo>
                      <a:pt x="92" y="24"/>
                    </a:lnTo>
                    <a:lnTo>
                      <a:pt x="82" y="32"/>
                    </a:lnTo>
                    <a:lnTo>
                      <a:pt x="86" y="34"/>
                    </a:lnTo>
                    <a:lnTo>
                      <a:pt x="84" y="34"/>
                    </a:lnTo>
                    <a:lnTo>
                      <a:pt x="82" y="34"/>
                    </a:lnTo>
                    <a:lnTo>
                      <a:pt x="76" y="38"/>
                    </a:lnTo>
                    <a:lnTo>
                      <a:pt x="68" y="38"/>
                    </a:lnTo>
                    <a:lnTo>
                      <a:pt x="66" y="36"/>
                    </a:lnTo>
                    <a:lnTo>
                      <a:pt x="60" y="30"/>
                    </a:lnTo>
                    <a:lnTo>
                      <a:pt x="58" y="30"/>
                    </a:lnTo>
                    <a:lnTo>
                      <a:pt x="56" y="28"/>
                    </a:lnTo>
                    <a:lnTo>
                      <a:pt x="52" y="28"/>
                    </a:lnTo>
                    <a:lnTo>
                      <a:pt x="52" y="30"/>
                    </a:lnTo>
                    <a:lnTo>
                      <a:pt x="52" y="34"/>
                    </a:lnTo>
                    <a:lnTo>
                      <a:pt x="54" y="34"/>
                    </a:lnTo>
                    <a:lnTo>
                      <a:pt x="56" y="38"/>
                    </a:lnTo>
                    <a:lnTo>
                      <a:pt x="58" y="40"/>
                    </a:lnTo>
                    <a:lnTo>
                      <a:pt x="58" y="46"/>
                    </a:lnTo>
                    <a:lnTo>
                      <a:pt x="56" y="48"/>
                    </a:lnTo>
                    <a:lnTo>
                      <a:pt x="54" y="48"/>
                    </a:lnTo>
                    <a:lnTo>
                      <a:pt x="48" y="48"/>
                    </a:lnTo>
                    <a:lnTo>
                      <a:pt x="38" y="48"/>
                    </a:lnTo>
                    <a:lnTo>
                      <a:pt x="38" y="54"/>
                    </a:lnTo>
                    <a:lnTo>
                      <a:pt x="36" y="52"/>
                    </a:lnTo>
                    <a:lnTo>
                      <a:pt x="34" y="48"/>
                    </a:lnTo>
                    <a:lnTo>
                      <a:pt x="32" y="48"/>
                    </a:lnTo>
                    <a:lnTo>
                      <a:pt x="30" y="46"/>
                    </a:lnTo>
                    <a:lnTo>
                      <a:pt x="26" y="46"/>
                    </a:lnTo>
                    <a:lnTo>
                      <a:pt x="24" y="48"/>
                    </a:lnTo>
                    <a:lnTo>
                      <a:pt x="22" y="48"/>
                    </a:lnTo>
                    <a:lnTo>
                      <a:pt x="20" y="48"/>
                    </a:lnTo>
                    <a:lnTo>
                      <a:pt x="16" y="48"/>
                    </a:lnTo>
                    <a:lnTo>
                      <a:pt x="12" y="50"/>
                    </a:lnTo>
                    <a:lnTo>
                      <a:pt x="8" y="50"/>
                    </a:lnTo>
                    <a:lnTo>
                      <a:pt x="6" y="52"/>
                    </a:lnTo>
                    <a:lnTo>
                      <a:pt x="4" y="54"/>
                    </a:lnTo>
                    <a:lnTo>
                      <a:pt x="6" y="56"/>
                    </a:lnTo>
                    <a:lnTo>
                      <a:pt x="8" y="56"/>
                    </a:lnTo>
                    <a:lnTo>
                      <a:pt x="10" y="58"/>
                    </a:lnTo>
                    <a:lnTo>
                      <a:pt x="10" y="60"/>
                    </a:lnTo>
                    <a:lnTo>
                      <a:pt x="6" y="60"/>
                    </a:lnTo>
                    <a:lnTo>
                      <a:pt x="2" y="60"/>
                    </a:lnTo>
                    <a:lnTo>
                      <a:pt x="0" y="60"/>
                    </a:lnTo>
                    <a:lnTo>
                      <a:pt x="0" y="62"/>
                    </a:lnTo>
                    <a:lnTo>
                      <a:pt x="6" y="66"/>
                    </a:lnTo>
                    <a:lnTo>
                      <a:pt x="12" y="66"/>
                    </a:lnTo>
                    <a:lnTo>
                      <a:pt x="12" y="64"/>
                    </a:lnTo>
                    <a:lnTo>
                      <a:pt x="26" y="72"/>
                    </a:lnTo>
                    <a:lnTo>
                      <a:pt x="32" y="72"/>
                    </a:lnTo>
                    <a:lnTo>
                      <a:pt x="38" y="76"/>
                    </a:lnTo>
                    <a:lnTo>
                      <a:pt x="48" y="76"/>
                    </a:lnTo>
                    <a:lnTo>
                      <a:pt x="40" y="80"/>
                    </a:lnTo>
                    <a:lnTo>
                      <a:pt x="42" y="84"/>
                    </a:lnTo>
                    <a:lnTo>
                      <a:pt x="44" y="86"/>
                    </a:lnTo>
                    <a:lnTo>
                      <a:pt x="46" y="92"/>
                    </a:lnTo>
                    <a:lnTo>
                      <a:pt x="52" y="96"/>
                    </a:lnTo>
                    <a:lnTo>
                      <a:pt x="58" y="96"/>
                    </a:lnTo>
                    <a:lnTo>
                      <a:pt x="58" y="106"/>
                    </a:lnTo>
                    <a:lnTo>
                      <a:pt x="62" y="114"/>
                    </a:lnTo>
                    <a:lnTo>
                      <a:pt x="66" y="124"/>
                    </a:lnTo>
                    <a:lnTo>
                      <a:pt x="58" y="114"/>
                    </a:lnTo>
                    <a:lnTo>
                      <a:pt x="58" y="118"/>
                    </a:lnTo>
                    <a:lnTo>
                      <a:pt x="56" y="120"/>
                    </a:lnTo>
                    <a:lnTo>
                      <a:pt x="56" y="132"/>
                    </a:lnTo>
                    <a:lnTo>
                      <a:pt x="54" y="134"/>
                    </a:lnTo>
                    <a:lnTo>
                      <a:pt x="52" y="144"/>
                    </a:lnTo>
                    <a:lnTo>
                      <a:pt x="52" y="146"/>
                    </a:lnTo>
                    <a:lnTo>
                      <a:pt x="50" y="150"/>
                    </a:lnTo>
                    <a:lnTo>
                      <a:pt x="50" y="152"/>
                    </a:lnTo>
                    <a:lnTo>
                      <a:pt x="48" y="152"/>
                    </a:lnTo>
                    <a:lnTo>
                      <a:pt x="48" y="154"/>
                    </a:lnTo>
                    <a:lnTo>
                      <a:pt x="46" y="156"/>
                    </a:lnTo>
                    <a:lnTo>
                      <a:pt x="44" y="158"/>
                    </a:lnTo>
                    <a:lnTo>
                      <a:pt x="46" y="160"/>
                    </a:lnTo>
                    <a:lnTo>
                      <a:pt x="46" y="158"/>
                    </a:lnTo>
                    <a:lnTo>
                      <a:pt x="48" y="158"/>
                    </a:lnTo>
                    <a:lnTo>
                      <a:pt x="52" y="160"/>
                    </a:lnTo>
                    <a:lnTo>
                      <a:pt x="52" y="162"/>
                    </a:lnTo>
                    <a:lnTo>
                      <a:pt x="50" y="164"/>
                    </a:lnTo>
                    <a:lnTo>
                      <a:pt x="60" y="164"/>
                    </a:lnTo>
                    <a:lnTo>
                      <a:pt x="64" y="168"/>
                    </a:lnTo>
                    <a:lnTo>
                      <a:pt x="66" y="166"/>
                    </a:lnTo>
                    <a:lnTo>
                      <a:pt x="68" y="166"/>
                    </a:lnTo>
                    <a:lnTo>
                      <a:pt x="72" y="170"/>
                    </a:lnTo>
                    <a:lnTo>
                      <a:pt x="78" y="170"/>
                    </a:lnTo>
                    <a:lnTo>
                      <a:pt x="78" y="172"/>
                    </a:lnTo>
                    <a:lnTo>
                      <a:pt x="84" y="172"/>
                    </a:lnTo>
                    <a:lnTo>
                      <a:pt x="84" y="168"/>
                    </a:lnTo>
                    <a:lnTo>
                      <a:pt x="86" y="166"/>
                    </a:lnTo>
                    <a:lnTo>
                      <a:pt x="90" y="166"/>
                    </a:lnTo>
                    <a:lnTo>
                      <a:pt x="92" y="168"/>
                    </a:lnTo>
                    <a:lnTo>
                      <a:pt x="92" y="170"/>
                    </a:lnTo>
                    <a:lnTo>
                      <a:pt x="96" y="170"/>
                    </a:lnTo>
                    <a:lnTo>
                      <a:pt x="96" y="172"/>
                    </a:lnTo>
                    <a:lnTo>
                      <a:pt x="104" y="172"/>
                    </a:lnTo>
                    <a:lnTo>
                      <a:pt x="104" y="174"/>
                    </a:lnTo>
                    <a:lnTo>
                      <a:pt x="104" y="176"/>
                    </a:lnTo>
                    <a:lnTo>
                      <a:pt x="112" y="176"/>
                    </a:lnTo>
                    <a:lnTo>
                      <a:pt x="112" y="178"/>
                    </a:lnTo>
                    <a:lnTo>
                      <a:pt x="118" y="178"/>
                    </a:lnTo>
                    <a:lnTo>
                      <a:pt x="118" y="176"/>
                    </a:lnTo>
                    <a:lnTo>
                      <a:pt x="118" y="174"/>
                    </a:lnTo>
                    <a:lnTo>
                      <a:pt x="122" y="174"/>
                    </a:lnTo>
                    <a:lnTo>
                      <a:pt x="122" y="170"/>
                    </a:lnTo>
                    <a:lnTo>
                      <a:pt x="126" y="164"/>
                    </a:lnTo>
                    <a:lnTo>
                      <a:pt x="130" y="160"/>
                    </a:lnTo>
                    <a:lnTo>
                      <a:pt x="132" y="158"/>
                    </a:lnTo>
                    <a:lnTo>
                      <a:pt x="134" y="156"/>
                    </a:lnTo>
                    <a:lnTo>
                      <a:pt x="138" y="154"/>
                    </a:lnTo>
                    <a:lnTo>
                      <a:pt x="140" y="152"/>
                    </a:lnTo>
                    <a:lnTo>
                      <a:pt x="144" y="152"/>
                    </a:lnTo>
                    <a:lnTo>
                      <a:pt x="146" y="154"/>
                    </a:lnTo>
                    <a:lnTo>
                      <a:pt x="150" y="154"/>
                    </a:lnTo>
                    <a:lnTo>
                      <a:pt x="152" y="156"/>
                    </a:lnTo>
                    <a:lnTo>
                      <a:pt x="162" y="156"/>
                    </a:lnTo>
                    <a:lnTo>
                      <a:pt x="166" y="160"/>
                    </a:lnTo>
                    <a:lnTo>
                      <a:pt x="166" y="162"/>
                    </a:lnTo>
                    <a:lnTo>
                      <a:pt x="170" y="162"/>
                    </a:lnTo>
                    <a:lnTo>
                      <a:pt x="172" y="164"/>
                    </a:lnTo>
                    <a:lnTo>
                      <a:pt x="178" y="164"/>
                    </a:lnTo>
                    <a:lnTo>
                      <a:pt x="182" y="162"/>
                    </a:lnTo>
                    <a:lnTo>
                      <a:pt x="184" y="160"/>
                    </a:lnTo>
                    <a:lnTo>
                      <a:pt x="186" y="154"/>
                    </a:lnTo>
                    <a:lnTo>
                      <a:pt x="192" y="150"/>
                    </a:lnTo>
                    <a:lnTo>
                      <a:pt x="196" y="150"/>
                    </a:lnTo>
                    <a:lnTo>
                      <a:pt x="196" y="148"/>
                    </a:lnTo>
                    <a:lnTo>
                      <a:pt x="200" y="144"/>
                    </a:lnTo>
                    <a:lnTo>
                      <a:pt x="200" y="142"/>
                    </a:lnTo>
                    <a:lnTo>
                      <a:pt x="198" y="140"/>
                    </a:lnTo>
                    <a:lnTo>
                      <a:pt x="192" y="140"/>
                    </a:lnTo>
                    <a:lnTo>
                      <a:pt x="188" y="138"/>
                    </a:lnTo>
                    <a:lnTo>
                      <a:pt x="186" y="136"/>
                    </a:lnTo>
                    <a:lnTo>
                      <a:pt x="186" y="134"/>
                    </a:lnTo>
                    <a:lnTo>
                      <a:pt x="188" y="132"/>
                    </a:lnTo>
                    <a:lnTo>
                      <a:pt x="190" y="130"/>
                    </a:lnTo>
                    <a:lnTo>
                      <a:pt x="190" y="126"/>
                    </a:lnTo>
                    <a:lnTo>
                      <a:pt x="188" y="126"/>
                    </a:lnTo>
                    <a:lnTo>
                      <a:pt x="184" y="126"/>
                    </a:lnTo>
                    <a:lnTo>
                      <a:pt x="182" y="120"/>
                    </a:lnTo>
                    <a:lnTo>
                      <a:pt x="188" y="120"/>
                    </a:lnTo>
                    <a:lnTo>
                      <a:pt x="192" y="116"/>
                    </a:lnTo>
                    <a:lnTo>
                      <a:pt x="192" y="114"/>
                    </a:lnTo>
                    <a:lnTo>
                      <a:pt x="186" y="108"/>
                    </a:lnTo>
                    <a:lnTo>
                      <a:pt x="188" y="106"/>
                    </a:lnTo>
                    <a:lnTo>
                      <a:pt x="190" y="106"/>
                    </a:lnTo>
                    <a:lnTo>
                      <a:pt x="190" y="104"/>
                    </a:lnTo>
                    <a:lnTo>
                      <a:pt x="186" y="100"/>
                    </a:lnTo>
                    <a:lnTo>
                      <a:pt x="188" y="94"/>
                    </a:lnTo>
                    <a:lnTo>
                      <a:pt x="186" y="94"/>
                    </a:lnTo>
                    <a:lnTo>
                      <a:pt x="182" y="94"/>
                    </a:lnTo>
                    <a:lnTo>
                      <a:pt x="176" y="100"/>
                    </a:lnTo>
                    <a:lnTo>
                      <a:pt x="174" y="100"/>
                    </a:lnTo>
                    <a:lnTo>
                      <a:pt x="174" y="98"/>
                    </a:lnTo>
                    <a:lnTo>
                      <a:pt x="176" y="96"/>
                    </a:lnTo>
                    <a:lnTo>
                      <a:pt x="174" y="94"/>
                    </a:lnTo>
                    <a:lnTo>
                      <a:pt x="178" y="92"/>
                    </a:lnTo>
                    <a:lnTo>
                      <a:pt x="178" y="88"/>
                    </a:lnTo>
                    <a:lnTo>
                      <a:pt x="182" y="86"/>
                    </a:lnTo>
                    <a:lnTo>
                      <a:pt x="182" y="82"/>
                    </a:lnTo>
                    <a:lnTo>
                      <a:pt x="186" y="82"/>
                    </a:lnTo>
                    <a:lnTo>
                      <a:pt x="188" y="80"/>
                    </a:lnTo>
                    <a:lnTo>
                      <a:pt x="190" y="78"/>
                    </a:lnTo>
                    <a:lnTo>
                      <a:pt x="192" y="76"/>
                    </a:lnTo>
                    <a:lnTo>
                      <a:pt x="192" y="74"/>
                    </a:lnTo>
                    <a:lnTo>
                      <a:pt x="198" y="76"/>
                    </a:lnTo>
                    <a:lnTo>
                      <a:pt x="198" y="72"/>
                    </a:lnTo>
                    <a:lnTo>
                      <a:pt x="198" y="60"/>
                    </a:lnTo>
                    <a:lnTo>
                      <a:pt x="200" y="58"/>
                    </a:lnTo>
                    <a:lnTo>
                      <a:pt x="202" y="56"/>
                    </a:lnTo>
                    <a:lnTo>
                      <a:pt x="204" y="54"/>
                    </a:lnTo>
                    <a:lnTo>
                      <a:pt x="204" y="50"/>
                    </a:lnTo>
                    <a:lnTo>
                      <a:pt x="208" y="46"/>
                    </a:lnTo>
                    <a:lnTo>
                      <a:pt x="210" y="42"/>
                    </a:lnTo>
                    <a:lnTo>
                      <a:pt x="204" y="40"/>
                    </a:lnTo>
                    <a:lnTo>
                      <a:pt x="198" y="4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8" name="Finland" descr="© INSCALE GmbH, 05.05.2010&#10;http://www.presentationload.com/">
                <a:extLst>
                  <a:ext uri="{FF2B5EF4-FFF2-40B4-BE49-F238E27FC236}">
                    <a16:creationId xmlns:a16="http://schemas.microsoft.com/office/drawing/2014/main" id="{FCCF2442-DF39-980D-8154-1E205A1B343C}"/>
                  </a:ext>
                </a:extLst>
              </p:cNvPr>
              <p:cNvSpPr>
                <a:spLocks/>
              </p:cNvSpPr>
              <p:nvPr/>
            </p:nvSpPr>
            <p:spPr bwMode="gray">
              <a:xfrm>
                <a:off x="4715679" y="1138702"/>
                <a:ext cx="238663" cy="271276"/>
              </a:xfrm>
              <a:custGeom>
                <a:avLst/>
                <a:gdLst>
                  <a:gd name="T0" fmla="*/ 2147483647 w 630"/>
                  <a:gd name="T1" fmla="*/ 2147483647 h 714"/>
                  <a:gd name="T2" fmla="*/ 2147483647 w 630"/>
                  <a:gd name="T3" fmla="*/ 2147483647 h 714"/>
                  <a:gd name="T4" fmla="*/ 2147483647 w 630"/>
                  <a:gd name="T5" fmla="*/ 2147483647 h 714"/>
                  <a:gd name="T6" fmla="*/ 2147483647 w 630"/>
                  <a:gd name="T7" fmla="*/ 2147483647 h 714"/>
                  <a:gd name="T8" fmla="*/ 2147483647 w 630"/>
                  <a:gd name="T9" fmla="*/ 2147483647 h 714"/>
                  <a:gd name="T10" fmla="*/ 2147483647 w 630"/>
                  <a:gd name="T11" fmla="*/ 2147483647 h 714"/>
                  <a:gd name="T12" fmla="*/ 2147483647 w 630"/>
                  <a:gd name="T13" fmla="*/ 2147483647 h 714"/>
                  <a:gd name="T14" fmla="*/ 2147483647 w 630"/>
                  <a:gd name="T15" fmla="*/ 2147483647 h 714"/>
                  <a:gd name="T16" fmla="*/ 2147483647 w 630"/>
                  <a:gd name="T17" fmla="*/ 2147483647 h 714"/>
                  <a:gd name="T18" fmla="*/ 2147483647 w 630"/>
                  <a:gd name="T19" fmla="*/ 2147483647 h 714"/>
                  <a:gd name="T20" fmla="*/ 2147483647 w 630"/>
                  <a:gd name="T21" fmla="*/ 2147483647 h 714"/>
                  <a:gd name="T22" fmla="*/ 2147483647 w 630"/>
                  <a:gd name="T23" fmla="*/ 2147483647 h 714"/>
                  <a:gd name="T24" fmla="*/ 2147483647 w 630"/>
                  <a:gd name="T25" fmla="*/ 2147483647 h 714"/>
                  <a:gd name="T26" fmla="*/ 2147483647 w 630"/>
                  <a:gd name="T27" fmla="*/ 2147483647 h 714"/>
                  <a:gd name="T28" fmla="*/ 2147483647 w 630"/>
                  <a:gd name="T29" fmla="*/ 2147483647 h 714"/>
                  <a:gd name="T30" fmla="*/ 2147483647 w 630"/>
                  <a:gd name="T31" fmla="*/ 2147483647 h 714"/>
                  <a:gd name="T32" fmla="*/ 2147483647 w 630"/>
                  <a:gd name="T33" fmla="*/ 2147483647 h 714"/>
                  <a:gd name="T34" fmla="*/ 2147483647 w 630"/>
                  <a:gd name="T35" fmla="*/ 2147483647 h 714"/>
                  <a:gd name="T36" fmla="*/ 2147483647 w 630"/>
                  <a:gd name="T37" fmla="*/ 2147483647 h 714"/>
                  <a:gd name="T38" fmla="*/ 2147483647 w 630"/>
                  <a:gd name="T39" fmla="*/ 2147483647 h 714"/>
                  <a:gd name="T40" fmla="*/ 2147483647 w 630"/>
                  <a:gd name="T41" fmla="*/ 2147483647 h 714"/>
                  <a:gd name="T42" fmla="*/ 2147483647 w 630"/>
                  <a:gd name="T43" fmla="*/ 2147483647 h 714"/>
                  <a:gd name="T44" fmla="*/ 2147483647 w 630"/>
                  <a:gd name="T45" fmla="*/ 2147483647 h 714"/>
                  <a:gd name="T46" fmla="*/ 2147483647 w 630"/>
                  <a:gd name="T47" fmla="*/ 2147483647 h 714"/>
                  <a:gd name="T48" fmla="*/ 2147483647 w 630"/>
                  <a:gd name="T49" fmla="*/ 2147483647 h 714"/>
                  <a:gd name="T50" fmla="*/ 2147483647 w 630"/>
                  <a:gd name="T51" fmla="*/ 2147483647 h 714"/>
                  <a:gd name="T52" fmla="*/ 2147483647 w 630"/>
                  <a:gd name="T53" fmla="*/ 2147483647 h 714"/>
                  <a:gd name="T54" fmla="*/ 2147483647 w 630"/>
                  <a:gd name="T55" fmla="*/ 2147483647 h 714"/>
                  <a:gd name="T56" fmla="*/ 2147483647 w 630"/>
                  <a:gd name="T57" fmla="*/ 2147483647 h 714"/>
                  <a:gd name="T58" fmla="*/ 2147483647 w 630"/>
                  <a:gd name="T59" fmla="*/ 2147483647 h 714"/>
                  <a:gd name="T60" fmla="*/ 2147483647 w 630"/>
                  <a:gd name="T61" fmla="*/ 2147483647 h 714"/>
                  <a:gd name="T62" fmla="*/ 2147483647 w 630"/>
                  <a:gd name="T63" fmla="*/ 2147483647 h 714"/>
                  <a:gd name="T64" fmla="*/ 2147483647 w 630"/>
                  <a:gd name="T65" fmla="*/ 2147483647 h 714"/>
                  <a:gd name="T66" fmla="*/ 2147483647 w 630"/>
                  <a:gd name="T67" fmla="*/ 2147483647 h 714"/>
                  <a:gd name="T68" fmla="*/ 2147483647 w 630"/>
                  <a:gd name="T69" fmla="*/ 2147483647 h 714"/>
                  <a:gd name="T70" fmla="*/ 2147483647 w 630"/>
                  <a:gd name="T71" fmla="*/ 2147483647 h 714"/>
                  <a:gd name="T72" fmla="*/ 2147483647 w 630"/>
                  <a:gd name="T73" fmla="*/ 2147483647 h 714"/>
                  <a:gd name="T74" fmla="*/ 2147483647 w 630"/>
                  <a:gd name="T75" fmla="*/ 2147483647 h 714"/>
                  <a:gd name="T76" fmla="*/ 2147483647 w 630"/>
                  <a:gd name="T77" fmla="*/ 2147483647 h 714"/>
                  <a:gd name="T78" fmla="*/ 2147483647 w 630"/>
                  <a:gd name="T79" fmla="*/ 2147483647 h 714"/>
                  <a:gd name="T80" fmla="*/ 2147483647 w 630"/>
                  <a:gd name="T81" fmla="*/ 2147483647 h 714"/>
                  <a:gd name="T82" fmla="*/ 2147483647 w 630"/>
                  <a:gd name="T83" fmla="*/ 2147483647 h 714"/>
                  <a:gd name="T84" fmla="*/ 2147483647 w 630"/>
                  <a:gd name="T85" fmla="*/ 2147483647 h 714"/>
                  <a:gd name="T86" fmla="*/ 2147483647 w 630"/>
                  <a:gd name="T87" fmla="*/ 2147483647 h 714"/>
                  <a:gd name="T88" fmla="*/ 2147483647 w 630"/>
                  <a:gd name="T89" fmla="*/ 2147483647 h 714"/>
                  <a:gd name="T90" fmla="*/ 2147483647 w 630"/>
                  <a:gd name="T91" fmla="*/ 2147483647 h 714"/>
                  <a:gd name="T92" fmla="*/ 2147483647 w 630"/>
                  <a:gd name="T93" fmla="*/ 2147483647 h 714"/>
                  <a:gd name="T94" fmla="*/ 2147483647 w 630"/>
                  <a:gd name="T95" fmla="*/ 2147483647 h 714"/>
                  <a:gd name="T96" fmla="*/ 2147483647 w 630"/>
                  <a:gd name="T97" fmla="*/ 2147483647 h 714"/>
                  <a:gd name="T98" fmla="*/ 2147483647 w 630"/>
                  <a:gd name="T99" fmla="*/ 2147483647 h 714"/>
                  <a:gd name="T100" fmla="*/ 2147483647 w 630"/>
                  <a:gd name="T101" fmla="*/ 2147483647 h 714"/>
                  <a:gd name="T102" fmla="*/ 2147483647 w 630"/>
                  <a:gd name="T103" fmla="*/ 2147483647 h 714"/>
                  <a:gd name="T104" fmla="*/ 2147483647 w 630"/>
                  <a:gd name="T105" fmla="*/ 2147483647 h 714"/>
                  <a:gd name="T106" fmla="*/ 2147483647 w 630"/>
                  <a:gd name="T107" fmla="*/ 0 h 714"/>
                  <a:gd name="T108" fmla="*/ 2147483647 w 630"/>
                  <a:gd name="T109" fmla="*/ 2147483647 h 714"/>
                  <a:gd name="T110" fmla="*/ 2147483647 w 630"/>
                  <a:gd name="T111" fmla="*/ 2147483647 h 714"/>
                  <a:gd name="T112" fmla="*/ 2147483647 w 630"/>
                  <a:gd name="T113" fmla="*/ 2147483647 h 714"/>
                  <a:gd name="T114" fmla="*/ 2147483647 w 630"/>
                  <a:gd name="T115" fmla="*/ 2147483647 h 714"/>
                  <a:gd name="T116" fmla="*/ 2147483647 w 630"/>
                  <a:gd name="T117" fmla="*/ 2147483647 h 71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30"/>
                  <a:gd name="T178" fmla="*/ 0 h 714"/>
                  <a:gd name="T179" fmla="*/ 630 w 630"/>
                  <a:gd name="T180" fmla="*/ 714 h 71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30" h="714">
                    <a:moveTo>
                      <a:pt x="162" y="84"/>
                    </a:moveTo>
                    <a:lnTo>
                      <a:pt x="156" y="90"/>
                    </a:lnTo>
                    <a:lnTo>
                      <a:pt x="144" y="96"/>
                    </a:lnTo>
                    <a:lnTo>
                      <a:pt x="132" y="96"/>
                    </a:lnTo>
                    <a:lnTo>
                      <a:pt x="126" y="90"/>
                    </a:lnTo>
                    <a:lnTo>
                      <a:pt x="108" y="90"/>
                    </a:lnTo>
                    <a:lnTo>
                      <a:pt x="96" y="84"/>
                    </a:lnTo>
                    <a:lnTo>
                      <a:pt x="84" y="84"/>
                    </a:lnTo>
                    <a:lnTo>
                      <a:pt x="72" y="72"/>
                    </a:lnTo>
                    <a:lnTo>
                      <a:pt x="60" y="66"/>
                    </a:lnTo>
                    <a:lnTo>
                      <a:pt x="54" y="54"/>
                    </a:lnTo>
                    <a:lnTo>
                      <a:pt x="48" y="48"/>
                    </a:lnTo>
                    <a:lnTo>
                      <a:pt x="30" y="48"/>
                    </a:lnTo>
                    <a:lnTo>
                      <a:pt x="24" y="54"/>
                    </a:lnTo>
                    <a:lnTo>
                      <a:pt x="24" y="66"/>
                    </a:lnTo>
                    <a:lnTo>
                      <a:pt x="6" y="60"/>
                    </a:lnTo>
                    <a:lnTo>
                      <a:pt x="0" y="66"/>
                    </a:lnTo>
                    <a:lnTo>
                      <a:pt x="6" y="72"/>
                    </a:lnTo>
                    <a:lnTo>
                      <a:pt x="18" y="78"/>
                    </a:lnTo>
                    <a:lnTo>
                      <a:pt x="24" y="84"/>
                    </a:lnTo>
                    <a:lnTo>
                      <a:pt x="36" y="90"/>
                    </a:lnTo>
                    <a:lnTo>
                      <a:pt x="48" y="90"/>
                    </a:lnTo>
                    <a:lnTo>
                      <a:pt x="54" y="96"/>
                    </a:lnTo>
                    <a:lnTo>
                      <a:pt x="60" y="96"/>
                    </a:lnTo>
                    <a:lnTo>
                      <a:pt x="72" y="108"/>
                    </a:lnTo>
                    <a:lnTo>
                      <a:pt x="108" y="108"/>
                    </a:lnTo>
                    <a:lnTo>
                      <a:pt x="138" y="126"/>
                    </a:lnTo>
                    <a:lnTo>
                      <a:pt x="150" y="126"/>
                    </a:lnTo>
                    <a:lnTo>
                      <a:pt x="156" y="132"/>
                    </a:lnTo>
                    <a:lnTo>
                      <a:pt x="162" y="132"/>
                    </a:lnTo>
                    <a:lnTo>
                      <a:pt x="162" y="156"/>
                    </a:lnTo>
                    <a:lnTo>
                      <a:pt x="156" y="162"/>
                    </a:lnTo>
                    <a:lnTo>
                      <a:pt x="156" y="168"/>
                    </a:lnTo>
                    <a:lnTo>
                      <a:pt x="168" y="174"/>
                    </a:lnTo>
                    <a:lnTo>
                      <a:pt x="162" y="198"/>
                    </a:lnTo>
                    <a:lnTo>
                      <a:pt x="186" y="210"/>
                    </a:lnTo>
                    <a:lnTo>
                      <a:pt x="180" y="222"/>
                    </a:lnTo>
                    <a:lnTo>
                      <a:pt x="174" y="228"/>
                    </a:lnTo>
                    <a:lnTo>
                      <a:pt x="168" y="240"/>
                    </a:lnTo>
                    <a:lnTo>
                      <a:pt x="168" y="246"/>
                    </a:lnTo>
                    <a:lnTo>
                      <a:pt x="180" y="258"/>
                    </a:lnTo>
                    <a:lnTo>
                      <a:pt x="192" y="264"/>
                    </a:lnTo>
                    <a:lnTo>
                      <a:pt x="198" y="270"/>
                    </a:lnTo>
                    <a:lnTo>
                      <a:pt x="210" y="306"/>
                    </a:lnTo>
                    <a:lnTo>
                      <a:pt x="222" y="294"/>
                    </a:lnTo>
                    <a:lnTo>
                      <a:pt x="228" y="294"/>
                    </a:lnTo>
                    <a:lnTo>
                      <a:pt x="234" y="300"/>
                    </a:lnTo>
                    <a:lnTo>
                      <a:pt x="246" y="300"/>
                    </a:lnTo>
                    <a:lnTo>
                      <a:pt x="270" y="324"/>
                    </a:lnTo>
                    <a:lnTo>
                      <a:pt x="270" y="336"/>
                    </a:lnTo>
                    <a:lnTo>
                      <a:pt x="276" y="348"/>
                    </a:lnTo>
                    <a:lnTo>
                      <a:pt x="276" y="354"/>
                    </a:lnTo>
                    <a:lnTo>
                      <a:pt x="264" y="348"/>
                    </a:lnTo>
                    <a:lnTo>
                      <a:pt x="246" y="348"/>
                    </a:lnTo>
                    <a:lnTo>
                      <a:pt x="240" y="354"/>
                    </a:lnTo>
                    <a:lnTo>
                      <a:pt x="234" y="366"/>
                    </a:lnTo>
                    <a:lnTo>
                      <a:pt x="228" y="372"/>
                    </a:lnTo>
                    <a:lnTo>
                      <a:pt x="222" y="384"/>
                    </a:lnTo>
                    <a:lnTo>
                      <a:pt x="216" y="390"/>
                    </a:lnTo>
                    <a:lnTo>
                      <a:pt x="180" y="420"/>
                    </a:lnTo>
                    <a:lnTo>
                      <a:pt x="144" y="432"/>
                    </a:lnTo>
                    <a:lnTo>
                      <a:pt x="138" y="438"/>
                    </a:lnTo>
                    <a:lnTo>
                      <a:pt x="126" y="444"/>
                    </a:lnTo>
                    <a:lnTo>
                      <a:pt x="120" y="456"/>
                    </a:lnTo>
                    <a:lnTo>
                      <a:pt x="120" y="462"/>
                    </a:lnTo>
                    <a:lnTo>
                      <a:pt x="108" y="474"/>
                    </a:lnTo>
                    <a:lnTo>
                      <a:pt x="90" y="474"/>
                    </a:lnTo>
                    <a:lnTo>
                      <a:pt x="66" y="504"/>
                    </a:lnTo>
                    <a:lnTo>
                      <a:pt x="66" y="534"/>
                    </a:lnTo>
                    <a:lnTo>
                      <a:pt x="72" y="540"/>
                    </a:lnTo>
                    <a:lnTo>
                      <a:pt x="72" y="570"/>
                    </a:lnTo>
                    <a:lnTo>
                      <a:pt x="96" y="588"/>
                    </a:lnTo>
                    <a:lnTo>
                      <a:pt x="96" y="594"/>
                    </a:lnTo>
                    <a:lnTo>
                      <a:pt x="90" y="600"/>
                    </a:lnTo>
                    <a:lnTo>
                      <a:pt x="90" y="612"/>
                    </a:lnTo>
                    <a:lnTo>
                      <a:pt x="84" y="630"/>
                    </a:lnTo>
                    <a:lnTo>
                      <a:pt x="84" y="648"/>
                    </a:lnTo>
                    <a:lnTo>
                      <a:pt x="90" y="654"/>
                    </a:lnTo>
                    <a:lnTo>
                      <a:pt x="96" y="666"/>
                    </a:lnTo>
                    <a:lnTo>
                      <a:pt x="108" y="678"/>
                    </a:lnTo>
                    <a:lnTo>
                      <a:pt x="132" y="690"/>
                    </a:lnTo>
                    <a:lnTo>
                      <a:pt x="174" y="690"/>
                    </a:lnTo>
                    <a:lnTo>
                      <a:pt x="174" y="696"/>
                    </a:lnTo>
                    <a:lnTo>
                      <a:pt x="168" y="702"/>
                    </a:lnTo>
                    <a:lnTo>
                      <a:pt x="168" y="708"/>
                    </a:lnTo>
                    <a:lnTo>
                      <a:pt x="174" y="714"/>
                    </a:lnTo>
                    <a:lnTo>
                      <a:pt x="240" y="714"/>
                    </a:lnTo>
                    <a:lnTo>
                      <a:pt x="252" y="708"/>
                    </a:lnTo>
                    <a:lnTo>
                      <a:pt x="270" y="708"/>
                    </a:lnTo>
                    <a:lnTo>
                      <a:pt x="300" y="696"/>
                    </a:lnTo>
                    <a:lnTo>
                      <a:pt x="336" y="696"/>
                    </a:lnTo>
                    <a:lnTo>
                      <a:pt x="384" y="672"/>
                    </a:lnTo>
                    <a:lnTo>
                      <a:pt x="462" y="672"/>
                    </a:lnTo>
                    <a:lnTo>
                      <a:pt x="456" y="660"/>
                    </a:lnTo>
                    <a:lnTo>
                      <a:pt x="516" y="630"/>
                    </a:lnTo>
                    <a:lnTo>
                      <a:pt x="576" y="570"/>
                    </a:lnTo>
                    <a:lnTo>
                      <a:pt x="582" y="570"/>
                    </a:lnTo>
                    <a:lnTo>
                      <a:pt x="618" y="534"/>
                    </a:lnTo>
                    <a:lnTo>
                      <a:pt x="624" y="522"/>
                    </a:lnTo>
                    <a:lnTo>
                      <a:pt x="630" y="516"/>
                    </a:lnTo>
                    <a:lnTo>
                      <a:pt x="630" y="504"/>
                    </a:lnTo>
                    <a:lnTo>
                      <a:pt x="624" y="492"/>
                    </a:lnTo>
                    <a:lnTo>
                      <a:pt x="618" y="486"/>
                    </a:lnTo>
                    <a:lnTo>
                      <a:pt x="612" y="474"/>
                    </a:lnTo>
                    <a:lnTo>
                      <a:pt x="540" y="438"/>
                    </a:lnTo>
                    <a:lnTo>
                      <a:pt x="546" y="438"/>
                    </a:lnTo>
                    <a:lnTo>
                      <a:pt x="570" y="414"/>
                    </a:lnTo>
                    <a:lnTo>
                      <a:pt x="570" y="408"/>
                    </a:lnTo>
                    <a:lnTo>
                      <a:pt x="564" y="402"/>
                    </a:lnTo>
                    <a:lnTo>
                      <a:pt x="552" y="396"/>
                    </a:lnTo>
                    <a:lnTo>
                      <a:pt x="528" y="390"/>
                    </a:lnTo>
                    <a:lnTo>
                      <a:pt x="534" y="378"/>
                    </a:lnTo>
                    <a:lnTo>
                      <a:pt x="540" y="372"/>
                    </a:lnTo>
                    <a:lnTo>
                      <a:pt x="540" y="366"/>
                    </a:lnTo>
                    <a:lnTo>
                      <a:pt x="534" y="360"/>
                    </a:lnTo>
                    <a:lnTo>
                      <a:pt x="528" y="360"/>
                    </a:lnTo>
                    <a:lnTo>
                      <a:pt x="522" y="354"/>
                    </a:lnTo>
                    <a:lnTo>
                      <a:pt x="510" y="354"/>
                    </a:lnTo>
                    <a:lnTo>
                      <a:pt x="510" y="342"/>
                    </a:lnTo>
                    <a:lnTo>
                      <a:pt x="498" y="330"/>
                    </a:lnTo>
                    <a:lnTo>
                      <a:pt x="504" y="300"/>
                    </a:lnTo>
                    <a:lnTo>
                      <a:pt x="510" y="300"/>
                    </a:lnTo>
                    <a:lnTo>
                      <a:pt x="522" y="306"/>
                    </a:lnTo>
                    <a:lnTo>
                      <a:pt x="534" y="306"/>
                    </a:lnTo>
                    <a:lnTo>
                      <a:pt x="540" y="300"/>
                    </a:lnTo>
                    <a:lnTo>
                      <a:pt x="540" y="294"/>
                    </a:lnTo>
                    <a:lnTo>
                      <a:pt x="534" y="288"/>
                    </a:lnTo>
                    <a:lnTo>
                      <a:pt x="522" y="282"/>
                    </a:lnTo>
                    <a:lnTo>
                      <a:pt x="498" y="258"/>
                    </a:lnTo>
                    <a:lnTo>
                      <a:pt x="486" y="252"/>
                    </a:lnTo>
                    <a:lnTo>
                      <a:pt x="480" y="240"/>
                    </a:lnTo>
                    <a:lnTo>
                      <a:pt x="468" y="234"/>
                    </a:lnTo>
                    <a:lnTo>
                      <a:pt x="450" y="216"/>
                    </a:lnTo>
                    <a:lnTo>
                      <a:pt x="456" y="210"/>
                    </a:lnTo>
                    <a:lnTo>
                      <a:pt x="468" y="204"/>
                    </a:lnTo>
                    <a:lnTo>
                      <a:pt x="474" y="204"/>
                    </a:lnTo>
                    <a:lnTo>
                      <a:pt x="474" y="192"/>
                    </a:lnTo>
                    <a:lnTo>
                      <a:pt x="480" y="192"/>
                    </a:lnTo>
                    <a:lnTo>
                      <a:pt x="492" y="186"/>
                    </a:lnTo>
                    <a:lnTo>
                      <a:pt x="498" y="186"/>
                    </a:lnTo>
                    <a:lnTo>
                      <a:pt x="498" y="174"/>
                    </a:lnTo>
                    <a:lnTo>
                      <a:pt x="450" y="126"/>
                    </a:lnTo>
                    <a:lnTo>
                      <a:pt x="432" y="126"/>
                    </a:lnTo>
                    <a:lnTo>
                      <a:pt x="426" y="132"/>
                    </a:lnTo>
                    <a:lnTo>
                      <a:pt x="420" y="132"/>
                    </a:lnTo>
                    <a:lnTo>
                      <a:pt x="414" y="126"/>
                    </a:lnTo>
                    <a:lnTo>
                      <a:pt x="414" y="120"/>
                    </a:lnTo>
                    <a:lnTo>
                      <a:pt x="408" y="108"/>
                    </a:lnTo>
                    <a:lnTo>
                      <a:pt x="408" y="96"/>
                    </a:lnTo>
                    <a:lnTo>
                      <a:pt x="426" y="96"/>
                    </a:lnTo>
                    <a:lnTo>
                      <a:pt x="426" y="90"/>
                    </a:lnTo>
                    <a:lnTo>
                      <a:pt x="414" y="78"/>
                    </a:lnTo>
                    <a:lnTo>
                      <a:pt x="420" y="54"/>
                    </a:lnTo>
                    <a:lnTo>
                      <a:pt x="426" y="54"/>
                    </a:lnTo>
                    <a:lnTo>
                      <a:pt x="426" y="60"/>
                    </a:lnTo>
                    <a:lnTo>
                      <a:pt x="432" y="60"/>
                    </a:lnTo>
                    <a:lnTo>
                      <a:pt x="432" y="42"/>
                    </a:lnTo>
                    <a:lnTo>
                      <a:pt x="426" y="30"/>
                    </a:lnTo>
                    <a:lnTo>
                      <a:pt x="414" y="18"/>
                    </a:lnTo>
                    <a:lnTo>
                      <a:pt x="408" y="18"/>
                    </a:lnTo>
                    <a:lnTo>
                      <a:pt x="372" y="12"/>
                    </a:lnTo>
                    <a:lnTo>
                      <a:pt x="372" y="0"/>
                    </a:lnTo>
                    <a:lnTo>
                      <a:pt x="336" y="0"/>
                    </a:lnTo>
                    <a:lnTo>
                      <a:pt x="324" y="6"/>
                    </a:lnTo>
                    <a:lnTo>
                      <a:pt x="294" y="6"/>
                    </a:lnTo>
                    <a:lnTo>
                      <a:pt x="282" y="12"/>
                    </a:lnTo>
                    <a:lnTo>
                      <a:pt x="276" y="12"/>
                    </a:lnTo>
                    <a:lnTo>
                      <a:pt x="264" y="18"/>
                    </a:lnTo>
                    <a:lnTo>
                      <a:pt x="264" y="30"/>
                    </a:lnTo>
                    <a:lnTo>
                      <a:pt x="258" y="36"/>
                    </a:lnTo>
                    <a:lnTo>
                      <a:pt x="258" y="72"/>
                    </a:lnTo>
                    <a:lnTo>
                      <a:pt x="234" y="72"/>
                    </a:lnTo>
                    <a:lnTo>
                      <a:pt x="234" y="78"/>
                    </a:lnTo>
                    <a:lnTo>
                      <a:pt x="228" y="84"/>
                    </a:lnTo>
                    <a:lnTo>
                      <a:pt x="228" y="96"/>
                    </a:lnTo>
                    <a:lnTo>
                      <a:pt x="210" y="96"/>
                    </a:lnTo>
                    <a:lnTo>
                      <a:pt x="204" y="90"/>
                    </a:lnTo>
                    <a:lnTo>
                      <a:pt x="192" y="84"/>
                    </a:lnTo>
                    <a:lnTo>
                      <a:pt x="162" y="8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29" name="Ethiopia" descr="© INSCALE GmbH, 05.05.2010&#10;http://www.presentationload.com/">
                <a:extLst>
                  <a:ext uri="{FF2B5EF4-FFF2-40B4-BE49-F238E27FC236}">
                    <a16:creationId xmlns:a16="http://schemas.microsoft.com/office/drawing/2014/main" id="{D801EFF4-0F57-A301-0C97-A3E8A93A2B27}"/>
                  </a:ext>
                </a:extLst>
              </p:cNvPr>
              <p:cNvSpPr>
                <a:spLocks/>
              </p:cNvSpPr>
              <p:nvPr/>
            </p:nvSpPr>
            <p:spPr bwMode="gray">
              <a:xfrm>
                <a:off x="5124815" y="2763389"/>
                <a:ext cx="400241" cy="349841"/>
              </a:xfrm>
              <a:custGeom>
                <a:avLst/>
                <a:gdLst>
                  <a:gd name="T0" fmla="*/ 2147483647 w 1056"/>
                  <a:gd name="T1" fmla="*/ 2147483647 h 924"/>
                  <a:gd name="T2" fmla="*/ 2147483647 w 1056"/>
                  <a:gd name="T3" fmla="*/ 2147483647 h 924"/>
                  <a:gd name="T4" fmla="*/ 2147483647 w 1056"/>
                  <a:gd name="T5" fmla="*/ 2147483647 h 924"/>
                  <a:gd name="T6" fmla="*/ 2147483647 w 1056"/>
                  <a:gd name="T7" fmla="*/ 2147483647 h 924"/>
                  <a:gd name="T8" fmla="*/ 2147483647 w 1056"/>
                  <a:gd name="T9" fmla="*/ 2147483647 h 924"/>
                  <a:gd name="T10" fmla="*/ 2147483647 w 1056"/>
                  <a:gd name="T11" fmla="*/ 2147483647 h 924"/>
                  <a:gd name="T12" fmla="*/ 2147483647 w 1056"/>
                  <a:gd name="T13" fmla="*/ 2147483647 h 924"/>
                  <a:gd name="T14" fmla="*/ 2147483647 w 1056"/>
                  <a:gd name="T15" fmla="*/ 2147483647 h 924"/>
                  <a:gd name="T16" fmla="*/ 2147483647 w 1056"/>
                  <a:gd name="T17" fmla="*/ 2147483647 h 924"/>
                  <a:gd name="T18" fmla="*/ 2147483647 w 1056"/>
                  <a:gd name="T19" fmla="*/ 2147483647 h 924"/>
                  <a:gd name="T20" fmla="*/ 2147483647 w 1056"/>
                  <a:gd name="T21" fmla="*/ 2147483647 h 924"/>
                  <a:gd name="T22" fmla="*/ 2147483647 w 1056"/>
                  <a:gd name="T23" fmla="*/ 2147483647 h 924"/>
                  <a:gd name="T24" fmla="*/ 2147483647 w 1056"/>
                  <a:gd name="T25" fmla="*/ 2147483647 h 924"/>
                  <a:gd name="T26" fmla="*/ 2147483647 w 1056"/>
                  <a:gd name="T27" fmla="*/ 2147483647 h 924"/>
                  <a:gd name="T28" fmla="*/ 2147483647 w 1056"/>
                  <a:gd name="T29" fmla="*/ 2147483647 h 924"/>
                  <a:gd name="T30" fmla="*/ 2147483647 w 1056"/>
                  <a:gd name="T31" fmla="*/ 2147483647 h 924"/>
                  <a:gd name="T32" fmla="*/ 2147483647 w 1056"/>
                  <a:gd name="T33" fmla="*/ 2147483647 h 924"/>
                  <a:gd name="T34" fmla="*/ 2147483647 w 1056"/>
                  <a:gd name="T35" fmla="*/ 2147483647 h 924"/>
                  <a:gd name="T36" fmla="*/ 2147483647 w 1056"/>
                  <a:gd name="T37" fmla="*/ 2147483647 h 924"/>
                  <a:gd name="T38" fmla="*/ 2147483647 w 1056"/>
                  <a:gd name="T39" fmla="*/ 2147483647 h 924"/>
                  <a:gd name="T40" fmla="*/ 2147483647 w 1056"/>
                  <a:gd name="T41" fmla="*/ 2147483647 h 924"/>
                  <a:gd name="T42" fmla="*/ 2147483647 w 1056"/>
                  <a:gd name="T43" fmla="*/ 2147483647 h 924"/>
                  <a:gd name="T44" fmla="*/ 2147483647 w 1056"/>
                  <a:gd name="T45" fmla="*/ 2147483647 h 924"/>
                  <a:gd name="T46" fmla="*/ 2147483647 w 1056"/>
                  <a:gd name="T47" fmla="*/ 2147483647 h 924"/>
                  <a:gd name="T48" fmla="*/ 2147483647 w 1056"/>
                  <a:gd name="T49" fmla="*/ 2147483647 h 924"/>
                  <a:gd name="T50" fmla="*/ 2147483647 w 1056"/>
                  <a:gd name="T51" fmla="*/ 2147483647 h 924"/>
                  <a:gd name="T52" fmla="*/ 2147483647 w 1056"/>
                  <a:gd name="T53" fmla="*/ 2147483647 h 924"/>
                  <a:gd name="T54" fmla="*/ 2147483647 w 1056"/>
                  <a:gd name="T55" fmla="*/ 2147483647 h 924"/>
                  <a:gd name="T56" fmla="*/ 2147483647 w 1056"/>
                  <a:gd name="T57" fmla="*/ 2147483647 h 924"/>
                  <a:gd name="T58" fmla="*/ 2147483647 w 1056"/>
                  <a:gd name="T59" fmla="*/ 2147483647 h 924"/>
                  <a:gd name="T60" fmla="*/ 2147483647 w 1056"/>
                  <a:gd name="T61" fmla="*/ 2147483647 h 924"/>
                  <a:gd name="T62" fmla="*/ 2147483647 w 1056"/>
                  <a:gd name="T63" fmla="*/ 2147483647 h 924"/>
                  <a:gd name="T64" fmla="*/ 2147483647 w 1056"/>
                  <a:gd name="T65" fmla="*/ 2147483647 h 924"/>
                  <a:gd name="T66" fmla="*/ 2147483647 w 1056"/>
                  <a:gd name="T67" fmla="*/ 2147483647 h 924"/>
                  <a:gd name="T68" fmla="*/ 2147483647 w 1056"/>
                  <a:gd name="T69" fmla="*/ 2147483647 h 924"/>
                  <a:gd name="T70" fmla="*/ 2147483647 w 1056"/>
                  <a:gd name="T71" fmla="*/ 2147483647 h 924"/>
                  <a:gd name="T72" fmla="*/ 2147483647 w 1056"/>
                  <a:gd name="T73" fmla="*/ 0 h 924"/>
                  <a:gd name="T74" fmla="*/ 2147483647 w 1056"/>
                  <a:gd name="T75" fmla="*/ 2147483647 h 924"/>
                  <a:gd name="T76" fmla="*/ 2147483647 w 1056"/>
                  <a:gd name="T77" fmla="*/ 2147483647 h 924"/>
                  <a:gd name="T78" fmla="*/ 2147483647 w 1056"/>
                  <a:gd name="T79" fmla="*/ 2147483647 h 924"/>
                  <a:gd name="T80" fmla="*/ 2147483647 w 1056"/>
                  <a:gd name="T81" fmla="*/ 2147483647 h 924"/>
                  <a:gd name="T82" fmla="*/ 2147483647 w 1056"/>
                  <a:gd name="T83" fmla="*/ 2147483647 h 924"/>
                  <a:gd name="T84" fmla="*/ 2147483647 w 1056"/>
                  <a:gd name="T85" fmla="*/ 2147483647 h 924"/>
                  <a:gd name="T86" fmla="*/ 2147483647 w 1056"/>
                  <a:gd name="T87" fmla="*/ 2147483647 h 924"/>
                  <a:gd name="T88" fmla="*/ 2147483647 w 1056"/>
                  <a:gd name="T89" fmla="*/ 2147483647 h 924"/>
                  <a:gd name="T90" fmla="*/ 2147483647 w 1056"/>
                  <a:gd name="T91" fmla="*/ 2147483647 h 924"/>
                  <a:gd name="T92" fmla="*/ 2147483647 w 1056"/>
                  <a:gd name="T93" fmla="*/ 2147483647 h 924"/>
                  <a:gd name="T94" fmla="*/ 2147483647 w 1056"/>
                  <a:gd name="T95" fmla="*/ 2147483647 h 924"/>
                  <a:gd name="T96" fmla="*/ 2147483647 w 1056"/>
                  <a:gd name="T97" fmla="*/ 2147483647 h 924"/>
                  <a:gd name="T98" fmla="*/ 2147483647 w 1056"/>
                  <a:gd name="T99" fmla="*/ 2147483647 h 924"/>
                  <a:gd name="T100" fmla="*/ 2147483647 w 1056"/>
                  <a:gd name="T101" fmla="*/ 2147483647 h 924"/>
                  <a:gd name="T102" fmla="*/ 2147483647 w 1056"/>
                  <a:gd name="T103" fmla="*/ 2147483647 h 924"/>
                  <a:gd name="T104" fmla="*/ 2147483647 w 1056"/>
                  <a:gd name="T105" fmla="*/ 2147483647 h 924"/>
                  <a:gd name="T106" fmla="*/ 2147483647 w 1056"/>
                  <a:gd name="T107" fmla="*/ 2147483647 h 924"/>
                  <a:gd name="T108" fmla="*/ 2147483647 w 1056"/>
                  <a:gd name="T109" fmla="*/ 2147483647 h 924"/>
                  <a:gd name="T110" fmla="*/ 2147483647 w 1056"/>
                  <a:gd name="T111" fmla="*/ 2147483647 h 924"/>
                  <a:gd name="T112" fmla="*/ 2147483647 w 1056"/>
                  <a:gd name="T113" fmla="*/ 2147483647 h 924"/>
                  <a:gd name="T114" fmla="*/ 2147483647 w 1056"/>
                  <a:gd name="T115" fmla="*/ 2147483647 h 924"/>
                  <a:gd name="T116" fmla="*/ 2147483647 w 1056"/>
                  <a:gd name="T117" fmla="*/ 2147483647 h 9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056"/>
                  <a:gd name="T178" fmla="*/ 0 h 924"/>
                  <a:gd name="T179" fmla="*/ 1056 w 1056"/>
                  <a:gd name="T180" fmla="*/ 924 h 9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056" h="924">
                    <a:moveTo>
                      <a:pt x="84" y="642"/>
                    </a:moveTo>
                    <a:lnTo>
                      <a:pt x="108" y="642"/>
                    </a:lnTo>
                    <a:lnTo>
                      <a:pt x="114" y="666"/>
                    </a:lnTo>
                    <a:lnTo>
                      <a:pt x="126" y="666"/>
                    </a:lnTo>
                    <a:lnTo>
                      <a:pt x="126" y="702"/>
                    </a:lnTo>
                    <a:lnTo>
                      <a:pt x="138" y="708"/>
                    </a:lnTo>
                    <a:lnTo>
                      <a:pt x="138" y="726"/>
                    </a:lnTo>
                    <a:lnTo>
                      <a:pt x="156" y="762"/>
                    </a:lnTo>
                    <a:lnTo>
                      <a:pt x="168" y="768"/>
                    </a:lnTo>
                    <a:lnTo>
                      <a:pt x="186" y="768"/>
                    </a:lnTo>
                    <a:lnTo>
                      <a:pt x="192" y="774"/>
                    </a:lnTo>
                    <a:lnTo>
                      <a:pt x="198" y="786"/>
                    </a:lnTo>
                    <a:lnTo>
                      <a:pt x="198" y="804"/>
                    </a:lnTo>
                    <a:lnTo>
                      <a:pt x="210" y="840"/>
                    </a:lnTo>
                    <a:lnTo>
                      <a:pt x="282" y="846"/>
                    </a:lnTo>
                    <a:lnTo>
                      <a:pt x="360" y="906"/>
                    </a:lnTo>
                    <a:lnTo>
                      <a:pt x="390" y="906"/>
                    </a:lnTo>
                    <a:lnTo>
                      <a:pt x="402" y="912"/>
                    </a:lnTo>
                    <a:lnTo>
                      <a:pt x="432" y="912"/>
                    </a:lnTo>
                    <a:lnTo>
                      <a:pt x="444" y="918"/>
                    </a:lnTo>
                    <a:lnTo>
                      <a:pt x="450" y="918"/>
                    </a:lnTo>
                    <a:lnTo>
                      <a:pt x="462" y="924"/>
                    </a:lnTo>
                    <a:lnTo>
                      <a:pt x="486" y="906"/>
                    </a:lnTo>
                    <a:lnTo>
                      <a:pt x="486" y="894"/>
                    </a:lnTo>
                    <a:lnTo>
                      <a:pt x="498" y="882"/>
                    </a:lnTo>
                    <a:lnTo>
                      <a:pt x="510" y="882"/>
                    </a:lnTo>
                    <a:lnTo>
                      <a:pt x="522" y="876"/>
                    </a:lnTo>
                    <a:lnTo>
                      <a:pt x="528" y="870"/>
                    </a:lnTo>
                    <a:lnTo>
                      <a:pt x="534" y="870"/>
                    </a:lnTo>
                    <a:lnTo>
                      <a:pt x="552" y="852"/>
                    </a:lnTo>
                    <a:lnTo>
                      <a:pt x="576" y="882"/>
                    </a:lnTo>
                    <a:lnTo>
                      <a:pt x="606" y="882"/>
                    </a:lnTo>
                    <a:lnTo>
                      <a:pt x="612" y="876"/>
                    </a:lnTo>
                    <a:lnTo>
                      <a:pt x="636" y="882"/>
                    </a:lnTo>
                    <a:lnTo>
                      <a:pt x="636" y="876"/>
                    </a:lnTo>
                    <a:lnTo>
                      <a:pt x="648" y="864"/>
                    </a:lnTo>
                    <a:lnTo>
                      <a:pt x="660" y="864"/>
                    </a:lnTo>
                    <a:lnTo>
                      <a:pt x="672" y="858"/>
                    </a:lnTo>
                    <a:lnTo>
                      <a:pt x="696" y="858"/>
                    </a:lnTo>
                    <a:lnTo>
                      <a:pt x="714" y="840"/>
                    </a:lnTo>
                    <a:lnTo>
                      <a:pt x="714" y="828"/>
                    </a:lnTo>
                    <a:lnTo>
                      <a:pt x="726" y="822"/>
                    </a:lnTo>
                    <a:lnTo>
                      <a:pt x="732" y="816"/>
                    </a:lnTo>
                    <a:lnTo>
                      <a:pt x="744" y="810"/>
                    </a:lnTo>
                    <a:lnTo>
                      <a:pt x="756" y="810"/>
                    </a:lnTo>
                    <a:lnTo>
                      <a:pt x="762" y="804"/>
                    </a:lnTo>
                    <a:lnTo>
                      <a:pt x="846" y="804"/>
                    </a:lnTo>
                    <a:lnTo>
                      <a:pt x="1056" y="558"/>
                    </a:lnTo>
                    <a:lnTo>
                      <a:pt x="984" y="564"/>
                    </a:lnTo>
                    <a:lnTo>
                      <a:pt x="948" y="546"/>
                    </a:lnTo>
                    <a:lnTo>
                      <a:pt x="936" y="534"/>
                    </a:lnTo>
                    <a:lnTo>
                      <a:pt x="918" y="528"/>
                    </a:lnTo>
                    <a:lnTo>
                      <a:pt x="906" y="522"/>
                    </a:lnTo>
                    <a:lnTo>
                      <a:pt x="882" y="516"/>
                    </a:lnTo>
                    <a:lnTo>
                      <a:pt x="810" y="492"/>
                    </a:lnTo>
                    <a:lnTo>
                      <a:pt x="774" y="474"/>
                    </a:lnTo>
                    <a:lnTo>
                      <a:pt x="768" y="462"/>
                    </a:lnTo>
                    <a:lnTo>
                      <a:pt x="762" y="456"/>
                    </a:lnTo>
                    <a:lnTo>
                      <a:pt x="756" y="444"/>
                    </a:lnTo>
                    <a:lnTo>
                      <a:pt x="732" y="444"/>
                    </a:lnTo>
                    <a:lnTo>
                      <a:pt x="732" y="438"/>
                    </a:lnTo>
                    <a:lnTo>
                      <a:pt x="726" y="432"/>
                    </a:lnTo>
                    <a:lnTo>
                      <a:pt x="714" y="408"/>
                    </a:lnTo>
                    <a:lnTo>
                      <a:pt x="708" y="402"/>
                    </a:lnTo>
                    <a:lnTo>
                      <a:pt x="702" y="390"/>
                    </a:lnTo>
                    <a:lnTo>
                      <a:pt x="696" y="384"/>
                    </a:lnTo>
                    <a:lnTo>
                      <a:pt x="690" y="372"/>
                    </a:lnTo>
                    <a:lnTo>
                      <a:pt x="690" y="360"/>
                    </a:lnTo>
                    <a:lnTo>
                      <a:pt x="678" y="348"/>
                    </a:lnTo>
                    <a:lnTo>
                      <a:pt x="696" y="318"/>
                    </a:lnTo>
                    <a:lnTo>
                      <a:pt x="690" y="312"/>
                    </a:lnTo>
                    <a:lnTo>
                      <a:pt x="678" y="306"/>
                    </a:lnTo>
                    <a:lnTo>
                      <a:pt x="666" y="306"/>
                    </a:lnTo>
                    <a:lnTo>
                      <a:pt x="660" y="312"/>
                    </a:lnTo>
                    <a:lnTo>
                      <a:pt x="654" y="312"/>
                    </a:lnTo>
                    <a:lnTo>
                      <a:pt x="648" y="318"/>
                    </a:lnTo>
                    <a:lnTo>
                      <a:pt x="624" y="318"/>
                    </a:lnTo>
                    <a:lnTo>
                      <a:pt x="612" y="306"/>
                    </a:lnTo>
                    <a:lnTo>
                      <a:pt x="612" y="294"/>
                    </a:lnTo>
                    <a:lnTo>
                      <a:pt x="606" y="276"/>
                    </a:lnTo>
                    <a:lnTo>
                      <a:pt x="606" y="264"/>
                    </a:lnTo>
                    <a:lnTo>
                      <a:pt x="624" y="246"/>
                    </a:lnTo>
                    <a:lnTo>
                      <a:pt x="654" y="192"/>
                    </a:lnTo>
                    <a:lnTo>
                      <a:pt x="642" y="174"/>
                    </a:lnTo>
                    <a:lnTo>
                      <a:pt x="630" y="174"/>
                    </a:lnTo>
                    <a:lnTo>
                      <a:pt x="618" y="168"/>
                    </a:lnTo>
                    <a:lnTo>
                      <a:pt x="612" y="162"/>
                    </a:lnTo>
                    <a:lnTo>
                      <a:pt x="612" y="138"/>
                    </a:lnTo>
                    <a:lnTo>
                      <a:pt x="600" y="126"/>
                    </a:lnTo>
                    <a:lnTo>
                      <a:pt x="576" y="114"/>
                    </a:lnTo>
                    <a:lnTo>
                      <a:pt x="570" y="108"/>
                    </a:lnTo>
                    <a:lnTo>
                      <a:pt x="546" y="72"/>
                    </a:lnTo>
                    <a:lnTo>
                      <a:pt x="534" y="66"/>
                    </a:lnTo>
                    <a:lnTo>
                      <a:pt x="528" y="60"/>
                    </a:lnTo>
                    <a:lnTo>
                      <a:pt x="516" y="60"/>
                    </a:lnTo>
                    <a:lnTo>
                      <a:pt x="498" y="36"/>
                    </a:lnTo>
                    <a:lnTo>
                      <a:pt x="468" y="36"/>
                    </a:lnTo>
                    <a:lnTo>
                      <a:pt x="462" y="30"/>
                    </a:lnTo>
                    <a:lnTo>
                      <a:pt x="444" y="30"/>
                    </a:lnTo>
                    <a:lnTo>
                      <a:pt x="432" y="36"/>
                    </a:lnTo>
                    <a:lnTo>
                      <a:pt x="420" y="36"/>
                    </a:lnTo>
                    <a:lnTo>
                      <a:pt x="420" y="24"/>
                    </a:lnTo>
                    <a:lnTo>
                      <a:pt x="414" y="18"/>
                    </a:lnTo>
                    <a:lnTo>
                      <a:pt x="408" y="24"/>
                    </a:lnTo>
                    <a:lnTo>
                      <a:pt x="402" y="36"/>
                    </a:lnTo>
                    <a:lnTo>
                      <a:pt x="372" y="36"/>
                    </a:lnTo>
                    <a:lnTo>
                      <a:pt x="366" y="24"/>
                    </a:lnTo>
                    <a:lnTo>
                      <a:pt x="360" y="18"/>
                    </a:lnTo>
                    <a:lnTo>
                      <a:pt x="354" y="18"/>
                    </a:lnTo>
                    <a:lnTo>
                      <a:pt x="342" y="6"/>
                    </a:lnTo>
                    <a:lnTo>
                      <a:pt x="330" y="0"/>
                    </a:lnTo>
                    <a:lnTo>
                      <a:pt x="330" y="12"/>
                    </a:lnTo>
                    <a:lnTo>
                      <a:pt x="324" y="24"/>
                    </a:lnTo>
                    <a:lnTo>
                      <a:pt x="318" y="42"/>
                    </a:lnTo>
                    <a:lnTo>
                      <a:pt x="318" y="54"/>
                    </a:lnTo>
                    <a:lnTo>
                      <a:pt x="306" y="66"/>
                    </a:lnTo>
                    <a:lnTo>
                      <a:pt x="288" y="48"/>
                    </a:lnTo>
                    <a:lnTo>
                      <a:pt x="288" y="42"/>
                    </a:lnTo>
                    <a:lnTo>
                      <a:pt x="282" y="36"/>
                    </a:lnTo>
                    <a:lnTo>
                      <a:pt x="276" y="36"/>
                    </a:lnTo>
                    <a:lnTo>
                      <a:pt x="276" y="42"/>
                    </a:lnTo>
                    <a:lnTo>
                      <a:pt x="270" y="48"/>
                    </a:lnTo>
                    <a:lnTo>
                      <a:pt x="234" y="48"/>
                    </a:lnTo>
                    <a:lnTo>
                      <a:pt x="234" y="90"/>
                    </a:lnTo>
                    <a:lnTo>
                      <a:pt x="228" y="96"/>
                    </a:lnTo>
                    <a:lnTo>
                      <a:pt x="222" y="108"/>
                    </a:lnTo>
                    <a:lnTo>
                      <a:pt x="216" y="114"/>
                    </a:lnTo>
                    <a:lnTo>
                      <a:pt x="210" y="126"/>
                    </a:lnTo>
                    <a:lnTo>
                      <a:pt x="210" y="174"/>
                    </a:lnTo>
                    <a:lnTo>
                      <a:pt x="180" y="174"/>
                    </a:lnTo>
                    <a:lnTo>
                      <a:pt x="174" y="180"/>
                    </a:lnTo>
                    <a:lnTo>
                      <a:pt x="168" y="192"/>
                    </a:lnTo>
                    <a:lnTo>
                      <a:pt x="162" y="198"/>
                    </a:lnTo>
                    <a:lnTo>
                      <a:pt x="162" y="234"/>
                    </a:lnTo>
                    <a:lnTo>
                      <a:pt x="156" y="240"/>
                    </a:lnTo>
                    <a:lnTo>
                      <a:pt x="144" y="240"/>
                    </a:lnTo>
                    <a:lnTo>
                      <a:pt x="138" y="246"/>
                    </a:lnTo>
                    <a:lnTo>
                      <a:pt x="138" y="270"/>
                    </a:lnTo>
                    <a:lnTo>
                      <a:pt x="126" y="288"/>
                    </a:lnTo>
                    <a:lnTo>
                      <a:pt x="126" y="294"/>
                    </a:lnTo>
                    <a:lnTo>
                      <a:pt x="132" y="300"/>
                    </a:lnTo>
                    <a:lnTo>
                      <a:pt x="132" y="336"/>
                    </a:lnTo>
                    <a:lnTo>
                      <a:pt x="126" y="342"/>
                    </a:lnTo>
                    <a:lnTo>
                      <a:pt x="114" y="342"/>
                    </a:lnTo>
                    <a:lnTo>
                      <a:pt x="108" y="336"/>
                    </a:lnTo>
                    <a:lnTo>
                      <a:pt x="108" y="324"/>
                    </a:lnTo>
                    <a:lnTo>
                      <a:pt x="102" y="324"/>
                    </a:lnTo>
                    <a:lnTo>
                      <a:pt x="84" y="342"/>
                    </a:lnTo>
                    <a:lnTo>
                      <a:pt x="84" y="360"/>
                    </a:lnTo>
                    <a:lnTo>
                      <a:pt x="90" y="372"/>
                    </a:lnTo>
                    <a:lnTo>
                      <a:pt x="90" y="390"/>
                    </a:lnTo>
                    <a:lnTo>
                      <a:pt x="84" y="396"/>
                    </a:lnTo>
                    <a:lnTo>
                      <a:pt x="72" y="402"/>
                    </a:lnTo>
                    <a:lnTo>
                      <a:pt x="66" y="414"/>
                    </a:lnTo>
                    <a:lnTo>
                      <a:pt x="66" y="426"/>
                    </a:lnTo>
                    <a:lnTo>
                      <a:pt x="72" y="438"/>
                    </a:lnTo>
                    <a:lnTo>
                      <a:pt x="72" y="450"/>
                    </a:lnTo>
                    <a:lnTo>
                      <a:pt x="78" y="456"/>
                    </a:lnTo>
                    <a:lnTo>
                      <a:pt x="78" y="492"/>
                    </a:lnTo>
                    <a:lnTo>
                      <a:pt x="72" y="504"/>
                    </a:lnTo>
                    <a:lnTo>
                      <a:pt x="72" y="516"/>
                    </a:lnTo>
                    <a:lnTo>
                      <a:pt x="66" y="522"/>
                    </a:lnTo>
                    <a:lnTo>
                      <a:pt x="54" y="522"/>
                    </a:lnTo>
                    <a:lnTo>
                      <a:pt x="48" y="528"/>
                    </a:lnTo>
                    <a:lnTo>
                      <a:pt x="42" y="522"/>
                    </a:lnTo>
                    <a:lnTo>
                      <a:pt x="6" y="522"/>
                    </a:lnTo>
                    <a:lnTo>
                      <a:pt x="12" y="546"/>
                    </a:lnTo>
                    <a:lnTo>
                      <a:pt x="6" y="552"/>
                    </a:lnTo>
                    <a:lnTo>
                      <a:pt x="0" y="564"/>
                    </a:lnTo>
                    <a:lnTo>
                      <a:pt x="0" y="576"/>
                    </a:lnTo>
                    <a:lnTo>
                      <a:pt x="6" y="576"/>
                    </a:lnTo>
                    <a:lnTo>
                      <a:pt x="18" y="582"/>
                    </a:lnTo>
                    <a:lnTo>
                      <a:pt x="42" y="582"/>
                    </a:lnTo>
                    <a:lnTo>
                      <a:pt x="48" y="588"/>
                    </a:lnTo>
                    <a:lnTo>
                      <a:pt x="60" y="594"/>
                    </a:lnTo>
                    <a:lnTo>
                      <a:pt x="66" y="606"/>
                    </a:lnTo>
                    <a:lnTo>
                      <a:pt x="78" y="612"/>
                    </a:lnTo>
                    <a:lnTo>
                      <a:pt x="78" y="630"/>
                    </a:lnTo>
                    <a:lnTo>
                      <a:pt x="84" y="6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0" name="Estonia" descr="© INSCALE GmbH, 05.05.2010&#10;http://www.presentationload.com/">
                <a:extLst>
                  <a:ext uri="{FF2B5EF4-FFF2-40B4-BE49-F238E27FC236}">
                    <a16:creationId xmlns:a16="http://schemas.microsoft.com/office/drawing/2014/main" id="{00D11845-180D-E556-4AB3-1DDF904CC558}"/>
                  </a:ext>
                </a:extLst>
              </p:cNvPr>
              <p:cNvSpPr>
                <a:spLocks noEditPoints="1"/>
              </p:cNvSpPr>
              <p:nvPr/>
            </p:nvSpPr>
            <p:spPr bwMode="gray">
              <a:xfrm>
                <a:off x="4763115" y="1418872"/>
                <a:ext cx="131932" cy="59295"/>
              </a:xfrm>
              <a:custGeom>
                <a:avLst/>
                <a:gdLst>
                  <a:gd name="T0" fmla="*/ 2147483647 w 348"/>
                  <a:gd name="T1" fmla="*/ 2147483647 h 156"/>
                  <a:gd name="T2" fmla="*/ 2147483647 w 348"/>
                  <a:gd name="T3" fmla="*/ 2147483647 h 156"/>
                  <a:gd name="T4" fmla="*/ 2147483647 w 348"/>
                  <a:gd name="T5" fmla="*/ 2147483647 h 156"/>
                  <a:gd name="T6" fmla="*/ 2147483647 w 348"/>
                  <a:gd name="T7" fmla="*/ 2147483647 h 156"/>
                  <a:gd name="T8" fmla="*/ 2147483647 w 348"/>
                  <a:gd name="T9" fmla="*/ 2147483647 h 156"/>
                  <a:gd name="T10" fmla="*/ 2147483647 w 348"/>
                  <a:gd name="T11" fmla="*/ 2147483647 h 156"/>
                  <a:gd name="T12" fmla="*/ 2147483647 w 348"/>
                  <a:gd name="T13" fmla="*/ 2147483647 h 156"/>
                  <a:gd name="T14" fmla="*/ 2147483647 w 348"/>
                  <a:gd name="T15" fmla="*/ 0 h 156"/>
                  <a:gd name="T16" fmla="*/ 2147483647 w 348"/>
                  <a:gd name="T17" fmla="*/ 2147483647 h 156"/>
                  <a:gd name="T18" fmla="*/ 2147483647 w 348"/>
                  <a:gd name="T19" fmla="*/ 2147483647 h 156"/>
                  <a:gd name="T20" fmla="*/ 2147483647 w 348"/>
                  <a:gd name="T21" fmla="*/ 2147483647 h 156"/>
                  <a:gd name="T22" fmla="*/ 2147483647 w 348"/>
                  <a:gd name="T23" fmla="*/ 2147483647 h 156"/>
                  <a:gd name="T24" fmla="*/ 2147483647 w 348"/>
                  <a:gd name="T25" fmla="*/ 2147483647 h 156"/>
                  <a:gd name="T26" fmla="*/ 2147483647 w 348"/>
                  <a:gd name="T27" fmla="*/ 2147483647 h 156"/>
                  <a:gd name="T28" fmla="*/ 2147483647 w 348"/>
                  <a:gd name="T29" fmla="*/ 2147483647 h 156"/>
                  <a:gd name="T30" fmla="*/ 2147483647 w 348"/>
                  <a:gd name="T31" fmla="*/ 2147483647 h 156"/>
                  <a:gd name="T32" fmla="*/ 2147483647 w 348"/>
                  <a:gd name="T33" fmla="*/ 2147483647 h 156"/>
                  <a:gd name="T34" fmla="*/ 2147483647 w 348"/>
                  <a:gd name="T35" fmla="*/ 2147483647 h 156"/>
                  <a:gd name="T36" fmla="*/ 2147483647 w 348"/>
                  <a:gd name="T37" fmla="*/ 2147483647 h 156"/>
                  <a:gd name="T38" fmla="*/ 2147483647 w 348"/>
                  <a:gd name="T39" fmla="*/ 2147483647 h 156"/>
                  <a:gd name="T40" fmla="*/ 2147483647 w 348"/>
                  <a:gd name="T41" fmla="*/ 2147483647 h 156"/>
                  <a:gd name="T42" fmla="*/ 2147483647 w 348"/>
                  <a:gd name="T43" fmla="*/ 2147483647 h 156"/>
                  <a:gd name="T44" fmla="*/ 2147483647 w 348"/>
                  <a:gd name="T45" fmla="*/ 2147483647 h 156"/>
                  <a:gd name="T46" fmla="*/ 2147483647 w 348"/>
                  <a:gd name="T47" fmla="*/ 2147483647 h 156"/>
                  <a:gd name="T48" fmla="*/ 0 w 348"/>
                  <a:gd name="T49" fmla="*/ 2147483647 h 156"/>
                  <a:gd name="T50" fmla="*/ 2147483647 w 348"/>
                  <a:gd name="T51" fmla="*/ 2147483647 h 156"/>
                  <a:gd name="T52" fmla="*/ 2147483647 w 348"/>
                  <a:gd name="T53" fmla="*/ 2147483647 h 156"/>
                  <a:gd name="T54" fmla="*/ 2147483647 w 348"/>
                  <a:gd name="T55" fmla="*/ 2147483647 h 156"/>
                  <a:gd name="T56" fmla="*/ 2147483647 w 348"/>
                  <a:gd name="T57" fmla="*/ 2147483647 h 156"/>
                  <a:gd name="T58" fmla="*/ 2147483647 w 348"/>
                  <a:gd name="T59" fmla="*/ 2147483647 h 156"/>
                  <a:gd name="T60" fmla="*/ 2147483647 w 348"/>
                  <a:gd name="T61" fmla="*/ 2147483647 h 156"/>
                  <a:gd name="T62" fmla="*/ 2147483647 w 348"/>
                  <a:gd name="T63" fmla="*/ 2147483647 h 156"/>
                  <a:gd name="T64" fmla="*/ 2147483647 w 348"/>
                  <a:gd name="T65" fmla="*/ 2147483647 h 156"/>
                  <a:gd name="T66" fmla="*/ 2147483647 w 348"/>
                  <a:gd name="T67" fmla="*/ 2147483647 h 156"/>
                  <a:gd name="T68" fmla="*/ 2147483647 w 348"/>
                  <a:gd name="T69" fmla="*/ 2147483647 h 156"/>
                  <a:gd name="T70" fmla="*/ 2147483647 w 348"/>
                  <a:gd name="T71" fmla="*/ 2147483647 h 15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348"/>
                  <a:gd name="T109" fmla="*/ 0 h 156"/>
                  <a:gd name="T110" fmla="*/ 348 w 348"/>
                  <a:gd name="T111" fmla="*/ 156 h 15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348" h="156">
                    <a:moveTo>
                      <a:pt x="336" y="114"/>
                    </a:moveTo>
                    <a:lnTo>
                      <a:pt x="324" y="108"/>
                    </a:lnTo>
                    <a:lnTo>
                      <a:pt x="336" y="84"/>
                    </a:lnTo>
                    <a:lnTo>
                      <a:pt x="318" y="78"/>
                    </a:lnTo>
                    <a:lnTo>
                      <a:pt x="318" y="60"/>
                    </a:lnTo>
                    <a:lnTo>
                      <a:pt x="330" y="48"/>
                    </a:lnTo>
                    <a:lnTo>
                      <a:pt x="336" y="48"/>
                    </a:lnTo>
                    <a:lnTo>
                      <a:pt x="342" y="42"/>
                    </a:lnTo>
                    <a:lnTo>
                      <a:pt x="336" y="30"/>
                    </a:lnTo>
                    <a:lnTo>
                      <a:pt x="342" y="18"/>
                    </a:lnTo>
                    <a:lnTo>
                      <a:pt x="330" y="12"/>
                    </a:lnTo>
                    <a:lnTo>
                      <a:pt x="312" y="12"/>
                    </a:lnTo>
                    <a:lnTo>
                      <a:pt x="294" y="6"/>
                    </a:lnTo>
                    <a:lnTo>
                      <a:pt x="276" y="6"/>
                    </a:lnTo>
                    <a:lnTo>
                      <a:pt x="264" y="0"/>
                    </a:lnTo>
                    <a:lnTo>
                      <a:pt x="204" y="0"/>
                    </a:lnTo>
                    <a:lnTo>
                      <a:pt x="192" y="6"/>
                    </a:lnTo>
                    <a:lnTo>
                      <a:pt x="156" y="6"/>
                    </a:lnTo>
                    <a:lnTo>
                      <a:pt x="150" y="12"/>
                    </a:lnTo>
                    <a:lnTo>
                      <a:pt x="126" y="24"/>
                    </a:lnTo>
                    <a:lnTo>
                      <a:pt x="108" y="30"/>
                    </a:lnTo>
                    <a:lnTo>
                      <a:pt x="96" y="36"/>
                    </a:lnTo>
                    <a:lnTo>
                      <a:pt x="90" y="36"/>
                    </a:lnTo>
                    <a:lnTo>
                      <a:pt x="84" y="42"/>
                    </a:lnTo>
                    <a:lnTo>
                      <a:pt x="84" y="48"/>
                    </a:lnTo>
                    <a:lnTo>
                      <a:pt x="90" y="60"/>
                    </a:lnTo>
                    <a:lnTo>
                      <a:pt x="90" y="72"/>
                    </a:lnTo>
                    <a:lnTo>
                      <a:pt x="96" y="78"/>
                    </a:lnTo>
                    <a:lnTo>
                      <a:pt x="96" y="84"/>
                    </a:lnTo>
                    <a:lnTo>
                      <a:pt x="150" y="90"/>
                    </a:lnTo>
                    <a:lnTo>
                      <a:pt x="138" y="126"/>
                    </a:lnTo>
                    <a:lnTo>
                      <a:pt x="150" y="126"/>
                    </a:lnTo>
                    <a:lnTo>
                      <a:pt x="180" y="114"/>
                    </a:lnTo>
                    <a:lnTo>
                      <a:pt x="210" y="114"/>
                    </a:lnTo>
                    <a:lnTo>
                      <a:pt x="234" y="126"/>
                    </a:lnTo>
                    <a:lnTo>
                      <a:pt x="240" y="132"/>
                    </a:lnTo>
                    <a:lnTo>
                      <a:pt x="252" y="138"/>
                    </a:lnTo>
                    <a:lnTo>
                      <a:pt x="270" y="156"/>
                    </a:lnTo>
                    <a:lnTo>
                      <a:pt x="288" y="156"/>
                    </a:lnTo>
                    <a:lnTo>
                      <a:pt x="294" y="150"/>
                    </a:lnTo>
                    <a:lnTo>
                      <a:pt x="312" y="150"/>
                    </a:lnTo>
                    <a:lnTo>
                      <a:pt x="318" y="156"/>
                    </a:lnTo>
                    <a:lnTo>
                      <a:pt x="330" y="156"/>
                    </a:lnTo>
                    <a:lnTo>
                      <a:pt x="330" y="144"/>
                    </a:lnTo>
                    <a:lnTo>
                      <a:pt x="348" y="132"/>
                    </a:lnTo>
                    <a:lnTo>
                      <a:pt x="336" y="114"/>
                    </a:lnTo>
                    <a:close/>
                    <a:moveTo>
                      <a:pt x="36" y="78"/>
                    </a:moveTo>
                    <a:lnTo>
                      <a:pt x="6" y="78"/>
                    </a:lnTo>
                    <a:lnTo>
                      <a:pt x="0" y="84"/>
                    </a:lnTo>
                    <a:lnTo>
                      <a:pt x="0" y="102"/>
                    </a:lnTo>
                    <a:lnTo>
                      <a:pt x="6" y="108"/>
                    </a:lnTo>
                    <a:lnTo>
                      <a:pt x="18" y="132"/>
                    </a:lnTo>
                    <a:lnTo>
                      <a:pt x="24" y="126"/>
                    </a:lnTo>
                    <a:lnTo>
                      <a:pt x="30" y="114"/>
                    </a:lnTo>
                    <a:lnTo>
                      <a:pt x="42" y="108"/>
                    </a:lnTo>
                    <a:lnTo>
                      <a:pt x="54" y="108"/>
                    </a:lnTo>
                    <a:lnTo>
                      <a:pt x="60" y="102"/>
                    </a:lnTo>
                    <a:lnTo>
                      <a:pt x="72" y="96"/>
                    </a:lnTo>
                    <a:lnTo>
                      <a:pt x="78" y="90"/>
                    </a:lnTo>
                    <a:lnTo>
                      <a:pt x="72" y="72"/>
                    </a:lnTo>
                    <a:lnTo>
                      <a:pt x="36" y="78"/>
                    </a:lnTo>
                    <a:close/>
                    <a:moveTo>
                      <a:pt x="36" y="66"/>
                    </a:moveTo>
                    <a:lnTo>
                      <a:pt x="48" y="66"/>
                    </a:lnTo>
                    <a:lnTo>
                      <a:pt x="54" y="54"/>
                    </a:lnTo>
                    <a:lnTo>
                      <a:pt x="60" y="48"/>
                    </a:lnTo>
                    <a:lnTo>
                      <a:pt x="60" y="42"/>
                    </a:lnTo>
                    <a:lnTo>
                      <a:pt x="54" y="36"/>
                    </a:lnTo>
                    <a:lnTo>
                      <a:pt x="48" y="36"/>
                    </a:lnTo>
                    <a:lnTo>
                      <a:pt x="36" y="42"/>
                    </a:lnTo>
                    <a:lnTo>
                      <a:pt x="30" y="48"/>
                    </a:lnTo>
                    <a:lnTo>
                      <a:pt x="24" y="60"/>
                    </a:lnTo>
                    <a:lnTo>
                      <a:pt x="30" y="66"/>
                    </a:lnTo>
                    <a:lnTo>
                      <a:pt x="36" y="6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1" name="Eritrea" descr="© INSCALE GmbH, 05.05.2010&#10;http://www.presentationload.com/">
                <a:extLst>
                  <a:ext uri="{FF2B5EF4-FFF2-40B4-BE49-F238E27FC236}">
                    <a16:creationId xmlns:a16="http://schemas.microsoft.com/office/drawing/2014/main" id="{8A545772-C947-7A75-D07E-CA2077599B21}"/>
                  </a:ext>
                </a:extLst>
              </p:cNvPr>
              <p:cNvSpPr>
                <a:spLocks/>
              </p:cNvSpPr>
              <p:nvPr/>
            </p:nvSpPr>
            <p:spPr bwMode="gray">
              <a:xfrm>
                <a:off x="5209310" y="2667033"/>
                <a:ext cx="182333" cy="173438"/>
              </a:xfrm>
              <a:custGeom>
                <a:avLst/>
                <a:gdLst>
                  <a:gd name="T0" fmla="*/ 2147483647 w 480"/>
                  <a:gd name="T1" fmla="*/ 2147483647 h 456"/>
                  <a:gd name="T2" fmla="*/ 2147483647 w 480"/>
                  <a:gd name="T3" fmla="*/ 2147483647 h 456"/>
                  <a:gd name="T4" fmla="*/ 2147483647 w 480"/>
                  <a:gd name="T5" fmla="*/ 2147483647 h 456"/>
                  <a:gd name="T6" fmla="*/ 2147483647 w 480"/>
                  <a:gd name="T7" fmla="*/ 2147483647 h 456"/>
                  <a:gd name="T8" fmla="*/ 2147483647 w 480"/>
                  <a:gd name="T9" fmla="*/ 2147483647 h 456"/>
                  <a:gd name="T10" fmla="*/ 2147483647 w 480"/>
                  <a:gd name="T11" fmla="*/ 2147483647 h 456"/>
                  <a:gd name="T12" fmla="*/ 2147483647 w 480"/>
                  <a:gd name="T13" fmla="*/ 2147483647 h 456"/>
                  <a:gd name="T14" fmla="*/ 2147483647 w 480"/>
                  <a:gd name="T15" fmla="*/ 2147483647 h 456"/>
                  <a:gd name="T16" fmla="*/ 0 w 480"/>
                  <a:gd name="T17" fmla="*/ 2147483647 h 456"/>
                  <a:gd name="T18" fmla="*/ 2147483647 w 480"/>
                  <a:gd name="T19" fmla="*/ 2147483647 h 456"/>
                  <a:gd name="T20" fmla="*/ 2147483647 w 480"/>
                  <a:gd name="T21" fmla="*/ 2147483647 h 456"/>
                  <a:gd name="T22" fmla="*/ 2147483647 w 480"/>
                  <a:gd name="T23" fmla="*/ 2147483647 h 456"/>
                  <a:gd name="T24" fmla="*/ 2147483647 w 480"/>
                  <a:gd name="T25" fmla="*/ 2147483647 h 456"/>
                  <a:gd name="T26" fmla="*/ 2147483647 w 480"/>
                  <a:gd name="T27" fmla="*/ 2147483647 h 456"/>
                  <a:gd name="T28" fmla="*/ 2147483647 w 480"/>
                  <a:gd name="T29" fmla="*/ 2147483647 h 456"/>
                  <a:gd name="T30" fmla="*/ 2147483647 w 480"/>
                  <a:gd name="T31" fmla="*/ 2147483647 h 456"/>
                  <a:gd name="T32" fmla="*/ 2147483647 w 480"/>
                  <a:gd name="T33" fmla="*/ 2147483647 h 456"/>
                  <a:gd name="T34" fmla="*/ 2147483647 w 480"/>
                  <a:gd name="T35" fmla="*/ 2147483647 h 456"/>
                  <a:gd name="T36" fmla="*/ 2147483647 w 480"/>
                  <a:gd name="T37" fmla="*/ 2147483647 h 456"/>
                  <a:gd name="T38" fmla="*/ 2147483647 w 480"/>
                  <a:gd name="T39" fmla="*/ 2147483647 h 456"/>
                  <a:gd name="T40" fmla="*/ 2147483647 w 480"/>
                  <a:gd name="T41" fmla="*/ 2147483647 h 456"/>
                  <a:gd name="T42" fmla="*/ 2147483647 w 480"/>
                  <a:gd name="T43" fmla="*/ 2147483647 h 456"/>
                  <a:gd name="T44" fmla="*/ 2147483647 w 480"/>
                  <a:gd name="T45" fmla="*/ 2147483647 h 456"/>
                  <a:gd name="T46" fmla="*/ 2147483647 w 480"/>
                  <a:gd name="T47" fmla="*/ 2147483647 h 456"/>
                  <a:gd name="T48" fmla="*/ 2147483647 w 480"/>
                  <a:gd name="T49" fmla="*/ 2147483647 h 456"/>
                  <a:gd name="T50" fmla="*/ 2147483647 w 480"/>
                  <a:gd name="T51" fmla="*/ 2147483647 h 456"/>
                  <a:gd name="T52" fmla="*/ 2147483647 w 480"/>
                  <a:gd name="T53" fmla="*/ 2147483647 h 456"/>
                  <a:gd name="T54" fmla="*/ 2147483647 w 480"/>
                  <a:gd name="T55" fmla="*/ 2147483647 h 456"/>
                  <a:gd name="T56" fmla="*/ 2147483647 w 480"/>
                  <a:gd name="T57" fmla="*/ 2147483647 h 456"/>
                  <a:gd name="T58" fmla="*/ 2147483647 w 480"/>
                  <a:gd name="T59" fmla="*/ 2147483647 h 456"/>
                  <a:gd name="T60" fmla="*/ 2147483647 w 480"/>
                  <a:gd name="T61" fmla="*/ 2147483647 h 456"/>
                  <a:gd name="T62" fmla="*/ 2147483647 w 480"/>
                  <a:gd name="T63" fmla="*/ 2147483647 h 456"/>
                  <a:gd name="T64" fmla="*/ 2147483647 w 480"/>
                  <a:gd name="T65" fmla="*/ 2147483647 h 456"/>
                  <a:gd name="T66" fmla="*/ 2147483647 w 480"/>
                  <a:gd name="T67" fmla="*/ 2147483647 h 456"/>
                  <a:gd name="T68" fmla="*/ 2147483647 w 480"/>
                  <a:gd name="T69" fmla="*/ 2147483647 h 456"/>
                  <a:gd name="T70" fmla="*/ 2147483647 w 480"/>
                  <a:gd name="T71" fmla="*/ 2147483647 h 456"/>
                  <a:gd name="T72" fmla="*/ 2147483647 w 480"/>
                  <a:gd name="T73" fmla="*/ 2147483647 h 456"/>
                  <a:gd name="T74" fmla="*/ 2147483647 w 480"/>
                  <a:gd name="T75" fmla="*/ 2147483647 h 456"/>
                  <a:gd name="T76" fmla="*/ 2147483647 w 480"/>
                  <a:gd name="T77" fmla="*/ 2147483647 h 456"/>
                  <a:gd name="T78" fmla="*/ 2147483647 w 480"/>
                  <a:gd name="T79" fmla="*/ 2147483647 h 456"/>
                  <a:gd name="T80" fmla="*/ 2147483647 w 480"/>
                  <a:gd name="T81" fmla="*/ 2147483647 h 456"/>
                  <a:gd name="T82" fmla="*/ 2147483647 w 480"/>
                  <a:gd name="T83" fmla="*/ 2147483647 h 456"/>
                  <a:gd name="T84" fmla="*/ 2147483647 w 480"/>
                  <a:gd name="T85" fmla="*/ 2147483647 h 456"/>
                  <a:gd name="T86" fmla="*/ 2147483647 w 480"/>
                  <a:gd name="T87" fmla="*/ 2147483647 h 456"/>
                  <a:gd name="T88" fmla="*/ 2147483647 w 480"/>
                  <a:gd name="T89" fmla="*/ 2147483647 h 456"/>
                  <a:gd name="T90" fmla="*/ 2147483647 w 480"/>
                  <a:gd name="T91" fmla="*/ 2147483647 h 456"/>
                  <a:gd name="T92" fmla="*/ 2147483647 w 480"/>
                  <a:gd name="T93" fmla="*/ 2147483647 h 456"/>
                  <a:gd name="T94" fmla="*/ 2147483647 w 480"/>
                  <a:gd name="T95" fmla="*/ 2147483647 h 456"/>
                  <a:gd name="T96" fmla="*/ 2147483647 w 480"/>
                  <a:gd name="T97" fmla="*/ 0 h 456"/>
                  <a:gd name="T98" fmla="*/ 2147483647 w 480"/>
                  <a:gd name="T99" fmla="*/ 2147483647 h 456"/>
                  <a:gd name="T100" fmla="*/ 2147483647 w 480"/>
                  <a:gd name="T101" fmla="*/ 2147483647 h 456"/>
                  <a:gd name="T102" fmla="*/ 2147483647 w 480"/>
                  <a:gd name="T103" fmla="*/ 2147483647 h 45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80"/>
                  <a:gd name="T157" fmla="*/ 0 h 456"/>
                  <a:gd name="T158" fmla="*/ 480 w 480"/>
                  <a:gd name="T159" fmla="*/ 456 h 45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80" h="456">
                    <a:moveTo>
                      <a:pt x="78" y="54"/>
                    </a:moveTo>
                    <a:lnTo>
                      <a:pt x="78" y="66"/>
                    </a:lnTo>
                    <a:lnTo>
                      <a:pt x="72" y="72"/>
                    </a:lnTo>
                    <a:lnTo>
                      <a:pt x="72" y="78"/>
                    </a:lnTo>
                    <a:lnTo>
                      <a:pt x="66" y="84"/>
                    </a:lnTo>
                    <a:lnTo>
                      <a:pt x="48" y="84"/>
                    </a:lnTo>
                    <a:lnTo>
                      <a:pt x="48" y="102"/>
                    </a:lnTo>
                    <a:lnTo>
                      <a:pt x="42" y="108"/>
                    </a:lnTo>
                    <a:lnTo>
                      <a:pt x="30" y="108"/>
                    </a:lnTo>
                    <a:lnTo>
                      <a:pt x="30" y="120"/>
                    </a:lnTo>
                    <a:lnTo>
                      <a:pt x="36" y="126"/>
                    </a:lnTo>
                    <a:lnTo>
                      <a:pt x="36" y="168"/>
                    </a:lnTo>
                    <a:lnTo>
                      <a:pt x="30" y="180"/>
                    </a:lnTo>
                    <a:lnTo>
                      <a:pt x="24" y="186"/>
                    </a:lnTo>
                    <a:lnTo>
                      <a:pt x="18" y="186"/>
                    </a:lnTo>
                    <a:lnTo>
                      <a:pt x="18" y="222"/>
                    </a:lnTo>
                    <a:lnTo>
                      <a:pt x="12" y="222"/>
                    </a:lnTo>
                    <a:lnTo>
                      <a:pt x="0" y="228"/>
                    </a:lnTo>
                    <a:lnTo>
                      <a:pt x="0" y="246"/>
                    </a:lnTo>
                    <a:lnTo>
                      <a:pt x="6" y="252"/>
                    </a:lnTo>
                    <a:lnTo>
                      <a:pt x="12" y="300"/>
                    </a:lnTo>
                    <a:lnTo>
                      <a:pt x="48" y="300"/>
                    </a:lnTo>
                    <a:lnTo>
                      <a:pt x="54" y="294"/>
                    </a:lnTo>
                    <a:lnTo>
                      <a:pt x="54" y="288"/>
                    </a:lnTo>
                    <a:lnTo>
                      <a:pt x="60" y="288"/>
                    </a:lnTo>
                    <a:lnTo>
                      <a:pt x="66" y="294"/>
                    </a:lnTo>
                    <a:lnTo>
                      <a:pt x="66" y="300"/>
                    </a:lnTo>
                    <a:lnTo>
                      <a:pt x="84" y="318"/>
                    </a:lnTo>
                    <a:lnTo>
                      <a:pt x="96" y="306"/>
                    </a:lnTo>
                    <a:lnTo>
                      <a:pt x="96" y="294"/>
                    </a:lnTo>
                    <a:lnTo>
                      <a:pt x="102" y="276"/>
                    </a:lnTo>
                    <a:lnTo>
                      <a:pt x="108" y="264"/>
                    </a:lnTo>
                    <a:lnTo>
                      <a:pt x="108" y="252"/>
                    </a:lnTo>
                    <a:lnTo>
                      <a:pt x="120" y="258"/>
                    </a:lnTo>
                    <a:lnTo>
                      <a:pt x="132" y="270"/>
                    </a:lnTo>
                    <a:lnTo>
                      <a:pt x="138" y="270"/>
                    </a:lnTo>
                    <a:lnTo>
                      <a:pt x="144" y="276"/>
                    </a:lnTo>
                    <a:lnTo>
                      <a:pt x="150" y="288"/>
                    </a:lnTo>
                    <a:lnTo>
                      <a:pt x="180" y="288"/>
                    </a:lnTo>
                    <a:lnTo>
                      <a:pt x="186" y="276"/>
                    </a:lnTo>
                    <a:lnTo>
                      <a:pt x="192" y="270"/>
                    </a:lnTo>
                    <a:lnTo>
                      <a:pt x="198" y="276"/>
                    </a:lnTo>
                    <a:lnTo>
                      <a:pt x="198" y="288"/>
                    </a:lnTo>
                    <a:lnTo>
                      <a:pt x="210" y="288"/>
                    </a:lnTo>
                    <a:lnTo>
                      <a:pt x="222" y="282"/>
                    </a:lnTo>
                    <a:lnTo>
                      <a:pt x="240" y="282"/>
                    </a:lnTo>
                    <a:lnTo>
                      <a:pt x="246" y="288"/>
                    </a:lnTo>
                    <a:lnTo>
                      <a:pt x="276" y="288"/>
                    </a:lnTo>
                    <a:lnTo>
                      <a:pt x="294" y="312"/>
                    </a:lnTo>
                    <a:lnTo>
                      <a:pt x="306" y="312"/>
                    </a:lnTo>
                    <a:lnTo>
                      <a:pt x="312" y="318"/>
                    </a:lnTo>
                    <a:lnTo>
                      <a:pt x="324" y="324"/>
                    </a:lnTo>
                    <a:lnTo>
                      <a:pt x="348" y="360"/>
                    </a:lnTo>
                    <a:lnTo>
                      <a:pt x="354" y="366"/>
                    </a:lnTo>
                    <a:lnTo>
                      <a:pt x="378" y="378"/>
                    </a:lnTo>
                    <a:lnTo>
                      <a:pt x="390" y="390"/>
                    </a:lnTo>
                    <a:lnTo>
                      <a:pt x="390" y="414"/>
                    </a:lnTo>
                    <a:lnTo>
                      <a:pt x="396" y="420"/>
                    </a:lnTo>
                    <a:lnTo>
                      <a:pt x="408" y="426"/>
                    </a:lnTo>
                    <a:lnTo>
                      <a:pt x="420" y="426"/>
                    </a:lnTo>
                    <a:lnTo>
                      <a:pt x="432" y="444"/>
                    </a:lnTo>
                    <a:lnTo>
                      <a:pt x="456" y="456"/>
                    </a:lnTo>
                    <a:lnTo>
                      <a:pt x="468" y="438"/>
                    </a:lnTo>
                    <a:lnTo>
                      <a:pt x="480" y="432"/>
                    </a:lnTo>
                    <a:lnTo>
                      <a:pt x="474" y="420"/>
                    </a:lnTo>
                    <a:lnTo>
                      <a:pt x="456" y="402"/>
                    </a:lnTo>
                    <a:lnTo>
                      <a:pt x="432" y="402"/>
                    </a:lnTo>
                    <a:lnTo>
                      <a:pt x="426" y="396"/>
                    </a:lnTo>
                    <a:lnTo>
                      <a:pt x="426" y="360"/>
                    </a:lnTo>
                    <a:lnTo>
                      <a:pt x="420" y="360"/>
                    </a:lnTo>
                    <a:lnTo>
                      <a:pt x="414" y="354"/>
                    </a:lnTo>
                    <a:lnTo>
                      <a:pt x="366" y="330"/>
                    </a:lnTo>
                    <a:lnTo>
                      <a:pt x="360" y="324"/>
                    </a:lnTo>
                    <a:lnTo>
                      <a:pt x="360" y="312"/>
                    </a:lnTo>
                    <a:lnTo>
                      <a:pt x="354" y="300"/>
                    </a:lnTo>
                    <a:lnTo>
                      <a:pt x="354" y="288"/>
                    </a:lnTo>
                    <a:lnTo>
                      <a:pt x="348" y="276"/>
                    </a:lnTo>
                    <a:lnTo>
                      <a:pt x="348" y="270"/>
                    </a:lnTo>
                    <a:lnTo>
                      <a:pt x="336" y="270"/>
                    </a:lnTo>
                    <a:lnTo>
                      <a:pt x="324" y="264"/>
                    </a:lnTo>
                    <a:lnTo>
                      <a:pt x="306" y="264"/>
                    </a:lnTo>
                    <a:lnTo>
                      <a:pt x="282" y="240"/>
                    </a:lnTo>
                    <a:lnTo>
                      <a:pt x="264" y="246"/>
                    </a:lnTo>
                    <a:lnTo>
                      <a:pt x="252" y="228"/>
                    </a:lnTo>
                    <a:lnTo>
                      <a:pt x="234" y="222"/>
                    </a:lnTo>
                    <a:lnTo>
                      <a:pt x="216" y="204"/>
                    </a:lnTo>
                    <a:lnTo>
                      <a:pt x="210" y="192"/>
                    </a:lnTo>
                    <a:lnTo>
                      <a:pt x="204" y="186"/>
                    </a:lnTo>
                    <a:lnTo>
                      <a:pt x="198" y="174"/>
                    </a:lnTo>
                    <a:lnTo>
                      <a:pt x="198" y="114"/>
                    </a:lnTo>
                    <a:lnTo>
                      <a:pt x="192" y="90"/>
                    </a:lnTo>
                    <a:lnTo>
                      <a:pt x="186" y="78"/>
                    </a:lnTo>
                    <a:lnTo>
                      <a:pt x="180" y="60"/>
                    </a:lnTo>
                    <a:lnTo>
                      <a:pt x="168" y="42"/>
                    </a:lnTo>
                    <a:lnTo>
                      <a:pt x="162" y="24"/>
                    </a:lnTo>
                    <a:lnTo>
                      <a:pt x="156" y="12"/>
                    </a:lnTo>
                    <a:lnTo>
                      <a:pt x="150" y="6"/>
                    </a:lnTo>
                    <a:lnTo>
                      <a:pt x="150" y="0"/>
                    </a:lnTo>
                    <a:lnTo>
                      <a:pt x="144" y="0"/>
                    </a:lnTo>
                    <a:lnTo>
                      <a:pt x="144" y="12"/>
                    </a:lnTo>
                    <a:lnTo>
                      <a:pt x="132" y="36"/>
                    </a:lnTo>
                    <a:lnTo>
                      <a:pt x="108" y="48"/>
                    </a:lnTo>
                    <a:lnTo>
                      <a:pt x="90" y="54"/>
                    </a:lnTo>
                    <a:lnTo>
                      <a:pt x="78" y="5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2" name="Equatorial Guinea" descr="© INSCALE GmbH, 05.05.2010&#10;http://www.presentationload.com/">
                <a:extLst>
                  <a:ext uri="{FF2B5EF4-FFF2-40B4-BE49-F238E27FC236}">
                    <a16:creationId xmlns:a16="http://schemas.microsoft.com/office/drawing/2014/main" id="{DC9C453C-7C03-E4BD-5862-E4C9918854C5}"/>
                  </a:ext>
                </a:extLst>
              </p:cNvPr>
              <p:cNvSpPr>
                <a:spLocks/>
              </p:cNvSpPr>
              <p:nvPr/>
            </p:nvSpPr>
            <p:spPr bwMode="gray">
              <a:xfrm>
                <a:off x="4485913" y="3147325"/>
                <a:ext cx="54848" cy="41506"/>
              </a:xfrm>
              <a:custGeom>
                <a:avLst/>
                <a:gdLst>
                  <a:gd name="T0" fmla="*/ 2147483647 w 144"/>
                  <a:gd name="T1" fmla="*/ 2147483647 h 108"/>
                  <a:gd name="T2" fmla="*/ 2147483647 w 144"/>
                  <a:gd name="T3" fmla="*/ 2147483647 h 108"/>
                  <a:gd name="T4" fmla="*/ 2147483647 w 144"/>
                  <a:gd name="T5" fmla="*/ 2147483647 h 108"/>
                  <a:gd name="T6" fmla="*/ 2147483647 w 144"/>
                  <a:gd name="T7" fmla="*/ 0 h 108"/>
                  <a:gd name="T8" fmla="*/ 2147483647 w 144"/>
                  <a:gd name="T9" fmla="*/ 2147483647 h 108"/>
                  <a:gd name="T10" fmla="*/ 2147483647 w 144"/>
                  <a:gd name="T11" fmla="*/ 2147483647 h 108"/>
                  <a:gd name="T12" fmla="*/ 2147483647 w 144"/>
                  <a:gd name="T13" fmla="*/ 2147483647 h 108"/>
                  <a:gd name="T14" fmla="*/ 2147483647 w 144"/>
                  <a:gd name="T15" fmla="*/ 2147483647 h 108"/>
                  <a:gd name="T16" fmla="*/ 2147483647 w 144"/>
                  <a:gd name="T17" fmla="*/ 2147483647 h 108"/>
                  <a:gd name="T18" fmla="*/ 0 w 144"/>
                  <a:gd name="T19" fmla="*/ 2147483647 h 108"/>
                  <a:gd name="T20" fmla="*/ 0 w 144"/>
                  <a:gd name="T21" fmla="*/ 2147483647 h 108"/>
                  <a:gd name="T22" fmla="*/ 2147483647 w 144"/>
                  <a:gd name="T23" fmla="*/ 2147483647 h 108"/>
                  <a:gd name="T24" fmla="*/ 2147483647 w 144"/>
                  <a:gd name="T25" fmla="*/ 2147483647 h 108"/>
                  <a:gd name="T26" fmla="*/ 2147483647 w 144"/>
                  <a:gd name="T27" fmla="*/ 2147483647 h 108"/>
                  <a:gd name="T28" fmla="*/ 2147483647 w 144"/>
                  <a:gd name="T29" fmla="*/ 2147483647 h 108"/>
                  <a:gd name="T30" fmla="*/ 2147483647 w 144"/>
                  <a:gd name="T31" fmla="*/ 2147483647 h 108"/>
                  <a:gd name="T32" fmla="*/ 2147483647 w 144"/>
                  <a:gd name="T33" fmla="*/ 2147483647 h 108"/>
                  <a:gd name="T34" fmla="*/ 2147483647 w 144"/>
                  <a:gd name="T35" fmla="*/ 2147483647 h 108"/>
                  <a:gd name="T36" fmla="*/ 2147483647 w 144"/>
                  <a:gd name="T37" fmla="*/ 2147483647 h 108"/>
                  <a:gd name="T38" fmla="*/ 2147483647 w 144"/>
                  <a:gd name="T39" fmla="*/ 2147483647 h 10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44"/>
                  <a:gd name="T61" fmla="*/ 0 h 108"/>
                  <a:gd name="T62" fmla="*/ 144 w 144"/>
                  <a:gd name="T63" fmla="*/ 108 h 108"/>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44" h="108">
                    <a:moveTo>
                      <a:pt x="138" y="48"/>
                    </a:moveTo>
                    <a:lnTo>
                      <a:pt x="144" y="12"/>
                    </a:lnTo>
                    <a:lnTo>
                      <a:pt x="48" y="12"/>
                    </a:lnTo>
                    <a:lnTo>
                      <a:pt x="36" y="0"/>
                    </a:lnTo>
                    <a:lnTo>
                      <a:pt x="30" y="6"/>
                    </a:lnTo>
                    <a:lnTo>
                      <a:pt x="30" y="42"/>
                    </a:lnTo>
                    <a:lnTo>
                      <a:pt x="18" y="54"/>
                    </a:lnTo>
                    <a:lnTo>
                      <a:pt x="12" y="66"/>
                    </a:lnTo>
                    <a:lnTo>
                      <a:pt x="6" y="72"/>
                    </a:lnTo>
                    <a:lnTo>
                      <a:pt x="0" y="84"/>
                    </a:lnTo>
                    <a:lnTo>
                      <a:pt x="0" y="90"/>
                    </a:lnTo>
                    <a:lnTo>
                      <a:pt x="6" y="96"/>
                    </a:lnTo>
                    <a:lnTo>
                      <a:pt x="18" y="102"/>
                    </a:lnTo>
                    <a:lnTo>
                      <a:pt x="36" y="102"/>
                    </a:lnTo>
                    <a:lnTo>
                      <a:pt x="36" y="108"/>
                    </a:lnTo>
                    <a:lnTo>
                      <a:pt x="138" y="108"/>
                    </a:lnTo>
                    <a:lnTo>
                      <a:pt x="138" y="102"/>
                    </a:lnTo>
                    <a:lnTo>
                      <a:pt x="144" y="84"/>
                    </a:lnTo>
                    <a:lnTo>
                      <a:pt x="144" y="54"/>
                    </a:lnTo>
                    <a:lnTo>
                      <a:pt x="138" y="4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3" name="El Salvador" descr="© INSCALE GmbH, 05.05.2010&#10;http://www.presentationload.com/">
                <a:extLst>
                  <a:ext uri="{FF2B5EF4-FFF2-40B4-BE49-F238E27FC236}">
                    <a16:creationId xmlns:a16="http://schemas.microsoft.com/office/drawing/2014/main" id="{6C814856-F615-70B5-19D5-48952B8D8CD3}"/>
                  </a:ext>
                </a:extLst>
              </p:cNvPr>
              <p:cNvSpPr>
                <a:spLocks/>
              </p:cNvSpPr>
              <p:nvPr/>
            </p:nvSpPr>
            <p:spPr bwMode="gray">
              <a:xfrm>
                <a:off x="1820608" y="2776730"/>
                <a:ext cx="65224" cy="42989"/>
              </a:xfrm>
              <a:custGeom>
                <a:avLst/>
                <a:gdLst>
                  <a:gd name="T0" fmla="*/ 2147483647 w 174"/>
                  <a:gd name="T1" fmla="*/ 2147483647 h 114"/>
                  <a:gd name="T2" fmla="*/ 2147483647 w 174"/>
                  <a:gd name="T3" fmla="*/ 2147483647 h 114"/>
                  <a:gd name="T4" fmla="*/ 2147483647 w 174"/>
                  <a:gd name="T5" fmla="*/ 2147483647 h 114"/>
                  <a:gd name="T6" fmla="*/ 2147483647 w 174"/>
                  <a:gd name="T7" fmla="*/ 2147483647 h 114"/>
                  <a:gd name="T8" fmla="*/ 2147483647 w 174"/>
                  <a:gd name="T9" fmla="*/ 2147483647 h 114"/>
                  <a:gd name="T10" fmla="*/ 2147483647 w 174"/>
                  <a:gd name="T11" fmla="*/ 2147483647 h 114"/>
                  <a:gd name="T12" fmla="*/ 2147483647 w 174"/>
                  <a:gd name="T13" fmla="*/ 2147483647 h 114"/>
                  <a:gd name="T14" fmla="*/ 2147483647 w 174"/>
                  <a:gd name="T15" fmla="*/ 2147483647 h 114"/>
                  <a:gd name="T16" fmla="*/ 2147483647 w 174"/>
                  <a:gd name="T17" fmla="*/ 2147483647 h 114"/>
                  <a:gd name="T18" fmla="*/ 2147483647 w 174"/>
                  <a:gd name="T19" fmla="*/ 0 h 114"/>
                  <a:gd name="T20" fmla="*/ 2147483647 w 174"/>
                  <a:gd name="T21" fmla="*/ 2147483647 h 114"/>
                  <a:gd name="T22" fmla="*/ 2147483647 w 174"/>
                  <a:gd name="T23" fmla="*/ 2147483647 h 114"/>
                  <a:gd name="T24" fmla="*/ 2147483647 w 174"/>
                  <a:gd name="T25" fmla="*/ 2147483647 h 114"/>
                  <a:gd name="T26" fmla="*/ 2147483647 w 174"/>
                  <a:gd name="T27" fmla="*/ 2147483647 h 114"/>
                  <a:gd name="T28" fmla="*/ 2147483647 w 174"/>
                  <a:gd name="T29" fmla="*/ 2147483647 h 114"/>
                  <a:gd name="T30" fmla="*/ 2147483647 w 174"/>
                  <a:gd name="T31" fmla="*/ 2147483647 h 114"/>
                  <a:gd name="T32" fmla="*/ 2147483647 w 174"/>
                  <a:gd name="T33" fmla="*/ 2147483647 h 114"/>
                  <a:gd name="T34" fmla="*/ 2147483647 w 174"/>
                  <a:gd name="T35" fmla="*/ 2147483647 h 114"/>
                  <a:gd name="T36" fmla="*/ 0 w 174"/>
                  <a:gd name="T37" fmla="*/ 2147483647 h 114"/>
                  <a:gd name="T38" fmla="*/ 2147483647 w 174"/>
                  <a:gd name="T39" fmla="*/ 2147483647 h 114"/>
                  <a:gd name="T40" fmla="*/ 2147483647 w 174"/>
                  <a:gd name="T41" fmla="*/ 2147483647 h 114"/>
                  <a:gd name="T42" fmla="*/ 2147483647 w 174"/>
                  <a:gd name="T43" fmla="*/ 2147483647 h 114"/>
                  <a:gd name="T44" fmla="*/ 2147483647 w 174"/>
                  <a:gd name="T45" fmla="*/ 2147483647 h 114"/>
                  <a:gd name="T46" fmla="*/ 2147483647 w 174"/>
                  <a:gd name="T47" fmla="*/ 2147483647 h 114"/>
                  <a:gd name="T48" fmla="*/ 2147483647 w 174"/>
                  <a:gd name="T49" fmla="*/ 2147483647 h 114"/>
                  <a:gd name="T50" fmla="*/ 2147483647 w 174"/>
                  <a:gd name="T51" fmla="*/ 2147483647 h 114"/>
                  <a:gd name="T52" fmla="*/ 2147483647 w 174"/>
                  <a:gd name="T53" fmla="*/ 2147483647 h 114"/>
                  <a:gd name="T54" fmla="*/ 2147483647 w 174"/>
                  <a:gd name="T55" fmla="*/ 2147483647 h 114"/>
                  <a:gd name="T56" fmla="*/ 2147483647 w 174"/>
                  <a:gd name="T57" fmla="*/ 2147483647 h 11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174"/>
                  <a:gd name="T88" fmla="*/ 0 h 114"/>
                  <a:gd name="T89" fmla="*/ 174 w 174"/>
                  <a:gd name="T90" fmla="*/ 114 h 114"/>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174" h="114">
                    <a:moveTo>
                      <a:pt x="174" y="84"/>
                    </a:moveTo>
                    <a:lnTo>
                      <a:pt x="174" y="42"/>
                    </a:lnTo>
                    <a:lnTo>
                      <a:pt x="138" y="42"/>
                    </a:lnTo>
                    <a:lnTo>
                      <a:pt x="132" y="48"/>
                    </a:lnTo>
                    <a:lnTo>
                      <a:pt x="120" y="48"/>
                    </a:lnTo>
                    <a:lnTo>
                      <a:pt x="114" y="42"/>
                    </a:lnTo>
                    <a:lnTo>
                      <a:pt x="114" y="24"/>
                    </a:lnTo>
                    <a:lnTo>
                      <a:pt x="90" y="24"/>
                    </a:lnTo>
                    <a:lnTo>
                      <a:pt x="78" y="12"/>
                    </a:lnTo>
                    <a:lnTo>
                      <a:pt x="72" y="0"/>
                    </a:lnTo>
                    <a:lnTo>
                      <a:pt x="60" y="6"/>
                    </a:lnTo>
                    <a:lnTo>
                      <a:pt x="48" y="6"/>
                    </a:lnTo>
                    <a:lnTo>
                      <a:pt x="48" y="18"/>
                    </a:lnTo>
                    <a:lnTo>
                      <a:pt x="42" y="24"/>
                    </a:lnTo>
                    <a:lnTo>
                      <a:pt x="36" y="36"/>
                    </a:lnTo>
                    <a:lnTo>
                      <a:pt x="30" y="36"/>
                    </a:lnTo>
                    <a:lnTo>
                      <a:pt x="24" y="42"/>
                    </a:lnTo>
                    <a:lnTo>
                      <a:pt x="12" y="48"/>
                    </a:lnTo>
                    <a:lnTo>
                      <a:pt x="0" y="60"/>
                    </a:lnTo>
                    <a:lnTo>
                      <a:pt x="6" y="66"/>
                    </a:lnTo>
                    <a:lnTo>
                      <a:pt x="18" y="72"/>
                    </a:lnTo>
                    <a:lnTo>
                      <a:pt x="24" y="78"/>
                    </a:lnTo>
                    <a:lnTo>
                      <a:pt x="72" y="78"/>
                    </a:lnTo>
                    <a:lnTo>
                      <a:pt x="96" y="102"/>
                    </a:lnTo>
                    <a:lnTo>
                      <a:pt x="132" y="96"/>
                    </a:lnTo>
                    <a:lnTo>
                      <a:pt x="150" y="114"/>
                    </a:lnTo>
                    <a:lnTo>
                      <a:pt x="168" y="84"/>
                    </a:lnTo>
                    <a:lnTo>
                      <a:pt x="174" y="90"/>
                    </a:lnTo>
                    <a:lnTo>
                      <a:pt x="174" y="8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4" name="Egypt" descr="© INSCALE GmbH, 05.05.2010&#10;http://www.presentationload.com/">
                <a:extLst>
                  <a:ext uri="{FF2B5EF4-FFF2-40B4-BE49-F238E27FC236}">
                    <a16:creationId xmlns:a16="http://schemas.microsoft.com/office/drawing/2014/main" id="{EF798455-93EE-855E-D702-82387D930DF1}"/>
                  </a:ext>
                </a:extLst>
              </p:cNvPr>
              <p:cNvSpPr>
                <a:spLocks/>
              </p:cNvSpPr>
              <p:nvPr/>
            </p:nvSpPr>
            <p:spPr bwMode="gray">
              <a:xfrm>
                <a:off x="4884671" y="2250485"/>
                <a:ext cx="299440" cy="305370"/>
              </a:xfrm>
              <a:custGeom>
                <a:avLst/>
                <a:gdLst>
                  <a:gd name="T0" fmla="*/ 2147483647 w 792"/>
                  <a:gd name="T1" fmla="*/ 2147483647 h 804"/>
                  <a:gd name="T2" fmla="*/ 2147483647 w 792"/>
                  <a:gd name="T3" fmla="*/ 2147483647 h 804"/>
                  <a:gd name="T4" fmla="*/ 2147483647 w 792"/>
                  <a:gd name="T5" fmla="*/ 2147483647 h 804"/>
                  <a:gd name="T6" fmla="*/ 2147483647 w 792"/>
                  <a:gd name="T7" fmla="*/ 2147483647 h 804"/>
                  <a:gd name="T8" fmla="*/ 2147483647 w 792"/>
                  <a:gd name="T9" fmla="*/ 2147483647 h 804"/>
                  <a:gd name="T10" fmla="*/ 2147483647 w 792"/>
                  <a:gd name="T11" fmla="*/ 2147483647 h 804"/>
                  <a:gd name="T12" fmla="*/ 2147483647 w 792"/>
                  <a:gd name="T13" fmla="*/ 2147483647 h 804"/>
                  <a:gd name="T14" fmla="*/ 2147483647 w 792"/>
                  <a:gd name="T15" fmla="*/ 2147483647 h 804"/>
                  <a:gd name="T16" fmla="*/ 2147483647 w 792"/>
                  <a:gd name="T17" fmla="*/ 2147483647 h 804"/>
                  <a:gd name="T18" fmla="*/ 2147483647 w 792"/>
                  <a:gd name="T19" fmla="*/ 2147483647 h 804"/>
                  <a:gd name="T20" fmla="*/ 2147483647 w 792"/>
                  <a:gd name="T21" fmla="*/ 2147483647 h 804"/>
                  <a:gd name="T22" fmla="*/ 2147483647 w 792"/>
                  <a:gd name="T23" fmla="*/ 2147483647 h 804"/>
                  <a:gd name="T24" fmla="*/ 2147483647 w 792"/>
                  <a:gd name="T25" fmla="*/ 2147483647 h 804"/>
                  <a:gd name="T26" fmla="*/ 2147483647 w 792"/>
                  <a:gd name="T27" fmla="*/ 2147483647 h 804"/>
                  <a:gd name="T28" fmla="*/ 2147483647 w 792"/>
                  <a:gd name="T29" fmla="*/ 2147483647 h 804"/>
                  <a:gd name="T30" fmla="*/ 2147483647 w 792"/>
                  <a:gd name="T31" fmla="*/ 2147483647 h 804"/>
                  <a:gd name="T32" fmla="*/ 2147483647 w 792"/>
                  <a:gd name="T33" fmla="*/ 2147483647 h 804"/>
                  <a:gd name="T34" fmla="*/ 2147483647 w 792"/>
                  <a:gd name="T35" fmla="*/ 2147483647 h 804"/>
                  <a:gd name="T36" fmla="*/ 2147483647 w 792"/>
                  <a:gd name="T37" fmla="*/ 2147483647 h 804"/>
                  <a:gd name="T38" fmla="*/ 2147483647 w 792"/>
                  <a:gd name="T39" fmla="*/ 2147483647 h 804"/>
                  <a:gd name="T40" fmla="*/ 2147483647 w 792"/>
                  <a:gd name="T41" fmla="*/ 2147483647 h 804"/>
                  <a:gd name="T42" fmla="*/ 2147483647 w 792"/>
                  <a:gd name="T43" fmla="*/ 2147483647 h 804"/>
                  <a:gd name="T44" fmla="*/ 2147483647 w 792"/>
                  <a:gd name="T45" fmla="*/ 2147483647 h 804"/>
                  <a:gd name="T46" fmla="*/ 2147483647 w 792"/>
                  <a:gd name="T47" fmla="*/ 2147483647 h 804"/>
                  <a:gd name="T48" fmla="*/ 2147483647 w 792"/>
                  <a:gd name="T49" fmla="*/ 2147483647 h 804"/>
                  <a:gd name="T50" fmla="*/ 2147483647 w 792"/>
                  <a:gd name="T51" fmla="*/ 2147483647 h 804"/>
                  <a:gd name="T52" fmla="*/ 2147483647 w 792"/>
                  <a:gd name="T53" fmla="*/ 2147483647 h 804"/>
                  <a:gd name="T54" fmla="*/ 2147483647 w 792"/>
                  <a:gd name="T55" fmla="*/ 2147483647 h 804"/>
                  <a:gd name="T56" fmla="*/ 2147483647 w 792"/>
                  <a:gd name="T57" fmla="*/ 2147483647 h 804"/>
                  <a:gd name="T58" fmla="*/ 2147483647 w 792"/>
                  <a:gd name="T59" fmla="*/ 2147483647 h 804"/>
                  <a:gd name="T60" fmla="*/ 2147483647 w 792"/>
                  <a:gd name="T61" fmla="*/ 2147483647 h 804"/>
                  <a:gd name="T62" fmla="*/ 2147483647 w 792"/>
                  <a:gd name="T63" fmla="*/ 2147483647 h 804"/>
                  <a:gd name="T64" fmla="*/ 2147483647 w 792"/>
                  <a:gd name="T65" fmla="*/ 2147483647 h 804"/>
                  <a:gd name="T66" fmla="*/ 2147483647 w 792"/>
                  <a:gd name="T67" fmla="*/ 2147483647 h 804"/>
                  <a:gd name="T68" fmla="*/ 2147483647 w 792"/>
                  <a:gd name="T69" fmla="*/ 2147483647 h 804"/>
                  <a:gd name="T70" fmla="*/ 2147483647 w 792"/>
                  <a:gd name="T71" fmla="*/ 2147483647 h 804"/>
                  <a:gd name="T72" fmla="*/ 2147483647 w 792"/>
                  <a:gd name="T73" fmla="*/ 2147483647 h 804"/>
                  <a:gd name="T74" fmla="*/ 2147483647 w 792"/>
                  <a:gd name="T75" fmla="*/ 2147483647 h 804"/>
                  <a:gd name="T76" fmla="*/ 2147483647 w 792"/>
                  <a:gd name="T77" fmla="*/ 2147483647 h 804"/>
                  <a:gd name="T78" fmla="*/ 2147483647 w 792"/>
                  <a:gd name="T79" fmla="*/ 2147483647 h 804"/>
                  <a:gd name="T80" fmla="*/ 2147483647 w 792"/>
                  <a:gd name="T81" fmla="*/ 2147483647 h 804"/>
                  <a:gd name="T82" fmla="*/ 2147483647 w 792"/>
                  <a:gd name="T83" fmla="*/ 2147483647 h 804"/>
                  <a:gd name="T84" fmla="*/ 2147483647 w 792"/>
                  <a:gd name="T85" fmla="*/ 2147483647 h 804"/>
                  <a:gd name="T86" fmla="*/ 2147483647 w 792"/>
                  <a:gd name="T87" fmla="*/ 2147483647 h 804"/>
                  <a:gd name="T88" fmla="*/ 2147483647 w 792"/>
                  <a:gd name="T89" fmla="*/ 2147483647 h 804"/>
                  <a:gd name="T90" fmla="*/ 2147483647 w 792"/>
                  <a:gd name="T91" fmla="*/ 0 h 804"/>
                  <a:gd name="T92" fmla="*/ 2147483647 w 792"/>
                  <a:gd name="T93" fmla="*/ 2147483647 h 804"/>
                  <a:gd name="T94" fmla="*/ 2147483647 w 792"/>
                  <a:gd name="T95" fmla="*/ 0 h 8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92"/>
                  <a:gd name="T145" fmla="*/ 0 h 804"/>
                  <a:gd name="T146" fmla="*/ 792 w 792"/>
                  <a:gd name="T147" fmla="*/ 804 h 8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92" h="804">
                    <a:moveTo>
                      <a:pt x="12" y="18"/>
                    </a:moveTo>
                    <a:lnTo>
                      <a:pt x="6" y="24"/>
                    </a:lnTo>
                    <a:lnTo>
                      <a:pt x="6" y="54"/>
                    </a:lnTo>
                    <a:lnTo>
                      <a:pt x="18" y="60"/>
                    </a:lnTo>
                    <a:lnTo>
                      <a:pt x="24" y="72"/>
                    </a:lnTo>
                    <a:lnTo>
                      <a:pt x="24" y="78"/>
                    </a:lnTo>
                    <a:lnTo>
                      <a:pt x="18" y="84"/>
                    </a:lnTo>
                    <a:lnTo>
                      <a:pt x="12" y="96"/>
                    </a:lnTo>
                    <a:lnTo>
                      <a:pt x="6" y="102"/>
                    </a:lnTo>
                    <a:lnTo>
                      <a:pt x="0" y="114"/>
                    </a:lnTo>
                    <a:lnTo>
                      <a:pt x="0" y="120"/>
                    </a:lnTo>
                    <a:lnTo>
                      <a:pt x="6" y="132"/>
                    </a:lnTo>
                    <a:lnTo>
                      <a:pt x="18" y="144"/>
                    </a:lnTo>
                    <a:lnTo>
                      <a:pt x="30" y="180"/>
                    </a:lnTo>
                    <a:lnTo>
                      <a:pt x="30" y="264"/>
                    </a:lnTo>
                    <a:lnTo>
                      <a:pt x="36" y="342"/>
                    </a:lnTo>
                    <a:lnTo>
                      <a:pt x="36" y="438"/>
                    </a:lnTo>
                    <a:lnTo>
                      <a:pt x="42" y="534"/>
                    </a:lnTo>
                    <a:lnTo>
                      <a:pt x="42" y="624"/>
                    </a:lnTo>
                    <a:lnTo>
                      <a:pt x="48" y="702"/>
                    </a:lnTo>
                    <a:lnTo>
                      <a:pt x="48" y="774"/>
                    </a:lnTo>
                    <a:lnTo>
                      <a:pt x="474" y="780"/>
                    </a:lnTo>
                    <a:lnTo>
                      <a:pt x="492" y="762"/>
                    </a:lnTo>
                    <a:lnTo>
                      <a:pt x="498" y="762"/>
                    </a:lnTo>
                    <a:lnTo>
                      <a:pt x="498" y="774"/>
                    </a:lnTo>
                    <a:lnTo>
                      <a:pt x="618" y="780"/>
                    </a:lnTo>
                    <a:lnTo>
                      <a:pt x="624" y="786"/>
                    </a:lnTo>
                    <a:lnTo>
                      <a:pt x="630" y="798"/>
                    </a:lnTo>
                    <a:lnTo>
                      <a:pt x="636" y="804"/>
                    </a:lnTo>
                    <a:lnTo>
                      <a:pt x="654" y="804"/>
                    </a:lnTo>
                    <a:lnTo>
                      <a:pt x="660" y="798"/>
                    </a:lnTo>
                    <a:lnTo>
                      <a:pt x="672" y="774"/>
                    </a:lnTo>
                    <a:lnTo>
                      <a:pt x="684" y="762"/>
                    </a:lnTo>
                    <a:lnTo>
                      <a:pt x="696" y="762"/>
                    </a:lnTo>
                    <a:lnTo>
                      <a:pt x="702" y="756"/>
                    </a:lnTo>
                    <a:lnTo>
                      <a:pt x="720" y="756"/>
                    </a:lnTo>
                    <a:lnTo>
                      <a:pt x="726" y="750"/>
                    </a:lnTo>
                    <a:lnTo>
                      <a:pt x="732" y="738"/>
                    </a:lnTo>
                    <a:lnTo>
                      <a:pt x="732" y="714"/>
                    </a:lnTo>
                    <a:lnTo>
                      <a:pt x="762" y="714"/>
                    </a:lnTo>
                    <a:lnTo>
                      <a:pt x="786" y="690"/>
                    </a:lnTo>
                    <a:lnTo>
                      <a:pt x="780" y="684"/>
                    </a:lnTo>
                    <a:lnTo>
                      <a:pt x="774" y="672"/>
                    </a:lnTo>
                    <a:lnTo>
                      <a:pt x="774" y="624"/>
                    </a:lnTo>
                    <a:lnTo>
                      <a:pt x="792" y="618"/>
                    </a:lnTo>
                    <a:lnTo>
                      <a:pt x="786" y="618"/>
                    </a:lnTo>
                    <a:lnTo>
                      <a:pt x="756" y="588"/>
                    </a:lnTo>
                    <a:lnTo>
                      <a:pt x="732" y="552"/>
                    </a:lnTo>
                    <a:lnTo>
                      <a:pt x="726" y="528"/>
                    </a:lnTo>
                    <a:lnTo>
                      <a:pt x="714" y="492"/>
                    </a:lnTo>
                    <a:lnTo>
                      <a:pt x="702" y="468"/>
                    </a:lnTo>
                    <a:lnTo>
                      <a:pt x="690" y="462"/>
                    </a:lnTo>
                    <a:lnTo>
                      <a:pt x="684" y="450"/>
                    </a:lnTo>
                    <a:lnTo>
                      <a:pt x="672" y="444"/>
                    </a:lnTo>
                    <a:lnTo>
                      <a:pt x="666" y="432"/>
                    </a:lnTo>
                    <a:lnTo>
                      <a:pt x="654" y="396"/>
                    </a:lnTo>
                    <a:lnTo>
                      <a:pt x="654" y="378"/>
                    </a:lnTo>
                    <a:lnTo>
                      <a:pt x="618" y="336"/>
                    </a:lnTo>
                    <a:lnTo>
                      <a:pt x="618" y="318"/>
                    </a:lnTo>
                    <a:lnTo>
                      <a:pt x="606" y="294"/>
                    </a:lnTo>
                    <a:lnTo>
                      <a:pt x="594" y="282"/>
                    </a:lnTo>
                    <a:lnTo>
                      <a:pt x="588" y="270"/>
                    </a:lnTo>
                    <a:lnTo>
                      <a:pt x="576" y="258"/>
                    </a:lnTo>
                    <a:lnTo>
                      <a:pt x="570" y="246"/>
                    </a:lnTo>
                    <a:lnTo>
                      <a:pt x="558" y="234"/>
                    </a:lnTo>
                    <a:lnTo>
                      <a:pt x="552" y="222"/>
                    </a:lnTo>
                    <a:lnTo>
                      <a:pt x="546" y="216"/>
                    </a:lnTo>
                    <a:lnTo>
                      <a:pt x="552" y="210"/>
                    </a:lnTo>
                    <a:lnTo>
                      <a:pt x="552" y="198"/>
                    </a:lnTo>
                    <a:lnTo>
                      <a:pt x="540" y="174"/>
                    </a:lnTo>
                    <a:lnTo>
                      <a:pt x="528" y="168"/>
                    </a:lnTo>
                    <a:lnTo>
                      <a:pt x="522" y="168"/>
                    </a:lnTo>
                    <a:lnTo>
                      <a:pt x="540" y="144"/>
                    </a:lnTo>
                    <a:lnTo>
                      <a:pt x="558" y="156"/>
                    </a:lnTo>
                    <a:lnTo>
                      <a:pt x="558" y="174"/>
                    </a:lnTo>
                    <a:lnTo>
                      <a:pt x="564" y="186"/>
                    </a:lnTo>
                    <a:lnTo>
                      <a:pt x="576" y="198"/>
                    </a:lnTo>
                    <a:lnTo>
                      <a:pt x="582" y="210"/>
                    </a:lnTo>
                    <a:lnTo>
                      <a:pt x="588" y="216"/>
                    </a:lnTo>
                    <a:lnTo>
                      <a:pt x="588" y="246"/>
                    </a:lnTo>
                    <a:lnTo>
                      <a:pt x="606" y="264"/>
                    </a:lnTo>
                    <a:lnTo>
                      <a:pt x="612" y="276"/>
                    </a:lnTo>
                    <a:lnTo>
                      <a:pt x="636" y="300"/>
                    </a:lnTo>
                    <a:lnTo>
                      <a:pt x="648" y="306"/>
                    </a:lnTo>
                    <a:lnTo>
                      <a:pt x="654" y="306"/>
                    </a:lnTo>
                    <a:lnTo>
                      <a:pt x="666" y="300"/>
                    </a:lnTo>
                    <a:lnTo>
                      <a:pt x="678" y="288"/>
                    </a:lnTo>
                    <a:lnTo>
                      <a:pt x="672" y="270"/>
                    </a:lnTo>
                    <a:lnTo>
                      <a:pt x="684" y="246"/>
                    </a:lnTo>
                    <a:lnTo>
                      <a:pt x="684" y="234"/>
                    </a:lnTo>
                    <a:lnTo>
                      <a:pt x="690" y="222"/>
                    </a:lnTo>
                    <a:lnTo>
                      <a:pt x="690" y="198"/>
                    </a:lnTo>
                    <a:lnTo>
                      <a:pt x="696" y="186"/>
                    </a:lnTo>
                    <a:lnTo>
                      <a:pt x="696" y="180"/>
                    </a:lnTo>
                    <a:lnTo>
                      <a:pt x="702" y="168"/>
                    </a:lnTo>
                    <a:lnTo>
                      <a:pt x="648" y="24"/>
                    </a:lnTo>
                    <a:lnTo>
                      <a:pt x="642" y="24"/>
                    </a:lnTo>
                    <a:lnTo>
                      <a:pt x="636" y="30"/>
                    </a:lnTo>
                    <a:lnTo>
                      <a:pt x="624" y="30"/>
                    </a:lnTo>
                    <a:lnTo>
                      <a:pt x="600" y="42"/>
                    </a:lnTo>
                    <a:lnTo>
                      <a:pt x="576" y="42"/>
                    </a:lnTo>
                    <a:lnTo>
                      <a:pt x="564" y="36"/>
                    </a:lnTo>
                    <a:lnTo>
                      <a:pt x="558" y="30"/>
                    </a:lnTo>
                    <a:lnTo>
                      <a:pt x="552" y="36"/>
                    </a:lnTo>
                    <a:lnTo>
                      <a:pt x="540" y="42"/>
                    </a:lnTo>
                    <a:lnTo>
                      <a:pt x="534" y="42"/>
                    </a:lnTo>
                    <a:lnTo>
                      <a:pt x="510" y="30"/>
                    </a:lnTo>
                    <a:lnTo>
                      <a:pt x="504" y="24"/>
                    </a:lnTo>
                    <a:lnTo>
                      <a:pt x="504" y="18"/>
                    </a:lnTo>
                    <a:lnTo>
                      <a:pt x="498" y="12"/>
                    </a:lnTo>
                    <a:lnTo>
                      <a:pt x="486" y="6"/>
                    </a:lnTo>
                    <a:lnTo>
                      <a:pt x="468" y="6"/>
                    </a:lnTo>
                    <a:lnTo>
                      <a:pt x="456" y="12"/>
                    </a:lnTo>
                    <a:lnTo>
                      <a:pt x="438" y="12"/>
                    </a:lnTo>
                    <a:lnTo>
                      <a:pt x="432" y="18"/>
                    </a:lnTo>
                    <a:lnTo>
                      <a:pt x="420" y="18"/>
                    </a:lnTo>
                    <a:lnTo>
                      <a:pt x="414" y="12"/>
                    </a:lnTo>
                    <a:lnTo>
                      <a:pt x="390" y="12"/>
                    </a:lnTo>
                    <a:lnTo>
                      <a:pt x="378" y="18"/>
                    </a:lnTo>
                    <a:lnTo>
                      <a:pt x="372" y="24"/>
                    </a:lnTo>
                    <a:lnTo>
                      <a:pt x="366" y="36"/>
                    </a:lnTo>
                    <a:lnTo>
                      <a:pt x="360" y="42"/>
                    </a:lnTo>
                    <a:lnTo>
                      <a:pt x="336" y="42"/>
                    </a:lnTo>
                    <a:lnTo>
                      <a:pt x="324" y="54"/>
                    </a:lnTo>
                    <a:lnTo>
                      <a:pt x="312" y="60"/>
                    </a:lnTo>
                    <a:lnTo>
                      <a:pt x="306" y="60"/>
                    </a:lnTo>
                    <a:lnTo>
                      <a:pt x="300" y="54"/>
                    </a:lnTo>
                    <a:lnTo>
                      <a:pt x="288" y="54"/>
                    </a:lnTo>
                    <a:lnTo>
                      <a:pt x="276" y="48"/>
                    </a:lnTo>
                    <a:lnTo>
                      <a:pt x="264" y="48"/>
                    </a:lnTo>
                    <a:lnTo>
                      <a:pt x="258" y="42"/>
                    </a:lnTo>
                    <a:lnTo>
                      <a:pt x="204" y="42"/>
                    </a:lnTo>
                    <a:lnTo>
                      <a:pt x="198" y="36"/>
                    </a:lnTo>
                    <a:lnTo>
                      <a:pt x="186" y="30"/>
                    </a:lnTo>
                    <a:lnTo>
                      <a:pt x="174" y="18"/>
                    </a:lnTo>
                    <a:lnTo>
                      <a:pt x="126" y="18"/>
                    </a:lnTo>
                    <a:lnTo>
                      <a:pt x="120" y="12"/>
                    </a:lnTo>
                    <a:lnTo>
                      <a:pt x="96" y="0"/>
                    </a:lnTo>
                    <a:lnTo>
                      <a:pt x="78" y="0"/>
                    </a:lnTo>
                    <a:lnTo>
                      <a:pt x="66" y="12"/>
                    </a:lnTo>
                    <a:lnTo>
                      <a:pt x="54" y="12"/>
                    </a:lnTo>
                    <a:lnTo>
                      <a:pt x="42" y="6"/>
                    </a:lnTo>
                    <a:lnTo>
                      <a:pt x="36" y="6"/>
                    </a:lnTo>
                    <a:lnTo>
                      <a:pt x="36" y="0"/>
                    </a:lnTo>
                    <a:lnTo>
                      <a:pt x="30" y="0"/>
                    </a:lnTo>
                    <a:lnTo>
                      <a:pt x="12"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5" name="Ecuador" descr="© INSCALE GmbH, 05.05.2010&#10;http://www.presentationload.com/">
                <a:extLst>
                  <a:ext uri="{FF2B5EF4-FFF2-40B4-BE49-F238E27FC236}">
                    <a16:creationId xmlns:a16="http://schemas.microsoft.com/office/drawing/2014/main" id="{44A31B61-3ADE-6001-6800-070F228FBEF5}"/>
                  </a:ext>
                </a:extLst>
              </p:cNvPr>
              <p:cNvSpPr>
                <a:spLocks noEditPoints="1"/>
              </p:cNvSpPr>
              <p:nvPr/>
            </p:nvSpPr>
            <p:spPr bwMode="gray">
              <a:xfrm>
                <a:off x="2045927" y="3169561"/>
                <a:ext cx="157132" cy="200121"/>
              </a:xfrm>
              <a:custGeom>
                <a:avLst/>
                <a:gdLst>
                  <a:gd name="T0" fmla="*/ 2147483647 w 414"/>
                  <a:gd name="T1" fmla="*/ 2147483647 h 528"/>
                  <a:gd name="T2" fmla="*/ 2147483647 w 414"/>
                  <a:gd name="T3" fmla="*/ 2147483647 h 528"/>
                  <a:gd name="T4" fmla="*/ 2147483647 w 414"/>
                  <a:gd name="T5" fmla="*/ 2147483647 h 528"/>
                  <a:gd name="T6" fmla="*/ 2147483647 w 414"/>
                  <a:gd name="T7" fmla="*/ 2147483647 h 528"/>
                  <a:gd name="T8" fmla="*/ 2147483647 w 414"/>
                  <a:gd name="T9" fmla="*/ 2147483647 h 528"/>
                  <a:gd name="T10" fmla="*/ 2147483647 w 414"/>
                  <a:gd name="T11" fmla="*/ 2147483647 h 528"/>
                  <a:gd name="T12" fmla="*/ 2147483647 w 414"/>
                  <a:gd name="T13" fmla="*/ 2147483647 h 528"/>
                  <a:gd name="T14" fmla="*/ 2147483647 w 414"/>
                  <a:gd name="T15" fmla="*/ 2147483647 h 528"/>
                  <a:gd name="T16" fmla="*/ 2147483647 w 414"/>
                  <a:gd name="T17" fmla="*/ 2147483647 h 528"/>
                  <a:gd name="T18" fmla="*/ 2147483647 w 414"/>
                  <a:gd name="T19" fmla="*/ 2147483647 h 528"/>
                  <a:gd name="T20" fmla="*/ 2147483647 w 414"/>
                  <a:gd name="T21" fmla="*/ 2147483647 h 528"/>
                  <a:gd name="T22" fmla="*/ 2147483647 w 414"/>
                  <a:gd name="T23" fmla="*/ 2147483647 h 528"/>
                  <a:gd name="T24" fmla="*/ 2147483647 w 414"/>
                  <a:gd name="T25" fmla="*/ 2147483647 h 528"/>
                  <a:gd name="T26" fmla="*/ 2147483647 w 414"/>
                  <a:gd name="T27" fmla="*/ 2147483647 h 528"/>
                  <a:gd name="T28" fmla="*/ 2147483647 w 414"/>
                  <a:gd name="T29" fmla="*/ 2147483647 h 528"/>
                  <a:gd name="T30" fmla="*/ 2147483647 w 414"/>
                  <a:gd name="T31" fmla="*/ 2147483647 h 528"/>
                  <a:gd name="T32" fmla="*/ 2147483647 w 414"/>
                  <a:gd name="T33" fmla="*/ 2147483647 h 528"/>
                  <a:gd name="T34" fmla="*/ 2147483647 w 414"/>
                  <a:gd name="T35" fmla="*/ 2147483647 h 528"/>
                  <a:gd name="T36" fmla="*/ 2147483647 w 414"/>
                  <a:gd name="T37" fmla="*/ 2147483647 h 528"/>
                  <a:gd name="T38" fmla="*/ 2147483647 w 414"/>
                  <a:gd name="T39" fmla="*/ 2147483647 h 528"/>
                  <a:gd name="T40" fmla="*/ 2147483647 w 414"/>
                  <a:gd name="T41" fmla="*/ 2147483647 h 528"/>
                  <a:gd name="T42" fmla="*/ 2147483647 w 414"/>
                  <a:gd name="T43" fmla="*/ 2147483647 h 528"/>
                  <a:gd name="T44" fmla="*/ 2147483647 w 414"/>
                  <a:gd name="T45" fmla="*/ 2147483647 h 528"/>
                  <a:gd name="T46" fmla="*/ 2147483647 w 414"/>
                  <a:gd name="T47" fmla="*/ 2147483647 h 528"/>
                  <a:gd name="T48" fmla="*/ 2147483647 w 414"/>
                  <a:gd name="T49" fmla="*/ 2147483647 h 528"/>
                  <a:gd name="T50" fmla="*/ 2147483647 w 414"/>
                  <a:gd name="T51" fmla="*/ 2147483647 h 528"/>
                  <a:gd name="T52" fmla="*/ 2147483647 w 414"/>
                  <a:gd name="T53" fmla="*/ 2147483647 h 528"/>
                  <a:gd name="T54" fmla="*/ 2147483647 w 414"/>
                  <a:gd name="T55" fmla="*/ 2147483647 h 528"/>
                  <a:gd name="T56" fmla="*/ 2147483647 w 414"/>
                  <a:gd name="T57" fmla="*/ 2147483647 h 528"/>
                  <a:gd name="T58" fmla="*/ 2147483647 w 414"/>
                  <a:gd name="T59" fmla="*/ 2147483647 h 528"/>
                  <a:gd name="T60" fmla="*/ 2147483647 w 414"/>
                  <a:gd name="T61" fmla="*/ 2147483647 h 528"/>
                  <a:gd name="T62" fmla="*/ 2147483647 w 414"/>
                  <a:gd name="T63" fmla="*/ 2147483647 h 528"/>
                  <a:gd name="T64" fmla="*/ 2147483647 w 414"/>
                  <a:gd name="T65" fmla="*/ 2147483647 h 528"/>
                  <a:gd name="T66" fmla="*/ 2147483647 w 414"/>
                  <a:gd name="T67" fmla="*/ 2147483647 h 528"/>
                  <a:gd name="T68" fmla="*/ 2147483647 w 414"/>
                  <a:gd name="T69" fmla="*/ 2147483647 h 528"/>
                  <a:gd name="T70" fmla="*/ 2147483647 w 414"/>
                  <a:gd name="T71" fmla="*/ 2147483647 h 528"/>
                  <a:gd name="T72" fmla="*/ 2147483647 w 414"/>
                  <a:gd name="T73" fmla="*/ 2147483647 h 528"/>
                  <a:gd name="T74" fmla="*/ 2147483647 w 414"/>
                  <a:gd name="T75" fmla="*/ 2147483647 h 528"/>
                  <a:gd name="T76" fmla="*/ 2147483647 w 414"/>
                  <a:gd name="T77" fmla="*/ 2147483647 h 528"/>
                  <a:gd name="T78" fmla="*/ 2147483647 w 414"/>
                  <a:gd name="T79" fmla="*/ 2147483647 h 528"/>
                  <a:gd name="T80" fmla="*/ 2147483647 w 414"/>
                  <a:gd name="T81" fmla="*/ 2147483647 h 528"/>
                  <a:gd name="T82" fmla="*/ 2147483647 w 414"/>
                  <a:gd name="T83" fmla="*/ 2147483647 h 528"/>
                  <a:gd name="T84" fmla="*/ 2147483647 w 414"/>
                  <a:gd name="T85" fmla="*/ 2147483647 h 528"/>
                  <a:gd name="T86" fmla="*/ 2147483647 w 414"/>
                  <a:gd name="T87" fmla="*/ 2147483647 h 528"/>
                  <a:gd name="T88" fmla="*/ 2147483647 w 414"/>
                  <a:gd name="T89" fmla="*/ 2147483647 h 5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14"/>
                  <a:gd name="T136" fmla="*/ 0 h 528"/>
                  <a:gd name="T137" fmla="*/ 414 w 414"/>
                  <a:gd name="T138" fmla="*/ 528 h 5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14" h="528">
                    <a:moveTo>
                      <a:pt x="60" y="372"/>
                    </a:moveTo>
                    <a:lnTo>
                      <a:pt x="72" y="366"/>
                    </a:lnTo>
                    <a:lnTo>
                      <a:pt x="78" y="360"/>
                    </a:lnTo>
                    <a:lnTo>
                      <a:pt x="78" y="342"/>
                    </a:lnTo>
                    <a:lnTo>
                      <a:pt x="72" y="342"/>
                    </a:lnTo>
                    <a:lnTo>
                      <a:pt x="54" y="360"/>
                    </a:lnTo>
                    <a:lnTo>
                      <a:pt x="54" y="372"/>
                    </a:lnTo>
                    <a:lnTo>
                      <a:pt x="60" y="372"/>
                    </a:lnTo>
                    <a:close/>
                    <a:moveTo>
                      <a:pt x="414" y="174"/>
                    </a:moveTo>
                    <a:lnTo>
                      <a:pt x="390" y="156"/>
                    </a:lnTo>
                    <a:lnTo>
                      <a:pt x="396" y="156"/>
                    </a:lnTo>
                    <a:lnTo>
                      <a:pt x="396" y="150"/>
                    </a:lnTo>
                    <a:lnTo>
                      <a:pt x="402" y="150"/>
                    </a:lnTo>
                    <a:lnTo>
                      <a:pt x="402" y="126"/>
                    </a:lnTo>
                    <a:lnTo>
                      <a:pt x="372" y="126"/>
                    </a:lnTo>
                    <a:lnTo>
                      <a:pt x="360" y="114"/>
                    </a:lnTo>
                    <a:lnTo>
                      <a:pt x="360" y="108"/>
                    </a:lnTo>
                    <a:lnTo>
                      <a:pt x="354" y="102"/>
                    </a:lnTo>
                    <a:lnTo>
                      <a:pt x="354" y="96"/>
                    </a:lnTo>
                    <a:lnTo>
                      <a:pt x="342" y="90"/>
                    </a:lnTo>
                    <a:lnTo>
                      <a:pt x="336" y="90"/>
                    </a:lnTo>
                    <a:lnTo>
                      <a:pt x="330" y="96"/>
                    </a:lnTo>
                    <a:lnTo>
                      <a:pt x="330" y="108"/>
                    </a:lnTo>
                    <a:lnTo>
                      <a:pt x="306" y="108"/>
                    </a:lnTo>
                    <a:lnTo>
                      <a:pt x="300" y="102"/>
                    </a:lnTo>
                    <a:lnTo>
                      <a:pt x="288" y="96"/>
                    </a:lnTo>
                    <a:lnTo>
                      <a:pt x="282" y="102"/>
                    </a:lnTo>
                    <a:lnTo>
                      <a:pt x="270" y="102"/>
                    </a:lnTo>
                    <a:lnTo>
                      <a:pt x="258" y="96"/>
                    </a:lnTo>
                    <a:lnTo>
                      <a:pt x="252" y="90"/>
                    </a:lnTo>
                    <a:lnTo>
                      <a:pt x="252" y="84"/>
                    </a:lnTo>
                    <a:lnTo>
                      <a:pt x="246" y="72"/>
                    </a:lnTo>
                    <a:lnTo>
                      <a:pt x="240" y="66"/>
                    </a:lnTo>
                    <a:lnTo>
                      <a:pt x="228" y="60"/>
                    </a:lnTo>
                    <a:lnTo>
                      <a:pt x="210" y="60"/>
                    </a:lnTo>
                    <a:lnTo>
                      <a:pt x="204" y="48"/>
                    </a:lnTo>
                    <a:lnTo>
                      <a:pt x="168" y="30"/>
                    </a:lnTo>
                    <a:lnTo>
                      <a:pt x="162" y="18"/>
                    </a:lnTo>
                    <a:lnTo>
                      <a:pt x="150" y="12"/>
                    </a:lnTo>
                    <a:lnTo>
                      <a:pt x="144" y="0"/>
                    </a:lnTo>
                    <a:lnTo>
                      <a:pt x="144" y="12"/>
                    </a:lnTo>
                    <a:lnTo>
                      <a:pt x="150" y="18"/>
                    </a:lnTo>
                    <a:lnTo>
                      <a:pt x="150" y="36"/>
                    </a:lnTo>
                    <a:lnTo>
                      <a:pt x="144" y="42"/>
                    </a:lnTo>
                    <a:lnTo>
                      <a:pt x="120" y="54"/>
                    </a:lnTo>
                    <a:lnTo>
                      <a:pt x="102" y="54"/>
                    </a:lnTo>
                    <a:lnTo>
                      <a:pt x="96" y="42"/>
                    </a:lnTo>
                    <a:lnTo>
                      <a:pt x="90" y="42"/>
                    </a:lnTo>
                    <a:lnTo>
                      <a:pt x="78" y="54"/>
                    </a:lnTo>
                    <a:lnTo>
                      <a:pt x="66" y="60"/>
                    </a:lnTo>
                    <a:lnTo>
                      <a:pt x="60" y="72"/>
                    </a:lnTo>
                    <a:lnTo>
                      <a:pt x="60" y="84"/>
                    </a:lnTo>
                    <a:lnTo>
                      <a:pt x="66" y="90"/>
                    </a:lnTo>
                    <a:lnTo>
                      <a:pt x="72" y="102"/>
                    </a:lnTo>
                    <a:lnTo>
                      <a:pt x="72" y="120"/>
                    </a:lnTo>
                    <a:lnTo>
                      <a:pt x="66" y="126"/>
                    </a:lnTo>
                    <a:lnTo>
                      <a:pt x="54" y="132"/>
                    </a:lnTo>
                    <a:lnTo>
                      <a:pt x="42" y="144"/>
                    </a:lnTo>
                    <a:lnTo>
                      <a:pt x="42" y="162"/>
                    </a:lnTo>
                    <a:lnTo>
                      <a:pt x="48" y="168"/>
                    </a:lnTo>
                    <a:lnTo>
                      <a:pt x="54" y="180"/>
                    </a:lnTo>
                    <a:lnTo>
                      <a:pt x="36" y="180"/>
                    </a:lnTo>
                    <a:lnTo>
                      <a:pt x="36" y="198"/>
                    </a:lnTo>
                    <a:lnTo>
                      <a:pt x="0" y="216"/>
                    </a:lnTo>
                    <a:lnTo>
                      <a:pt x="24" y="228"/>
                    </a:lnTo>
                    <a:lnTo>
                      <a:pt x="12" y="258"/>
                    </a:lnTo>
                    <a:lnTo>
                      <a:pt x="24" y="270"/>
                    </a:lnTo>
                    <a:lnTo>
                      <a:pt x="24" y="282"/>
                    </a:lnTo>
                    <a:lnTo>
                      <a:pt x="6" y="300"/>
                    </a:lnTo>
                    <a:lnTo>
                      <a:pt x="0" y="300"/>
                    </a:lnTo>
                    <a:lnTo>
                      <a:pt x="12" y="312"/>
                    </a:lnTo>
                    <a:lnTo>
                      <a:pt x="6" y="318"/>
                    </a:lnTo>
                    <a:lnTo>
                      <a:pt x="6" y="324"/>
                    </a:lnTo>
                    <a:lnTo>
                      <a:pt x="18" y="336"/>
                    </a:lnTo>
                    <a:lnTo>
                      <a:pt x="30" y="342"/>
                    </a:lnTo>
                    <a:lnTo>
                      <a:pt x="60" y="342"/>
                    </a:lnTo>
                    <a:lnTo>
                      <a:pt x="72" y="330"/>
                    </a:lnTo>
                    <a:lnTo>
                      <a:pt x="72" y="324"/>
                    </a:lnTo>
                    <a:lnTo>
                      <a:pt x="96" y="330"/>
                    </a:lnTo>
                    <a:lnTo>
                      <a:pt x="102" y="342"/>
                    </a:lnTo>
                    <a:lnTo>
                      <a:pt x="102" y="348"/>
                    </a:lnTo>
                    <a:lnTo>
                      <a:pt x="96" y="366"/>
                    </a:lnTo>
                    <a:lnTo>
                      <a:pt x="90" y="372"/>
                    </a:lnTo>
                    <a:lnTo>
                      <a:pt x="90" y="384"/>
                    </a:lnTo>
                    <a:lnTo>
                      <a:pt x="84" y="396"/>
                    </a:lnTo>
                    <a:lnTo>
                      <a:pt x="72" y="402"/>
                    </a:lnTo>
                    <a:lnTo>
                      <a:pt x="66" y="402"/>
                    </a:lnTo>
                    <a:lnTo>
                      <a:pt x="60" y="408"/>
                    </a:lnTo>
                    <a:lnTo>
                      <a:pt x="54" y="408"/>
                    </a:lnTo>
                    <a:lnTo>
                      <a:pt x="60" y="408"/>
                    </a:lnTo>
                    <a:lnTo>
                      <a:pt x="72" y="414"/>
                    </a:lnTo>
                    <a:lnTo>
                      <a:pt x="78" y="414"/>
                    </a:lnTo>
                    <a:lnTo>
                      <a:pt x="78" y="420"/>
                    </a:lnTo>
                    <a:lnTo>
                      <a:pt x="72" y="426"/>
                    </a:lnTo>
                    <a:lnTo>
                      <a:pt x="66" y="438"/>
                    </a:lnTo>
                    <a:lnTo>
                      <a:pt x="54" y="444"/>
                    </a:lnTo>
                    <a:lnTo>
                      <a:pt x="48" y="456"/>
                    </a:lnTo>
                    <a:lnTo>
                      <a:pt x="42" y="462"/>
                    </a:lnTo>
                    <a:lnTo>
                      <a:pt x="54" y="474"/>
                    </a:lnTo>
                    <a:lnTo>
                      <a:pt x="42" y="486"/>
                    </a:lnTo>
                    <a:lnTo>
                      <a:pt x="48" y="492"/>
                    </a:lnTo>
                    <a:lnTo>
                      <a:pt x="54" y="492"/>
                    </a:lnTo>
                    <a:lnTo>
                      <a:pt x="66" y="486"/>
                    </a:lnTo>
                    <a:lnTo>
                      <a:pt x="78" y="474"/>
                    </a:lnTo>
                    <a:lnTo>
                      <a:pt x="90" y="486"/>
                    </a:lnTo>
                    <a:lnTo>
                      <a:pt x="120" y="486"/>
                    </a:lnTo>
                    <a:lnTo>
                      <a:pt x="120" y="492"/>
                    </a:lnTo>
                    <a:lnTo>
                      <a:pt x="126" y="498"/>
                    </a:lnTo>
                    <a:lnTo>
                      <a:pt x="126" y="516"/>
                    </a:lnTo>
                    <a:lnTo>
                      <a:pt x="132" y="528"/>
                    </a:lnTo>
                    <a:lnTo>
                      <a:pt x="150" y="528"/>
                    </a:lnTo>
                    <a:lnTo>
                      <a:pt x="150" y="522"/>
                    </a:lnTo>
                    <a:lnTo>
                      <a:pt x="156" y="516"/>
                    </a:lnTo>
                    <a:lnTo>
                      <a:pt x="156" y="510"/>
                    </a:lnTo>
                    <a:lnTo>
                      <a:pt x="162" y="504"/>
                    </a:lnTo>
                    <a:lnTo>
                      <a:pt x="180" y="504"/>
                    </a:lnTo>
                    <a:lnTo>
                      <a:pt x="180" y="474"/>
                    </a:lnTo>
                    <a:lnTo>
                      <a:pt x="186" y="462"/>
                    </a:lnTo>
                    <a:lnTo>
                      <a:pt x="186" y="438"/>
                    </a:lnTo>
                    <a:lnTo>
                      <a:pt x="198" y="426"/>
                    </a:lnTo>
                    <a:lnTo>
                      <a:pt x="198" y="408"/>
                    </a:lnTo>
                    <a:lnTo>
                      <a:pt x="210" y="402"/>
                    </a:lnTo>
                    <a:lnTo>
                      <a:pt x="210" y="396"/>
                    </a:lnTo>
                    <a:lnTo>
                      <a:pt x="228" y="378"/>
                    </a:lnTo>
                    <a:lnTo>
                      <a:pt x="246" y="366"/>
                    </a:lnTo>
                    <a:lnTo>
                      <a:pt x="264" y="360"/>
                    </a:lnTo>
                    <a:lnTo>
                      <a:pt x="324" y="330"/>
                    </a:lnTo>
                    <a:lnTo>
                      <a:pt x="342" y="318"/>
                    </a:lnTo>
                    <a:lnTo>
                      <a:pt x="354" y="300"/>
                    </a:lnTo>
                    <a:lnTo>
                      <a:pt x="366" y="288"/>
                    </a:lnTo>
                    <a:lnTo>
                      <a:pt x="372" y="276"/>
                    </a:lnTo>
                    <a:lnTo>
                      <a:pt x="384" y="264"/>
                    </a:lnTo>
                    <a:lnTo>
                      <a:pt x="390" y="252"/>
                    </a:lnTo>
                    <a:lnTo>
                      <a:pt x="402" y="210"/>
                    </a:lnTo>
                    <a:lnTo>
                      <a:pt x="414" y="204"/>
                    </a:lnTo>
                    <a:lnTo>
                      <a:pt x="414" y="17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6" name="East Timor" descr="© INSCALE GmbH, 05.05.2010&#10;http://www.presentationload.com/">
                <a:extLst>
                  <a:ext uri="{FF2B5EF4-FFF2-40B4-BE49-F238E27FC236}">
                    <a16:creationId xmlns:a16="http://schemas.microsoft.com/office/drawing/2014/main" id="{1790BA6A-0616-2AC3-1F73-FE7899FB5682}"/>
                  </a:ext>
                </a:extLst>
              </p:cNvPr>
              <p:cNvSpPr>
                <a:spLocks noEditPoints="1"/>
              </p:cNvSpPr>
              <p:nvPr/>
            </p:nvSpPr>
            <p:spPr bwMode="gray">
              <a:xfrm>
                <a:off x="7570729" y="3470482"/>
                <a:ext cx="94872" cy="44471"/>
              </a:xfrm>
              <a:custGeom>
                <a:avLst/>
                <a:gdLst>
                  <a:gd name="T0" fmla="*/ 2147483647 w 252"/>
                  <a:gd name="T1" fmla="*/ 0 h 120"/>
                  <a:gd name="T2" fmla="*/ 2147483647 w 252"/>
                  <a:gd name="T3" fmla="*/ 2147483647 h 120"/>
                  <a:gd name="T4" fmla="*/ 2147483647 w 252"/>
                  <a:gd name="T5" fmla="*/ 2147483647 h 120"/>
                  <a:gd name="T6" fmla="*/ 2147483647 w 252"/>
                  <a:gd name="T7" fmla="*/ 2147483647 h 120"/>
                  <a:gd name="T8" fmla="*/ 2147483647 w 252"/>
                  <a:gd name="T9" fmla="*/ 2147483647 h 120"/>
                  <a:gd name="T10" fmla="*/ 2147483647 w 252"/>
                  <a:gd name="T11" fmla="*/ 2147483647 h 120"/>
                  <a:gd name="T12" fmla="*/ 2147483647 w 252"/>
                  <a:gd name="T13" fmla="*/ 2147483647 h 120"/>
                  <a:gd name="T14" fmla="*/ 2147483647 w 252"/>
                  <a:gd name="T15" fmla="*/ 2147483647 h 120"/>
                  <a:gd name="T16" fmla="*/ 2147483647 w 252"/>
                  <a:gd name="T17" fmla="*/ 2147483647 h 120"/>
                  <a:gd name="T18" fmla="*/ 2147483647 w 252"/>
                  <a:gd name="T19" fmla="*/ 2147483647 h 120"/>
                  <a:gd name="T20" fmla="*/ 2147483647 w 252"/>
                  <a:gd name="T21" fmla="*/ 2147483647 h 120"/>
                  <a:gd name="T22" fmla="*/ 2147483647 w 252"/>
                  <a:gd name="T23" fmla="*/ 2147483647 h 120"/>
                  <a:gd name="T24" fmla="*/ 2147483647 w 252"/>
                  <a:gd name="T25" fmla="*/ 2147483647 h 120"/>
                  <a:gd name="T26" fmla="*/ 2147483647 w 252"/>
                  <a:gd name="T27" fmla="*/ 2147483647 h 120"/>
                  <a:gd name="T28" fmla="*/ 2147483647 w 252"/>
                  <a:gd name="T29" fmla="*/ 2147483647 h 120"/>
                  <a:gd name="T30" fmla="*/ 2147483647 w 252"/>
                  <a:gd name="T31" fmla="*/ 2147483647 h 120"/>
                  <a:gd name="T32" fmla="*/ 2147483647 w 252"/>
                  <a:gd name="T33" fmla="*/ 2147483647 h 120"/>
                  <a:gd name="T34" fmla="*/ 2147483647 w 252"/>
                  <a:gd name="T35" fmla="*/ 2147483647 h 120"/>
                  <a:gd name="T36" fmla="*/ 2147483647 w 252"/>
                  <a:gd name="T37" fmla="*/ 2147483647 h 120"/>
                  <a:gd name="T38" fmla="*/ 2147483647 w 252"/>
                  <a:gd name="T39" fmla="*/ 2147483647 h 120"/>
                  <a:gd name="T40" fmla="*/ 2147483647 w 252"/>
                  <a:gd name="T41" fmla="*/ 2147483647 h 120"/>
                  <a:gd name="T42" fmla="*/ 2147483647 w 252"/>
                  <a:gd name="T43" fmla="*/ 2147483647 h 120"/>
                  <a:gd name="T44" fmla="*/ 2147483647 w 252"/>
                  <a:gd name="T45" fmla="*/ 2147483647 h 120"/>
                  <a:gd name="T46" fmla="*/ 2147483647 w 252"/>
                  <a:gd name="T47" fmla="*/ 0 h 120"/>
                  <a:gd name="T48" fmla="*/ 0 w 252"/>
                  <a:gd name="T49" fmla="*/ 2147483647 h 120"/>
                  <a:gd name="T50" fmla="*/ 2147483647 w 252"/>
                  <a:gd name="T51" fmla="*/ 2147483647 h 120"/>
                  <a:gd name="T52" fmla="*/ 2147483647 w 252"/>
                  <a:gd name="T53" fmla="*/ 2147483647 h 120"/>
                  <a:gd name="T54" fmla="*/ 2147483647 w 252"/>
                  <a:gd name="T55" fmla="*/ 2147483647 h 120"/>
                  <a:gd name="T56" fmla="*/ 2147483647 w 252"/>
                  <a:gd name="T57" fmla="*/ 2147483647 h 120"/>
                  <a:gd name="T58" fmla="*/ 2147483647 w 252"/>
                  <a:gd name="T59" fmla="*/ 2147483647 h 120"/>
                  <a:gd name="T60" fmla="*/ 2147483647 w 252"/>
                  <a:gd name="T61" fmla="*/ 2147483647 h 120"/>
                  <a:gd name="T62" fmla="*/ 2147483647 w 252"/>
                  <a:gd name="T63" fmla="*/ 2147483647 h 120"/>
                  <a:gd name="T64" fmla="*/ 0 w 252"/>
                  <a:gd name="T65" fmla="*/ 2147483647 h 120"/>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52"/>
                  <a:gd name="T100" fmla="*/ 0 h 120"/>
                  <a:gd name="T101" fmla="*/ 252 w 252"/>
                  <a:gd name="T102" fmla="*/ 120 h 120"/>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52" h="120">
                    <a:moveTo>
                      <a:pt x="228" y="0"/>
                    </a:moveTo>
                    <a:lnTo>
                      <a:pt x="204" y="24"/>
                    </a:lnTo>
                    <a:lnTo>
                      <a:pt x="114" y="24"/>
                    </a:lnTo>
                    <a:lnTo>
                      <a:pt x="108" y="30"/>
                    </a:lnTo>
                    <a:lnTo>
                      <a:pt x="102" y="42"/>
                    </a:lnTo>
                    <a:lnTo>
                      <a:pt x="96" y="48"/>
                    </a:lnTo>
                    <a:lnTo>
                      <a:pt x="90" y="48"/>
                    </a:lnTo>
                    <a:lnTo>
                      <a:pt x="78" y="54"/>
                    </a:lnTo>
                    <a:lnTo>
                      <a:pt x="90" y="72"/>
                    </a:lnTo>
                    <a:lnTo>
                      <a:pt x="84" y="78"/>
                    </a:lnTo>
                    <a:lnTo>
                      <a:pt x="72" y="102"/>
                    </a:lnTo>
                    <a:lnTo>
                      <a:pt x="72" y="114"/>
                    </a:lnTo>
                    <a:lnTo>
                      <a:pt x="78" y="120"/>
                    </a:lnTo>
                    <a:lnTo>
                      <a:pt x="78" y="114"/>
                    </a:lnTo>
                    <a:lnTo>
                      <a:pt x="84" y="108"/>
                    </a:lnTo>
                    <a:lnTo>
                      <a:pt x="96" y="108"/>
                    </a:lnTo>
                    <a:lnTo>
                      <a:pt x="132" y="84"/>
                    </a:lnTo>
                    <a:lnTo>
                      <a:pt x="138" y="90"/>
                    </a:lnTo>
                    <a:lnTo>
                      <a:pt x="162" y="90"/>
                    </a:lnTo>
                    <a:lnTo>
                      <a:pt x="186" y="78"/>
                    </a:lnTo>
                    <a:lnTo>
                      <a:pt x="198" y="66"/>
                    </a:lnTo>
                    <a:lnTo>
                      <a:pt x="210" y="60"/>
                    </a:lnTo>
                    <a:lnTo>
                      <a:pt x="252" y="18"/>
                    </a:lnTo>
                    <a:lnTo>
                      <a:pt x="228" y="0"/>
                    </a:lnTo>
                    <a:close/>
                    <a:moveTo>
                      <a:pt x="0" y="90"/>
                    </a:moveTo>
                    <a:lnTo>
                      <a:pt x="6" y="102"/>
                    </a:lnTo>
                    <a:lnTo>
                      <a:pt x="18" y="96"/>
                    </a:lnTo>
                    <a:lnTo>
                      <a:pt x="24" y="90"/>
                    </a:lnTo>
                    <a:lnTo>
                      <a:pt x="36" y="90"/>
                    </a:lnTo>
                    <a:lnTo>
                      <a:pt x="36" y="84"/>
                    </a:lnTo>
                    <a:lnTo>
                      <a:pt x="42" y="72"/>
                    </a:lnTo>
                    <a:lnTo>
                      <a:pt x="18" y="72"/>
                    </a:lnTo>
                    <a:lnTo>
                      <a:pt x="0" y="9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7" name="Dominican Republic" descr="© INSCALE GmbH, 05.05.2010&#10;http://www.presentationload.com/">
                <a:extLst>
                  <a:ext uri="{FF2B5EF4-FFF2-40B4-BE49-F238E27FC236}">
                    <a16:creationId xmlns:a16="http://schemas.microsoft.com/office/drawing/2014/main" id="{6BBB04C7-C579-B8CE-7706-060F84EBB59D}"/>
                  </a:ext>
                </a:extLst>
              </p:cNvPr>
              <p:cNvSpPr>
                <a:spLocks/>
              </p:cNvSpPr>
              <p:nvPr/>
            </p:nvSpPr>
            <p:spPr bwMode="gray">
              <a:xfrm>
                <a:off x="2326096" y="2610703"/>
                <a:ext cx="94872" cy="63743"/>
              </a:xfrm>
              <a:custGeom>
                <a:avLst/>
                <a:gdLst>
                  <a:gd name="T0" fmla="*/ 2147483647 w 252"/>
                  <a:gd name="T1" fmla="*/ 2147483647 h 168"/>
                  <a:gd name="T2" fmla="*/ 2147483647 w 252"/>
                  <a:gd name="T3" fmla="*/ 2147483647 h 168"/>
                  <a:gd name="T4" fmla="*/ 2147483647 w 252"/>
                  <a:gd name="T5" fmla="*/ 2147483647 h 168"/>
                  <a:gd name="T6" fmla="*/ 2147483647 w 252"/>
                  <a:gd name="T7" fmla="*/ 2147483647 h 168"/>
                  <a:gd name="T8" fmla="*/ 2147483647 w 252"/>
                  <a:gd name="T9" fmla="*/ 2147483647 h 168"/>
                  <a:gd name="T10" fmla="*/ 2147483647 w 252"/>
                  <a:gd name="T11" fmla="*/ 2147483647 h 168"/>
                  <a:gd name="T12" fmla="*/ 2147483647 w 252"/>
                  <a:gd name="T13" fmla="*/ 2147483647 h 168"/>
                  <a:gd name="T14" fmla="*/ 2147483647 w 252"/>
                  <a:gd name="T15" fmla="*/ 2147483647 h 168"/>
                  <a:gd name="T16" fmla="*/ 2147483647 w 252"/>
                  <a:gd name="T17" fmla="*/ 2147483647 h 168"/>
                  <a:gd name="T18" fmla="*/ 2147483647 w 252"/>
                  <a:gd name="T19" fmla="*/ 2147483647 h 168"/>
                  <a:gd name="T20" fmla="*/ 2147483647 w 252"/>
                  <a:gd name="T21" fmla="*/ 0 h 168"/>
                  <a:gd name="T22" fmla="*/ 2147483647 w 252"/>
                  <a:gd name="T23" fmla="*/ 0 h 168"/>
                  <a:gd name="T24" fmla="*/ 2147483647 w 252"/>
                  <a:gd name="T25" fmla="*/ 2147483647 h 168"/>
                  <a:gd name="T26" fmla="*/ 2147483647 w 252"/>
                  <a:gd name="T27" fmla="*/ 2147483647 h 168"/>
                  <a:gd name="T28" fmla="*/ 2147483647 w 252"/>
                  <a:gd name="T29" fmla="*/ 2147483647 h 168"/>
                  <a:gd name="T30" fmla="*/ 2147483647 w 252"/>
                  <a:gd name="T31" fmla="*/ 2147483647 h 168"/>
                  <a:gd name="T32" fmla="*/ 2147483647 w 252"/>
                  <a:gd name="T33" fmla="*/ 2147483647 h 168"/>
                  <a:gd name="T34" fmla="*/ 2147483647 w 252"/>
                  <a:gd name="T35" fmla="*/ 2147483647 h 168"/>
                  <a:gd name="T36" fmla="*/ 2147483647 w 252"/>
                  <a:gd name="T37" fmla="*/ 2147483647 h 168"/>
                  <a:gd name="T38" fmla="*/ 2147483647 w 252"/>
                  <a:gd name="T39" fmla="*/ 2147483647 h 168"/>
                  <a:gd name="T40" fmla="*/ 2147483647 w 252"/>
                  <a:gd name="T41" fmla="*/ 2147483647 h 168"/>
                  <a:gd name="T42" fmla="*/ 0 w 252"/>
                  <a:gd name="T43" fmla="*/ 2147483647 h 168"/>
                  <a:gd name="T44" fmla="*/ 0 w 252"/>
                  <a:gd name="T45" fmla="*/ 2147483647 h 168"/>
                  <a:gd name="T46" fmla="*/ 2147483647 w 252"/>
                  <a:gd name="T47" fmla="*/ 2147483647 h 168"/>
                  <a:gd name="T48" fmla="*/ 0 w 252"/>
                  <a:gd name="T49" fmla="*/ 2147483647 h 168"/>
                  <a:gd name="T50" fmla="*/ 2147483647 w 252"/>
                  <a:gd name="T51" fmla="*/ 2147483647 h 168"/>
                  <a:gd name="T52" fmla="*/ 2147483647 w 252"/>
                  <a:gd name="T53" fmla="*/ 2147483647 h 168"/>
                  <a:gd name="T54" fmla="*/ 2147483647 w 252"/>
                  <a:gd name="T55" fmla="*/ 2147483647 h 168"/>
                  <a:gd name="T56" fmla="*/ 2147483647 w 252"/>
                  <a:gd name="T57" fmla="*/ 2147483647 h 168"/>
                  <a:gd name="T58" fmla="*/ 2147483647 w 252"/>
                  <a:gd name="T59" fmla="*/ 2147483647 h 168"/>
                  <a:gd name="T60" fmla="*/ 2147483647 w 252"/>
                  <a:gd name="T61" fmla="*/ 2147483647 h 168"/>
                  <a:gd name="T62" fmla="*/ 2147483647 w 252"/>
                  <a:gd name="T63" fmla="*/ 2147483647 h 168"/>
                  <a:gd name="T64" fmla="*/ 2147483647 w 252"/>
                  <a:gd name="T65" fmla="*/ 2147483647 h 168"/>
                  <a:gd name="T66" fmla="*/ 2147483647 w 252"/>
                  <a:gd name="T67" fmla="*/ 2147483647 h 16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52"/>
                  <a:gd name="T103" fmla="*/ 0 h 168"/>
                  <a:gd name="T104" fmla="*/ 252 w 252"/>
                  <a:gd name="T105" fmla="*/ 168 h 16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52" h="168">
                    <a:moveTo>
                      <a:pt x="246" y="102"/>
                    </a:moveTo>
                    <a:lnTo>
                      <a:pt x="234" y="96"/>
                    </a:lnTo>
                    <a:lnTo>
                      <a:pt x="216" y="78"/>
                    </a:lnTo>
                    <a:lnTo>
                      <a:pt x="192" y="66"/>
                    </a:lnTo>
                    <a:lnTo>
                      <a:pt x="156" y="54"/>
                    </a:lnTo>
                    <a:lnTo>
                      <a:pt x="132" y="42"/>
                    </a:lnTo>
                    <a:lnTo>
                      <a:pt x="126" y="30"/>
                    </a:lnTo>
                    <a:lnTo>
                      <a:pt x="108" y="12"/>
                    </a:lnTo>
                    <a:lnTo>
                      <a:pt x="96" y="6"/>
                    </a:lnTo>
                    <a:lnTo>
                      <a:pt x="84" y="6"/>
                    </a:lnTo>
                    <a:lnTo>
                      <a:pt x="60" y="0"/>
                    </a:lnTo>
                    <a:lnTo>
                      <a:pt x="30" y="0"/>
                    </a:lnTo>
                    <a:lnTo>
                      <a:pt x="24" y="6"/>
                    </a:lnTo>
                    <a:lnTo>
                      <a:pt x="18" y="6"/>
                    </a:lnTo>
                    <a:lnTo>
                      <a:pt x="30" y="42"/>
                    </a:lnTo>
                    <a:lnTo>
                      <a:pt x="30" y="54"/>
                    </a:lnTo>
                    <a:lnTo>
                      <a:pt x="24" y="60"/>
                    </a:lnTo>
                    <a:lnTo>
                      <a:pt x="18" y="72"/>
                    </a:lnTo>
                    <a:lnTo>
                      <a:pt x="12" y="78"/>
                    </a:lnTo>
                    <a:lnTo>
                      <a:pt x="12" y="90"/>
                    </a:lnTo>
                    <a:lnTo>
                      <a:pt x="6" y="102"/>
                    </a:lnTo>
                    <a:lnTo>
                      <a:pt x="0" y="108"/>
                    </a:lnTo>
                    <a:lnTo>
                      <a:pt x="0" y="114"/>
                    </a:lnTo>
                    <a:lnTo>
                      <a:pt x="12" y="144"/>
                    </a:lnTo>
                    <a:lnTo>
                      <a:pt x="0" y="126"/>
                    </a:lnTo>
                    <a:lnTo>
                      <a:pt x="30" y="168"/>
                    </a:lnTo>
                    <a:lnTo>
                      <a:pt x="78" y="132"/>
                    </a:lnTo>
                    <a:lnTo>
                      <a:pt x="174" y="132"/>
                    </a:lnTo>
                    <a:lnTo>
                      <a:pt x="186" y="138"/>
                    </a:lnTo>
                    <a:lnTo>
                      <a:pt x="240" y="138"/>
                    </a:lnTo>
                    <a:lnTo>
                      <a:pt x="246" y="132"/>
                    </a:lnTo>
                    <a:lnTo>
                      <a:pt x="252" y="120"/>
                    </a:lnTo>
                    <a:lnTo>
                      <a:pt x="252" y="114"/>
                    </a:lnTo>
                    <a:lnTo>
                      <a:pt x="246" y="10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8" name="Djibouti" descr="© INSCALE GmbH, 05.05.2010&#10;http://www.presentationload.com/">
                <a:extLst>
                  <a:ext uri="{FF2B5EF4-FFF2-40B4-BE49-F238E27FC236}">
                    <a16:creationId xmlns:a16="http://schemas.microsoft.com/office/drawing/2014/main" id="{76FA0F0E-C4E3-33F5-D35F-819516A40899}"/>
                  </a:ext>
                </a:extLst>
              </p:cNvPr>
              <p:cNvSpPr>
                <a:spLocks/>
              </p:cNvSpPr>
              <p:nvPr/>
            </p:nvSpPr>
            <p:spPr bwMode="gray">
              <a:xfrm>
                <a:off x="5354583" y="2831578"/>
                <a:ext cx="44471" cy="51884"/>
              </a:xfrm>
              <a:custGeom>
                <a:avLst/>
                <a:gdLst>
                  <a:gd name="T0" fmla="*/ 2147483647 w 114"/>
                  <a:gd name="T1" fmla="*/ 2147483647 h 138"/>
                  <a:gd name="T2" fmla="*/ 2147483647 w 114"/>
                  <a:gd name="T3" fmla="*/ 2147483647 h 138"/>
                  <a:gd name="T4" fmla="*/ 2147483647 w 114"/>
                  <a:gd name="T5" fmla="*/ 2147483647 h 138"/>
                  <a:gd name="T6" fmla="*/ 0 w 114"/>
                  <a:gd name="T7" fmla="*/ 2147483647 h 138"/>
                  <a:gd name="T8" fmla="*/ 0 w 114"/>
                  <a:gd name="T9" fmla="*/ 2147483647 h 138"/>
                  <a:gd name="T10" fmla="*/ 2147483647 w 114"/>
                  <a:gd name="T11" fmla="*/ 2147483647 h 138"/>
                  <a:gd name="T12" fmla="*/ 2147483647 w 114"/>
                  <a:gd name="T13" fmla="*/ 2147483647 h 138"/>
                  <a:gd name="T14" fmla="*/ 2147483647 w 114"/>
                  <a:gd name="T15" fmla="*/ 2147483647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2147483647 w 114"/>
                  <a:gd name="T29" fmla="*/ 2147483647 h 138"/>
                  <a:gd name="T30" fmla="*/ 2147483647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0 h 138"/>
                  <a:gd name="T56" fmla="*/ 2147483647 w 114"/>
                  <a:gd name="T57" fmla="*/ 2147483647 h 138"/>
                  <a:gd name="T58" fmla="*/ 2147483647 w 114"/>
                  <a:gd name="T59" fmla="*/ 2147483647 h 138"/>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4"/>
                  <a:gd name="T91" fmla="*/ 0 h 138"/>
                  <a:gd name="T92" fmla="*/ 114 w 114"/>
                  <a:gd name="T93" fmla="*/ 138 h 138"/>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4" h="138">
                    <a:moveTo>
                      <a:pt x="72" y="24"/>
                    </a:moveTo>
                    <a:lnTo>
                      <a:pt x="48" y="12"/>
                    </a:lnTo>
                    <a:lnTo>
                      <a:pt x="18" y="66"/>
                    </a:lnTo>
                    <a:lnTo>
                      <a:pt x="0" y="84"/>
                    </a:lnTo>
                    <a:lnTo>
                      <a:pt x="0" y="96"/>
                    </a:lnTo>
                    <a:lnTo>
                      <a:pt x="6" y="114"/>
                    </a:lnTo>
                    <a:lnTo>
                      <a:pt x="6" y="126"/>
                    </a:lnTo>
                    <a:lnTo>
                      <a:pt x="18" y="138"/>
                    </a:lnTo>
                    <a:lnTo>
                      <a:pt x="42" y="138"/>
                    </a:lnTo>
                    <a:lnTo>
                      <a:pt x="48" y="132"/>
                    </a:lnTo>
                    <a:lnTo>
                      <a:pt x="54" y="132"/>
                    </a:lnTo>
                    <a:lnTo>
                      <a:pt x="60" y="126"/>
                    </a:lnTo>
                    <a:lnTo>
                      <a:pt x="72" y="126"/>
                    </a:lnTo>
                    <a:lnTo>
                      <a:pt x="84" y="132"/>
                    </a:lnTo>
                    <a:lnTo>
                      <a:pt x="90" y="138"/>
                    </a:lnTo>
                    <a:lnTo>
                      <a:pt x="90" y="132"/>
                    </a:lnTo>
                    <a:lnTo>
                      <a:pt x="114" y="108"/>
                    </a:lnTo>
                    <a:lnTo>
                      <a:pt x="114" y="102"/>
                    </a:lnTo>
                    <a:lnTo>
                      <a:pt x="102" y="90"/>
                    </a:lnTo>
                    <a:lnTo>
                      <a:pt x="66" y="90"/>
                    </a:lnTo>
                    <a:lnTo>
                      <a:pt x="78" y="84"/>
                    </a:lnTo>
                    <a:lnTo>
                      <a:pt x="84" y="72"/>
                    </a:lnTo>
                    <a:lnTo>
                      <a:pt x="96" y="66"/>
                    </a:lnTo>
                    <a:lnTo>
                      <a:pt x="102" y="54"/>
                    </a:lnTo>
                    <a:lnTo>
                      <a:pt x="114" y="42"/>
                    </a:lnTo>
                    <a:lnTo>
                      <a:pt x="114" y="24"/>
                    </a:lnTo>
                    <a:lnTo>
                      <a:pt x="108" y="12"/>
                    </a:lnTo>
                    <a:lnTo>
                      <a:pt x="96" y="0"/>
                    </a:lnTo>
                    <a:lnTo>
                      <a:pt x="84" y="6"/>
                    </a:lnTo>
                    <a:lnTo>
                      <a:pt x="72" y="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39" name="Denmark" descr="© INSCALE GmbH, 05.05.2010&#10;http://www.presentationload.com/">
                <a:extLst>
                  <a:ext uri="{FF2B5EF4-FFF2-40B4-BE49-F238E27FC236}">
                    <a16:creationId xmlns:a16="http://schemas.microsoft.com/office/drawing/2014/main" id="{E04CBC93-1219-FF18-E735-A5589BCD3BED}"/>
                  </a:ext>
                </a:extLst>
              </p:cNvPr>
              <p:cNvSpPr>
                <a:spLocks noEditPoints="1"/>
              </p:cNvSpPr>
              <p:nvPr/>
            </p:nvSpPr>
            <p:spPr bwMode="gray">
              <a:xfrm>
                <a:off x="4460712" y="1475202"/>
                <a:ext cx="105249" cy="88942"/>
              </a:xfrm>
              <a:custGeom>
                <a:avLst/>
                <a:gdLst>
                  <a:gd name="T0" fmla="*/ 2147483647 w 71"/>
                  <a:gd name="T1" fmla="*/ 2147483647 h 60"/>
                  <a:gd name="T2" fmla="*/ 2147483647 w 71"/>
                  <a:gd name="T3" fmla="*/ 2147483647 h 60"/>
                  <a:gd name="T4" fmla="*/ 2147483647 w 71"/>
                  <a:gd name="T5" fmla="*/ 2147483647 h 60"/>
                  <a:gd name="T6" fmla="*/ 2147483647 w 71"/>
                  <a:gd name="T7" fmla="*/ 2147483647 h 60"/>
                  <a:gd name="T8" fmla="*/ 2147483647 w 71"/>
                  <a:gd name="T9" fmla="*/ 2147483647 h 60"/>
                  <a:gd name="T10" fmla="*/ 2147483647 w 71"/>
                  <a:gd name="T11" fmla="*/ 2147483647 h 60"/>
                  <a:gd name="T12" fmla="*/ 2147483647 w 71"/>
                  <a:gd name="T13" fmla="*/ 2147483647 h 60"/>
                  <a:gd name="T14" fmla="*/ 2147483647 w 71"/>
                  <a:gd name="T15" fmla="*/ 2147483647 h 60"/>
                  <a:gd name="T16" fmla="*/ 2147483647 w 71"/>
                  <a:gd name="T17" fmla="*/ 2147483647 h 60"/>
                  <a:gd name="T18" fmla="*/ 2147483647 w 71"/>
                  <a:gd name="T19" fmla="*/ 2147483647 h 60"/>
                  <a:gd name="T20" fmla="*/ 2147483647 w 71"/>
                  <a:gd name="T21" fmla="*/ 2147483647 h 60"/>
                  <a:gd name="T22" fmla="*/ 2147483647 w 71"/>
                  <a:gd name="T23" fmla="*/ 2147483647 h 60"/>
                  <a:gd name="T24" fmla="*/ 2147483647 w 71"/>
                  <a:gd name="T25" fmla="*/ 2147483647 h 60"/>
                  <a:gd name="T26" fmla="*/ 2147483647 w 71"/>
                  <a:gd name="T27" fmla="*/ 2147483647 h 60"/>
                  <a:gd name="T28" fmla="*/ 2147483647 w 71"/>
                  <a:gd name="T29" fmla="*/ 2147483647 h 60"/>
                  <a:gd name="T30" fmla="*/ 2147483647 w 71"/>
                  <a:gd name="T31" fmla="*/ 2147483647 h 60"/>
                  <a:gd name="T32" fmla="*/ 2147483647 w 71"/>
                  <a:gd name="T33" fmla="*/ 2147483647 h 60"/>
                  <a:gd name="T34" fmla="*/ 2147483647 w 71"/>
                  <a:gd name="T35" fmla="*/ 2147483647 h 60"/>
                  <a:gd name="T36" fmla="*/ 2147483647 w 71"/>
                  <a:gd name="T37" fmla="*/ 2147483647 h 60"/>
                  <a:gd name="T38" fmla="*/ 2147483647 w 71"/>
                  <a:gd name="T39" fmla="*/ 2147483647 h 60"/>
                  <a:gd name="T40" fmla="*/ 2147483647 w 71"/>
                  <a:gd name="T41" fmla="*/ 2147483647 h 60"/>
                  <a:gd name="T42" fmla="*/ 2147483647 w 71"/>
                  <a:gd name="T43" fmla="*/ 2147483647 h 60"/>
                  <a:gd name="T44" fmla="*/ 2147483647 w 71"/>
                  <a:gd name="T45" fmla="*/ 2147483647 h 60"/>
                  <a:gd name="T46" fmla="*/ 2147483647 w 71"/>
                  <a:gd name="T47" fmla="*/ 2147483647 h 60"/>
                  <a:gd name="T48" fmla="*/ 2147483647 w 71"/>
                  <a:gd name="T49" fmla="*/ 2147483647 h 60"/>
                  <a:gd name="T50" fmla="*/ 2147483647 w 71"/>
                  <a:gd name="T51" fmla="*/ 2147483647 h 60"/>
                  <a:gd name="T52" fmla="*/ 2147483647 w 71"/>
                  <a:gd name="T53" fmla="*/ 2147483647 h 60"/>
                  <a:gd name="T54" fmla="*/ 2147483647 w 71"/>
                  <a:gd name="T55" fmla="*/ 2147483647 h 60"/>
                  <a:gd name="T56" fmla="*/ 2147483647 w 71"/>
                  <a:gd name="T57" fmla="*/ 2147483647 h 60"/>
                  <a:gd name="T58" fmla="*/ 2147483647 w 71"/>
                  <a:gd name="T59" fmla="*/ 2147483647 h 60"/>
                  <a:gd name="T60" fmla="*/ 2147483647 w 71"/>
                  <a:gd name="T61" fmla="*/ 2147483647 h 60"/>
                  <a:gd name="T62" fmla="*/ 2147483647 w 71"/>
                  <a:gd name="T63" fmla="*/ 0 h 60"/>
                  <a:gd name="T64" fmla="*/ 2147483647 w 71"/>
                  <a:gd name="T65" fmla="*/ 2147483647 h 60"/>
                  <a:gd name="T66" fmla="*/ 2147483647 w 71"/>
                  <a:gd name="T67" fmla="*/ 2147483647 h 60"/>
                  <a:gd name="T68" fmla="*/ 2147483647 w 71"/>
                  <a:gd name="T69" fmla="*/ 2147483647 h 60"/>
                  <a:gd name="T70" fmla="*/ 2147483647 w 71"/>
                  <a:gd name="T71" fmla="*/ 2147483647 h 60"/>
                  <a:gd name="T72" fmla="*/ 2147483647 w 71"/>
                  <a:gd name="T73" fmla="*/ 2147483647 h 60"/>
                  <a:gd name="T74" fmla="*/ 2147483647 w 71"/>
                  <a:gd name="T75" fmla="*/ 2147483647 h 60"/>
                  <a:gd name="T76" fmla="*/ 2147483647 w 71"/>
                  <a:gd name="T77" fmla="*/ 2147483647 h 60"/>
                  <a:gd name="T78" fmla="*/ 2147483647 w 71"/>
                  <a:gd name="T79" fmla="*/ 2147483647 h 60"/>
                  <a:gd name="T80" fmla="*/ 2147483647 w 71"/>
                  <a:gd name="T81" fmla="*/ 2147483647 h 60"/>
                  <a:gd name="T82" fmla="*/ 0 w 71"/>
                  <a:gd name="T83" fmla="*/ 2147483647 h 60"/>
                  <a:gd name="T84" fmla="*/ 0 w 71"/>
                  <a:gd name="T85" fmla="*/ 2147483647 h 60"/>
                  <a:gd name="T86" fmla="*/ 2147483647 w 71"/>
                  <a:gd name="T87" fmla="*/ 2147483647 h 60"/>
                  <a:gd name="T88" fmla="*/ 2147483647 w 71"/>
                  <a:gd name="T89" fmla="*/ 2147483647 h 60"/>
                  <a:gd name="T90" fmla="*/ 2147483647 w 71"/>
                  <a:gd name="T91" fmla="*/ 2147483647 h 60"/>
                  <a:gd name="T92" fmla="*/ 2147483647 w 71"/>
                  <a:gd name="T93" fmla="*/ 2147483647 h 60"/>
                  <a:gd name="T94" fmla="*/ 2147483647 w 71"/>
                  <a:gd name="T95" fmla="*/ 2147483647 h 60"/>
                  <a:gd name="T96" fmla="*/ 2147483647 w 71"/>
                  <a:gd name="T97" fmla="*/ 2147483647 h 60"/>
                  <a:gd name="T98" fmla="*/ 2147483647 w 71"/>
                  <a:gd name="T99" fmla="*/ 2147483647 h 60"/>
                  <a:gd name="T100" fmla="*/ 2147483647 w 71"/>
                  <a:gd name="T101" fmla="*/ 2147483647 h 60"/>
                  <a:gd name="T102" fmla="*/ 2147483647 w 71"/>
                  <a:gd name="T103" fmla="*/ 2147483647 h 60"/>
                  <a:gd name="T104" fmla="*/ 2147483647 w 71"/>
                  <a:gd name="T105" fmla="*/ 2147483647 h 60"/>
                  <a:gd name="T106" fmla="*/ 2147483647 w 71"/>
                  <a:gd name="T107" fmla="*/ 2147483647 h 60"/>
                  <a:gd name="T108" fmla="*/ 2147483647 w 71"/>
                  <a:gd name="T109" fmla="*/ 2147483647 h 60"/>
                  <a:gd name="T110" fmla="*/ 2147483647 w 71"/>
                  <a:gd name="T111" fmla="*/ 2147483647 h 60"/>
                  <a:gd name="T112" fmla="*/ 2147483647 w 71"/>
                  <a:gd name="T113" fmla="*/ 2147483647 h 60"/>
                  <a:gd name="T114" fmla="*/ 2147483647 w 71"/>
                  <a:gd name="T115" fmla="*/ 2147483647 h 60"/>
                  <a:gd name="T116" fmla="*/ 2147483647 w 71"/>
                  <a:gd name="T117" fmla="*/ 2147483647 h 60"/>
                  <a:gd name="T118" fmla="*/ 2147483647 w 71"/>
                  <a:gd name="T119" fmla="*/ 2147483647 h 60"/>
                  <a:gd name="T120" fmla="*/ 2147483647 w 71"/>
                  <a:gd name="T121" fmla="*/ 2147483647 h 6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1"/>
                  <a:gd name="T184" fmla="*/ 0 h 60"/>
                  <a:gd name="T185" fmla="*/ 71 w 71"/>
                  <a:gd name="T186" fmla="*/ 60 h 6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1" h="60">
                    <a:moveTo>
                      <a:pt x="62" y="48"/>
                    </a:moveTo>
                    <a:lnTo>
                      <a:pt x="67" y="46"/>
                    </a:lnTo>
                    <a:lnTo>
                      <a:pt x="69" y="46"/>
                    </a:lnTo>
                    <a:lnTo>
                      <a:pt x="69" y="43"/>
                    </a:lnTo>
                    <a:lnTo>
                      <a:pt x="67" y="43"/>
                    </a:lnTo>
                    <a:lnTo>
                      <a:pt x="62" y="41"/>
                    </a:lnTo>
                    <a:lnTo>
                      <a:pt x="62" y="38"/>
                    </a:lnTo>
                    <a:lnTo>
                      <a:pt x="64" y="38"/>
                    </a:lnTo>
                    <a:lnTo>
                      <a:pt x="64" y="36"/>
                    </a:lnTo>
                    <a:lnTo>
                      <a:pt x="67" y="34"/>
                    </a:lnTo>
                    <a:lnTo>
                      <a:pt x="67" y="29"/>
                    </a:lnTo>
                    <a:lnTo>
                      <a:pt x="64" y="29"/>
                    </a:lnTo>
                    <a:lnTo>
                      <a:pt x="62" y="29"/>
                    </a:lnTo>
                    <a:lnTo>
                      <a:pt x="60" y="31"/>
                    </a:lnTo>
                    <a:lnTo>
                      <a:pt x="60" y="34"/>
                    </a:lnTo>
                    <a:lnTo>
                      <a:pt x="57" y="36"/>
                    </a:lnTo>
                    <a:lnTo>
                      <a:pt x="57" y="34"/>
                    </a:lnTo>
                    <a:lnTo>
                      <a:pt x="55" y="31"/>
                    </a:lnTo>
                    <a:lnTo>
                      <a:pt x="52" y="34"/>
                    </a:lnTo>
                    <a:lnTo>
                      <a:pt x="45" y="38"/>
                    </a:lnTo>
                    <a:lnTo>
                      <a:pt x="48" y="38"/>
                    </a:lnTo>
                    <a:lnTo>
                      <a:pt x="50" y="41"/>
                    </a:lnTo>
                    <a:lnTo>
                      <a:pt x="50" y="43"/>
                    </a:lnTo>
                    <a:lnTo>
                      <a:pt x="50" y="46"/>
                    </a:lnTo>
                    <a:lnTo>
                      <a:pt x="50" y="48"/>
                    </a:lnTo>
                    <a:lnTo>
                      <a:pt x="48" y="48"/>
                    </a:lnTo>
                    <a:lnTo>
                      <a:pt x="50" y="48"/>
                    </a:lnTo>
                    <a:lnTo>
                      <a:pt x="50" y="50"/>
                    </a:lnTo>
                    <a:lnTo>
                      <a:pt x="55" y="50"/>
                    </a:lnTo>
                    <a:lnTo>
                      <a:pt x="55" y="48"/>
                    </a:lnTo>
                    <a:lnTo>
                      <a:pt x="57" y="48"/>
                    </a:lnTo>
                    <a:lnTo>
                      <a:pt x="57" y="50"/>
                    </a:lnTo>
                    <a:lnTo>
                      <a:pt x="60" y="53"/>
                    </a:lnTo>
                    <a:lnTo>
                      <a:pt x="60" y="55"/>
                    </a:lnTo>
                    <a:lnTo>
                      <a:pt x="62" y="55"/>
                    </a:lnTo>
                    <a:lnTo>
                      <a:pt x="62" y="53"/>
                    </a:lnTo>
                    <a:lnTo>
                      <a:pt x="62" y="48"/>
                    </a:lnTo>
                    <a:close/>
                    <a:moveTo>
                      <a:pt x="71" y="53"/>
                    </a:moveTo>
                    <a:lnTo>
                      <a:pt x="62" y="55"/>
                    </a:lnTo>
                    <a:lnTo>
                      <a:pt x="60" y="58"/>
                    </a:lnTo>
                    <a:lnTo>
                      <a:pt x="57" y="58"/>
                    </a:lnTo>
                    <a:lnTo>
                      <a:pt x="57" y="55"/>
                    </a:lnTo>
                    <a:lnTo>
                      <a:pt x="55" y="55"/>
                    </a:lnTo>
                    <a:lnTo>
                      <a:pt x="50" y="53"/>
                    </a:lnTo>
                    <a:lnTo>
                      <a:pt x="45" y="53"/>
                    </a:lnTo>
                    <a:lnTo>
                      <a:pt x="45" y="58"/>
                    </a:lnTo>
                    <a:lnTo>
                      <a:pt x="50" y="58"/>
                    </a:lnTo>
                    <a:lnTo>
                      <a:pt x="52" y="58"/>
                    </a:lnTo>
                    <a:lnTo>
                      <a:pt x="55" y="60"/>
                    </a:lnTo>
                    <a:lnTo>
                      <a:pt x="57" y="60"/>
                    </a:lnTo>
                    <a:lnTo>
                      <a:pt x="60" y="60"/>
                    </a:lnTo>
                    <a:lnTo>
                      <a:pt x="62" y="60"/>
                    </a:lnTo>
                    <a:lnTo>
                      <a:pt x="69" y="58"/>
                    </a:lnTo>
                    <a:lnTo>
                      <a:pt x="71" y="58"/>
                    </a:lnTo>
                    <a:lnTo>
                      <a:pt x="71" y="53"/>
                    </a:lnTo>
                    <a:close/>
                    <a:moveTo>
                      <a:pt x="31" y="12"/>
                    </a:moveTo>
                    <a:lnTo>
                      <a:pt x="36" y="7"/>
                    </a:lnTo>
                    <a:lnTo>
                      <a:pt x="36" y="3"/>
                    </a:lnTo>
                    <a:lnTo>
                      <a:pt x="36" y="0"/>
                    </a:lnTo>
                    <a:lnTo>
                      <a:pt x="26" y="0"/>
                    </a:lnTo>
                    <a:lnTo>
                      <a:pt x="26" y="3"/>
                    </a:lnTo>
                    <a:lnTo>
                      <a:pt x="21" y="7"/>
                    </a:lnTo>
                    <a:lnTo>
                      <a:pt x="21" y="10"/>
                    </a:lnTo>
                    <a:lnTo>
                      <a:pt x="19" y="10"/>
                    </a:lnTo>
                    <a:lnTo>
                      <a:pt x="19" y="19"/>
                    </a:lnTo>
                    <a:lnTo>
                      <a:pt x="14" y="14"/>
                    </a:lnTo>
                    <a:lnTo>
                      <a:pt x="12" y="7"/>
                    </a:lnTo>
                    <a:lnTo>
                      <a:pt x="7" y="10"/>
                    </a:lnTo>
                    <a:lnTo>
                      <a:pt x="5" y="10"/>
                    </a:lnTo>
                    <a:lnTo>
                      <a:pt x="5" y="12"/>
                    </a:lnTo>
                    <a:lnTo>
                      <a:pt x="5" y="14"/>
                    </a:lnTo>
                    <a:lnTo>
                      <a:pt x="7" y="14"/>
                    </a:lnTo>
                    <a:lnTo>
                      <a:pt x="12" y="19"/>
                    </a:lnTo>
                    <a:lnTo>
                      <a:pt x="12" y="22"/>
                    </a:lnTo>
                    <a:lnTo>
                      <a:pt x="5" y="19"/>
                    </a:lnTo>
                    <a:lnTo>
                      <a:pt x="2" y="24"/>
                    </a:lnTo>
                    <a:lnTo>
                      <a:pt x="0" y="24"/>
                    </a:lnTo>
                    <a:lnTo>
                      <a:pt x="0" y="29"/>
                    </a:lnTo>
                    <a:lnTo>
                      <a:pt x="0" y="31"/>
                    </a:lnTo>
                    <a:lnTo>
                      <a:pt x="5" y="34"/>
                    </a:lnTo>
                    <a:lnTo>
                      <a:pt x="7" y="34"/>
                    </a:lnTo>
                    <a:lnTo>
                      <a:pt x="2" y="38"/>
                    </a:lnTo>
                    <a:lnTo>
                      <a:pt x="2" y="41"/>
                    </a:lnTo>
                    <a:lnTo>
                      <a:pt x="5" y="43"/>
                    </a:lnTo>
                    <a:lnTo>
                      <a:pt x="7" y="43"/>
                    </a:lnTo>
                    <a:lnTo>
                      <a:pt x="7" y="48"/>
                    </a:lnTo>
                    <a:lnTo>
                      <a:pt x="5" y="53"/>
                    </a:lnTo>
                    <a:lnTo>
                      <a:pt x="7" y="53"/>
                    </a:lnTo>
                    <a:lnTo>
                      <a:pt x="17" y="53"/>
                    </a:lnTo>
                    <a:lnTo>
                      <a:pt x="17" y="55"/>
                    </a:lnTo>
                    <a:lnTo>
                      <a:pt x="24" y="55"/>
                    </a:lnTo>
                    <a:lnTo>
                      <a:pt x="26" y="58"/>
                    </a:lnTo>
                    <a:lnTo>
                      <a:pt x="26" y="55"/>
                    </a:lnTo>
                    <a:lnTo>
                      <a:pt x="24" y="53"/>
                    </a:lnTo>
                    <a:lnTo>
                      <a:pt x="24" y="48"/>
                    </a:lnTo>
                    <a:lnTo>
                      <a:pt x="26" y="43"/>
                    </a:lnTo>
                    <a:lnTo>
                      <a:pt x="24" y="41"/>
                    </a:lnTo>
                    <a:lnTo>
                      <a:pt x="24" y="38"/>
                    </a:lnTo>
                    <a:lnTo>
                      <a:pt x="21" y="38"/>
                    </a:lnTo>
                    <a:lnTo>
                      <a:pt x="24" y="38"/>
                    </a:lnTo>
                    <a:lnTo>
                      <a:pt x="31" y="34"/>
                    </a:lnTo>
                    <a:lnTo>
                      <a:pt x="33" y="26"/>
                    </a:lnTo>
                    <a:lnTo>
                      <a:pt x="38" y="26"/>
                    </a:lnTo>
                    <a:lnTo>
                      <a:pt x="41" y="19"/>
                    </a:lnTo>
                    <a:lnTo>
                      <a:pt x="31" y="19"/>
                    </a:lnTo>
                    <a:lnTo>
                      <a:pt x="31" y="12"/>
                    </a:lnTo>
                    <a:close/>
                    <a:moveTo>
                      <a:pt x="29" y="38"/>
                    </a:moveTo>
                    <a:lnTo>
                      <a:pt x="31" y="48"/>
                    </a:lnTo>
                    <a:lnTo>
                      <a:pt x="36" y="53"/>
                    </a:lnTo>
                    <a:lnTo>
                      <a:pt x="38" y="46"/>
                    </a:lnTo>
                    <a:lnTo>
                      <a:pt x="33" y="41"/>
                    </a:lnTo>
                    <a:lnTo>
                      <a:pt x="29" y="3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0" name="Czech Republic" descr="© INSCALE GmbH, 05.05.2010&#10;http://www.presentationload.com/">
                <a:extLst>
                  <a:ext uri="{FF2B5EF4-FFF2-40B4-BE49-F238E27FC236}">
                    <a16:creationId xmlns:a16="http://schemas.microsoft.com/office/drawing/2014/main" id="{79131DD6-AD5D-D3EE-C52A-466909E9F4C8}"/>
                  </a:ext>
                </a:extLst>
              </p:cNvPr>
              <p:cNvSpPr>
                <a:spLocks/>
              </p:cNvSpPr>
              <p:nvPr/>
            </p:nvSpPr>
            <p:spPr bwMode="gray">
              <a:xfrm>
                <a:off x="4554101" y="1666429"/>
                <a:ext cx="160096" cy="72637"/>
              </a:xfrm>
              <a:custGeom>
                <a:avLst/>
                <a:gdLst>
                  <a:gd name="T0" fmla="*/ 2147483647 w 420"/>
                  <a:gd name="T1" fmla="*/ 2147483647 h 192"/>
                  <a:gd name="T2" fmla="*/ 2147483647 w 420"/>
                  <a:gd name="T3" fmla="*/ 2147483647 h 192"/>
                  <a:gd name="T4" fmla="*/ 2147483647 w 420"/>
                  <a:gd name="T5" fmla="*/ 2147483647 h 192"/>
                  <a:gd name="T6" fmla="*/ 2147483647 w 420"/>
                  <a:gd name="T7" fmla="*/ 2147483647 h 192"/>
                  <a:gd name="T8" fmla="*/ 2147483647 w 420"/>
                  <a:gd name="T9" fmla="*/ 2147483647 h 192"/>
                  <a:gd name="T10" fmla="*/ 2147483647 w 420"/>
                  <a:gd name="T11" fmla="*/ 2147483647 h 192"/>
                  <a:gd name="T12" fmla="*/ 2147483647 w 420"/>
                  <a:gd name="T13" fmla="*/ 2147483647 h 192"/>
                  <a:gd name="T14" fmla="*/ 2147483647 w 420"/>
                  <a:gd name="T15" fmla="*/ 2147483647 h 192"/>
                  <a:gd name="T16" fmla="*/ 2147483647 w 420"/>
                  <a:gd name="T17" fmla="*/ 2147483647 h 192"/>
                  <a:gd name="T18" fmla="*/ 2147483647 w 420"/>
                  <a:gd name="T19" fmla="*/ 2147483647 h 192"/>
                  <a:gd name="T20" fmla="*/ 2147483647 w 420"/>
                  <a:gd name="T21" fmla="*/ 2147483647 h 192"/>
                  <a:gd name="T22" fmla="*/ 2147483647 w 420"/>
                  <a:gd name="T23" fmla="*/ 2147483647 h 192"/>
                  <a:gd name="T24" fmla="*/ 2147483647 w 420"/>
                  <a:gd name="T25" fmla="*/ 2147483647 h 192"/>
                  <a:gd name="T26" fmla="*/ 2147483647 w 420"/>
                  <a:gd name="T27" fmla="*/ 2147483647 h 192"/>
                  <a:gd name="T28" fmla="*/ 2147483647 w 420"/>
                  <a:gd name="T29" fmla="*/ 0 h 192"/>
                  <a:gd name="T30" fmla="*/ 2147483647 w 420"/>
                  <a:gd name="T31" fmla="*/ 2147483647 h 192"/>
                  <a:gd name="T32" fmla="*/ 2147483647 w 420"/>
                  <a:gd name="T33" fmla="*/ 0 h 192"/>
                  <a:gd name="T34" fmla="*/ 2147483647 w 420"/>
                  <a:gd name="T35" fmla="*/ 2147483647 h 192"/>
                  <a:gd name="T36" fmla="*/ 2147483647 w 420"/>
                  <a:gd name="T37" fmla="*/ 2147483647 h 192"/>
                  <a:gd name="T38" fmla="*/ 2147483647 w 420"/>
                  <a:gd name="T39" fmla="*/ 2147483647 h 192"/>
                  <a:gd name="T40" fmla="*/ 2147483647 w 420"/>
                  <a:gd name="T41" fmla="*/ 2147483647 h 192"/>
                  <a:gd name="T42" fmla="*/ 2147483647 w 420"/>
                  <a:gd name="T43" fmla="*/ 2147483647 h 192"/>
                  <a:gd name="T44" fmla="*/ 2147483647 w 420"/>
                  <a:gd name="T45" fmla="*/ 2147483647 h 192"/>
                  <a:gd name="T46" fmla="*/ 2147483647 w 420"/>
                  <a:gd name="T47" fmla="*/ 2147483647 h 192"/>
                  <a:gd name="T48" fmla="*/ 2147483647 w 420"/>
                  <a:gd name="T49" fmla="*/ 2147483647 h 192"/>
                  <a:gd name="T50" fmla="*/ 2147483647 w 420"/>
                  <a:gd name="T51" fmla="*/ 2147483647 h 192"/>
                  <a:gd name="T52" fmla="*/ 0 w 420"/>
                  <a:gd name="T53" fmla="*/ 2147483647 h 192"/>
                  <a:gd name="T54" fmla="*/ 2147483647 w 420"/>
                  <a:gd name="T55" fmla="*/ 2147483647 h 192"/>
                  <a:gd name="T56" fmla="*/ 2147483647 w 420"/>
                  <a:gd name="T57" fmla="*/ 2147483647 h 192"/>
                  <a:gd name="T58" fmla="*/ 2147483647 w 420"/>
                  <a:gd name="T59" fmla="*/ 2147483647 h 192"/>
                  <a:gd name="T60" fmla="*/ 2147483647 w 420"/>
                  <a:gd name="T61" fmla="*/ 2147483647 h 192"/>
                  <a:gd name="T62" fmla="*/ 2147483647 w 420"/>
                  <a:gd name="T63" fmla="*/ 2147483647 h 192"/>
                  <a:gd name="T64" fmla="*/ 2147483647 w 420"/>
                  <a:gd name="T65" fmla="*/ 2147483647 h 192"/>
                  <a:gd name="T66" fmla="*/ 2147483647 w 420"/>
                  <a:gd name="T67" fmla="*/ 2147483647 h 192"/>
                  <a:gd name="T68" fmla="*/ 2147483647 w 420"/>
                  <a:gd name="T69" fmla="*/ 2147483647 h 192"/>
                  <a:gd name="T70" fmla="*/ 2147483647 w 420"/>
                  <a:gd name="T71" fmla="*/ 2147483647 h 192"/>
                  <a:gd name="T72" fmla="*/ 2147483647 w 420"/>
                  <a:gd name="T73" fmla="*/ 2147483647 h 192"/>
                  <a:gd name="T74" fmla="*/ 2147483647 w 420"/>
                  <a:gd name="T75" fmla="*/ 2147483647 h 192"/>
                  <a:gd name="T76" fmla="*/ 2147483647 w 420"/>
                  <a:gd name="T77" fmla="*/ 2147483647 h 192"/>
                  <a:gd name="T78" fmla="*/ 2147483647 w 420"/>
                  <a:gd name="T79" fmla="*/ 2147483647 h 192"/>
                  <a:gd name="T80" fmla="*/ 2147483647 w 420"/>
                  <a:gd name="T81" fmla="*/ 2147483647 h 192"/>
                  <a:gd name="T82" fmla="*/ 2147483647 w 420"/>
                  <a:gd name="T83" fmla="*/ 2147483647 h 192"/>
                  <a:gd name="T84" fmla="*/ 2147483647 w 420"/>
                  <a:gd name="T85" fmla="*/ 2147483647 h 192"/>
                  <a:gd name="T86" fmla="*/ 2147483647 w 420"/>
                  <a:gd name="T87" fmla="*/ 2147483647 h 192"/>
                  <a:gd name="T88" fmla="*/ 2147483647 w 420"/>
                  <a:gd name="T89" fmla="*/ 2147483647 h 192"/>
                  <a:gd name="T90" fmla="*/ 2147483647 w 420"/>
                  <a:gd name="T91" fmla="*/ 2147483647 h 192"/>
                  <a:gd name="T92" fmla="*/ 2147483647 w 420"/>
                  <a:gd name="T93" fmla="*/ 2147483647 h 192"/>
                  <a:gd name="T94" fmla="*/ 2147483647 w 420"/>
                  <a:gd name="T95" fmla="*/ 2147483647 h 192"/>
                  <a:gd name="T96" fmla="*/ 2147483647 w 420"/>
                  <a:gd name="T97" fmla="*/ 2147483647 h 192"/>
                  <a:gd name="T98" fmla="*/ 2147483647 w 420"/>
                  <a:gd name="T99" fmla="*/ 2147483647 h 192"/>
                  <a:gd name="T100" fmla="*/ 2147483647 w 420"/>
                  <a:gd name="T101" fmla="*/ 2147483647 h 192"/>
                  <a:gd name="T102" fmla="*/ 2147483647 w 420"/>
                  <a:gd name="T103" fmla="*/ 2147483647 h 192"/>
                  <a:gd name="T104" fmla="*/ 2147483647 w 420"/>
                  <a:gd name="T105" fmla="*/ 2147483647 h 19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20"/>
                  <a:gd name="T160" fmla="*/ 0 h 192"/>
                  <a:gd name="T161" fmla="*/ 420 w 420"/>
                  <a:gd name="T162" fmla="*/ 192 h 19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20" h="192">
                    <a:moveTo>
                      <a:pt x="408" y="108"/>
                    </a:moveTo>
                    <a:lnTo>
                      <a:pt x="402" y="96"/>
                    </a:lnTo>
                    <a:lnTo>
                      <a:pt x="402" y="90"/>
                    </a:lnTo>
                    <a:lnTo>
                      <a:pt x="390" y="84"/>
                    </a:lnTo>
                    <a:lnTo>
                      <a:pt x="372" y="84"/>
                    </a:lnTo>
                    <a:lnTo>
                      <a:pt x="372" y="78"/>
                    </a:lnTo>
                    <a:lnTo>
                      <a:pt x="366" y="72"/>
                    </a:lnTo>
                    <a:lnTo>
                      <a:pt x="360" y="84"/>
                    </a:lnTo>
                    <a:lnTo>
                      <a:pt x="354" y="78"/>
                    </a:lnTo>
                    <a:lnTo>
                      <a:pt x="348" y="66"/>
                    </a:lnTo>
                    <a:lnTo>
                      <a:pt x="342" y="60"/>
                    </a:lnTo>
                    <a:lnTo>
                      <a:pt x="324" y="60"/>
                    </a:lnTo>
                    <a:lnTo>
                      <a:pt x="330" y="54"/>
                    </a:lnTo>
                    <a:lnTo>
                      <a:pt x="312" y="54"/>
                    </a:lnTo>
                    <a:lnTo>
                      <a:pt x="300" y="60"/>
                    </a:lnTo>
                    <a:lnTo>
                      <a:pt x="294" y="60"/>
                    </a:lnTo>
                    <a:lnTo>
                      <a:pt x="294" y="66"/>
                    </a:lnTo>
                    <a:lnTo>
                      <a:pt x="276" y="66"/>
                    </a:lnTo>
                    <a:lnTo>
                      <a:pt x="270" y="60"/>
                    </a:lnTo>
                    <a:lnTo>
                      <a:pt x="264" y="60"/>
                    </a:lnTo>
                    <a:lnTo>
                      <a:pt x="264" y="48"/>
                    </a:lnTo>
                    <a:lnTo>
                      <a:pt x="252" y="42"/>
                    </a:lnTo>
                    <a:lnTo>
                      <a:pt x="264" y="36"/>
                    </a:lnTo>
                    <a:lnTo>
                      <a:pt x="258" y="30"/>
                    </a:lnTo>
                    <a:lnTo>
                      <a:pt x="234" y="30"/>
                    </a:lnTo>
                    <a:lnTo>
                      <a:pt x="234" y="24"/>
                    </a:lnTo>
                    <a:lnTo>
                      <a:pt x="228" y="24"/>
                    </a:lnTo>
                    <a:lnTo>
                      <a:pt x="216" y="18"/>
                    </a:lnTo>
                    <a:lnTo>
                      <a:pt x="198" y="18"/>
                    </a:lnTo>
                    <a:lnTo>
                      <a:pt x="192" y="0"/>
                    </a:lnTo>
                    <a:lnTo>
                      <a:pt x="174" y="0"/>
                    </a:lnTo>
                    <a:lnTo>
                      <a:pt x="162" y="12"/>
                    </a:lnTo>
                    <a:lnTo>
                      <a:pt x="156" y="12"/>
                    </a:lnTo>
                    <a:lnTo>
                      <a:pt x="144" y="0"/>
                    </a:lnTo>
                    <a:lnTo>
                      <a:pt x="138" y="6"/>
                    </a:lnTo>
                    <a:lnTo>
                      <a:pt x="132" y="6"/>
                    </a:lnTo>
                    <a:lnTo>
                      <a:pt x="126" y="12"/>
                    </a:lnTo>
                    <a:lnTo>
                      <a:pt x="126" y="18"/>
                    </a:lnTo>
                    <a:lnTo>
                      <a:pt x="108" y="18"/>
                    </a:lnTo>
                    <a:lnTo>
                      <a:pt x="108" y="24"/>
                    </a:lnTo>
                    <a:lnTo>
                      <a:pt x="84" y="24"/>
                    </a:lnTo>
                    <a:lnTo>
                      <a:pt x="84" y="30"/>
                    </a:lnTo>
                    <a:lnTo>
                      <a:pt x="66" y="36"/>
                    </a:lnTo>
                    <a:lnTo>
                      <a:pt x="54" y="48"/>
                    </a:lnTo>
                    <a:lnTo>
                      <a:pt x="42" y="42"/>
                    </a:lnTo>
                    <a:lnTo>
                      <a:pt x="36" y="42"/>
                    </a:lnTo>
                    <a:lnTo>
                      <a:pt x="30" y="48"/>
                    </a:lnTo>
                    <a:lnTo>
                      <a:pt x="30" y="54"/>
                    </a:lnTo>
                    <a:lnTo>
                      <a:pt x="18" y="54"/>
                    </a:lnTo>
                    <a:lnTo>
                      <a:pt x="18" y="60"/>
                    </a:lnTo>
                    <a:lnTo>
                      <a:pt x="6" y="60"/>
                    </a:lnTo>
                    <a:lnTo>
                      <a:pt x="6" y="54"/>
                    </a:lnTo>
                    <a:lnTo>
                      <a:pt x="0" y="54"/>
                    </a:lnTo>
                    <a:lnTo>
                      <a:pt x="0" y="66"/>
                    </a:lnTo>
                    <a:lnTo>
                      <a:pt x="6" y="72"/>
                    </a:lnTo>
                    <a:lnTo>
                      <a:pt x="12" y="72"/>
                    </a:lnTo>
                    <a:lnTo>
                      <a:pt x="24" y="84"/>
                    </a:lnTo>
                    <a:lnTo>
                      <a:pt x="18" y="90"/>
                    </a:lnTo>
                    <a:lnTo>
                      <a:pt x="12" y="90"/>
                    </a:lnTo>
                    <a:lnTo>
                      <a:pt x="12" y="96"/>
                    </a:lnTo>
                    <a:lnTo>
                      <a:pt x="24" y="108"/>
                    </a:lnTo>
                    <a:lnTo>
                      <a:pt x="30" y="120"/>
                    </a:lnTo>
                    <a:lnTo>
                      <a:pt x="36" y="120"/>
                    </a:lnTo>
                    <a:lnTo>
                      <a:pt x="36" y="126"/>
                    </a:lnTo>
                    <a:lnTo>
                      <a:pt x="48" y="132"/>
                    </a:lnTo>
                    <a:lnTo>
                      <a:pt x="60" y="132"/>
                    </a:lnTo>
                    <a:lnTo>
                      <a:pt x="66" y="144"/>
                    </a:lnTo>
                    <a:lnTo>
                      <a:pt x="72" y="144"/>
                    </a:lnTo>
                    <a:lnTo>
                      <a:pt x="78" y="156"/>
                    </a:lnTo>
                    <a:lnTo>
                      <a:pt x="90" y="156"/>
                    </a:lnTo>
                    <a:lnTo>
                      <a:pt x="96" y="162"/>
                    </a:lnTo>
                    <a:lnTo>
                      <a:pt x="102" y="162"/>
                    </a:lnTo>
                    <a:lnTo>
                      <a:pt x="102" y="174"/>
                    </a:lnTo>
                    <a:lnTo>
                      <a:pt x="120" y="192"/>
                    </a:lnTo>
                    <a:lnTo>
                      <a:pt x="132" y="192"/>
                    </a:lnTo>
                    <a:lnTo>
                      <a:pt x="144" y="186"/>
                    </a:lnTo>
                    <a:lnTo>
                      <a:pt x="150" y="186"/>
                    </a:lnTo>
                    <a:lnTo>
                      <a:pt x="162" y="192"/>
                    </a:lnTo>
                    <a:lnTo>
                      <a:pt x="162" y="174"/>
                    </a:lnTo>
                    <a:lnTo>
                      <a:pt x="168" y="174"/>
                    </a:lnTo>
                    <a:lnTo>
                      <a:pt x="174" y="162"/>
                    </a:lnTo>
                    <a:lnTo>
                      <a:pt x="180" y="156"/>
                    </a:lnTo>
                    <a:lnTo>
                      <a:pt x="198" y="156"/>
                    </a:lnTo>
                    <a:lnTo>
                      <a:pt x="210" y="162"/>
                    </a:lnTo>
                    <a:lnTo>
                      <a:pt x="222" y="174"/>
                    </a:lnTo>
                    <a:lnTo>
                      <a:pt x="234" y="168"/>
                    </a:lnTo>
                    <a:lnTo>
                      <a:pt x="246" y="180"/>
                    </a:lnTo>
                    <a:lnTo>
                      <a:pt x="258" y="174"/>
                    </a:lnTo>
                    <a:lnTo>
                      <a:pt x="264" y="168"/>
                    </a:lnTo>
                    <a:lnTo>
                      <a:pt x="276" y="168"/>
                    </a:lnTo>
                    <a:lnTo>
                      <a:pt x="282" y="174"/>
                    </a:lnTo>
                    <a:lnTo>
                      <a:pt x="288" y="174"/>
                    </a:lnTo>
                    <a:lnTo>
                      <a:pt x="300" y="180"/>
                    </a:lnTo>
                    <a:lnTo>
                      <a:pt x="306" y="174"/>
                    </a:lnTo>
                    <a:lnTo>
                      <a:pt x="324" y="174"/>
                    </a:lnTo>
                    <a:lnTo>
                      <a:pt x="330" y="168"/>
                    </a:lnTo>
                    <a:lnTo>
                      <a:pt x="330" y="174"/>
                    </a:lnTo>
                    <a:lnTo>
                      <a:pt x="348" y="174"/>
                    </a:lnTo>
                    <a:lnTo>
                      <a:pt x="360" y="168"/>
                    </a:lnTo>
                    <a:lnTo>
                      <a:pt x="366" y="162"/>
                    </a:lnTo>
                    <a:lnTo>
                      <a:pt x="378" y="156"/>
                    </a:lnTo>
                    <a:lnTo>
                      <a:pt x="378" y="132"/>
                    </a:lnTo>
                    <a:lnTo>
                      <a:pt x="402" y="126"/>
                    </a:lnTo>
                    <a:lnTo>
                      <a:pt x="420" y="114"/>
                    </a:lnTo>
                    <a:lnTo>
                      <a:pt x="414" y="108"/>
                    </a:lnTo>
                    <a:lnTo>
                      <a:pt x="408" y="10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1" name="Cyprus" descr="© INSCALE GmbH, 05.05.2010&#10;http://www.presentationload.com/">
                <a:extLst>
                  <a:ext uri="{FF2B5EF4-FFF2-40B4-BE49-F238E27FC236}">
                    <a16:creationId xmlns:a16="http://schemas.microsoft.com/office/drawing/2014/main" id="{31A4793F-6AD2-233E-5926-298E91479A00}"/>
                  </a:ext>
                </a:extLst>
              </p:cNvPr>
              <p:cNvSpPr>
                <a:spLocks/>
              </p:cNvSpPr>
              <p:nvPr/>
            </p:nvSpPr>
            <p:spPr bwMode="gray">
              <a:xfrm>
                <a:off x="5068484" y="2130414"/>
                <a:ext cx="56330" cy="32612"/>
              </a:xfrm>
              <a:custGeom>
                <a:avLst/>
                <a:gdLst>
                  <a:gd name="T0" fmla="*/ 0 w 150"/>
                  <a:gd name="T1" fmla="*/ 2147483647 h 84"/>
                  <a:gd name="T2" fmla="*/ 2147483647 w 150"/>
                  <a:gd name="T3" fmla="*/ 2147483647 h 84"/>
                  <a:gd name="T4" fmla="*/ 2147483647 w 150"/>
                  <a:gd name="T5" fmla="*/ 2147483647 h 84"/>
                  <a:gd name="T6" fmla="*/ 2147483647 w 150"/>
                  <a:gd name="T7" fmla="*/ 2147483647 h 84"/>
                  <a:gd name="T8" fmla="*/ 2147483647 w 150"/>
                  <a:gd name="T9" fmla="*/ 2147483647 h 84"/>
                  <a:gd name="T10" fmla="*/ 2147483647 w 150"/>
                  <a:gd name="T11" fmla="*/ 2147483647 h 84"/>
                  <a:gd name="T12" fmla="*/ 2147483647 w 150"/>
                  <a:gd name="T13" fmla="*/ 2147483647 h 84"/>
                  <a:gd name="T14" fmla="*/ 2147483647 w 150"/>
                  <a:gd name="T15" fmla="*/ 2147483647 h 84"/>
                  <a:gd name="T16" fmla="*/ 2147483647 w 150"/>
                  <a:gd name="T17" fmla="*/ 2147483647 h 84"/>
                  <a:gd name="T18" fmla="*/ 2147483647 w 150"/>
                  <a:gd name="T19" fmla="*/ 2147483647 h 84"/>
                  <a:gd name="T20" fmla="*/ 2147483647 w 150"/>
                  <a:gd name="T21" fmla="*/ 2147483647 h 84"/>
                  <a:gd name="T22" fmla="*/ 2147483647 w 150"/>
                  <a:gd name="T23" fmla="*/ 2147483647 h 84"/>
                  <a:gd name="T24" fmla="*/ 2147483647 w 150"/>
                  <a:gd name="T25" fmla="*/ 2147483647 h 84"/>
                  <a:gd name="T26" fmla="*/ 2147483647 w 150"/>
                  <a:gd name="T27" fmla="*/ 0 h 84"/>
                  <a:gd name="T28" fmla="*/ 2147483647 w 150"/>
                  <a:gd name="T29" fmla="*/ 2147483647 h 84"/>
                  <a:gd name="T30" fmla="*/ 2147483647 w 150"/>
                  <a:gd name="T31" fmla="*/ 2147483647 h 84"/>
                  <a:gd name="T32" fmla="*/ 2147483647 w 150"/>
                  <a:gd name="T33" fmla="*/ 2147483647 h 84"/>
                  <a:gd name="T34" fmla="*/ 2147483647 w 150"/>
                  <a:gd name="T35" fmla="*/ 2147483647 h 84"/>
                  <a:gd name="T36" fmla="*/ 2147483647 w 150"/>
                  <a:gd name="T37" fmla="*/ 2147483647 h 84"/>
                  <a:gd name="T38" fmla="*/ 0 w 150"/>
                  <a:gd name="T39" fmla="*/ 2147483647 h 84"/>
                  <a:gd name="T40" fmla="*/ 0 w 150"/>
                  <a:gd name="T41" fmla="*/ 2147483647 h 8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50"/>
                  <a:gd name="T64" fmla="*/ 0 h 84"/>
                  <a:gd name="T65" fmla="*/ 150 w 150"/>
                  <a:gd name="T66" fmla="*/ 84 h 8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50" h="84">
                    <a:moveTo>
                      <a:pt x="0" y="48"/>
                    </a:moveTo>
                    <a:lnTo>
                      <a:pt x="6" y="60"/>
                    </a:lnTo>
                    <a:lnTo>
                      <a:pt x="30" y="72"/>
                    </a:lnTo>
                    <a:lnTo>
                      <a:pt x="36" y="84"/>
                    </a:lnTo>
                    <a:lnTo>
                      <a:pt x="54" y="84"/>
                    </a:lnTo>
                    <a:lnTo>
                      <a:pt x="60" y="78"/>
                    </a:lnTo>
                    <a:lnTo>
                      <a:pt x="72" y="72"/>
                    </a:lnTo>
                    <a:lnTo>
                      <a:pt x="78" y="66"/>
                    </a:lnTo>
                    <a:lnTo>
                      <a:pt x="90" y="60"/>
                    </a:lnTo>
                    <a:lnTo>
                      <a:pt x="96" y="54"/>
                    </a:lnTo>
                    <a:lnTo>
                      <a:pt x="102" y="60"/>
                    </a:lnTo>
                    <a:lnTo>
                      <a:pt x="120" y="60"/>
                    </a:lnTo>
                    <a:lnTo>
                      <a:pt x="120" y="36"/>
                    </a:lnTo>
                    <a:lnTo>
                      <a:pt x="150" y="0"/>
                    </a:lnTo>
                    <a:lnTo>
                      <a:pt x="108" y="24"/>
                    </a:lnTo>
                    <a:lnTo>
                      <a:pt x="54" y="24"/>
                    </a:lnTo>
                    <a:lnTo>
                      <a:pt x="48" y="30"/>
                    </a:lnTo>
                    <a:lnTo>
                      <a:pt x="48" y="36"/>
                    </a:lnTo>
                    <a:lnTo>
                      <a:pt x="12" y="36"/>
                    </a:lnTo>
                    <a:lnTo>
                      <a:pt x="0" y="42"/>
                    </a:lnTo>
                    <a:lnTo>
                      <a:pt x="0" y="4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2" name="Cuba" descr="© INSCALE GmbH, 05.05.2010&#10;http://www.presentationload.com/">
                <a:extLst>
                  <a:ext uri="{FF2B5EF4-FFF2-40B4-BE49-F238E27FC236}">
                    <a16:creationId xmlns:a16="http://schemas.microsoft.com/office/drawing/2014/main" id="{2F3ED136-5964-E5A1-C730-685B30ADB5B7}"/>
                  </a:ext>
                </a:extLst>
              </p:cNvPr>
              <p:cNvSpPr>
                <a:spLocks noEditPoints="1"/>
              </p:cNvSpPr>
              <p:nvPr/>
            </p:nvSpPr>
            <p:spPr bwMode="gray">
              <a:xfrm>
                <a:off x="1995527" y="2508420"/>
                <a:ext cx="280168" cy="102284"/>
              </a:xfrm>
              <a:custGeom>
                <a:avLst/>
                <a:gdLst>
                  <a:gd name="T0" fmla="*/ 2147483647 w 738"/>
                  <a:gd name="T1" fmla="*/ 2147483647 h 270"/>
                  <a:gd name="T2" fmla="*/ 2147483647 w 738"/>
                  <a:gd name="T3" fmla="*/ 2147483647 h 270"/>
                  <a:gd name="T4" fmla="*/ 2147483647 w 738"/>
                  <a:gd name="T5" fmla="*/ 2147483647 h 270"/>
                  <a:gd name="T6" fmla="*/ 2147483647 w 738"/>
                  <a:gd name="T7" fmla="*/ 2147483647 h 270"/>
                  <a:gd name="T8" fmla="*/ 2147483647 w 738"/>
                  <a:gd name="T9" fmla="*/ 2147483647 h 270"/>
                  <a:gd name="T10" fmla="*/ 2147483647 w 738"/>
                  <a:gd name="T11" fmla="*/ 2147483647 h 270"/>
                  <a:gd name="T12" fmla="*/ 2147483647 w 738"/>
                  <a:gd name="T13" fmla="*/ 2147483647 h 270"/>
                  <a:gd name="T14" fmla="*/ 2147483647 w 738"/>
                  <a:gd name="T15" fmla="*/ 2147483647 h 270"/>
                  <a:gd name="T16" fmla="*/ 2147483647 w 738"/>
                  <a:gd name="T17" fmla="*/ 2147483647 h 270"/>
                  <a:gd name="T18" fmla="*/ 2147483647 w 738"/>
                  <a:gd name="T19" fmla="*/ 2147483647 h 270"/>
                  <a:gd name="T20" fmla="*/ 2147483647 w 738"/>
                  <a:gd name="T21" fmla="*/ 2147483647 h 270"/>
                  <a:gd name="T22" fmla="*/ 2147483647 w 738"/>
                  <a:gd name="T23" fmla="*/ 2147483647 h 270"/>
                  <a:gd name="T24" fmla="*/ 2147483647 w 738"/>
                  <a:gd name="T25" fmla="*/ 2147483647 h 270"/>
                  <a:gd name="T26" fmla="*/ 2147483647 w 738"/>
                  <a:gd name="T27" fmla="*/ 2147483647 h 270"/>
                  <a:gd name="T28" fmla="*/ 2147483647 w 738"/>
                  <a:gd name="T29" fmla="*/ 2147483647 h 270"/>
                  <a:gd name="T30" fmla="*/ 2147483647 w 738"/>
                  <a:gd name="T31" fmla="*/ 2147483647 h 270"/>
                  <a:gd name="T32" fmla="*/ 2147483647 w 738"/>
                  <a:gd name="T33" fmla="*/ 2147483647 h 270"/>
                  <a:gd name="T34" fmla="*/ 2147483647 w 738"/>
                  <a:gd name="T35" fmla="*/ 2147483647 h 270"/>
                  <a:gd name="T36" fmla="*/ 2147483647 w 738"/>
                  <a:gd name="T37" fmla="*/ 0 h 270"/>
                  <a:gd name="T38" fmla="*/ 2147483647 w 738"/>
                  <a:gd name="T39" fmla="*/ 2147483647 h 270"/>
                  <a:gd name="T40" fmla="*/ 2147483647 w 738"/>
                  <a:gd name="T41" fmla="*/ 2147483647 h 270"/>
                  <a:gd name="T42" fmla="*/ 2147483647 w 738"/>
                  <a:gd name="T43" fmla="*/ 2147483647 h 270"/>
                  <a:gd name="T44" fmla="*/ 2147483647 w 738"/>
                  <a:gd name="T45" fmla="*/ 2147483647 h 270"/>
                  <a:gd name="T46" fmla="*/ 2147483647 w 738"/>
                  <a:gd name="T47" fmla="*/ 2147483647 h 270"/>
                  <a:gd name="T48" fmla="*/ 2147483647 w 738"/>
                  <a:gd name="T49" fmla="*/ 2147483647 h 270"/>
                  <a:gd name="T50" fmla="*/ 2147483647 w 738"/>
                  <a:gd name="T51" fmla="*/ 2147483647 h 270"/>
                  <a:gd name="T52" fmla="*/ 2147483647 w 738"/>
                  <a:gd name="T53" fmla="*/ 2147483647 h 270"/>
                  <a:gd name="T54" fmla="*/ 2147483647 w 738"/>
                  <a:gd name="T55" fmla="*/ 2147483647 h 270"/>
                  <a:gd name="T56" fmla="*/ 2147483647 w 738"/>
                  <a:gd name="T57" fmla="*/ 2147483647 h 270"/>
                  <a:gd name="T58" fmla="*/ 2147483647 w 738"/>
                  <a:gd name="T59" fmla="*/ 2147483647 h 270"/>
                  <a:gd name="T60" fmla="*/ 2147483647 w 738"/>
                  <a:gd name="T61" fmla="*/ 2147483647 h 270"/>
                  <a:gd name="T62" fmla="*/ 2147483647 w 738"/>
                  <a:gd name="T63" fmla="*/ 2147483647 h 270"/>
                  <a:gd name="T64" fmla="*/ 2147483647 w 738"/>
                  <a:gd name="T65" fmla="*/ 2147483647 h 270"/>
                  <a:gd name="T66" fmla="*/ 2147483647 w 738"/>
                  <a:gd name="T67" fmla="*/ 2147483647 h 270"/>
                  <a:gd name="T68" fmla="*/ 2147483647 w 738"/>
                  <a:gd name="T69" fmla="*/ 2147483647 h 270"/>
                  <a:gd name="T70" fmla="*/ 2147483647 w 738"/>
                  <a:gd name="T71" fmla="*/ 2147483647 h 270"/>
                  <a:gd name="T72" fmla="*/ 2147483647 w 738"/>
                  <a:gd name="T73" fmla="*/ 2147483647 h 270"/>
                  <a:gd name="T74" fmla="*/ 2147483647 w 738"/>
                  <a:gd name="T75" fmla="*/ 2147483647 h 270"/>
                  <a:gd name="T76" fmla="*/ 2147483647 w 738"/>
                  <a:gd name="T77" fmla="*/ 2147483647 h 270"/>
                  <a:gd name="T78" fmla="*/ 2147483647 w 738"/>
                  <a:gd name="T79" fmla="*/ 2147483647 h 270"/>
                  <a:gd name="T80" fmla="*/ 2147483647 w 738"/>
                  <a:gd name="T81" fmla="*/ 2147483647 h 270"/>
                  <a:gd name="T82" fmla="*/ 2147483647 w 738"/>
                  <a:gd name="T83" fmla="*/ 2147483647 h 270"/>
                  <a:gd name="T84" fmla="*/ 2147483647 w 738"/>
                  <a:gd name="T85" fmla="*/ 2147483647 h 270"/>
                  <a:gd name="T86" fmla="*/ 2147483647 w 738"/>
                  <a:gd name="T87" fmla="*/ 2147483647 h 270"/>
                  <a:gd name="T88" fmla="*/ 2147483647 w 738"/>
                  <a:gd name="T89" fmla="*/ 2147483647 h 270"/>
                  <a:gd name="T90" fmla="*/ 2147483647 w 738"/>
                  <a:gd name="T91" fmla="*/ 2147483647 h 270"/>
                  <a:gd name="T92" fmla="*/ 2147483647 w 738"/>
                  <a:gd name="T93" fmla="*/ 2147483647 h 270"/>
                  <a:gd name="T94" fmla="*/ 2147483647 w 738"/>
                  <a:gd name="T95" fmla="*/ 2147483647 h 270"/>
                  <a:gd name="T96" fmla="*/ 2147483647 w 738"/>
                  <a:gd name="T97" fmla="*/ 2147483647 h 270"/>
                  <a:gd name="T98" fmla="*/ 2147483647 w 738"/>
                  <a:gd name="T99" fmla="*/ 2147483647 h 270"/>
                  <a:gd name="T100" fmla="*/ 2147483647 w 738"/>
                  <a:gd name="T101" fmla="*/ 2147483647 h 270"/>
                  <a:gd name="T102" fmla="*/ 2147483647 w 738"/>
                  <a:gd name="T103" fmla="*/ 2147483647 h 270"/>
                  <a:gd name="T104" fmla="*/ 2147483647 w 738"/>
                  <a:gd name="T105" fmla="*/ 2147483647 h 270"/>
                  <a:gd name="T106" fmla="*/ 2147483647 w 738"/>
                  <a:gd name="T107" fmla="*/ 2147483647 h 270"/>
                  <a:gd name="T108" fmla="*/ 2147483647 w 738"/>
                  <a:gd name="T109" fmla="*/ 2147483647 h 270"/>
                  <a:gd name="T110" fmla="*/ 2147483647 w 738"/>
                  <a:gd name="T111" fmla="*/ 2147483647 h 270"/>
                  <a:gd name="T112" fmla="*/ 2147483647 w 738"/>
                  <a:gd name="T113" fmla="*/ 2147483647 h 270"/>
                  <a:gd name="T114" fmla="*/ 2147483647 w 738"/>
                  <a:gd name="T115" fmla="*/ 2147483647 h 27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38"/>
                  <a:gd name="T175" fmla="*/ 0 h 270"/>
                  <a:gd name="T176" fmla="*/ 738 w 738"/>
                  <a:gd name="T177" fmla="*/ 270 h 27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38" h="270">
                    <a:moveTo>
                      <a:pt x="708" y="228"/>
                    </a:moveTo>
                    <a:lnTo>
                      <a:pt x="690" y="222"/>
                    </a:lnTo>
                    <a:lnTo>
                      <a:pt x="666" y="222"/>
                    </a:lnTo>
                    <a:lnTo>
                      <a:pt x="666" y="204"/>
                    </a:lnTo>
                    <a:lnTo>
                      <a:pt x="660" y="198"/>
                    </a:lnTo>
                    <a:lnTo>
                      <a:pt x="648" y="192"/>
                    </a:lnTo>
                    <a:lnTo>
                      <a:pt x="600" y="192"/>
                    </a:lnTo>
                    <a:lnTo>
                      <a:pt x="624" y="168"/>
                    </a:lnTo>
                    <a:lnTo>
                      <a:pt x="612" y="168"/>
                    </a:lnTo>
                    <a:lnTo>
                      <a:pt x="600" y="162"/>
                    </a:lnTo>
                    <a:lnTo>
                      <a:pt x="558" y="162"/>
                    </a:lnTo>
                    <a:lnTo>
                      <a:pt x="534" y="150"/>
                    </a:lnTo>
                    <a:lnTo>
                      <a:pt x="528" y="144"/>
                    </a:lnTo>
                    <a:lnTo>
                      <a:pt x="522" y="144"/>
                    </a:lnTo>
                    <a:lnTo>
                      <a:pt x="528" y="138"/>
                    </a:lnTo>
                    <a:lnTo>
                      <a:pt x="528" y="132"/>
                    </a:lnTo>
                    <a:lnTo>
                      <a:pt x="534" y="126"/>
                    </a:lnTo>
                    <a:lnTo>
                      <a:pt x="534" y="120"/>
                    </a:lnTo>
                    <a:lnTo>
                      <a:pt x="522" y="120"/>
                    </a:lnTo>
                    <a:lnTo>
                      <a:pt x="510" y="114"/>
                    </a:lnTo>
                    <a:lnTo>
                      <a:pt x="504" y="114"/>
                    </a:lnTo>
                    <a:lnTo>
                      <a:pt x="474" y="84"/>
                    </a:lnTo>
                    <a:lnTo>
                      <a:pt x="462" y="78"/>
                    </a:lnTo>
                    <a:lnTo>
                      <a:pt x="450" y="66"/>
                    </a:lnTo>
                    <a:lnTo>
                      <a:pt x="432" y="66"/>
                    </a:lnTo>
                    <a:lnTo>
                      <a:pt x="432" y="84"/>
                    </a:lnTo>
                    <a:lnTo>
                      <a:pt x="444" y="96"/>
                    </a:lnTo>
                    <a:lnTo>
                      <a:pt x="450" y="96"/>
                    </a:lnTo>
                    <a:lnTo>
                      <a:pt x="378" y="60"/>
                    </a:lnTo>
                    <a:lnTo>
                      <a:pt x="372" y="54"/>
                    </a:lnTo>
                    <a:lnTo>
                      <a:pt x="360" y="48"/>
                    </a:lnTo>
                    <a:lnTo>
                      <a:pt x="354" y="36"/>
                    </a:lnTo>
                    <a:lnTo>
                      <a:pt x="342" y="30"/>
                    </a:lnTo>
                    <a:lnTo>
                      <a:pt x="330" y="18"/>
                    </a:lnTo>
                    <a:lnTo>
                      <a:pt x="270" y="18"/>
                    </a:lnTo>
                    <a:lnTo>
                      <a:pt x="258" y="12"/>
                    </a:lnTo>
                    <a:lnTo>
                      <a:pt x="228" y="6"/>
                    </a:lnTo>
                    <a:lnTo>
                      <a:pt x="174" y="0"/>
                    </a:lnTo>
                    <a:lnTo>
                      <a:pt x="126" y="6"/>
                    </a:lnTo>
                    <a:lnTo>
                      <a:pt x="96" y="18"/>
                    </a:lnTo>
                    <a:lnTo>
                      <a:pt x="72" y="42"/>
                    </a:lnTo>
                    <a:lnTo>
                      <a:pt x="60" y="48"/>
                    </a:lnTo>
                    <a:lnTo>
                      <a:pt x="42" y="60"/>
                    </a:lnTo>
                    <a:lnTo>
                      <a:pt x="24" y="66"/>
                    </a:lnTo>
                    <a:lnTo>
                      <a:pt x="12" y="72"/>
                    </a:lnTo>
                    <a:lnTo>
                      <a:pt x="6" y="78"/>
                    </a:lnTo>
                    <a:lnTo>
                      <a:pt x="0" y="78"/>
                    </a:lnTo>
                    <a:lnTo>
                      <a:pt x="72" y="72"/>
                    </a:lnTo>
                    <a:lnTo>
                      <a:pt x="72" y="60"/>
                    </a:lnTo>
                    <a:lnTo>
                      <a:pt x="150" y="54"/>
                    </a:lnTo>
                    <a:lnTo>
                      <a:pt x="174" y="42"/>
                    </a:lnTo>
                    <a:lnTo>
                      <a:pt x="198" y="42"/>
                    </a:lnTo>
                    <a:lnTo>
                      <a:pt x="222" y="54"/>
                    </a:lnTo>
                    <a:lnTo>
                      <a:pt x="222" y="60"/>
                    </a:lnTo>
                    <a:lnTo>
                      <a:pt x="216" y="60"/>
                    </a:lnTo>
                    <a:lnTo>
                      <a:pt x="210" y="66"/>
                    </a:lnTo>
                    <a:lnTo>
                      <a:pt x="198" y="66"/>
                    </a:lnTo>
                    <a:lnTo>
                      <a:pt x="192" y="72"/>
                    </a:lnTo>
                    <a:lnTo>
                      <a:pt x="186" y="72"/>
                    </a:lnTo>
                    <a:lnTo>
                      <a:pt x="204" y="78"/>
                    </a:lnTo>
                    <a:lnTo>
                      <a:pt x="210" y="78"/>
                    </a:lnTo>
                    <a:lnTo>
                      <a:pt x="216" y="84"/>
                    </a:lnTo>
                    <a:lnTo>
                      <a:pt x="228" y="90"/>
                    </a:lnTo>
                    <a:lnTo>
                      <a:pt x="246" y="96"/>
                    </a:lnTo>
                    <a:lnTo>
                      <a:pt x="258" y="102"/>
                    </a:lnTo>
                    <a:lnTo>
                      <a:pt x="276" y="102"/>
                    </a:lnTo>
                    <a:lnTo>
                      <a:pt x="282" y="96"/>
                    </a:lnTo>
                    <a:lnTo>
                      <a:pt x="282" y="90"/>
                    </a:lnTo>
                    <a:lnTo>
                      <a:pt x="294" y="96"/>
                    </a:lnTo>
                    <a:lnTo>
                      <a:pt x="300" y="102"/>
                    </a:lnTo>
                    <a:lnTo>
                      <a:pt x="318" y="114"/>
                    </a:lnTo>
                    <a:lnTo>
                      <a:pt x="342" y="126"/>
                    </a:lnTo>
                    <a:lnTo>
                      <a:pt x="372" y="126"/>
                    </a:lnTo>
                    <a:lnTo>
                      <a:pt x="390" y="120"/>
                    </a:lnTo>
                    <a:lnTo>
                      <a:pt x="402" y="120"/>
                    </a:lnTo>
                    <a:lnTo>
                      <a:pt x="390" y="144"/>
                    </a:lnTo>
                    <a:lnTo>
                      <a:pt x="450" y="168"/>
                    </a:lnTo>
                    <a:lnTo>
                      <a:pt x="474" y="204"/>
                    </a:lnTo>
                    <a:lnTo>
                      <a:pt x="480" y="210"/>
                    </a:lnTo>
                    <a:lnTo>
                      <a:pt x="492" y="216"/>
                    </a:lnTo>
                    <a:lnTo>
                      <a:pt x="498" y="222"/>
                    </a:lnTo>
                    <a:lnTo>
                      <a:pt x="498" y="228"/>
                    </a:lnTo>
                    <a:lnTo>
                      <a:pt x="474" y="252"/>
                    </a:lnTo>
                    <a:lnTo>
                      <a:pt x="474" y="258"/>
                    </a:lnTo>
                    <a:lnTo>
                      <a:pt x="480" y="264"/>
                    </a:lnTo>
                    <a:lnTo>
                      <a:pt x="492" y="258"/>
                    </a:lnTo>
                    <a:lnTo>
                      <a:pt x="504" y="258"/>
                    </a:lnTo>
                    <a:lnTo>
                      <a:pt x="528" y="246"/>
                    </a:lnTo>
                    <a:lnTo>
                      <a:pt x="558" y="246"/>
                    </a:lnTo>
                    <a:lnTo>
                      <a:pt x="558" y="252"/>
                    </a:lnTo>
                    <a:lnTo>
                      <a:pt x="552" y="252"/>
                    </a:lnTo>
                    <a:lnTo>
                      <a:pt x="546" y="258"/>
                    </a:lnTo>
                    <a:lnTo>
                      <a:pt x="546" y="264"/>
                    </a:lnTo>
                    <a:lnTo>
                      <a:pt x="558" y="264"/>
                    </a:lnTo>
                    <a:lnTo>
                      <a:pt x="564" y="270"/>
                    </a:lnTo>
                    <a:lnTo>
                      <a:pt x="612" y="270"/>
                    </a:lnTo>
                    <a:lnTo>
                      <a:pt x="636" y="264"/>
                    </a:lnTo>
                    <a:lnTo>
                      <a:pt x="684" y="258"/>
                    </a:lnTo>
                    <a:lnTo>
                      <a:pt x="720" y="252"/>
                    </a:lnTo>
                    <a:lnTo>
                      <a:pt x="738" y="246"/>
                    </a:lnTo>
                    <a:lnTo>
                      <a:pt x="738" y="240"/>
                    </a:lnTo>
                    <a:lnTo>
                      <a:pt x="732" y="234"/>
                    </a:lnTo>
                    <a:lnTo>
                      <a:pt x="720" y="228"/>
                    </a:lnTo>
                    <a:lnTo>
                      <a:pt x="708" y="228"/>
                    </a:lnTo>
                    <a:close/>
                    <a:moveTo>
                      <a:pt x="114" y="126"/>
                    </a:moveTo>
                    <a:lnTo>
                      <a:pt x="114" y="132"/>
                    </a:lnTo>
                    <a:lnTo>
                      <a:pt x="120" y="138"/>
                    </a:lnTo>
                    <a:lnTo>
                      <a:pt x="132" y="144"/>
                    </a:lnTo>
                    <a:lnTo>
                      <a:pt x="144" y="138"/>
                    </a:lnTo>
                    <a:lnTo>
                      <a:pt x="150" y="138"/>
                    </a:lnTo>
                    <a:lnTo>
                      <a:pt x="156" y="126"/>
                    </a:lnTo>
                    <a:lnTo>
                      <a:pt x="156" y="120"/>
                    </a:lnTo>
                    <a:lnTo>
                      <a:pt x="150" y="114"/>
                    </a:lnTo>
                    <a:lnTo>
                      <a:pt x="138" y="114"/>
                    </a:lnTo>
                    <a:lnTo>
                      <a:pt x="126" y="120"/>
                    </a:lnTo>
                    <a:lnTo>
                      <a:pt x="120" y="120"/>
                    </a:lnTo>
                    <a:lnTo>
                      <a:pt x="114" y="12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3" name="Croatia" descr="© INSCALE GmbH, 05.05.2010&#10;http://www.presentationload.com/">
                <a:extLst>
                  <a:ext uri="{FF2B5EF4-FFF2-40B4-BE49-F238E27FC236}">
                    <a16:creationId xmlns:a16="http://schemas.microsoft.com/office/drawing/2014/main" id="{038073F8-63DE-50E0-DA58-326123E4A6C2}"/>
                  </a:ext>
                </a:extLst>
              </p:cNvPr>
              <p:cNvSpPr>
                <a:spLocks/>
              </p:cNvSpPr>
              <p:nvPr/>
            </p:nvSpPr>
            <p:spPr bwMode="gray">
              <a:xfrm>
                <a:off x="4592644" y="1801325"/>
                <a:ext cx="139343" cy="103766"/>
              </a:xfrm>
              <a:custGeom>
                <a:avLst/>
                <a:gdLst>
                  <a:gd name="T0" fmla="*/ 2147483647 w 366"/>
                  <a:gd name="T1" fmla="*/ 2147483647 h 276"/>
                  <a:gd name="T2" fmla="*/ 2147483647 w 366"/>
                  <a:gd name="T3" fmla="*/ 2147483647 h 276"/>
                  <a:gd name="T4" fmla="*/ 2147483647 w 366"/>
                  <a:gd name="T5" fmla="*/ 2147483647 h 276"/>
                  <a:gd name="T6" fmla="*/ 2147483647 w 366"/>
                  <a:gd name="T7" fmla="*/ 2147483647 h 276"/>
                  <a:gd name="T8" fmla="*/ 2147483647 w 366"/>
                  <a:gd name="T9" fmla="*/ 2147483647 h 276"/>
                  <a:gd name="T10" fmla="*/ 2147483647 w 366"/>
                  <a:gd name="T11" fmla="*/ 2147483647 h 276"/>
                  <a:gd name="T12" fmla="*/ 2147483647 w 366"/>
                  <a:gd name="T13" fmla="*/ 2147483647 h 276"/>
                  <a:gd name="T14" fmla="*/ 2147483647 w 366"/>
                  <a:gd name="T15" fmla="*/ 2147483647 h 276"/>
                  <a:gd name="T16" fmla="*/ 2147483647 w 366"/>
                  <a:gd name="T17" fmla="*/ 2147483647 h 276"/>
                  <a:gd name="T18" fmla="*/ 2147483647 w 366"/>
                  <a:gd name="T19" fmla="*/ 2147483647 h 276"/>
                  <a:gd name="T20" fmla="*/ 2147483647 w 366"/>
                  <a:gd name="T21" fmla="*/ 2147483647 h 276"/>
                  <a:gd name="T22" fmla="*/ 2147483647 w 366"/>
                  <a:gd name="T23" fmla="*/ 0 h 276"/>
                  <a:gd name="T24" fmla="*/ 2147483647 w 366"/>
                  <a:gd name="T25" fmla="*/ 2147483647 h 276"/>
                  <a:gd name="T26" fmla="*/ 2147483647 w 366"/>
                  <a:gd name="T27" fmla="*/ 2147483647 h 276"/>
                  <a:gd name="T28" fmla="*/ 2147483647 w 366"/>
                  <a:gd name="T29" fmla="*/ 2147483647 h 276"/>
                  <a:gd name="T30" fmla="*/ 2147483647 w 366"/>
                  <a:gd name="T31" fmla="*/ 2147483647 h 276"/>
                  <a:gd name="T32" fmla="*/ 2147483647 w 366"/>
                  <a:gd name="T33" fmla="*/ 2147483647 h 276"/>
                  <a:gd name="T34" fmla="*/ 2147483647 w 366"/>
                  <a:gd name="T35" fmla="*/ 2147483647 h 276"/>
                  <a:gd name="T36" fmla="*/ 2147483647 w 366"/>
                  <a:gd name="T37" fmla="*/ 2147483647 h 276"/>
                  <a:gd name="T38" fmla="*/ 2147483647 w 366"/>
                  <a:gd name="T39" fmla="*/ 2147483647 h 276"/>
                  <a:gd name="T40" fmla="*/ 0 w 366"/>
                  <a:gd name="T41" fmla="*/ 2147483647 h 276"/>
                  <a:gd name="T42" fmla="*/ 2147483647 w 366"/>
                  <a:gd name="T43" fmla="*/ 2147483647 h 276"/>
                  <a:gd name="T44" fmla="*/ 2147483647 w 366"/>
                  <a:gd name="T45" fmla="*/ 2147483647 h 276"/>
                  <a:gd name="T46" fmla="*/ 2147483647 w 366"/>
                  <a:gd name="T47" fmla="*/ 2147483647 h 276"/>
                  <a:gd name="T48" fmla="*/ 2147483647 w 366"/>
                  <a:gd name="T49" fmla="*/ 2147483647 h 276"/>
                  <a:gd name="T50" fmla="*/ 2147483647 w 366"/>
                  <a:gd name="T51" fmla="*/ 2147483647 h 276"/>
                  <a:gd name="T52" fmla="*/ 2147483647 w 366"/>
                  <a:gd name="T53" fmla="*/ 2147483647 h 276"/>
                  <a:gd name="T54" fmla="*/ 2147483647 w 366"/>
                  <a:gd name="T55" fmla="*/ 2147483647 h 276"/>
                  <a:gd name="T56" fmla="*/ 2147483647 w 366"/>
                  <a:gd name="T57" fmla="*/ 2147483647 h 276"/>
                  <a:gd name="T58" fmla="*/ 2147483647 w 366"/>
                  <a:gd name="T59" fmla="*/ 2147483647 h 276"/>
                  <a:gd name="T60" fmla="*/ 2147483647 w 366"/>
                  <a:gd name="T61" fmla="*/ 2147483647 h 276"/>
                  <a:gd name="T62" fmla="*/ 2147483647 w 366"/>
                  <a:gd name="T63" fmla="*/ 2147483647 h 276"/>
                  <a:gd name="T64" fmla="*/ 2147483647 w 366"/>
                  <a:gd name="T65" fmla="*/ 2147483647 h 276"/>
                  <a:gd name="T66" fmla="*/ 2147483647 w 366"/>
                  <a:gd name="T67" fmla="*/ 2147483647 h 276"/>
                  <a:gd name="T68" fmla="*/ 2147483647 w 366"/>
                  <a:gd name="T69" fmla="*/ 2147483647 h 276"/>
                  <a:gd name="T70" fmla="*/ 2147483647 w 366"/>
                  <a:gd name="T71" fmla="*/ 2147483647 h 276"/>
                  <a:gd name="T72" fmla="*/ 2147483647 w 366"/>
                  <a:gd name="T73" fmla="*/ 2147483647 h 276"/>
                  <a:gd name="T74" fmla="*/ 2147483647 w 366"/>
                  <a:gd name="T75" fmla="*/ 2147483647 h 276"/>
                  <a:gd name="T76" fmla="*/ 2147483647 w 366"/>
                  <a:gd name="T77" fmla="*/ 2147483647 h 276"/>
                  <a:gd name="T78" fmla="*/ 2147483647 w 366"/>
                  <a:gd name="T79" fmla="*/ 2147483647 h 276"/>
                  <a:gd name="T80" fmla="*/ 2147483647 w 366"/>
                  <a:gd name="T81" fmla="*/ 2147483647 h 276"/>
                  <a:gd name="T82" fmla="*/ 2147483647 w 366"/>
                  <a:gd name="T83" fmla="*/ 2147483647 h 276"/>
                  <a:gd name="T84" fmla="*/ 2147483647 w 366"/>
                  <a:gd name="T85" fmla="*/ 2147483647 h 276"/>
                  <a:gd name="T86" fmla="*/ 2147483647 w 366"/>
                  <a:gd name="T87" fmla="*/ 2147483647 h 276"/>
                  <a:gd name="T88" fmla="*/ 2147483647 w 366"/>
                  <a:gd name="T89" fmla="*/ 2147483647 h 276"/>
                  <a:gd name="T90" fmla="*/ 2147483647 w 366"/>
                  <a:gd name="T91" fmla="*/ 2147483647 h 27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66"/>
                  <a:gd name="T139" fmla="*/ 0 h 276"/>
                  <a:gd name="T140" fmla="*/ 366 w 366"/>
                  <a:gd name="T141" fmla="*/ 276 h 27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66" h="276">
                    <a:moveTo>
                      <a:pt x="342" y="126"/>
                    </a:moveTo>
                    <a:lnTo>
                      <a:pt x="342" y="114"/>
                    </a:lnTo>
                    <a:lnTo>
                      <a:pt x="348" y="114"/>
                    </a:lnTo>
                    <a:lnTo>
                      <a:pt x="354" y="108"/>
                    </a:lnTo>
                    <a:lnTo>
                      <a:pt x="360" y="108"/>
                    </a:lnTo>
                    <a:lnTo>
                      <a:pt x="366" y="102"/>
                    </a:lnTo>
                    <a:lnTo>
                      <a:pt x="360" y="102"/>
                    </a:lnTo>
                    <a:lnTo>
                      <a:pt x="348" y="96"/>
                    </a:lnTo>
                    <a:lnTo>
                      <a:pt x="336" y="96"/>
                    </a:lnTo>
                    <a:lnTo>
                      <a:pt x="342" y="78"/>
                    </a:lnTo>
                    <a:lnTo>
                      <a:pt x="336" y="78"/>
                    </a:lnTo>
                    <a:lnTo>
                      <a:pt x="330" y="48"/>
                    </a:lnTo>
                    <a:lnTo>
                      <a:pt x="324" y="48"/>
                    </a:lnTo>
                    <a:lnTo>
                      <a:pt x="312" y="54"/>
                    </a:lnTo>
                    <a:lnTo>
                      <a:pt x="270" y="60"/>
                    </a:lnTo>
                    <a:lnTo>
                      <a:pt x="264" y="48"/>
                    </a:lnTo>
                    <a:lnTo>
                      <a:pt x="246" y="48"/>
                    </a:lnTo>
                    <a:lnTo>
                      <a:pt x="234" y="42"/>
                    </a:lnTo>
                    <a:lnTo>
                      <a:pt x="228" y="36"/>
                    </a:lnTo>
                    <a:lnTo>
                      <a:pt x="216" y="30"/>
                    </a:lnTo>
                    <a:lnTo>
                      <a:pt x="204" y="18"/>
                    </a:lnTo>
                    <a:lnTo>
                      <a:pt x="204" y="12"/>
                    </a:lnTo>
                    <a:lnTo>
                      <a:pt x="198" y="6"/>
                    </a:lnTo>
                    <a:lnTo>
                      <a:pt x="186" y="0"/>
                    </a:lnTo>
                    <a:lnTo>
                      <a:pt x="162" y="0"/>
                    </a:lnTo>
                    <a:lnTo>
                      <a:pt x="162" y="12"/>
                    </a:lnTo>
                    <a:lnTo>
                      <a:pt x="150" y="18"/>
                    </a:lnTo>
                    <a:lnTo>
                      <a:pt x="120" y="18"/>
                    </a:lnTo>
                    <a:lnTo>
                      <a:pt x="120" y="30"/>
                    </a:lnTo>
                    <a:lnTo>
                      <a:pt x="126" y="36"/>
                    </a:lnTo>
                    <a:lnTo>
                      <a:pt x="126" y="42"/>
                    </a:lnTo>
                    <a:lnTo>
                      <a:pt x="114" y="54"/>
                    </a:lnTo>
                    <a:lnTo>
                      <a:pt x="102" y="60"/>
                    </a:lnTo>
                    <a:lnTo>
                      <a:pt x="102" y="78"/>
                    </a:lnTo>
                    <a:lnTo>
                      <a:pt x="60" y="78"/>
                    </a:lnTo>
                    <a:lnTo>
                      <a:pt x="54" y="72"/>
                    </a:lnTo>
                    <a:lnTo>
                      <a:pt x="54" y="66"/>
                    </a:lnTo>
                    <a:lnTo>
                      <a:pt x="48" y="78"/>
                    </a:lnTo>
                    <a:lnTo>
                      <a:pt x="30" y="78"/>
                    </a:lnTo>
                    <a:lnTo>
                      <a:pt x="18" y="72"/>
                    </a:lnTo>
                    <a:lnTo>
                      <a:pt x="18" y="84"/>
                    </a:lnTo>
                    <a:lnTo>
                      <a:pt x="0" y="84"/>
                    </a:lnTo>
                    <a:lnTo>
                      <a:pt x="0" y="132"/>
                    </a:lnTo>
                    <a:lnTo>
                      <a:pt x="6" y="132"/>
                    </a:lnTo>
                    <a:lnTo>
                      <a:pt x="12" y="120"/>
                    </a:lnTo>
                    <a:lnTo>
                      <a:pt x="24" y="114"/>
                    </a:lnTo>
                    <a:lnTo>
                      <a:pt x="30" y="102"/>
                    </a:lnTo>
                    <a:lnTo>
                      <a:pt x="42" y="102"/>
                    </a:lnTo>
                    <a:lnTo>
                      <a:pt x="48" y="114"/>
                    </a:lnTo>
                    <a:lnTo>
                      <a:pt x="48" y="132"/>
                    </a:lnTo>
                    <a:lnTo>
                      <a:pt x="78" y="126"/>
                    </a:lnTo>
                    <a:lnTo>
                      <a:pt x="78" y="132"/>
                    </a:lnTo>
                    <a:lnTo>
                      <a:pt x="72" y="144"/>
                    </a:lnTo>
                    <a:lnTo>
                      <a:pt x="72" y="150"/>
                    </a:lnTo>
                    <a:lnTo>
                      <a:pt x="84" y="162"/>
                    </a:lnTo>
                    <a:lnTo>
                      <a:pt x="96" y="168"/>
                    </a:lnTo>
                    <a:lnTo>
                      <a:pt x="96" y="180"/>
                    </a:lnTo>
                    <a:lnTo>
                      <a:pt x="144" y="216"/>
                    </a:lnTo>
                    <a:lnTo>
                      <a:pt x="144" y="240"/>
                    </a:lnTo>
                    <a:lnTo>
                      <a:pt x="198" y="240"/>
                    </a:lnTo>
                    <a:lnTo>
                      <a:pt x="210" y="246"/>
                    </a:lnTo>
                    <a:lnTo>
                      <a:pt x="216" y="252"/>
                    </a:lnTo>
                    <a:lnTo>
                      <a:pt x="216" y="276"/>
                    </a:lnTo>
                    <a:lnTo>
                      <a:pt x="246" y="276"/>
                    </a:lnTo>
                    <a:lnTo>
                      <a:pt x="252" y="270"/>
                    </a:lnTo>
                    <a:lnTo>
                      <a:pt x="252" y="264"/>
                    </a:lnTo>
                    <a:lnTo>
                      <a:pt x="246" y="252"/>
                    </a:lnTo>
                    <a:lnTo>
                      <a:pt x="234" y="246"/>
                    </a:lnTo>
                    <a:lnTo>
                      <a:pt x="216" y="234"/>
                    </a:lnTo>
                    <a:lnTo>
                      <a:pt x="204" y="228"/>
                    </a:lnTo>
                    <a:lnTo>
                      <a:pt x="192" y="216"/>
                    </a:lnTo>
                    <a:lnTo>
                      <a:pt x="180" y="186"/>
                    </a:lnTo>
                    <a:lnTo>
                      <a:pt x="162" y="180"/>
                    </a:lnTo>
                    <a:lnTo>
                      <a:pt x="162" y="162"/>
                    </a:lnTo>
                    <a:lnTo>
                      <a:pt x="156" y="156"/>
                    </a:lnTo>
                    <a:lnTo>
                      <a:pt x="150" y="156"/>
                    </a:lnTo>
                    <a:lnTo>
                      <a:pt x="150" y="144"/>
                    </a:lnTo>
                    <a:lnTo>
                      <a:pt x="132" y="138"/>
                    </a:lnTo>
                    <a:lnTo>
                      <a:pt x="120" y="126"/>
                    </a:lnTo>
                    <a:lnTo>
                      <a:pt x="138" y="120"/>
                    </a:lnTo>
                    <a:lnTo>
                      <a:pt x="138" y="96"/>
                    </a:lnTo>
                    <a:lnTo>
                      <a:pt x="144" y="96"/>
                    </a:lnTo>
                    <a:lnTo>
                      <a:pt x="150" y="102"/>
                    </a:lnTo>
                    <a:lnTo>
                      <a:pt x="162" y="108"/>
                    </a:lnTo>
                    <a:lnTo>
                      <a:pt x="186" y="102"/>
                    </a:lnTo>
                    <a:lnTo>
                      <a:pt x="210" y="102"/>
                    </a:lnTo>
                    <a:lnTo>
                      <a:pt x="228" y="108"/>
                    </a:lnTo>
                    <a:lnTo>
                      <a:pt x="240" y="102"/>
                    </a:lnTo>
                    <a:lnTo>
                      <a:pt x="252" y="102"/>
                    </a:lnTo>
                    <a:lnTo>
                      <a:pt x="258" y="108"/>
                    </a:lnTo>
                    <a:lnTo>
                      <a:pt x="312" y="108"/>
                    </a:lnTo>
                    <a:lnTo>
                      <a:pt x="324" y="126"/>
                    </a:lnTo>
                    <a:lnTo>
                      <a:pt x="342" y="12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4" name="Côte d'Ivoire" descr="© INSCALE GmbH, 05.05.2010&#10;http://www.presentationload.com/">
                <a:extLst>
                  <a:ext uri="{FF2B5EF4-FFF2-40B4-BE49-F238E27FC236}">
                    <a16:creationId xmlns:a16="http://schemas.microsoft.com/office/drawing/2014/main" id="{8DD90802-52D5-9856-2F08-FF9E694824DA}"/>
                  </a:ext>
                </a:extLst>
              </p:cNvPr>
              <p:cNvSpPr>
                <a:spLocks/>
              </p:cNvSpPr>
              <p:nvPr/>
            </p:nvSpPr>
            <p:spPr bwMode="gray">
              <a:xfrm>
                <a:off x="4001177" y="2890873"/>
                <a:ext cx="166026" cy="195673"/>
              </a:xfrm>
              <a:custGeom>
                <a:avLst/>
                <a:gdLst>
                  <a:gd name="T0" fmla="*/ 2147483647 w 438"/>
                  <a:gd name="T1" fmla="*/ 2147483647 h 516"/>
                  <a:gd name="T2" fmla="*/ 2147483647 w 438"/>
                  <a:gd name="T3" fmla="*/ 2147483647 h 516"/>
                  <a:gd name="T4" fmla="*/ 2147483647 w 438"/>
                  <a:gd name="T5" fmla="*/ 2147483647 h 516"/>
                  <a:gd name="T6" fmla="*/ 2147483647 w 438"/>
                  <a:gd name="T7" fmla="*/ 2147483647 h 516"/>
                  <a:gd name="T8" fmla="*/ 2147483647 w 438"/>
                  <a:gd name="T9" fmla="*/ 2147483647 h 516"/>
                  <a:gd name="T10" fmla="*/ 2147483647 w 438"/>
                  <a:gd name="T11" fmla="*/ 2147483647 h 516"/>
                  <a:gd name="T12" fmla="*/ 2147483647 w 438"/>
                  <a:gd name="T13" fmla="*/ 2147483647 h 516"/>
                  <a:gd name="T14" fmla="*/ 2147483647 w 438"/>
                  <a:gd name="T15" fmla="*/ 2147483647 h 516"/>
                  <a:gd name="T16" fmla="*/ 2147483647 w 438"/>
                  <a:gd name="T17" fmla="*/ 2147483647 h 516"/>
                  <a:gd name="T18" fmla="*/ 2147483647 w 438"/>
                  <a:gd name="T19" fmla="*/ 2147483647 h 516"/>
                  <a:gd name="T20" fmla="*/ 2147483647 w 438"/>
                  <a:gd name="T21" fmla="*/ 2147483647 h 516"/>
                  <a:gd name="T22" fmla="*/ 2147483647 w 438"/>
                  <a:gd name="T23" fmla="*/ 2147483647 h 516"/>
                  <a:gd name="T24" fmla="*/ 2147483647 w 438"/>
                  <a:gd name="T25" fmla="*/ 2147483647 h 516"/>
                  <a:gd name="T26" fmla="*/ 2147483647 w 438"/>
                  <a:gd name="T27" fmla="*/ 2147483647 h 516"/>
                  <a:gd name="T28" fmla="*/ 2147483647 w 438"/>
                  <a:gd name="T29" fmla="*/ 2147483647 h 516"/>
                  <a:gd name="T30" fmla="*/ 2147483647 w 438"/>
                  <a:gd name="T31" fmla="*/ 2147483647 h 516"/>
                  <a:gd name="T32" fmla="*/ 2147483647 w 438"/>
                  <a:gd name="T33" fmla="*/ 0 h 516"/>
                  <a:gd name="T34" fmla="*/ 2147483647 w 438"/>
                  <a:gd name="T35" fmla="*/ 2147483647 h 516"/>
                  <a:gd name="T36" fmla="*/ 2147483647 w 438"/>
                  <a:gd name="T37" fmla="*/ 2147483647 h 516"/>
                  <a:gd name="T38" fmla="*/ 2147483647 w 438"/>
                  <a:gd name="T39" fmla="*/ 2147483647 h 516"/>
                  <a:gd name="T40" fmla="*/ 2147483647 w 438"/>
                  <a:gd name="T41" fmla="*/ 2147483647 h 516"/>
                  <a:gd name="T42" fmla="*/ 2147483647 w 438"/>
                  <a:gd name="T43" fmla="*/ 2147483647 h 516"/>
                  <a:gd name="T44" fmla="*/ 2147483647 w 438"/>
                  <a:gd name="T45" fmla="*/ 2147483647 h 516"/>
                  <a:gd name="T46" fmla="*/ 2147483647 w 438"/>
                  <a:gd name="T47" fmla="*/ 2147483647 h 516"/>
                  <a:gd name="T48" fmla="*/ 2147483647 w 438"/>
                  <a:gd name="T49" fmla="*/ 2147483647 h 516"/>
                  <a:gd name="T50" fmla="*/ 2147483647 w 438"/>
                  <a:gd name="T51" fmla="*/ 2147483647 h 516"/>
                  <a:gd name="T52" fmla="*/ 2147483647 w 438"/>
                  <a:gd name="T53" fmla="*/ 2147483647 h 516"/>
                  <a:gd name="T54" fmla="*/ 2147483647 w 438"/>
                  <a:gd name="T55" fmla="*/ 2147483647 h 516"/>
                  <a:gd name="T56" fmla="*/ 2147483647 w 438"/>
                  <a:gd name="T57" fmla="*/ 2147483647 h 516"/>
                  <a:gd name="T58" fmla="*/ 2147483647 w 438"/>
                  <a:gd name="T59" fmla="*/ 2147483647 h 516"/>
                  <a:gd name="T60" fmla="*/ 2147483647 w 438"/>
                  <a:gd name="T61" fmla="*/ 2147483647 h 516"/>
                  <a:gd name="T62" fmla="*/ 2147483647 w 438"/>
                  <a:gd name="T63" fmla="*/ 2147483647 h 516"/>
                  <a:gd name="T64" fmla="*/ 2147483647 w 438"/>
                  <a:gd name="T65" fmla="*/ 2147483647 h 516"/>
                  <a:gd name="T66" fmla="*/ 2147483647 w 438"/>
                  <a:gd name="T67" fmla="*/ 2147483647 h 516"/>
                  <a:gd name="T68" fmla="*/ 2147483647 w 438"/>
                  <a:gd name="T69" fmla="*/ 2147483647 h 516"/>
                  <a:gd name="T70" fmla="*/ 2147483647 w 438"/>
                  <a:gd name="T71" fmla="*/ 2147483647 h 516"/>
                  <a:gd name="T72" fmla="*/ 2147483647 w 438"/>
                  <a:gd name="T73" fmla="*/ 2147483647 h 516"/>
                  <a:gd name="T74" fmla="*/ 2147483647 w 438"/>
                  <a:gd name="T75" fmla="*/ 2147483647 h 516"/>
                  <a:gd name="T76" fmla="*/ 2147483647 w 438"/>
                  <a:gd name="T77" fmla="*/ 2147483647 h 516"/>
                  <a:gd name="T78" fmla="*/ 2147483647 w 438"/>
                  <a:gd name="T79" fmla="*/ 2147483647 h 516"/>
                  <a:gd name="T80" fmla="*/ 2147483647 w 438"/>
                  <a:gd name="T81" fmla="*/ 2147483647 h 516"/>
                  <a:gd name="T82" fmla="*/ 2147483647 w 438"/>
                  <a:gd name="T83" fmla="*/ 2147483647 h 516"/>
                  <a:gd name="T84" fmla="*/ 2147483647 w 438"/>
                  <a:gd name="T85" fmla="*/ 2147483647 h 516"/>
                  <a:gd name="T86" fmla="*/ 2147483647 w 438"/>
                  <a:gd name="T87" fmla="*/ 2147483647 h 516"/>
                  <a:gd name="T88" fmla="*/ 2147483647 w 438"/>
                  <a:gd name="T89" fmla="*/ 2147483647 h 51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38"/>
                  <a:gd name="T136" fmla="*/ 0 h 516"/>
                  <a:gd name="T137" fmla="*/ 438 w 438"/>
                  <a:gd name="T138" fmla="*/ 516 h 51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38" h="516">
                    <a:moveTo>
                      <a:pt x="402" y="408"/>
                    </a:moveTo>
                    <a:lnTo>
                      <a:pt x="402" y="402"/>
                    </a:lnTo>
                    <a:lnTo>
                      <a:pt x="396" y="396"/>
                    </a:lnTo>
                    <a:lnTo>
                      <a:pt x="390" y="384"/>
                    </a:lnTo>
                    <a:lnTo>
                      <a:pt x="390" y="372"/>
                    </a:lnTo>
                    <a:lnTo>
                      <a:pt x="384" y="354"/>
                    </a:lnTo>
                    <a:lnTo>
                      <a:pt x="378" y="342"/>
                    </a:lnTo>
                    <a:lnTo>
                      <a:pt x="378" y="318"/>
                    </a:lnTo>
                    <a:lnTo>
                      <a:pt x="384" y="312"/>
                    </a:lnTo>
                    <a:lnTo>
                      <a:pt x="390" y="300"/>
                    </a:lnTo>
                    <a:lnTo>
                      <a:pt x="408" y="282"/>
                    </a:lnTo>
                    <a:lnTo>
                      <a:pt x="408" y="270"/>
                    </a:lnTo>
                    <a:lnTo>
                      <a:pt x="414" y="258"/>
                    </a:lnTo>
                    <a:lnTo>
                      <a:pt x="414" y="240"/>
                    </a:lnTo>
                    <a:lnTo>
                      <a:pt x="420" y="228"/>
                    </a:lnTo>
                    <a:lnTo>
                      <a:pt x="426" y="222"/>
                    </a:lnTo>
                    <a:lnTo>
                      <a:pt x="438" y="198"/>
                    </a:lnTo>
                    <a:lnTo>
                      <a:pt x="438" y="186"/>
                    </a:lnTo>
                    <a:lnTo>
                      <a:pt x="432" y="174"/>
                    </a:lnTo>
                    <a:lnTo>
                      <a:pt x="432" y="162"/>
                    </a:lnTo>
                    <a:lnTo>
                      <a:pt x="426" y="150"/>
                    </a:lnTo>
                    <a:lnTo>
                      <a:pt x="426" y="138"/>
                    </a:lnTo>
                    <a:lnTo>
                      <a:pt x="420" y="132"/>
                    </a:lnTo>
                    <a:lnTo>
                      <a:pt x="420" y="126"/>
                    </a:lnTo>
                    <a:lnTo>
                      <a:pt x="432" y="126"/>
                    </a:lnTo>
                    <a:lnTo>
                      <a:pt x="426" y="96"/>
                    </a:lnTo>
                    <a:lnTo>
                      <a:pt x="408" y="102"/>
                    </a:lnTo>
                    <a:lnTo>
                      <a:pt x="408" y="90"/>
                    </a:lnTo>
                    <a:lnTo>
                      <a:pt x="390" y="72"/>
                    </a:lnTo>
                    <a:lnTo>
                      <a:pt x="372" y="66"/>
                    </a:lnTo>
                    <a:lnTo>
                      <a:pt x="342" y="66"/>
                    </a:lnTo>
                    <a:lnTo>
                      <a:pt x="318" y="78"/>
                    </a:lnTo>
                    <a:lnTo>
                      <a:pt x="318" y="84"/>
                    </a:lnTo>
                    <a:lnTo>
                      <a:pt x="312" y="90"/>
                    </a:lnTo>
                    <a:lnTo>
                      <a:pt x="300" y="90"/>
                    </a:lnTo>
                    <a:lnTo>
                      <a:pt x="294" y="84"/>
                    </a:lnTo>
                    <a:lnTo>
                      <a:pt x="282" y="84"/>
                    </a:lnTo>
                    <a:lnTo>
                      <a:pt x="276" y="78"/>
                    </a:lnTo>
                    <a:lnTo>
                      <a:pt x="264" y="72"/>
                    </a:lnTo>
                    <a:lnTo>
                      <a:pt x="258" y="60"/>
                    </a:lnTo>
                    <a:lnTo>
                      <a:pt x="258" y="48"/>
                    </a:lnTo>
                    <a:lnTo>
                      <a:pt x="252" y="42"/>
                    </a:lnTo>
                    <a:lnTo>
                      <a:pt x="252" y="36"/>
                    </a:lnTo>
                    <a:lnTo>
                      <a:pt x="228" y="42"/>
                    </a:lnTo>
                    <a:lnTo>
                      <a:pt x="228" y="18"/>
                    </a:lnTo>
                    <a:lnTo>
                      <a:pt x="216" y="18"/>
                    </a:lnTo>
                    <a:lnTo>
                      <a:pt x="210" y="24"/>
                    </a:lnTo>
                    <a:lnTo>
                      <a:pt x="204" y="36"/>
                    </a:lnTo>
                    <a:lnTo>
                      <a:pt x="198" y="42"/>
                    </a:lnTo>
                    <a:lnTo>
                      <a:pt x="174" y="36"/>
                    </a:lnTo>
                    <a:lnTo>
                      <a:pt x="174" y="0"/>
                    </a:lnTo>
                    <a:lnTo>
                      <a:pt x="162" y="24"/>
                    </a:lnTo>
                    <a:lnTo>
                      <a:pt x="150" y="6"/>
                    </a:lnTo>
                    <a:lnTo>
                      <a:pt x="144" y="30"/>
                    </a:lnTo>
                    <a:lnTo>
                      <a:pt x="126" y="30"/>
                    </a:lnTo>
                    <a:lnTo>
                      <a:pt x="120" y="48"/>
                    </a:lnTo>
                    <a:lnTo>
                      <a:pt x="102" y="30"/>
                    </a:lnTo>
                    <a:lnTo>
                      <a:pt x="84" y="24"/>
                    </a:lnTo>
                    <a:lnTo>
                      <a:pt x="72" y="24"/>
                    </a:lnTo>
                    <a:lnTo>
                      <a:pt x="66" y="30"/>
                    </a:lnTo>
                    <a:lnTo>
                      <a:pt x="66" y="48"/>
                    </a:lnTo>
                    <a:lnTo>
                      <a:pt x="54" y="42"/>
                    </a:lnTo>
                    <a:lnTo>
                      <a:pt x="36" y="66"/>
                    </a:lnTo>
                    <a:lnTo>
                      <a:pt x="42" y="102"/>
                    </a:lnTo>
                    <a:lnTo>
                      <a:pt x="60" y="108"/>
                    </a:lnTo>
                    <a:lnTo>
                      <a:pt x="48" y="126"/>
                    </a:lnTo>
                    <a:lnTo>
                      <a:pt x="66" y="132"/>
                    </a:lnTo>
                    <a:lnTo>
                      <a:pt x="60" y="138"/>
                    </a:lnTo>
                    <a:lnTo>
                      <a:pt x="54" y="150"/>
                    </a:lnTo>
                    <a:lnTo>
                      <a:pt x="54" y="162"/>
                    </a:lnTo>
                    <a:lnTo>
                      <a:pt x="60" y="162"/>
                    </a:lnTo>
                    <a:lnTo>
                      <a:pt x="72" y="168"/>
                    </a:lnTo>
                    <a:lnTo>
                      <a:pt x="78" y="168"/>
                    </a:lnTo>
                    <a:lnTo>
                      <a:pt x="78" y="180"/>
                    </a:lnTo>
                    <a:lnTo>
                      <a:pt x="72" y="186"/>
                    </a:lnTo>
                    <a:lnTo>
                      <a:pt x="72" y="192"/>
                    </a:lnTo>
                    <a:lnTo>
                      <a:pt x="66" y="186"/>
                    </a:lnTo>
                    <a:lnTo>
                      <a:pt x="54" y="186"/>
                    </a:lnTo>
                    <a:lnTo>
                      <a:pt x="48" y="180"/>
                    </a:lnTo>
                    <a:lnTo>
                      <a:pt x="30" y="180"/>
                    </a:lnTo>
                    <a:lnTo>
                      <a:pt x="30" y="192"/>
                    </a:lnTo>
                    <a:lnTo>
                      <a:pt x="36" y="204"/>
                    </a:lnTo>
                    <a:lnTo>
                      <a:pt x="48" y="210"/>
                    </a:lnTo>
                    <a:lnTo>
                      <a:pt x="54" y="222"/>
                    </a:lnTo>
                    <a:lnTo>
                      <a:pt x="36" y="222"/>
                    </a:lnTo>
                    <a:lnTo>
                      <a:pt x="36" y="228"/>
                    </a:lnTo>
                    <a:lnTo>
                      <a:pt x="42" y="234"/>
                    </a:lnTo>
                    <a:lnTo>
                      <a:pt x="42" y="252"/>
                    </a:lnTo>
                    <a:lnTo>
                      <a:pt x="36" y="258"/>
                    </a:lnTo>
                    <a:lnTo>
                      <a:pt x="30" y="258"/>
                    </a:lnTo>
                    <a:lnTo>
                      <a:pt x="18" y="252"/>
                    </a:lnTo>
                    <a:lnTo>
                      <a:pt x="12" y="246"/>
                    </a:lnTo>
                    <a:lnTo>
                      <a:pt x="6" y="246"/>
                    </a:lnTo>
                    <a:lnTo>
                      <a:pt x="24" y="282"/>
                    </a:lnTo>
                    <a:lnTo>
                      <a:pt x="24" y="306"/>
                    </a:lnTo>
                    <a:lnTo>
                      <a:pt x="18" y="324"/>
                    </a:lnTo>
                    <a:lnTo>
                      <a:pt x="6" y="330"/>
                    </a:lnTo>
                    <a:lnTo>
                      <a:pt x="0" y="342"/>
                    </a:lnTo>
                    <a:lnTo>
                      <a:pt x="6" y="348"/>
                    </a:lnTo>
                    <a:lnTo>
                      <a:pt x="24" y="348"/>
                    </a:lnTo>
                    <a:lnTo>
                      <a:pt x="24" y="360"/>
                    </a:lnTo>
                    <a:lnTo>
                      <a:pt x="60" y="354"/>
                    </a:lnTo>
                    <a:lnTo>
                      <a:pt x="60" y="384"/>
                    </a:lnTo>
                    <a:lnTo>
                      <a:pt x="90" y="414"/>
                    </a:lnTo>
                    <a:lnTo>
                      <a:pt x="90" y="438"/>
                    </a:lnTo>
                    <a:lnTo>
                      <a:pt x="84" y="450"/>
                    </a:lnTo>
                    <a:lnTo>
                      <a:pt x="84" y="462"/>
                    </a:lnTo>
                    <a:lnTo>
                      <a:pt x="78" y="468"/>
                    </a:lnTo>
                    <a:lnTo>
                      <a:pt x="78" y="516"/>
                    </a:lnTo>
                    <a:lnTo>
                      <a:pt x="90" y="516"/>
                    </a:lnTo>
                    <a:lnTo>
                      <a:pt x="96" y="510"/>
                    </a:lnTo>
                    <a:lnTo>
                      <a:pt x="102" y="498"/>
                    </a:lnTo>
                    <a:lnTo>
                      <a:pt x="114" y="498"/>
                    </a:lnTo>
                    <a:lnTo>
                      <a:pt x="126" y="486"/>
                    </a:lnTo>
                    <a:lnTo>
                      <a:pt x="138" y="480"/>
                    </a:lnTo>
                    <a:lnTo>
                      <a:pt x="198" y="456"/>
                    </a:lnTo>
                    <a:lnTo>
                      <a:pt x="228" y="450"/>
                    </a:lnTo>
                    <a:lnTo>
                      <a:pt x="264" y="450"/>
                    </a:lnTo>
                    <a:lnTo>
                      <a:pt x="270" y="444"/>
                    </a:lnTo>
                    <a:lnTo>
                      <a:pt x="282" y="444"/>
                    </a:lnTo>
                    <a:lnTo>
                      <a:pt x="294" y="438"/>
                    </a:lnTo>
                    <a:lnTo>
                      <a:pt x="330" y="438"/>
                    </a:lnTo>
                    <a:lnTo>
                      <a:pt x="336" y="444"/>
                    </a:lnTo>
                    <a:lnTo>
                      <a:pt x="342" y="444"/>
                    </a:lnTo>
                    <a:lnTo>
                      <a:pt x="348" y="450"/>
                    </a:lnTo>
                    <a:lnTo>
                      <a:pt x="366" y="450"/>
                    </a:lnTo>
                    <a:lnTo>
                      <a:pt x="378" y="438"/>
                    </a:lnTo>
                    <a:lnTo>
                      <a:pt x="384" y="438"/>
                    </a:lnTo>
                    <a:lnTo>
                      <a:pt x="384" y="444"/>
                    </a:lnTo>
                    <a:lnTo>
                      <a:pt x="396" y="456"/>
                    </a:lnTo>
                    <a:lnTo>
                      <a:pt x="408" y="462"/>
                    </a:lnTo>
                    <a:lnTo>
                      <a:pt x="420" y="462"/>
                    </a:lnTo>
                    <a:lnTo>
                      <a:pt x="426" y="468"/>
                    </a:lnTo>
                    <a:lnTo>
                      <a:pt x="426" y="414"/>
                    </a:lnTo>
                    <a:lnTo>
                      <a:pt x="402" y="40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5" name="Costa Rica" descr="© INSCALE GmbH, 05.05.2010&#10;http://www.presentationload.com/">
                <a:extLst>
                  <a:ext uri="{FF2B5EF4-FFF2-40B4-BE49-F238E27FC236}">
                    <a16:creationId xmlns:a16="http://schemas.microsoft.com/office/drawing/2014/main" id="{7ACAD20B-0D65-8A8F-C79E-AECB9B8E3E82}"/>
                  </a:ext>
                </a:extLst>
              </p:cNvPr>
              <p:cNvSpPr>
                <a:spLocks/>
              </p:cNvSpPr>
              <p:nvPr/>
            </p:nvSpPr>
            <p:spPr bwMode="gray">
              <a:xfrm>
                <a:off x="1925855" y="2876049"/>
                <a:ext cx="90425" cy="87461"/>
              </a:xfrm>
              <a:custGeom>
                <a:avLst/>
                <a:gdLst>
                  <a:gd name="T0" fmla="*/ 2147483647 w 240"/>
                  <a:gd name="T1" fmla="*/ 2147483647 h 228"/>
                  <a:gd name="T2" fmla="*/ 2147483647 w 240"/>
                  <a:gd name="T3" fmla="*/ 2147483647 h 228"/>
                  <a:gd name="T4" fmla="*/ 2147483647 w 240"/>
                  <a:gd name="T5" fmla="*/ 2147483647 h 228"/>
                  <a:gd name="T6" fmla="*/ 2147483647 w 240"/>
                  <a:gd name="T7" fmla="*/ 2147483647 h 228"/>
                  <a:gd name="T8" fmla="*/ 2147483647 w 240"/>
                  <a:gd name="T9" fmla="*/ 2147483647 h 228"/>
                  <a:gd name="T10" fmla="*/ 2147483647 w 240"/>
                  <a:gd name="T11" fmla="*/ 2147483647 h 228"/>
                  <a:gd name="T12" fmla="*/ 2147483647 w 240"/>
                  <a:gd name="T13" fmla="*/ 2147483647 h 228"/>
                  <a:gd name="T14" fmla="*/ 2147483647 w 240"/>
                  <a:gd name="T15" fmla="*/ 2147483647 h 228"/>
                  <a:gd name="T16" fmla="*/ 2147483647 w 240"/>
                  <a:gd name="T17" fmla="*/ 2147483647 h 228"/>
                  <a:gd name="T18" fmla="*/ 2147483647 w 240"/>
                  <a:gd name="T19" fmla="*/ 2147483647 h 228"/>
                  <a:gd name="T20" fmla="*/ 2147483647 w 240"/>
                  <a:gd name="T21" fmla="*/ 2147483647 h 228"/>
                  <a:gd name="T22" fmla="*/ 2147483647 w 240"/>
                  <a:gd name="T23" fmla="*/ 2147483647 h 228"/>
                  <a:gd name="T24" fmla="*/ 2147483647 w 240"/>
                  <a:gd name="T25" fmla="*/ 2147483647 h 228"/>
                  <a:gd name="T26" fmla="*/ 2147483647 w 240"/>
                  <a:gd name="T27" fmla="*/ 2147483647 h 228"/>
                  <a:gd name="T28" fmla="*/ 2147483647 w 240"/>
                  <a:gd name="T29" fmla="*/ 2147483647 h 228"/>
                  <a:gd name="T30" fmla="*/ 2147483647 w 240"/>
                  <a:gd name="T31" fmla="*/ 0 h 228"/>
                  <a:gd name="T32" fmla="*/ 2147483647 w 240"/>
                  <a:gd name="T33" fmla="*/ 2147483647 h 228"/>
                  <a:gd name="T34" fmla="*/ 2147483647 w 240"/>
                  <a:gd name="T35" fmla="*/ 2147483647 h 228"/>
                  <a:gd name="T36" fmla="*/ 0 w 240"/>
                  <a:gd name="T37" fmla="*/ 2147483647 h 228"/>
                  <a:gd name="T38" fmla="*/ 2147483647 w 240"/>
                  <a:gd name="T39" fmla="*/ 2147483647 h 228"/>
                  <a:gd name="T40" fmla="*/ 2147483647 w 240"/>
                  <a:gd name="T41" fmla="*/ 2147483647 h 228"/>
                  <a:gd name="T42" fmla="*/ 2147483647 w 240"/>
                  <a:gd name="T43" fmla="*/ 2147483647 h 228"/>
                  <a:gd name="T44" fmla="*/ 2147483647 w 240"/>
                  <a:gd name="T45" fmla="*/ 2147483647 h 228"/>
                  <a:gd name="T46" fmla="*/ 2147483647 w 240"/>
                  <a:gd name="T47" fmla="*/ 2147483647 h 228"/>
                  <a:gd name="T48" fmla="*/ 2147483647 w 240"/>
                  <a:gd name="T49" fmla="*/ 2147483647 h 228"/>
                  <a:gd name="T50" fmla="*/ 2147483647 w 240"/>
                  <a:gd name="T51" fmla="*/ 2147483647 h 228"/>
                  <a:gd name="T52" fmla="*/ 2147483647 w 240"/>
                  <a:gd name="T53" fmla="*/ 2147483647 h 228"/>
                  <a:gd name="T54" fmla="*/ 2147483647 w 240"/>
                  <a:gd name="T55" fmla="*/ 2147483647 h 228"/>
                  <a:gd name="T56" fmla="*/ 2147483647 w 240"/>
                  <a:gd name="T57" fmla="*/ 2147483647 h 228"/>
                  <a:gd name="T58" fmla="*/ 2147483647 w 240"/>
                  <a:gd name="T59" fmla="*/ 2147483647 h 228"/>
                  <a:gd name="T60" fmla="*/ 2147483647 w 240"/>
                  <a:gd name="T61" fmla="*/ 2147483647 h 228"/>
                  <a:gd name="T62" fmla="*/ 2147483647 w 240"/>
                  <a:gd name="T63" fmla="*/ 2147483647 h 228"/>
                  <a:gd name="T64" fmla="*/ 2147483647 w 240"/>
                  <a:gd name="T65" fmla="*/ 2147483647 h 228"/>
                  <a:gd name="T66" fmla="*/ 2147483647 w 240"/>
                  <a:gd name="T67" fmla="*/ 2147483647 h 22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40"/>
                  <a:gd name="T103" fmla="*/ 0 h 228"/>
                  <a:gd name="T104" fmla="*/ 240 w 240"/>
                  <a:gd name="T105" fmla="*/ 228 h 22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40" h="228">
                    <a:moveTo>
                      <a:pt x="210" y="198"/>
                    </a:moveTo>
                    <a:lnTo>
                      <a:pt x="216" y="198"/>
                    </a:lnTo>
                    <a:lnTo>
                      <a:pt x="234" y="180"/>
                    </a:lnTo>
                    <a:lnTo>
                      <a:pt x="228" y="174"/>
                    </a:lnTo>
                    <a:lnTo>
                      <a:pt x="210" y="174"/>
                    </a:lnTo>
                    <a:lnTo>
                      <a:pt x="210" y="168"/>
                    </a:lnTo>
                    <a:lnTo>
                      <a:pt x="204" y="162"/>
                    </a:lnTo>
                    <a:lnTo>
                      <a:pt x="204" y="144"/>
                    </a:lnTo>
                    <a:lnTo>
                      <a:pt x="210" y="138"/>
                    </a:lnTo>
                    <a:lnTo>
                      <a:pt x="222" y="138"/>
                    </a:lnTo>
                    <a:lnTo>
                      <a:pt x="228" y="132"/>
                    </a:lnTo>
                    <a:lnTo>
                      <a:pt x="240" y="132"/>
                    </a:lnTo>
                    <a:lnTo>
                      <a:pt x="228" y="126"/>
                    </a:lnTo>
                    <a:lnTo>
                      <a:pt x="210" y="108"/>
                    </a:lnTo>
                    <a:lnTo>
                      <a:pt x="198" y="84"/>
                    </a:lnTo>
                    <a:lnTo>
                      <a:pt x="192" y="78"/>
                    </a:lnTo>
                    <a:lnTo>
                      <a:pt x="186" y="66"/>
                    </a:lnTo>
                    <a:lnTo>
                      <a:pt x="180" y="60"/>
                    </a:lnTo>
                    <a:lnTo>
                      <a:pt x="174" y="36"/>
                    </a:lnTo>
                    <a:lnTo>
                      <a:pt x="138" y="36"/>
                    </a:lnTo>
                    <a:lnTo>
                      <a:pt x="126" y="24"/>
                    </a:lnTo>
                    <a:lnTo>
                      <a:pt x="126" y="18"/>
                    </a:lnTo>
                    <a:lnTo>
                      <a:pt x="120" y="18"/>
                    </a:lnTo>
                    <a:lnTo>
                      <a:pt x="114" y="12"/>
                    </a:lnTo>
                    <a:lnTo>
                      <a:pt x="84" y="12"/>
                    </a:lnTo>
                    <a:lnTo>
                      <a:pt x="84" y="18"/>
                    </a:lnTo>
                    <a:lnTo>
                      <a:pt x="78" y="18"/>
                    </a:lnTo>
                    <a:lnTo>
                      <a:pt x="72" y="12"/>
                    </a:lnTo>
                    <a:lnTo>
                      <a:pt x="60" y="6"/>
                    </a:lnTo>
                    <a:lnTo>
                      <a:pt x="48" y="6"/>
                    </a:lnTo>
                    <a:lnTo>
                      <a:pt x="42" y="0"/>
                    </a:lnTo>
                    <a:lnTo>
                      <a:pt x="24" y="0"/>
                    </a:lnTo>
                    <a:lnTo>
                      <a:pt x="6" y="30"/>
                    </a:lnTo>
                    <a:lnTo>
                      <a:pt x="18" y="42"/>
                    </a:lnTo>
                    <a:lnTo>
                      <a:pt x="24" y="42"/>
                    </a:lnTo>
                    <a:lnTo>
                      <a:pt x="24" y="48"/>
                    </a:lnTo>
                    <a:lnTo>
                      <a:pt x="6" y="66"/>
                    </a:lnTo>
                    <a:lnTo>
                      <a:pt x="0" y="78"/>
                    </a:lnTo>
                    <a:lnTo>
                      <a:pt x="6" y="90"/>
                    </a:lnTo>
                    <a:lnTo>
                      <a:pt x="18" y="102"/>
                    </a:lnTo>
                    <a:lnTo>
                      <a:pt x="30" y="108"/>
                    </a:lnTo>
                    <a:lnTo>
                      <a:pt x="42" y="108"/>
                    </a:lnTo>
                    <a:lnTo>
                      <a:pt x="60" y="126"/>
                    </a:lnTo>
                    <a:lnTo>
                      <a:pt x="72" y="126"/>
                    </a:lnTo>
                    <a:lnTo>
                      <a:pt x="72" y="102"/>
                    </a:lnTo>
                    <a:lnTo>
                      <a:pt x="66" y="96"/>
                    </a:lnTo>
                    <a:lnTo>
                      <a:pt x="54" y="90"/>
                    </a:lnTo>
                    <a:lnTo>
                      <a:pt x="42" y="78"/>
                    </a:lnTo>
                    <a:lnTo>
                      <a:pt x="42" y="72"/>
                    </a:lnTo>
                    <a:lnTo>
                      <a:pt x="48" y="72"/>
                    </a:lnTo>
                    <a:lnTo>
                      <a:pt x="60" y="78"/>
                    </a:lnTo>
                    <a:lnTo>
                      <a:pt x="66" y="84"/>
                    </a:lnTo>
                    <a:lnTo>
                      <a:pt x="90" y="96"/>
                    </a:lnTo>
                    <a:lnTo>
                      <a:pt x="96" y="102"/>
                    </a:lnTo>
                    <a:lnTo>
                      <a:pt x="96" y="132"/>
                    </a:lnTo>
                    <a:lnTo>
                      <a:pt x="114" y="132"/>
                    </a:lnTo>
                    <a:lnTo>
                      <a:pt x="126" y="138"/>
                    </a:lnTo>
                    <a:lnTo>
                      <a:pt x="138" y="138"/>
                    </a:lnTo>
                    <a:lnTo>
                      <a:pt x="156" y="180"/>
                    </a:lnTo>
                    <a:lnTo>
                      <a:pt x="150" y="186"/>
                    </a:lnTo>
                    <a:lnTo>
                      <a:pt x="150" y="198"/>
                    </a:lnTo>
                    <a:lnTo>
                      <a:pt x="168" y="216"/>
                    </a:lnTo>
                    <a:lnTo>
                      <a:pt x="180" y="222"/>
                    </a:lnTo>
                    <a:lnTo>
                      <a:pt x="192" y="222"/>
                    </a:lnTo>
                    <a:lnTo>
                      <a:pt x="174" y="198"/>
                    </a:lnTo>
                    <a:lnTo>
                      <a:pt x="204" y="228"/>
                    </a:lnTo>
                    <a:lnTo>
                      <a:pt x="210" y="222"/>
                    </a:lnTo>
                    <a:lnTo>
                      <a:pt x="210" y="19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6" name="Congo" descr="© INSCALE GmbH, 05.05.2010&#10;http://www.presentationload.com/">
                <a:extLst>
                  <a:ext uri="{FF2B5EF4-FFF2-40B4-BE49-F238E27FC236}">
                    <a16:creationId xmlns:a16="http://schemas.microsoft.com/office/drawing/2014/main" id="{9D340029-82B6-486C-3786-A54C7F735A2F}"/>
                  </a:ext>
                </a:extLst>
              </p:cNvPr>
              <p:cNvSpPr>
                <a:spLocks/>
              </p:cNvSpPr>
              <p:nvPr/>
            </p:nvSpPr>
            <p:spPr bwMode="gray">
              <a:xfrm>
                <a:off x="4565961" y="3053935"/>
                <a:ext cx="511419" cy="575162"/>
              </a:xfrm>
              <a:custGeom>
                <a:avLst/>
                <a:gdLst>
                  <a:gd name="T0" fmla="*/ 2147483647 w 1350"/>
                  <a:gd name="T1" fmla="*/ 2147483647 h 1518"/>
                  <a:gd name="T2" fmla="*/ 2147483647 w 1350"/>
                  <a:gd name="T3" fmla="*/ 2147483647 h 1518"/>
                  <a:gd name="T4" fmla="*/ 2147483647 w 1350"/>
                  <a:gd name="T5" fmla="*/ 2147483647 h 1518"/>
                  <a:gd name="T6" fmla="*/ 2147483647 w 1350"/>
                  <a:gd name="T7" fmla="*/ 2147483647 h 1518"/>
                  <a:gd name="T8" fmla="*/ 2147483647 w 1350"/>
                  <a:gd name="T9" fmla="*/ 2147483647 h 1518"/>
                  <a:gd name="T10" fmla="*/ 2147483647 w 1350"/>
                  <a:gd name="T11" fmla="*/ 2147483647 h 1518"/>
                  <a:gd name="T12" fmla="*/ 2147483647 w 1350"/>
                  <a:gd name="T13" fmla="*/ 2147483647 h 1518"/>
                  <a:gd name="T14" fmla="*/ 2147483647 w 1350"/>
                  <a:gd name="T15" fmla="*/ 2147483647 h 1518"/>
                  <a:gd name="T16" fmla="*/ 2147483647 w 1350"/>
                  <a:gd name="T17" fmla="*/ 2147483647 h 1518"/>
                  <a:gd name="T18" fmla="*/ 2147483647 w 1350"/>
                  <a:gd name="T19" fmla="*/ 2147483647 h 1518"/>
                  <a:gd name="T20" fmla="*/ 2147483647 w 1350"/>
                  <a:gd name="T21" fmla="*/ 2147483647 h 1518"/>
                  <a:gd name="T22" fmla="*/ 2147483647 w 1350"/>
                  <a:gd name="T23" fmla="*/ 2147483647 h 1518"/>
                  <a:gd name="T24" fmla="*/ 2147483647 w 1350"/>
                  <a:gd name="T25" fmla="*/ 2147483647 h 1518"/>
                  <a:gd name="T26" fmla="*/ 2147483647 w 1350"/>
                  <a:gd name="T27" fmla="*/ 2147483647 h 1518"/>
                  <a:gd name="T28" fmla="*/ 2147483647 w 1350"/>
                  <a:gd name="T29" fmla="*/ 2147483647 h 1518"/>
                  <a:gd name="T30" fmla="*/ 2147483647 w 1350"/>
                  <a:gd name="T31" fmla="*/ 2147483647 h 1518"/>
                  <a:gd name="T32" fmla="*/ 2147483647 w 1350"/>
                  <a:gd name="T33" fmla="*/ 2147483647 h 1518"/>
                  <a:gd name="T34" fmla="*/ 2147483647 w 1350"/>
                  <a:gd name="T35" fmla="*/ 2147483647 h 1518"/>
                  <a:gd name="T36" fmla="*/ 2147483647 w 1350"/>
                  <a:gd name="T37" fmla="*/ 2147483647 h 1518"/>
                  <a:gd name="T38" fmla="*/ 2147483647 w 1350"/>
                  <a:gd name="T39" fmla="*/ 2147483647 h 1518"/>
                  <a:gd name="T40" fmla="*/ 2147483647 w 1350"/>
                  <a:gd name="T41" fmla="*/ 2147483647 h 1518"/>
                  <a:gd name="T42" fmla="*/ 2147483647 w 1350"/>
                  <a:gd name="T43" fmla="*/ 2147483647 h 1518"/>
                  <a:gd name="T44" fmla="*/ 2147483647 w 1350"/>
                  <a:gd name="T45" fmla="*/ 2147483647 h 1518"/>
                  <a:gd name="T46" fmla="*/ 2147483647 w 1350"/>
                  <a:gd name="T47" fmla="*/ 2147483647 h 1518"/>
                  <a:gd name="T48" fmla="*/ 2147483647 w 1350"/>
                  <a:gd name="T49" fmla="*/ 2147483647 h 1518"/>
                  <a:gd name="T50" fmla="*/ 2147483647 w 1350"/>
                  <a:gd name="T51" fmla="*/ 2147483647 h 1518"/>
                  <a:gd name="T52" fmla="*/ 2147483647 w 1350"/>
                  <a:gd name="T53" fmla="*/ 2147483647 h 1518"/>
                  <a:gd name="T54" fmla="*/ 2147483647 w 1350"/>
                  <a:gd name="T55" fmla="*/ 2147483647 h 1518"/>
                  <a:gd name="T56" fmla="*/ 2147483647 w 1350"/>
                  <a:gd name="T57" fmla="*/ 2147483647 h 1518"/>
                  <a:gd name="T58" fmla="*/ 2147483647 w 1350"/>
                  <a:gd name="T59" fmla="*/ 2147483647 h 1518"/>
                  <a:gd name="T60" fmla="*/ 2147483647 w 1350"/>
                  <a:gd name="T61" fmla="*/ 2147483647 h 1518"/>
                  <a:gd name="T62" fmla="*/ 2147483647 w 1350"/>
                  <a:gd name="T63" fmla="*/ 2147483647 h 1518"/>
                  <a:gd name="T64" fmla="*/ 2147483647 w 1350"/>
                  <a:gd name="T65" fmla="*/ 2147483647 h 1518"/>
                  <a:gd name="T66" fmla="*/ 2147483647 w 1350"/>
                  <a:gd name="T67" fmla="*/ 2147483647 h 1518"/>
                  <a:gd name="T68" fmla="*/ 2147483647 w 1350"/>
                  <a:gd name="T69" fmla="*/ 2147483647 h 1518"/>
                  <a:gd name="T70" fmla="*/ 2147483647 w 1350"/>
                  <a:gd name="T71" fmla="*/ 2147483647 h 1518"/>
                  <a:gd name="T72" fmla="*/ 2147483647 w 1350"/>
                  <a:gd name="T73" fmla="*/ 2147483647 h 1518"/>
                  <a:gd name="T74" fmla="*/ 2147483647 w 1350"/>
                  <a:gd name="T75" fmla="*/ 2147483647 h 1518"/>
                  <a:gd name="T76" fmla="*/ 2147483647 w 1350"/>
                  <a:gd name="T77" fmla="*/ 2147483647 h 1518"/>
                  <a:gd name="T78" fmla="*/ 2147483647 w 1350"/>
                  <a:gd name="T79" fmla="*/ 2147483647 h 1518"/>
                  <a:gd name="T80" fmla="*/ 2147483647 w 1350"/>
                  <a:gd name="T81" fmla="*/ 2147483647 h 1518"/>
                  <a:gd name="T82" fmla="*/ 2147483647 w 1350"/>
                  <a:gd name="T83" fmla="*/ 2147483647 h 1518"/>
                  <a:gd name="T84" fmla="*/ 2147483647 w 1350"/>
                  <a:gd name="T85" fmla="*/ 2147483647 h 1518"/>
                  <a:gd name="T86" fmla="*/ 2147483647 w 1350"/>
                  <a:gd name="T87" fmla="*/ 2147483647 h 1518"/>
                  <a:gd name="T88" fmla="*/ 2147483647 w 1350"/>
                  <a:gd name="T89" fmla="*/ 2147483647 h 1518"/>
                  <a:gd name="T90" fmla="*/ 2147483647 w 1350"/>
                  <a:gd name="T91" fmla="*/ 2147483647 h 1518"/>
                  <a:gd name="T92" fmla="*/ 2147483647 w 1350"/>
                  <a:gd name="T93" fmla="*/ 2147483647 h 1518"/>
                  <a:gd name="T94" fmla="*/ 2147483647 w 1350"/>
                  <a:gd name="T95" fmla="*/ 2147483647 h 1518"/>
                  <a:gd name="T96" fmla="*/ 2147483647 w 1350"/>
                  <a:gd name="T97" fmla="*/ 2147483647 h 1518"/>
                  <a:gd name="T98" fmla="*/ 2147483647 w 1350"/>
                  <a:gd name="T99" fmla="*/ 2147483647 h 1518"/>
                  <a:gd name="T100" fmla="*/ 2147483647 w 1350"/>
                  <a:gd name="T101" fmla="*/ 2147483647 h 1518"/>
                  <a:gd name="T102" fmla="*/ 2147483647 w 1350"/>
                  <a:gd name="T103" fmla="*/ 2147483647 h 1518"/>
                  <a:gd name="T104" fmla="*/ 2147483647 w 1350"/>
                  <a:gd name="T105" fmla="*/ 2147483647 h 1518"/>
                  <a:gd name="T106" fmla="*/ 2147483647 w 1350"/>
                  <a:gd name="T107" fmla="*/ 2147483647 h 1518"/>
                  <a:gd name="T108" fmla="*/ 2147483647 w 1350"/>
                  <a:gd name="T109" fmla="*/ 2147483647 h 1518"/>
                  <a:gd name="T110" fmla="*/ 2147483647 w 1350"/>
                  <a:gd name="T111" fmla="*/ 2147483647 h 1518"/>
                  <a:gd name="T112" fmla="*/ 2147483647 w 1350"/>
                  <a:gd name="T113" fmla="*/ 2147483647 h 1518"/>
                  <a:gd name="T114" fmla="*/ 2147483647 w 1350"/>
                  <a:gd name="T115" fmla="*/ 2147483647 h 1518"/>
                  <a:gd name="T116" fmla="*/ 2147483647 w 1350"/>
                  <a:gd name="T117" fmla="*/ 2147483647 h 1518"/>
                  <a:gd name="T118" fmla="*/ 2147483647 w 1350"/>
                  <a:gd name="T119" fmla="*/ 2147483647 h 1518"/>
                  <a:gd name="T120" fmla="*/ 2147483647 w 1350"/>
                  <a:gd name="T121" fmla="*/ 2147483647 h 1518"/>
                  <a:gd name="T122" fmla="*/ 2147483647 w 1350"/>
                  <a:gd name="T123" fmla="*/ 2147483647 h 1518"/>
                  <a:gd name="T124" fmla="*/ 2147483647 w 1350"/>
                  <a:gd name="T125" fmla="*/ 2147483647 h 151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50"/>
                  <a:gd name="T190" fmla="*/ 0 h 1518"/>
                  <a:gd name="T191" fmla="*/ 1350 w 1350"/>
                  <a:gd name="T192" fmla="*/ 1518 h 151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50" h="1518">
                    <a:moveTo>
                      <a:pt x="1242" y="468"/>
                    </a:moveTo>
                    <a:lnTo>
                      <a:pt x="1242" y="438"/>
                    </a:lnTo>
                    <a:lnTo>
                      <a:pt x="1260" y="366"/>
                    </a:lnTo>
                    <a:lnTo>
                      <a:pt x="1278" y="354"/>
                    </a:lnTo>
                    <a:lnTo>
                      <a:pt x="1278" y="342"/>
                    </a:lnTo>
                    <a:lnTo>
                      <a:pt x="1302" y="330"/>
                    </a:lnTo>
                    <a:lnTo>
                      <a:pt x="1308" y="318"/>
                    </a:lnTo>
                    <a:lnTo>
                      <a:pt x="1320" y="312"/>
                    </a:lnTo>
                    <a:lnTo>
                      <a:pt x="1332" y="288"/>
                    </a:lnTo>
                    <a:lnTo>
                      <a:pt x="1344" y="276"/>
                    </a:lnTo>
                    <a:lnTo>
                      <a:pt x="1350" y="264"/>
                    </a:lnTo>
                    <a:lnTo>
                      <a:pt x="1350" y="252"/>
                    </a:lnTo>
                    <a:lnTo>
                      <a:pt x="1344" y="246"/>
                    </a:lnTo>
                    <a:lnTo>
                      <a:pt x="1332" y="240"/>
                    </a:lnTo>
                    <a:lnTo>
                      <a:pt x="1320" y="240"/>
                    </a:lnTo>
                    <a:lnTo>
                      <a:pt x="1314" y="234"/>
                    </a:lnTo>
                    <a:lnTo>
                      <a:pt x="1314" y="222"/>
                    </a:lnTo>
                    <a:lnTo>
                      <a:pt x="1320" y="210"/>
                    </a:lnTo>
                    <a:lnTo>
                      <a:pt x="1326" y="204"/>
                    </a:lnTo>
                    <a:lnTo>
                      <a:pt x="1326" y="198"/>
                    </a:lnTo>
                    <a:lnTo>
                      <a:pt x="1320" y="192"/>
                    </a:lnTo>
                    <a:lnTo>
                      <a:pt x="1308" y="186"/>
                    </a:lnTo>
                    <a:lnTo>
                      <a:pt x="1326" y="168"/>
                    </a:lnTo>
                    <a:lnTo>
                      <a:pt x="1320" y="144"/>
                    </a:lnTo>
                    <a:lnTo>
                      <a:pt x="1302" y="144"/>
                    </a:lnTo>
                    <a:lnTo>
                      <a:pt x="1296" y="120"/>
                    </a:lnTo>
                    <a:lnTo>
                      <a:pt x="1290" y="120"/>
                    </a:lnTo>
                    <a:lnTo>
                      <a:pt x="1284" y="114"/>
                    </a:lnTo>
                    <a:lnTo>
                      <a:pt x="1272" y="108"/>
                    </a:lnTo>
                    <a:lnTo>
                      <a:pt x="1260" y="96"/>
                    </a:lnTo>
                    <a:lnTo>
                      <a:pt x="1254" y="84"/>
                    </a:lnTo>
                    <a:lnTo>
                      <a:pt x="1248" y="66"/>
                    </a:lnTo>
                    <a:lnTo>
                      <a:pt x="1236" y="60"/>
                    </a:lnTo>
                    <a:lnTo>
                      <a:pt x="1230" y="54"/>
                    </a:lnTo>
                    <a:lnTo>
                      <a:pt x="1218" y="66"/>
                    </a:lnTo>
                    <a:lnTo>
                      <a:pt x="1218" y="72"/>
                    </a:lnTo>
                    <a:lnTo>
                      <a:pt x="1206" y="84"/>
                    </a:lnTo>
                    <a:lnTo>
                      <a:pt x="1200" y="84"/>
                    </a:lnTo>
                    <a:lnTo>
                      <a:pt x="1188" y="78"/>
                    </a:lnTo>
                    <a:lnTo>
                      <a:pt x="1188" y="72"/>
                    </a:lnTo>
                    <a:lnTo>
                      <a:pt x="1176" y="66"/>
                    </a:lnTo>
                    <a:lnTo>
                      <a:pt x="1164" y="66"/>
                    </a:lnTo>
                    <a:lnTo>
                      <a:pt x="1158" y="72"/>
                    </a:lnTo>
                    <a:lnTo>
                      <a:pt x="1152" y="84"/>
                    </a:lnTo>
                    <a:lnTo>
                      <a:pt x="1146" y="90"/>
                    </a:lnTo>
                    <a:lnTo>
                      <a:pt x="1098" y="66"/>
                    </a:lnTo>
                    <a:lnTo>
                      <a:pt x="1098" y="42"/>
                    </a:lnTo>
                    <a:lnTo>
                      <a:pt x="1068" y="18"/>
                    </a:lnTo>
                    <a:lnTo>
                      <a:pt x="1062" y="6"/>
                    </a:lnTo>
                    <a:lnTo>
                      <a:pt x="1044" y="24"/>
                    </a:lnTo>
                    <a:lnTo>
                      <a:pt x="1026" y="30"/>
                    </a:lnTo>
                    <a:lnTo>
                      <a:pt x="1002" y="30"/>
                    </a:lnTo>
                    <a:lnTo>
                      <a:pt x="990" y="18"/>
                    </a:lnTo>
                    <a:lnTo>
                      <a:pt x="990" y="12"/>
                    </a:lnTo>
                    <a:lnTo>
                      <a:pt x="954" y="18"/>
                    </a:lnTo>
                    <a:lnTo>
                      <a:pt x="942" y="6"/>
                    </a:lnTo>
                    <a:lnTo>
                      <a:pt x="942" y="0"/>
                    </a:lnTo>
                    <a:lnTo>
                      <a:pt x="936" y="0"/>
                    </a:lnTo>
                    <a:lnTo>
                      <a:pt x="918" y="18"/>
                    </a:lnTo>
                    <a:lnTo>
                      <a:pt x="918" y="30"/>
                    </a:lnTo>
                    <a:lnTo>
                      <a:pt x="906" y="30"/>
                    </a:lnTo>
                    <a:lnTo>
                      <a:pt x="900" y="36"/>
                    </a:lnTo>
                    <a:lnTo>
                      <a:pt x="876" y="36"/>
                    </a:lnTo>
                    <a:lnTo>
                      <a:pt x="864" y="24"/>
                    </a:lnTo>
                    <a:lnTo>
                      <a:pt x="840" y="42"/>
                    </a:lnTo>
                    <a:lnTo>
                      <a:pt x="822" y="42"/>
                    </a:lnTo>
                    <a:lnTo>
                      <a:pt x="810" y="54"/>
                    </a:lnTo>
                    <a:lnTo>
                      <a:pt x="798" y="60"/>
                    </a:lnTo>
                    <a:lnTo>
                      <a:pt x="792" y="66"/>
                    </a:lnTo>
                    <a:lnTo>
                      <a:pt x="786" y="66"/>
                    </a:lnTo>
                    <a:lnTo>
                      <a:pt x="762" y="42"/>
                    </a:lnTo>
                    <a:lnTo>
                      <a:pt x="756" y="54"/>
                    </a:lnTo>
                    <a:lnTo>
                      <a:pt x="738" y="72"/>
                    </a:lnTo>
                    <a:lnTo>
                      <a:pt x="738" y="84"/>
                    </a:lnTo>
                    <a:lnTo>
                      <a:pt x="732" y="90"/>
                    </a:lnTo>
                    <a:lnTo>
                      <a:pt x="726" y="102"/>
                    </a:lnTo>
                    <a:lnTo>
                      <a:pt x="720" y="108"/>
                    </a:lnTo>
                    <a:lnTo>
                      <a:pt x="708" y="102"/>
                    </a:lnTo>
                    <a:lnTo>
                      <a:pt x="702" y="96"/>
                    </a:lnTo>
                    <a:lnTo>
                      <a:pt x="690" y="90"/>
                    </a:lnTo>
                    <a:lnTo>
                      <a:pt x="642" y="90"/>
                    </a:lnTo>
                    <a:lnTo>
                      <a:pt x="630" y="84"/>
                    </a:lnTo>
                    <a:lnTo>
                      <a:pt x="624" y="78"/>
                    </a:lnTo>
                    <a:lnTo>
                      <a:pt x="582" y="78"/>
                    </a:lnTo>
                    <a:lnTo>
                      <a:pt x="582" y="48"/>
                    </a:lnTo>
                    <a:lnTo>
                      <a:pt x="576" y="42"/>
                    </a:lnTo>
                    <a:lnTo>
                      <a:pt x="558" y="42"/>
                    </a:lnTo>
                    <a:lnTo>
                      <a:pt x="558" y="30"/>
                    </a:lnTo>
                    <a:lnTo>
                      <a:pt x="546" y="24"/>
                    </a:lnTo>
                    <a:lnTo>
                      <a:pt x="534" y="24"/>
                    </a:lnTo>
                    <a:lnTo>
                      <a:pt x="516" y="18"/>
                    </a:lnTo>
                    <a:lnTo>
                      <a:pt x="504" y="18"/>
                    </a:lnTo>
                    <a:lnTo>
                      <a:pt x="492" y="24"/>
                    </a:lnTo>
                    <a:lnTo>
                      <a:pt x="486" y="30"/>
                    </a:lnTo>
                    <a:lnTo>
                      <a:pt x="486" y="36"/>
                    </a:lnTo>
                    <a:lnTo>
                      <a:pt x="480" y="48"/>
                    </a:lnTo>
                    <a:lnTo>
                      <a:pt x="480" y="54"/>
                    </a:lnTo>
                    <a:lnTo>
                      <a:pt x="474" y="66"/>
                    </a:lnTo>
                    <a:lnTo>
                      <a:pt x="462" y="78"/>
                    </a:lnTo>
                    <a:lnTo>
                      <a:pt x="456" y="78"/>
                    </a:lnTo>
                    <a:lnTo>
                      <a:pt x="444" y="90"/>
                    </a:lnTo>
                    <a:lnTo>
                      <a:pt x="444" y="102"/>
                    </a:lnTo>
                    <a:lnTo>
                      <a:pt x="450" y="102"/>
                    </a:lnTo>
                    <a:lnTo>
                      <a:pt x="450" y="120"/>
                    </a:lnTo>
                    <a:lnTo>
                      <a:pt x="438" y="138"/>
                    </a:lnTo>
                    <a:lnTo>
                      <a:pt x="450" y="150"/>
                    </a:lnTo>
                    <a:lnTo>
                      <a:pt x="450" y="186"/>
                    </a:lnTo>
                    <a:lnTo>
                      <a:pt x="444" y="198"/>
                    </a:lnTo>
                    <a:lnTo>
                      <a:pt x="438" y="216"/>
                    </a:lnTo>
                    <a:lnTo>
                      <a:pt x="426" y="228"/>
                    </a:lnTo>
                    <a:lnTo>
                      <a:pt x="414" y="252"/>
                    </a:lnTo>
                    <a:lnTo>
                      <a:pt x="408" y="258"/>
                    </a:lnTo>
                    <a:lnTo>
                      <a:pt x="408" y="288"/>
                    </a:lnTo>
                    <a:lnTo>
                      <a:pt x="414" y="300"/>
                    </a:lnTo>
                    <a:lnTo>
                      <a:pt x="414" y="324"/>
                    </a:lnTo>
                    <a:lnTo>
                      <a:pt x="396" y="360"/>
                    </a:lnTo>
                    <a:lnTo>
                      <a:pt x="396" y="372"/>
                    </a:lnTo>
                    <a:lnTo>
                      <a:pt x="402" y="378"/>
                    </a:lnTo>
                    <a:lnTo>
                      <a:pt x="408" y="390"/>
                    </a:lnTo>
                    <a:lnTo>
                      <a:pt x="408" y="414"/>
                    </a:lnTo>
                    <a:lnTo>
                      <a:pt x="402" y="426"/>
                    </a:lnTo>
                    <a:lnTo>
                      <a:pt x="390" y="432"/>
                    </a:lnTo>
                    <a:lnTo>
                      <a:pt x="390" y="486"/>
                    </a:lnTo>
                    <a:lnTo>
                      <a:pt x="384" y="492"/>
                    </a:lnTo>
                    <a:lnTo>
                      <a:pt x="372" y="498"/>
                    </a:lnTo>
                    <a:lnTo>
                      <a:pt x="366" y="510"/>
                    </a:lnTo>
                    <a:lnTo>
                      <a:pt x="318" y="534"/>
                    </a:lnTo>
                    <a:lnTo>
                      <a:pt x="312" y="540"/>
                    </a:lnTo>
                    <a:lnTo>
                      <a:pt x="306" y="552"/>
                    </a:lnTo>
                    <a:lnTo>
                      <a:pt x="306" y="588"/>
                    </a:lnTo>
                    <a:lnTo>
                      <a:pt x="282" y="612"/>
                    </a:lnTo>
                    <a:lnTo>
                      <a:pt x="276" y="612"/>
                    </a:lnTo>
                    <a:lnTo>
                      <a:pt x="282" y="714"/>
                    </a:lnTo>
                    <a:lnTo>
                      <a:pt x="252" y="756"/>
                    </a:lnTo>
                    <a:lnTo>
                      <a:pt x="246" y="762"/>
                    </a:lnTo>
                    <a:lnTo>
                      <a:pt x="228" y="762"/>
                    </a:lnTo>
                    <a:lnTo>
                      <a:pt x="216" y="774"/>
                    </a:lnTo>
                    <a:lnTo>
                      <a:pt x="210" y="786"/>
                    </a:lnTo>
                    <a:lnTo>
                      <a:pt x="192" y="804"/>
                    </a:lnTo>
                    <a:lnTo>
                      <a:pt x="186" y="816"/>
                    </a:lnTo>
                    <a:lnTo>
                      <a:pt x="180" y="822"/>
                    </a:lnTo>
                    <a:lnTo>
                      <a:pt x="168" y="828"/>
                    </a:lnTo>
                    <a:lnTo>
                      <a:pt x="150" y="828"/>
                    </a:lnTo>
                    <a:lnTo>
                      <a:pt x="144" y="822"/>
                    </a:lnTo>
                    <a:lnTo>
                      <a:pt x="150" y="810"/>
                    </a:lnTo>
                    <a:lnTo>
                      <a:pt x="150" y="780"/>
                    </a:lnTo>
                    <a:lnTo>
                      <a:pt x="144" y="780"/>
                    </a:lnTo>
                    <a:lnTo>
                      <a:pt x="126" y="798"/>
                    </a:lnTo>
                    <a:lnTo>
                      <a:pt x="102" y="792"/>
                    </a:lnTo>
                    <a:lnTo>
                      <a:pt x="102" y="810"/>
                    </a:lnTo>
                    <a:lnTo>
                      <a:pt x="96" y="822"/>
                    </a:lnTo>
                    <a:lnTo>
                      <a:pt x="90" y="828"/>
                    </a:lnTo>
                    <a:lnTo>
                      <a:pt x="78" y="828"/>
                    </a:lnTo>
                    <a:lnTo>
                      <a:pt x="72" y="822"/>
                    </a:lnTo>
                    <a:lnTo>
                      <a:pt x="72" y="816"/>
                    </a:lnTo>
                    <a:lnTo>
                      <a:pt x="66" y="810"/>
                    </a:lnTo>
                    <a:lnTo>
                      <a:pt x="66" y="804"/>
                    </a:lnTo>
                    <a:lnTo>
                      <a:pt x="54" y="804"/>
                    </a:lnTo>
                    <a:lnTo>
                      <a:pt x="48" y="816"/>
                    </a:lnTo>
                    <a:lnTo>
                      <a:pt x="12" y="846"/>
                    </a:lnTo>
                    <a:lnTo>
                      <a:pt x="18" y="858"/>
                    </a:lnTo>
                    <a:lnTo>
                      <a:pt x="18" y="864"/>
                    </a:lnTo>
                    <a:lnTo>
                      <a:pt x="24" y="876"/>
                    </a:lnTo>
                    <a:lnTo>
                      <a:pt x="24" y="882"/>
                    </a:lnTo>
                    <a:lnTo>
                      <a:pt x="18" y="888"/>
                    </a:lnTo>
                    <a:lnTo>
                      <a:pt x="6" y="894"/>
                    </a:lnTo>
                    <a:lnTo>
                      <a:pt x="0" y="900"/>
                    </a:lnTo>
                    <a:lnTo>
                      <a:pt x="6" y="906"/>
                    </a:lnTo>
                    <a:lnTo>
                      <a:pt x="6" y="912"/>
                    </a:lnTo>
                    <a:lnTo>
                      <a:pt x="18" y="918"/>
                    </a:lnTo>
                    <a:lnTo>
                      <a:pt x="18" y="924"/>
                    </a:lnTo>
                    <a:lnTo>
                      <a:pt x="54" y="906"/>
                    </a:lnTo>
                    <a:lnTo>
                      <a:pt x="78" y="912"/>
                    </a:lnTo>
                    <a:lnTo>
                      <a:pt x="84" y="906"/>
                    </a:lnTo>
                    <a:lnTo>
                      <a:pt x="96" y="912"/>
                    </a:lnTo>
                    <a:lnTo>
                      <a:pt x="120" y="906"/>
                    </a:lnTo>
                    <a:lnTo>
                      <a:pt x="132" y="912"/>
                    </a:lnTo>
                    <a:lnTo>
                      <a:pt x="162" y="912"/>
                    </a:lnTo>
                    <a:lnTo>
                      <a:pt x="174" y="906"/>
                    </a:lnTo>
                    <a:lnTo>
                      <a:pt x="186" y="906"/>
                    </a:lnTo>
                    <a:lnTo>
                      <a:pt x="198" y="912"/>
                    </a:lnTo>
                    <a:lnTo>
                      <a:pt x="228" y="912"/>
                    </a:lnTo>
                    <a:lnTo>
                      <a:pt x="246" y="906"/>
                    </a:lnTo>
                    <a:lnTo>
                      <a:pt x="270" y="906"/>
                    </a:lnTo>
                    <a:lnTo>
                      <a:pt x="276" y="900"/>
                    </a:lnTo>
                    <a:lnTo>
                      <a:pt x="294" y="900"/>
                    </a:lnTo>
                    <a:lnTo>
                      <a:pt x="300" y="906"/>
                    </a:lnTo>
                    <a:lnTo>
                      <a:pt x="306" y="918"/>
                    </a:lnTo>
                    <a:lnTo>
                      <a:pt x="318" y="930"/>
                    </a:lnTo>
                    <a:lnTo>
                      <a:pt x="318" y="972"/>
                    </a:lnTo>
                    <a:lnTo>
                      <a:pt x="336" y="990"/>
                    </a:lnTo>
                    <a:lnTo>
                      <a:pt x="336" y="1014"/>
                    </a:lnTo>
                    <a:lnTo>
                      <a:pt x="330" y="1020"/>
                    </a:lnTo>
                    <a:lnTo>
                      <a:pt x="330" y="1026"/>
                    </a:lnTo>
                    <a:lnTo>
                      <a:pt x="336" y="1032"/>
                    </a:lnTo>
                    <a:lnTo>
                      <a:pt x="342" y="1032"/>
                    </a:lnTo>
                    <a:lnTo>
                      <a:pt x="354" y="1044"/>
                    </a:lnTo>
                    <a:lnTo>
                      <a:pt x="354" y="1056"/>
                    </a:lnTo>
                    <a:lnTo>
                      <a:pt x="360" y="1062"/>
                    </a:lnTo>
                    <a:lnTo>
                      <a:pt x="372" y="1086"/>
                    </a:lnTo>
                    <a:lnTo>
                      <a:pt x="402" y="1086"/>
                    </a:lnTo>
                    <a:lnTo>
                      <a:pt x="414" y="1092"/>
                    </a:lnTo>
                    <a:lnTo>
                      <a:pt x="420" y="1080"/>
                    </a:lnTo>
                    <a:lnTo>
                      <a:pt x="444" y="1080"/>
                    </a:lnTo>
                    <a:lnTo>
                      <a:pt x="456" y="1074"/>
                    </a:lnTo>
                    <a:lnTo>
                      <a:pt x="462" y="1080"/>
                    </a:lnTo>
                    <a:lnTo>
                      <a:pt x="504" y="1074"/>
                    </a:lnTo>
                    <a:lnTo>
                      <a:pt x="504" y="1056"/>
                    </a:lnTo>
                    <a:lnTo>
                      <a:pt x="510" y="1050"/>
                    </a:lnTo>
                    <a:lnTo>
                      <a:pt x="510" y="1044"/>
                    </a:lnTo>
                    <a:lnTo>
                      <a:pt x="522" y="1044"/>
                    </a:lnTo>
                    <a:lnTo>
                      <a:pt x="522" y="1032"/>
                    </a:lnTo>
                    <a:lnTo>
                      <a:pt x="516" y="1020"/>
                    </a:lnTo>
                    <a:lnTo>
                      <a:pt x="510" y="1014"/>
                    </a:lnTo>
                    <a:lnTo>
                      <a:pt x="510" y="1008"/>
                    </a:lnTo>
                    <a:lnTo>
                      <a:pt x="516" y="1002"/>
                    </a:lnTo>
                    <a:lnTo>
                      <a:pt x="564" y="1002"/>
                    </a:lnTo>
                    <a:lnTo>
                      <a:pt x="564" y="996"/>
                    </a:lnTo>
                    <a:lnTo>
                      <a:pt x="576" y="996"/>
                    </a:lnTo>
                    <a:lnTo>
                      <a:pt x="588" y="1002"/>
                    </a:lnTo>
                    <a:lnTo>
                      <a:pt x="588" y="1026"/>
                    </a:lnTo>
                    <a:lnTo>
                      <a:pt x="678" y="1026"/>
                    </a:lnTo>
                    <a:lnTo>
                      <a:pt x="678" y="1050"/>
                    </a:lnTo>
                    <a:lnTo>
                      <a:pt x="666" y="1068"/>
                    </a:lnTo>
                    <a:lnTo>
                      <a:pt x="672" y="1086"/>
                    </a:lnTo>
                    <a:lnTo>
                      <a:pt x="684" y="1098"/>
                    </a:lnTo>
                    <a:lnTo>
                      <a:pt x="690" y="1110"/>
                    </a:lnTo>
                    <a:lnTo>
                      <a:pt x="690" y="1122"/>
                    </a:lnTo>
                    <a:lnTo>
                      <a:pt x="684" y="1134"/>
                    </a:lnTo>
                    <a:lnTo>
                      <a:pt x="678" y="1140"/>
                    </a:lnTo>
                    <a:lnTo>
                      <a:pt x="684" y="1164"/>
                    </a:lnTo>
                    <a:lnTo>
                      <a:pt x="684" y="1176"/>
                    </a:lnTo>
                    <a:lnTo>
                      <a:pt x="678" y="1182"/>
                    </a:lnTo>
                    <a:lnTo>
                      <a:pt x="678" y="1194"/>
                    </a:lnTo>
                    <a:lnTo>
                      <a:pt x="684" y="1212"/>
                    </a:lnTo>
                    <a:lnTo>
                      <a:pt x="696" y="1230"/>
                    </a:lnTo>
                    <a:lnTo>
                      <a:pt x="708" y="1254"/>
                    </a:lnTo>
                    <a:lnTo>
                      <a:pt x="714" y="1260"/>
                    </a:lnTo>
                    <a:lnTo>
                      <a:pt x="714" y="1278"/>
                    </a:lnTo>
                    <a:lnTo>
                      <a:pt x="708" y="1290"/>
                    </a:lnTo>
                    <a:lnTo>
                      <a:pt x="708" y="1302"/>
                    </a:lnTo>
                    <a:lnTo>
                      <a:pt x="702" y="1308"/>
                    </a:lnTo>
                    <a:lnTo>
                      <a:pt x="702" y="1332"/>
                    </a:lnTo>
                    <a:lnTo>
                      <a:pt x="708" y="1338"/>
                    </a:lnTo>
                    <a:lnTo>
                      <a:pt x="714" y="1338"/>
                    </a:lnTo>
                    <a:lnTo>
                      <a:pt x="720" y="1344"/>
                    </a:lnTo>
                    <a:lnTo>
                      <a:pt x="726" y="1326"/>
                    </a:lnTo>
                    <a:lnTo>
                      <a:pt x="756" y="1332"/>
                    </a:lnTo>
                    <a:lnTo>
                      <a:pt x="780" y="1326"/>
                    </a:lnTo>
                    <a:lnTo>
                      <a:pt x="780" y="1314"/>
                    </a:lnTo>
                    <a:lnTo>
                      <a:pt x="792" y="1314"/>
                    </a:lnTo>
                    <a:lnTo>
                      <a:pt x="804" y="1326"/>
                    </a:lnTo>
                    <a:lnTo>
                      <a:pt x="828" y="1326"/>
                    </a:lnTo>
                    <a:lnTo>
                      <a:pt x="834" y="1308"/>
                    </a:lnTo>
                    <a:lnTo>
                      <a:pt x="840" y="1320"/>
                    </a:lnTo>
                    <a:lnTo>
                      <a:pt x="858" y="1320"/>
                    </a:lnTo>
                    <a:lnTo>
                      <a:pt x="858" y="1350"/>
                    </a:lnTo>
                    <a:lnTo>
                      <a:pt x="864" y="1356"/>
                    </a:lnTo>
                    <a:lnTo>
                      <a:pt x="882" y="1356"/>
                    </a:lnTo>
                    <a:lnTo>
                      <a:pt x="882" y="1350"/>
                    </a:lnTo>
                    <a:lnTo>
                      <a:pt x="876" y="1344"/>
                    </a:lnTo>
                    <a:lnTo>
                      <a:pt x="918" y="1338"/>
                    </a:lnTo>
                    <a:lnTo>
                      <a:pt x="918" y="1356"/>
                    </a:lnTo>
                    <a:lnTo>
                      <a:pt x="924" y="1368"/>
                    </a:lnTo>
                    <a:lnTo>
                      <a:pt x="930" y="1374"/>
                    </a:lnTo>
                    <a:lnTo>
                      <a:pt x="948" y="1386"/>
                    </a:lnTo>
                    <a:lnTo>
                      <a:pt x="984" y="1392"/>
                    </a:lnTo>
                    <a:lnTo>
                      <a:pt x="1014" y="1398"/>
                    </a:lnTo>
                    <a:lnTo>
                      <a:pt x="1032" y="1398"/>
                    </a:lnTo>
                    <a:lnTo>
                      <a:pt x="1032" y="1392"/>
                    </a:lnTo>
                    <a:lnTo>
                      <a:pt x="1038" y="1386"/>
                    </a:lnTo>
                    <a:lnTo>
                      <a:pt x="1038" y="1368"/>
                    </a:lnTo>
                    <a:lnTo>
                      <a:pt x="1044" y="1362"/>
                    </a:lnTo>
                    <a:lnTo>
                      <a:pt x="1050" y="1362"/>
                    </a:lnTo>
                    <a:lnTo>
                      <a:pt x="1062" y="1374"/>
                    </a:lnTo>
                    <a:lnTo>
                      <a:pt x="1062" y="1386"/>
                    </a:lnTo>
                    <a:lnTo>
                      <a:pt x="1068" y="1392"/>
                    </a:lnTo>
                    <a:lnTo>
                      <a:pt x="1080" y="1392"/>
                    </a:lnTo>
                    <a:lnTo>
                      <a:pt x="1080" y="1404"/>
                    </a:lnTo>
                    <a:lnTo>
                      <a:pt x="1074" y="1404"/>
                    </a:lnTo>
                    <a:lnTo>
                      <a:pt x="1074" y="1416"/>
                    </a:lnTo>
                    <a:lnTo>
                      <a:pt x="1104" y="1416"/>
                    </a:lnTo>
                    <a:lnTo>
                      <a:pt x="1110" y="1422"/>
                    </a:lnTo>
                    <a:lnTo>
                      <a:pt x="1110" y="1434"/>
                    </a:lnTo>
                    <a:lnTo>
                      <a:pt x="1122" y="1434"/>
                    </a:lnTo>
                    <a:lnTo>
                      <a:pt x="1128" y="1428"/>
                    </a:lnTo>
                    <a:lnTo>
                      <a:pt x="1134" y="1428"/>
                    </a:lnTo>
                    <a:lnTo>
                      <a:pt x="1140" y="1434"/>
                    </a:lnTo>
                    <a:lnTo>
                      <a:pt x="1146" y="1446"/>
                    </a:lnTo>
                    <a:lnTo>
                      <a:pt x="1146" y="1452"/>
                    </a:lnTo>
                    <a:lnTo>
                      <a:pt x="1152" y="1464"/>
                    </a:lnTo>
                    <a:lnTo>
                      <a:pt x="1164" y="1464"/>
                    </a:lnTo>
                    <a:lnTo>
                      <a:pt x="1176" y="1476"/>
                    </a:lnTo>
                    <a:lnTo>
                      <a:pt x="1176" y="1488"/>
                    </a:lnTo>
                    <a:lnTo>
                      <a:pt x="1182" y="1500"/>
                    </a:lnTo>
                    <a:lnTo>
                      <a:pt x="1182" y="1512"/>
                    </a:lnTo>
                    <a:lnTo>
                      <a:pt x="1200" y="1512"/>
                    </a:lnTo>
                    <a:lnTo>
                      <a:pt x="1218" y="1500"/>
                    </a:lnTo>
                    <a:lnTo>
                      <a:pt x="1224" y="1512"/>
                    </a:lnTo>
                    <a:lnTo>
                      <a:pt x="1224" y="1518"/>
                    </a:lnTo>
                    <a:lnTo>
                      <a:pt x="1230" y="1518"/>
                    </a:lnTo>
                    <a:lnTo>
                      <a:pt x="1236" y="1500"/>
                    </a:lnTo>
                    <a:lnTo>
                      <a:pt x="1242" y="1464"/>
                    </a:lnTo>
                    <a:lnTo>
                      <a:pt x="1242" y="1416"/>
                    </a:lnTo>
                    <a:lnTo>
                      <a:pt x="1218" y="1416"/>
                    </a:lnTo>
                    <a:lnTo>
                      <a:pt x="1218" y="1434"/>
                    </a:lnTo>
                    <a:lnTo>
                      <a:pt x="1212" y="1440"/>
                    </a:lnTo>
                    <a:lnTo>
                      <a:pt x="1206" y="1440"/>
                    </a:lnTo>
                    <a:lnTo>
                      <a:pt x="1194" y="1434"/>
                    </a:lnTo>
                    <a:lnTo>
                      <a:pt x="1164" y="1404"/>
                    </a:lnTo>
                    <a:lnTo>
                      <a:pt x="1158" y="1404"/>
                    </a:lnTo>
                    <a:lnTo>
                      <a:pt x="1158" y="1398"/>
                    </a:lnTo>
                    <a:lnTo>
                      <a:pt x="1152" y="1398"/>
                    </a:lnTo>
                    <a:lnTo>
                      <a:pt x="1140" y="1386"/>
                    </a:lnTo>
                    <a:lnTo>
                      <a:pt x="1140" y="1362"/>
                    </a:lnTo>
                    <a:lnTo>
                      <a:pt x="1146" y="1350"/>
                    </a:lnTo>
                    <a:lnTo>
                      <a:pt x="1152" y="1332"/>
                    </a:lnTo>
                    <a:lnTo>
                      <a:pt x="1158" y="1320"/>
                    </a:lnTo>
                    <a:lnTo>
                      <a:pt x="1170" y="1308"/>
                    </a:lnTo>
                    <a:lnTo>
                      <a:pt x="1170" y="1254"/>
                    </a:lnTo>
                    <a:lnTo>
                      <a:pt x="1164" y="1236"/>
                    </a:lnTo>
                    <a:lnTo>
                      <a:pt x="1164" y="1212"/>
                    </a:lnTo>
                    <a:lnTo>
                      <a:pt x="1158" y="1206"/>
                    </a:lnTo>
                    <a:lnTo>
                      <a:pt x="1158" y="1200"/>
                    </a:lnTo>
                    <a:lnTo>
                      <a:pt x="1152" y="1194"/>
                    </a:lnTo>
                    <a:lnTo>
                      <a:pt x="1152" y="1188"/>
                    </a:lnTo>
                    <a:lnTo>
                      <a:pt x="1140" y="1176"/>
                    </a:lnTo>
                    <a:lnTo>
                      <a:pt x="1146" y="1176"/>
                    </a:lnTo>
                    <a:lnTo>
                      <a:pt x="1152" y="1170"/>
                    </a:lnTo>
                    <a:lnTo>
                      <a:pt x="1164" y="1164"/>
                    </a:lnTo>
                    <a:lnTo>
                      <a:pt x="1182" y="1146"/>
                    </a:lnTo>
                    <a:lnTo>
                      <a:pt x="1182" y="1116"/>
                    </a:lnTo>
                    <a:lnTo>
                      <a:pt x="1194" y="1116"/>
                    </a:lnTo>
                    <a:lnTo>
                      <a:pt x="1212" y="1110"/>
                    </a:lnTo>
                    <a:lnTo>
                      <a:pt x="1230" y="1110"/>
                    </a:lnTo>
                    <a:lnTo>
                      <a:pt x="1242" y="1104"/>
                    </a:lnTo>
                    <a:lnTo>
                      <a:pt x="1260" y="1104"/>
                    </a:lnTo>
                    <a:lnTo>
                      <a:pt x="1284" y="1092"/>
                    </a:lnTo>
                    <a:lnTo>
                      <a:pt x="1290" y="1092"/>
                    </a:lnTo>
                    <a:lnTo>
                      <a:pt x="1290" y="1086"/>
                    </a:lnTo>
                    <a:lnTo>
                      <a:pt x="1284" y="1074"/>
                    </a:lnTo>
                    <a:lnTo>
                      <a:pt x="1272" y="1062"/>
                    </a:lnTo>
                    <a:lnTo>
                      <a:pt x="1272" y="1014"/>
                    </a:lnTo>
                    <a:lnTo>
                      <a:pt x="1248" y="1014"/>
                    </a:lnTo>
                    <a:lnTo>
                      <a:pt x="1248" y="1008"/>
                    </a:lnTo>
                    <a:lnTo>
                      <a:pt x="1242" y="996"/>
                    </a:lnTo>
                    <a:lnTo>
                      <a:pt x="1242" y="978"/>
                    </a:lnTo>
                    <a:lnTo>
                      <a:pt x="1236" y="972"/>
                    </a:lnTo>
                    <a:lnTo>
                      <a:pt x="1224" y="966"/>
                    </a:lnTo>
                    <a:lnTo>
                      <a:pt x="1218" y="960"/>
                    </a:lnTo>
                    <a:lnTo>
                      <a:pt x="1206" y="936"/>
                    </a:lnTo>
                    <a:lnTo>
                      <a:pt x="1206" y="906"/>
                    </a:lnTo>
                    <a:lnTo>
                      <a:pt x="1212" y="900"/>
                    </a:lnTo>
                    <a:lnTo>
                      <a:pt x="1212" y="876"/>
                    </a:lnTo>
                    <a:lnTo>
                      <a:pt x="1200" y="864"/>
                    </a:lnTo>
                    <a:lnTo>
                      <a:pt x="1194" y="852"/>
                    </a:lnTo>
                    <a:lnTo>
                      <a:pt x="1194" y="804"/>
                    </a:lnTo>
                    <a:lnTo>
                      <a:pt x="1200" y="780"/>
                    </a:lnTo>
                    <a:lnTo>
                      <a:pt x="1200" y="750"/>
                    </a:lnTo>
                    <a:lnTo>
                      <a:pt x="1212" y="738"/>
                    </a:lnTo>
                    <a:lnTo>
                      <a:pt x="1218" y="744"/>
                    </a:lnTo>
                    <a:lnTo>
                      <a:pt x="1218" y="732"/>
                    </a:lnTo>
                    <a:lnTo>
                      <a:pt x="1224" y="726"/>
                    </a:lnTo>
                    <a:lnTo>
                      <a:pt x="1224" y="696"/>
                    </a:lnTo>
                    <a:lnTo>
                      <a:pt x="1218" y="690"/>
                    </a:lnTo>
                    <a:lnTo>
                      <a:pt x="1206" y="684"/>
                    </a:lnTo>
                    <a:lnTo>
                      <a:pt x="1200" y="678"/>
                    </a:lnTo>
                    <a:lnTo>
                      <a:pt x="1188" y="648"/>
                    </a:lnTo>
                    <a:lnTo>
                      <a:pt x="1182" y="642"/>
                    </a:lnTo>
                    <a:lnTo>
                      <a:pt x="1176" y="642"/>
                    </a:lnTo>
                    <a:lnTo>
                      <a:pt x="1176" y="636"/>
                    </a:lnTo>
                    <a:lnTo>
                      <a:pt x="1182" y="624"/>
                    </a:lnTo>
                    <a:lnTo>
                      <a:pt x="1194" y="618"/>
                    </a:lnTo>
                    <a:lnTo>
                      <a:pt x="1206" y="606"/>
                    </a:lnTo>
                    <a:lnTo>
                      <a:pt x="1206" y="594"/>
                    </a:lnTo>
                    <a:lnTo>
                      <a:pt x="1200" y="588"/>
                    </a:lnTo>
                    <a:lnTo>
                      <a:pt x="1194" y="576"/>
                    </a:lnTo>
                    <a:lnTo>
                      <a:pt x="1194" y="570"/>
                    </a:lnTo>
                    <a:lnTo>
                      <a:pt x="1200" y="564"/>
                    </a:lnTo>
                    <a:lnTo>
                      <a:pt x="1224" y="552"/>
                    </a:lnTo>
                    <a:lnTo>
                      <a:pt x="1230" y="546"/>
                    </a:lnTo>
                    <a:lnTo>
                      <a:pt x="1236" y="546"/>
                    </a:lnTo>
                    <a:lnTo>
                      <a:pt x="1242" y="46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7" name="Congo (Brazzaville)" descr="© INSCALE GmbH, 05.05.2010&#10;http://www.presentationload.com/">
                <a:extLst>
                  <a:ext uri="{FF2B5EF4-FFF2-40B4-BE49-F238E27FC236}">
                    <a16:creationId xmlns:a16="http://schemas.microsoft.com/office/drawing/2014/main" id="{084B8EC4-0216-A941-30D0-93F5A1F2F34A}"/>
                  </a:ext>
                </a:extLst>
              </p:cNvPr>
              <p:cNvSpPr>
                <a:spLocks/>
              </p:cNvSpPr>
              <p:nvPr/>
            </p:nvSpPr>
            <p:spPr bwMode="gray">
              <a:xfrm>
                <a:off x="4533349" y="3104336"/>
                <a:ext cx="203086" cy="265347"/>
              </a:xfrm>
              <a:custGeom>
                <a:avLst/>
                <a:gdLst>
                  <a:gd name="T0" fmla="*/ 2147483647 w 534"/>
                  <a:gd name="T1" fmla="*/ 2147483647 h 702"/>
                  <a:gd name="T2" fmla="*/ 2147483647 w 534"/>
                  <a:gd name="T3" fmla="*/ 2147483647 h 702"/>
                  <a:gd name="T4" fmla="*/ 2147483647 w 534"/>
                  <a:gd name="T5" fmla="*/ 2147483647 h 702"/>
                  <a:gd name="T6" fmla="*/ 2147483647 w 534"/>
                  <a:gd name="T7" fmla="*/ 2147483647 h 702"/>
                  <a:gd name="T8" fmla="*/ 2147483647 w 534"/>
                  <a:gd name="T9" fmla="*/ 2147483647 h 702"/>
                  <a:gd name="T10" fmla="*/ 2147483647 w 534"/>
                  <a:gd name="T11" fmla="*/ 2147483647 h 702"/>
                  <a:gd name="T12" fmla="*/ 2147483647 w 534"/>
                  <a:gd name="T13" fmla="*/ 2147483647 h 702"/>
                  <a:gd name="T14" fmla="*/ 2147483647 w 534"/>
                  <a:gd name="T15" fmla="*/ 2147483647 h 702"/>
                  <a:gd name="T16" fmla="*/ 2147483647 w 534"/>
                  <a:gd name="T17" fmla="*/ 2147483647 h 702"/>
                  <a:gd name="T18" fmla="*/ 2147483647 w 534"/>
                  <a:gd name="T19" fmla="*/ 2147483647 h 702"/>
                  <a:gd name="T20" fmla="*/ 2147483647 w 534"/>
                  <a:gd name="T21" fmla="*/ 2147483647 h 702"/>
                  <a:gd name="T22" fmla="*/ 2147483647 w 534"/>
                  <a:gd name="T23" fmla="*/ 2147483647 h 702"/>
                  <a:gd name="T24" fmla="*/ 2147483647 w 534"/>
                  <a:gd name="T25" fmla="*/ 2147483647 h 702"/>
                  <a:gd name="T26" fmla="*/ 2147483647 w 534"/>
                  <a:gd name="T27" fmla="*/ 2147483647 h 702"/>
                  <a:gd name="T28" fmla="*/ 2147483647 w 534"/>
                  <a:gd name="T29" fmla="*/ 2147483647 h 702"/>
                  <a:gd name="T30" fmla="*/ 2147483647 w 534"/>
                  <a:gd name="T31" fmla="*/ 2147483647 h 702"/>
                  <a:gd name="T32" fmla="*/ 2147483647 w 534"/>
                  <a:gd name="T33" fmla="*/ 2147483647 h 702"/>
                  <a:gd name="T34" fmla="*/ 2147483647 w 534"/>
                  <a:gd name="T35" fmla="*/ 2147483647 h 702"/>
                  <a:gd name="T36" fmla="*/ 2147483647 w 534"/>
                  <a:gd name="T37" fmla="*/ 2147483647 h 702"/>
                  <a:gd name="T38" fmla="*/ 2147483647 w 534"/>
                  <a:gd name="T39" fmla="*/ 2147483647 h 702"/>
                  <a:gd name="T40" fmla="*/ 2147483647 w 534"/>
                  <a:gd name="T41" fmla="*/ 2147483647 h 702"/>
                  <a:gd name="T42" fmla="*/ 2147483647 w 534"/>
                  <a:gd name="T43" fmla="*/ 2147483647 h 702"/>
                  <a:gd name="T44" fmla="*/ 2147483647 w 534"/>
                  <a:gd name="T45" fmla="*/ 2147483647 h 702"/>
                  <a:gd name="T46" fmla="*/ 2147483647 w 534"/>
                  <a:gd name="T47" fmla="*/ 2147483647 h 702"/>
                  <a:gd name="T48" fmla="*/ 2147483647 w 534"/>
                  <a:gd name="T49" fmla="*/ 2147483647 h 702"/>
                  <a:gd name="T50" fmla="*/ 0 w 534"/>
                  <a:gd name="T51" fmla="*/ 2147483647 h 702"/>
                  <a:gd name="T52" fmla="*/ 2147483647 w 534"/>
                  <a:gd name="T53" fmla="*/ 2147483647 h 702"/>
                  <a:gd name="T54" fmla="*/ 2147483647 w 534"/>
                  <a:gd name="T55" fmla="*/ 2147483647 h 702"/>
                  <a:gd name="T56" fmla="*/ 2147483647 w 534"/>
                  <a:gd name="T57" fmla="*/ 2147483647 h 702"/>
                  <a:gd name="T58" fmla="*/ 2147483647 w 534"/>
                  <a:gd name="T59" fmla="*/ 2147483647 h 702"/>
                  <a:gd name="T60" fmla="*/ 2147483647 w 534"/>
                  <a:gd name="T61" fmla="*/ 2147483647 h 702"/>
                  <a:gd name="T62" fmla="*/ 2147483647 w 534"/>
                  <a:gd name="T63" fmla="*/ 2147483647 h 702"/>
                  <a:gd name="T64" fmla="*/ 2147483647 w 534"/>
                  <a:gd name="T65" fmla="*/ 2147483647 h 702"/>
                  <a:gd name="T66" fmla="*/ 2147483647 w 534"/>
                  <a:gd name="T67" fmla="*/ 2147483647 h 702"/>
                  <a:gd name="T68" fmla="*/ 2147483647 w 534"/>
                  <a:gd name="T69" fmla="*/ 2147483647 h 702"/>
                  <a:gd name="T70" fmla="*/ 2147483647 w 534"/>
                  <a:gd name="T71" fmla="*/ 2147483647 h 702"/>
                  <a:gd name="T72" fmla="*/ 2147483647 w 534"/>
                  <a:gd name="T73" fmla="*/ 2147483647 h 702"/>
                  <a:gd name="T74" fmla="*/ 2147483647 w 534"/>
                  <a:gd name="T75" fmla="*/ 2147483647 h 702"/>
                  <a:gd name="T76" fmla="*/ 2147483647 w 534"/>
                  <a:gd name="T77" fmla="*/ 2147483647 h 702"/>
                  <a:gd name="T78" fmla="*/ 2147483647 w 534"/>
                  <a:gd name="T79" fmla="*/ 2147483647 h 702"/>
                  <a:gd name="T80" fmla="*/ 2147483647 w 534"/>
                  <a:gd name="T81" fmla="*/ 2147483647 h 702"/>
                  <a:gd name="T82" fmla="*/ 2147483647 w 534"/>
                  <a:gd name="T83" fmla="*/ 2147483647 h 702"/>
                  <a:gd name="T84" fmla="*/ 2147483647 w 534"/>
                  <a:gd name="T85" fmla="*/ 2147483647 h 702"/>
                  <a:gd name="T86" fmla="*/ 2147483647 w 534"/>
                  <a:gd name="T87" fmla="*/ 2147483647 h 702"/>
                  <a:gd name="T88" fmla="*/ 2147483647 w 534"/>
                  <a:gd name="T89" fmla="*/ 2147483647 h 702"/>
                  <a:gd name="T90" fmla="*/ 2147483647 w 534"/>
                  <a:gd name="T91" fmla="*/ 2147483647 h 702"/>
                  <a:gd name="T92" fmla="*/ 2147483647 w 534"/>
                  <a:gd name="T93" fmla="*/ 2147483647 h 702"/>
                  <a:gd name="T94" fmla="*/ 2147483647 w 534"/>
                  <a:gd name="T95" fmla="*/ 2147483647 h 702"/>
                  <a:gd name="T96" fmla="*/ 2147483647 w 534"/>
                  <a:gd name="T97" fmla="*/ 2147483647 h 702"/>
                  <a:gd name="T98" fmla="*/ 2147483647 w 534"/>
                  <a:gd name="T99" fmla="*/ 2147483647 h 702"/>
                  <a:gd name="T100" fmla="*/ 2147483647 w 534"/>
                  <a:gd name="T101" fmla="*/ 2147483647 h 702"/>
                  <a:gd name="T102" fmla="*/ 2147483647 w 534"/>
                  <a:gd name="T103" fmla="*/ 2147483647 h 7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34"/>
                  <a:gd name="T157" fmla="*/ 0 h 702"/>
                  <a:gd name="T158" fmla="*/ 534 w 534"/>
                  <a:gd name="T159" fmla="*/ 702 h 7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34" h="702">
                    <a:moveTo>
                      <a:pt x="366" y="120"/>
                    </a:moveTo>
                    <a:lnTo>
                      <a:pt x="360" y="126"/>
                    </a:lnTo>
                    <a:lnTo>
                      <a:pt x="354" y="168"/>
                    </a:lnTo>
                    <a:lnTo>
                      <a:pt x="330" y="144"/>
                    </a:lnTo>
                    <a:lnTo>
                      <a:pt x="294" y="144"/>
                    </a:lnTo>
                    <a:lnTo>
                      <a:pt x="288" y="138"/>
                    </a:lnTo>
                    <a:lnTo>
                      <a:pt x="276" y="138"/>
                    </a:lnTo>
                    <a:lnTo>
                      <a:pt x="270" y="132"/>
                    </a:lnTo>
                    <a:lnTo>
                      <a:pt x="258" y="126"/>
                    </a:lnTo>
                    <a:lnTo>
                      <a:pt x="210" y="126"/>
                    </a:lnTo>
                    <a:lnTo>
                      <a:pt x="192" y="132"/>
                    </a:lnTo>
                    <a:lnTo>
                      <a:pt x="162" y="132"/>
                    </a:lnTo>
                    <a:lnTo>
                      <a:pt x="144" y="162"/>
                    </a:lnTo>
                    <a:lnTo>
                      <a:pt x="150" y="198"/>
                    </a:lnTo>
                    <a:lnTo>
                      <a:pt x="156" y="204"/>
                    </a:lnTo>
                    <a:lnTo>
                      <a:pt x="180" y="204"/>
                    </a:lnTo>
                    <a:lnTo>
                      <a:pt x="186" y="198"/>
                    </a:lnTo>
                    <a:lnTo>
                      <a:pt x="186" y="180"/>
                    </a:lnTo>
                    <a:lnTo>
                      <a:pt x="204" y="180"/>
                    </a:lnTo>
                    <a:lnTo>
                      <a:pt x="210" y="186"/>
                    </a:lnTo>
                    <a:lnTo>
                      <a:pt x="222" y="186"/>
                    </a:lnTo>
                    <a:lnTo>
                      <a:pt x="222" y="192"/>
                    </a:lnTo>
                    <a:lnTo>
                      <a:pt x="228" y="198"/>
                    </a:lnTo>
                    <a:lnTo>
                      <a:pt x="228" y="216"/>
                    </a:lnTo>
                    <a:lnTo>
                      <a:pt x="240" y="222"/>
                    </a:lnTo>
                    <a:lnTo>
                      <a:pt x="240" y="234"/>
                    </a:lnTo>
                    <a:lnTo>
                      <a:pt x="234" y="240"/>
                    </a:lnTo>
                    <a:lnTo>
                      <a:pt x="228" y="252"/>
                    </a:lnTo>
                    <a:lnTo>
                      <a:pt x="222" y="258"/>
                    </a:lnTo>
                    <a:lnTo>
                      <a:pt x="210" y="258"/>
                    </a:lnTo>
                    <a:lnTo>
                      <a:pt x="198" y="282"/>
                    </a:lnTo>
                    <a:lnTo>
                      <a:pt x="198" y="318"/>
                    </a:lnTo>
                    <a:lnTo>
                      <a:pt x="216" y="324"/>
                    </a:lnTo>
                    <a:lnTo>
                      <a:pt x="222" y="342"/>
                    </a:lnTo>
                    <a:lnTo>
                      <a:pt x="240" y="342"/>
                    </a:lnTo>
                    <a:lnTo>
                      <a:pt x="246" y="348"/>
                    </a:lnTo>
                    <a:lnTo>
                      <a:pt x="246" y="360"/>
                    </a:lnTo>
                    <a:lnTo>
                      <a:pt x="240" y="366"/>
                    </a:lnTo>
                    <a:lnTo>
                      <a:pt x="240" y="414"/>
                    </a:lnTo>
                    <a:lnTo>
                      <a:pt x="234" y="426"/>
                    </a:lnTo>
                    <a:lnTo>
                      <a:pt x="240" y="450"/>
                    </a:lnTo>
                    <a:lnTo>
                      <a:pt x="234" y="456"/>
                    </a:lnTo>
                    <a:lnTo>
                      <a:pt x="222" y="462"/>
                    </a:lnTo>
                    <a:lnTo>
                      <a:pt x="222" y="486"/>
                    </a:lnTo>
                    <a:lnTo>
                      <a:pt x="216" y="498"/>
                    </a:lnTo>
                    <a:lnTo>
                      <a:pt x="210" y="504"/>
                    </a:lnTo>
                    <a:lnTo>
                      <a:pt x="198" y="504"/>
                    </a:lnTo>
                    <a:lnTo>
                      <a:pt x="192" y="498"/>
                    </a:lnTo>
                    <a:lnTo>
                      <a:pt x="192" y="468"/>
                    </a:lnTo>
                    <a:lnTo>
                      <a:pt x="186" y="468"/>
                    </a:lnTo>
                    <a:lnTo>
                      <a:pt x="180" y="474"/>
                    </a:lnTo>
                    <a:lnTo>
                      <a:pt x="174" y="486"/>
                    </a:lnTo>
                    <a:lnTo>
                      <a:pt x="168" y="492"/>
                    </a:lnTo>
                    <a:lnTo>
                      <a:pt x="138" y="492"/>
                    </a:lnTo>
                    <a:lnTo>
                      <a:pt x="120" y="450"/>
                    </a:lnTo>
                    <a:lnTo>
                      <a:pt x="90" y="450"/>
                    </a:lnTo>
                    <a:lnTo>
                      <a:pt x="90" y="456"/>
                    </a:lnTo>
                    <a:lnTo>
                      <a:pt x="108" y="474"/>
                    </a:lnTo>
                    <a:lnTo>
                      <a:pt x="96" y="480"/>
                    </a:lnTo>
                    <a:lnTo>
                      <a:pt x="90" y="492"/>
                    </a:lnTo>
                    <a:lnTo>
                      <a:pt x="84" y="498"/>
                    </a:lnTo>
                    <a:lnTo>
                      <a:pt x="66" y="498"/>
                    </a:lnTo>
                    <a:lnTo>
                      <a:pt x="54" y="492"/>
                    </a:lnTo>
                    <a:lnTo>
                      <a:pt x="42" y="492"/>
                    </a:lnTo>
                    <a:lnTo>
                      <a:pt x="36" y="486"/>
                    </a:lnTo>
                    <a:lnTo>
                      <a:pt x="30" y="486"/>
                    </a:lnTo>
                    <a:lnTo>
                      <a:pt x="30" y="504"/>
                    </a:lnTo>
                    <a:lnTo>
                      <a:pt x="36" y="510"/>
                    </a:lnTo>
                    <a:lnTo>
                      <a:pt x="36" y="522"/>
                    </a:lnTo>
                    <a:lnTo>
                      <a:pt x="24" y="522"/>
                    </a:lnTo>
                    <a:lnTo>
                      <a:pt x="54" y="540"/>
                    </a:lnTo>
                    <a:lnTo>
                      <a:pt x="36" y="552"/>
                    </a:lnTo>
                    <a:lnTo>
                      <a:pt x="54" y="564"/>
                    </a:lnTo>
                    <a:lnTo>
                      <a:pt x="54" y="600"/>
                    </a:lnTo>
                    <a:lnTo>
                      <a:pt x="48" y="606"/>
                    </a:lnTo>
                    <a:lnTo>
                      <a:pt x="30" y="588"/>
                    </a:lnTo>
                    <a:lnTo>
                      <a:pt x="6" y="600"/>
                    </a:lnTo>
                    <a:lnTo>
                      <a:pt x="0" y="618"/>
                    </a:lnTo>
                    <a:lnTo>
                      <a:pt x="54" y="666"/>
                    </a:lnTo>
                    <a:lnTo>
                      <a:pt x="54" y="684"/>
                    </a:lnTo>
                    <a:lnTo>
                      <a:pt x="72" y="702"/>
                    </a:lnTo>
                    <a:lnTo>
                      <a:pt x="72" y="690"/>
                    </a:lnTo>
                    <a:lnTo>
                      <a:pt x="90" y="690"/>
                    </a:lnTo>
                    <a:lnTo>
                      <a:pt x="90" y="672"/>
                    </a:lnTo>
                    <a:lnTo>
                      <a:pt x="102" y="666"/>
                    </a:lnTo>
                    <a:lnTo>
                      <a:pt x="108" y="660"/>
                    </a:lnTo>
                    <a:lnTo>
                      <a:pt x="120" y="654"/>
                    </a:lnTo>
                    <a:lnTo>
                      <a:pt x="126" y="648"/>
                    </a:lnTo>
                    <a:lnTo>
                      <a:pt x="132" y="654"/>
                    </a:lnTo>
                    <a:lnTo>
                      <a:pt x="132" y="660"/>
                    </a:lnTo>
                    <a:lnTo>
                      <a:pt x="138" y="666"/>
                    </a:lnTo>
                    <a:lnTo>
                      <a:pt x="138" y="672"/>
                    </a:lnTo>
                    <a:lnTo>
                      <a:pt x="150" y="672"/>
                    </a:lnTo>
                    <a:lnTo>
                      <a:pt x="150" y="678"/>
                    </a:lnTo>
                    <a:lnTo>
                      <a:pt x="156" y="684"/>
                    </a:lnTo>
                    <a:lnTo>
                      <a:pt x="156" y="690"/>
                    </a:lnTo>
                    <a:lnTo>
                      <a:pt x="162" y="696"/>
                    </a:lnTo>
                    <a:lnTo>
                      <a:pt x="174" y="696"/>
                    </a:lnTo>
                    <a:lnTo>
                      <a:pt x="180" y="690"/>
                    </a:lnTo>
                    <a:lnTo>
                      <a:pt x="186" y="678"/>
                    </a:lnTo>
                    <a:lnTo>
                      <a:pt x="186" y="660"/>
                    </a:lnTo>
                    <a:lnTo>
                      <a:pt x="210" y="666"/>
                    </a:lnTo>
                    <a:lnTo>
                      <a:pt x="228" y="648"/>
                    </a:lnTo>
                    <a:lnTo>
                      <a:pt x="234" y="648"/>
                    </a:lnTo>
                    <a:lnTo>
                      <a:pt x="234" y="678"/>
                    </a:lnTo>
                    <a:lnTo>
                      <a:pt x="228" y="690"/>
                    </a:lnTo>
                    <a:lnTo>
                      <a:pt x="234" y="696"/>
                    </a:lnTo>
                    <a:lnTo>
                      <a:pt x="252" y="696"/>
                    </a:lnTo>
                    <a:lnTo>
                      <a:pt x="264" y="690"/>
                    </a:lnTo>
                    <a:lnTo>
                      <a:pt x="270" y="684"/>
                    </a:lnTo>
                    <a:lnTo>
                      <a:pt x="276" y="672"/>
                    </a:lnTo>
                    <a:lnTo>
                      <a:pt x="294" y="654"/>
                    </a:lnTo>
                    <a:lnTo>
                      <a:pt x="300" y="642"/>
                    </a:lnTo>
                    <a:lnTo>
                      <a:pt x="312" y="630"/>
                    </a:lnTo>
                    <a:lnTo>
                      <a:pt x="330" y="630"/>
                    </a:lnTo>
                    <a:lnTo>
                      <a:pt x="336" y="624"/>
                    </a:lnTo>
                    <a:lnTo>
                      <a:pt x="366" y="582"/>
                    </a:lnTo>
                    <a:lnTo>
                      <a:pt x="360" y="480"/>
                    </a:lnTo>
                    <a:lnTo>
                      <a:pt x="366" y="480"/>
                    </a:lnTo>
                    <a:lnTo>
                      <a:pt x="390" y="456"/>
                    </a:lnTo>
                    <a:lnTo>
                      <a:pt x="390" y="420"/>
                    </a:lnTo>
                    <a:lnTo>
                      <a:pt x="396" y="408"/>
                    </a:lnTo>
                    <a:lnTo>
                      <a:pt x="402" y="402"/>
                    </a:lnTo>
                    <a:lnTo>
                      <a:pt x="450" y="378"/>
                    </a:lnTo>
                    <a:lnTo>
                      <a:pt x="456" y="366"/>
                    </a:lnTo>
                    <a:lnTo>
                      <a:pt x="468" y="360"/>
                    </a:lnTo>
                    <a:lnTo>
                      <a:pt x="474" y="354"/>
                    </a:lnTo>
                    <a:lnTo>
                      <a:pt x="474" y="300"/>
                    </a:lnTo>
                    <a:lnTo>
                      <a:pt x="486" y="294"/>
                    </a:lnTo>
                    <a:lnTo>
                      <a:pt x="492" y="282"/>
                    </a:lnTo>
                    <a:lnTo>
                      <a:pt x="492" y="258"/>
                    </a:lnTo>
                    <a:lnTo>
                      <a:pt x="486" y="246"/>
                    </a:lnTo>
                    <a:lnTo>
                      <a:pt x="480" y="240"/>
                    </a:lnTo>
                    <a:lnTo>
                      <a:pt x="480" y="228"/>
                    </a:lnTo>
                    <a:lnTo>
                      <a:pt x="498" y="192"/>
                    </a:lnTo>
                    <a:lnTo>
                      <a:pt x="498" y="168"/>
                    </a:lnTo>
                    <a:lnTo>
                      <a:pt x="492" y="156"/>
                    </a:lnTo>
                    <a:lnTo>
                      <a:pt x="492" y="126"/>
                    </a:lnTo>
                    <a:lnTo>
                      <a:pt x="498" y="120"/>
                    </a:lnTo>
                    <a:lnTo>
                      <a:pt x="510" y="96"/>
                    </a:lnTo>
                    <a:lnTo>
                      <a:pt x="522" y="84"/>
                    </a:lnTo>
                    <a:lnTo>
                      <a:pt x="528" y="66"/>
                    </a:lnTo>
                    <a:lnTo>
                      <a:pt x="534" y="54"/>
                    </a:lnTo>
                    <a:lnTo>
                      <a:pt x="534" y="18"/>
                    </a:lnTo>
                    <a:lnTo>
                      <a:pt x="522" y="6"/>
                    </a:lnTo>
                    <a:lnTo>
                      <a:pt x="510" y="18"/>
                    </a:lnTo>
                    <a:lnTo>
                      <a:pt x="498" y="18"/>
                    </a:lnTo>
                    <a:lnTo>
                      <a:pt x="462" y="0"/>
                    </a:lnTo>
                    <a:lnTo>
                      <a:pt x="444" y="0"/>
                    </a:lnTo>
                    <a:lnTo>
                      <a:pt x="426" y="18"/>
                    </a:lnTo>
                    <a:lnTo>
                      <a:pt x="396" y="18"/>
                    </a:lnTo>
                    <a:lnTo>
                      <a:pt x="378" y="48"/>
                    </a:lnTo>
                    <a:lnTo>
                      <a:pt x="390" y="60"/>
                    </a:lnTo>
                    <a:lnTo>
                      <a:pt x="390" y="84"/>
                    </a:lnTo>
                    <a:lnTo>
                      <a:pt x="384" y="96"/>
                    </a:lnTo>
                    <a:lnTo>
                      <a:pt x="378" y="102"/>
                    </a:lnTo>
                    <a:lnTo>
                      <a:pt x="372" y="114"/>
                    </a:lnTo>
                    <a:lnTo>
                      <a:pt x="366" y="1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8" name="Colombia" descr="© INSCALE GmbH, 05.05.2010&#10;http://www.presentationload.com/">
                <a:extLst>
                  <a:ext uri="{FF2B5EF4-FFF2-40B4-BE49-F238E27FC236}">
                    <a16:creationId xmlns:a16="http://schemas.microsoft.com/office/drawing/2014/main" id="{FF7CF8C4-BB20-6D69-0650-AED5AD0AE648}"/>
                  </a:ext>
                </a:extLst>
              </p:cNvPr>
              <p:cNvSpPr>
                <a:spLocks/>
              </p:cNvSpPr>
              <p:nvPr/>
            </p:nvSpPr>
            <p:spPr bwMode="gray">
              <a:xfrm>
                <a:off x="2100775" y="2837508"/>
                <a:ext cx="329086" cy="509938"/>
              </a:xfrm>
              <a:custGeom>
                <a:avLst/>
                <a:gdLst>
                  <a:gd name="T0" fmla="*/ 2147483647 w 870"/>
                  <a:gd name="T1" fmla="*/ 2147483647 h 1344"/>
                  <a:gd name="T2" fmla="*/ 2147483647 w 870"/>
                  <a:gd name="T3" fmla="*/ 2147483647 h 1344"/>
                  <a:gd name="T4" fmla="*/ 2147483647 w 870"/>
                  <a:gd name="T5" fmla="*/ 2147483647 h 1344"/>
                  <a:gd name="T6" fmla="*/ 2147483647 w 870"/>
                  <a:gd name="T7" fmla="*/ 2147483647 h 1344"/>
                  <a:gd name="T8" fmla="*/ 2147483647 w 870"/>
                  <a:gd name="T9" fmla="*/ 2147483647 h 1344"/>
                  <a:gd name="T10" fmla="*/ 2147483647 w 870"/>
                  <a:gd name="T11" fmla="*/ 2147483647 h 1344"/>
                  <a:gd name="T12" fmla="*/ 2147483647 w 870"/>
                  <a:gd name="T13" fmla="*/ 2147483647 h 1344"/>
                  <a:gd name="T14" fmla="*/ 2147483647 w 870"/>
                  <a:gd name="T15" fmla="*/ 2147483647 h 1344"/>
                  <a:gd name="T16" fmla="*/ 2147483647 w 870"/>
                  <a:gd name="T17" fmla="*/ 2147483647 h 1344"/>
                  <a:gd name="T18" fmla="*/ 2147483647 w 870"/>
                  <a:gd name="T19" fmla="*/ 2147483647 h 1344"/>
                  <a:gd name="T20" fmla="*/ 2147483647 w 870"/>
                  <a:gd name="T21" fmla="*/ 2147483647 h 1344"/>
                  <a:gd name="T22" fmla="*/ 2147483647 w 870"/>
                  <a:gd name="T23" fmla="*/ 2147483647 h 1344"/>
                  <a:gd name="T24" fmla="*/ 2147483647 w 870"/>
                  <a:gd name="T25" fmla="*/ 2147483647 h 1344"/>
                  <a:gd name="T26" fmla="*/ 2147483647 w 870"/>
                  <a:gd name="T27" fmla="*/ 2147483647 h 1344"/>
                  <a:gd name="T28" fmla="*/ 2147483647 w 870"/>
                  <a:gd name="T29" fmla="*/ 2147483647 h 1344"/>
                  <a:gd name="T30" fmla="*/ 2147483647 w 870"/>
                  <a:gd name="T31" fmla="*/ 2147483647 h 1344"/>
                  <a:gd name="T32" fmla="*/ 2147483647 w 870"/>
                  <a:gd name="T33" fmla="*/ 2147483647 h 1344"/>
                  <a:gd name="T34" fmla="*/ 2147483647 w 870"/>
                  <a:gd name="T35" fmla="*/ 2147483647 h 1344"/>
                  <a:gd name="T36" fmla="*/ 2147483647 w 870"/>
                  <a:gd name="T37" fmla="*/ 2147483647 h 1344"/>
                  <a:gd name="T38" fmla="*/ 2147483647 w 870"/>
                  <a:gd name="T39" fmla="*/ 2147483647 h 1344"/>
                  <a:gd name="T40" fmla="*/ 2147483647 w 870"/>
                  <a:gd name="T41" fmla="*/ 2147483647 h 1344"/>
                  <a:gd name="T42" fmla="*/ 2147483647 w 870"/>
                  <a:gd name="T43" fmla="*/ 2147483647 h 1344"/>
                  <a:gd name="T44" fmla="*/ 2147483647 w 870"/>
                  <a:gd name="T45" fmla="*/ 2147483647 h 1344"/>
                  <a:gd name="T46" fmla="*/ 2147483647 w 870"/>
                  <a:gd name="T47" fmla="*/ 2147483647 h 1344"/>
                  <a:gd name="T48" fmla="*/ 2147483647 w 870"/>
                  <a:gd name="T49" fmla="*/ 2147483647 h 1344"/>
                  <a:gd name="T50" fmla="*/ 2147483647 w 870"/>
                  <a:gd name="T51" fmla="*/ 2147483647 h 1344"/>
                  <a:gd name="T52" fmla="*/ 2147483647 w 870"/>
                  <a:gd name="T53" fmla="*/ 2147483647 h 1344"/>
                  <a:gd name="T54" fmla="*/ 2147483647 w 870"/>
                  <a:gd name="T55" fmla="*/ 2147483647 h 1344"/>
                  <a:gd name="T56" fmla="*/ 2147483647 w 870"/>
                  <a:gd name="T57" fmla="*/ 2147483647 h 1344"/>
                  <a:gd name="T58" fmla="*/ 2147483647 w 870"/>
                  <a:gd name="T59" fmla="*/ 2147483647 h 1344"/>
                  <a:gd name="T60" fmla="*/ 2147483647 w 870"/>
                  <a:gd name="T61" fmla="*/ 2147483647 h 1344"/>
                  <a:gd name="T62" fmla="*/ 2147483647 w 870"/>
                  <a:gd name="T63" fmla="*/ 2147483647 h 1344"/>
                  <a:gd name="T64" fmla="*/ 2147483647 w 870"/>
                  <a:gd name="T65" fmla="*/ 2147483647 h 1344"/>
                  <a:gd name="T66" fmla="*/ 2147483647 w 870"/>
                  <a:gd name="T67" fmla="*/ 2147483647 h 1344"/>
                  <a:gd name="T68" fmla="*/ 2147483647 w 870"/>
                  <a:gd name="T69" fmla="*/ 2147483647 h 1344"/>
                  <a:gd name="T70" fmla="*/ 2147483647 w 870"/>
                  <a:gd name="T71" fmla="*/ 2147483647 h 1344"/>
                  <a:gd name="T72" fmla="*/ 2147483647 w 870"/>
                  <a:gd name="T73" fmla="*/ 0 h 1344"/>
                  <a:gd name="T74" fmla="*/ 2147483647 w 870"/>
                  <a:gd name="T75" fmla="*/ 2147483647 h 1344"/>
                  <a:gd name="T76" fmla="*/ 2147483647 w 870"/>
                  <a:gd name="T77" fmla="*/ 2147483647 h 1344"/>
                  <a:gd name="T78" fmla="*/ 2147483647 w 870"/>
                  <a:gd name="T79" fmla="*/ 2147483647 h 1344"/>
                  <a:gd name="T80" fmla="*/ 2147483647 w 870"/>
                  <a:gd name="T81" fmla="*/ 2147483647 h 1344"/>
                  <a:gd name="T82" fmla="*/ 2147483647 w 870"/>
                  <a:gd name="T83" fmla="*/ 2147483647 h 1344"/>
                  <a:gd name="T84" fmla="*/ 2147483647 w 870"/>
                  <a:gd name="T85" fmla="*/ 2147483647 h 1344"/>
                  <a:gd name="T86" fmla="*/ 2147483647 w 870"/>
                  <a:gd name="T87" fmla="*/ 2147483647 h 1344"/>
                  <a:gd name="T88" fmla="*/ 2147483647 w 870"/>
                  <a:gd name="T89" fmla="*/ 2147483647 h 1344"/>
                  <a:gd name="T90" fmla="*/ 2147483647 w 870"/>
                  <a:gd name="T91" fmla="*/ 2147483647 h 1344"/>
                  <a:gd name="T92" fmla="*/ 2147483647 w 870"/>
                  <a:gd name="T93" fmla="*/ 2147483647 h 1344"/>
                  <a:gd name="T94" fmla="*/ 2147483647 w 870"/>
                  <a:gd name="T95" fmla="*/ 2147483647 h 1344"/>
                  <a:gd name="T96" fmla="*/ 2147483647 w 870"/>
                  <a:gd name="T97" fmla="*/ 2147483647 h 1344"/>
                  <a:gd name="T98" fmla="*/ 2147483647 w 870"/>
                  <a:gd name="T99" fmla="*/ 2147483647 h 1344"/>
                  <a:gd name="T100" fmla="*/ 2147483647 w 870"/>
                  <a:gd name="T101" fmla="*/ 2147483647 h 1344"/>
                  <a:gd name="T102" fmla="*/ 2147483647 w 870"/>
                  <a:gd name="T103" fmla="*/ 2147483647 h 1344"/>
                  <a:gd name="T104" fmla="*/ 2147483647 w 870"/>
                  <a:gd name="T105" fmla="*/ 2147483647 h 1344"/>
                  <a:gd name="T106" fmla="*/ 2147483647 w 870"/>
                  <a:gd name="T107" fmla="*/ 2147483647 h 134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870"/>
                  <a:gd name="T163" fmla="*/ 0 h 1344"/>
                  <a:gd name="T164" fmla="*/ 870 w 870"/>
                  <a:gd name="T165" fmla="*/ 1344 h 134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870" h="1344">
                    <a:moveTo>
                      <a:pt x="36" y="912"/>
                    </a:moveTo>
                    <a:lnTo>
                      <a:pt x="60" y="924"/>
                    </a:lnTo>
                    <a:lnTo>
                      <a:pt x="66" y="936"/>
                    </a:lnTo>
                    <a:lnTo>
                      <a:pt x="84" y="936"/>
                    </a:lnTo>
                    <a:lnTo>
                      <a:pt x="96" y="942"/>
                    </a:lnTo>
                    <a:lnTo>
                      <a:pt x="102" y="948"/>
                    </a:lnTo>
                    <a:lnTo>
                      <a:pt x="108" y="960"/>
                    </a:lnTo>
                    <a:lnTo>
                      <a:pt x="108" y="966"/>
                    </a:lnTo>
                    <a:lnTo>
                      <a:pt x="114" y="972"/>
                    </a:lnTo>
                    <a:lnTo>
                      <a:pt x="126" y="978"/>
                    </a:lnTo>
                    <a:lnTo>
                      <a:pt x="138" y="978"/>
                    </a:lnTo>
                    <a:lnTo>
                      <a:pt x="144" y="972"/>
                    </a:lnTo>
                    <a:lnTo>
                      <a:pt x="156" y="978"/>
                    </a:lnTo>
                    <a:lnTo>
                      <a:pt x="162" y="984"/>
                    </a:lnTo>
                    <a:lnTo>
                      <a:pt x="186" y="984"/>
                    </a:lnTo>
                    <a:lnTo>
                      <a:pt x="186" y="972"/>
                    </a:lnTo>
                    <a:lnTo>
                      <a:pt x="192" y="966"/>
                    </a:lnTo>
                    <a:lnTo>
                      <a:pt x="198" y="966"/>
                    </a:lnTo>
                    <a:lnTo>
                      <a:pt x="210" y="972"/>
                    </a:lnTo>
                    <a:lnTo>
                      <a:pt x="210" y="978"/>
                    </a:lnTo>
                    <a:lnTo>
                      <a:pt x="216" y="984"/>
                    </a:lnTo>
                    <a:lnTo>
                      <a:pt x="216" y="990"/>
                    </a:lnTo>
                    <a:lnTo>
                      <a:pt x="228" y="1002"/>
                    </a:lnTo>
                    <a:lnTo>
                      <a:pt x="264" y="1002"/>
                    </a:lnTo>
                    <a:lnTo>
                      <a:pt x="276" y="1008"/>
                    </a:lnTo>
                    <a:lnTo>
                      <a:pt x="282" y="1014"/>
                    </a:lnTo>
                    <a:lnTo>
                      <a:pt x="294" y="1020"/>
                    </a:lnTo>
                    <a:lnTo>
                      <a:pt x="312" y="1038"/>
                    </a:lnTo>
                    <a:lnTo>
                      <a:pt x="324" y="1044"/>
                    </a:lnTo>
                    <a:lnTo>
                      <a:pt x="330" y="1050"/>
                    </a:lnTo>
                    <a:lnTo>
                      <a:pt x="342" y="1086"/>
                    </a:lnTo>
                    <a:lnTo>
                      <a:pt x="360" y="1086"/>
                    </a:lnTo>
                    <a:lnTo>
                      <a:pt x="372" y="1104"/>
                    </a:lnTo>
                    <a:lnTo>
                      <a:pt x="384" y="1104"/>
                    </a:lnTo>
                    <a:lnTo>
                      <a:pt x="390" y="1110"/>
                    </a:lnTo>
                    <a:lnTo>
                      <a:pt x="390" y="1134"/>
                    </a:lnTo>
                    <a:lnTo>
                      <a:pt x="396" y="1140"/>
                    </a:lnTo>
                    <a:lnTo>
                      <a:pt x="396" y="1146"/>
                    </a:lnTo>
                    <a:lnTo>
                      <a:pt x="408" y="1146"/>
                    </a:lnTo>
                    <a:lnTo>
                      <a:pt x="420" y="1152"/>
                    </a:lnTo>
                    <a:lnTo>
                      <a:pt x="426" y="1158"/>
                    </a:lnTo>
                    <a:lnTo>
                      <a:pt x="426" y="1164"/>
                    </a:lnTo>
                    <a:lnTo>
                      <a:pt x="420" y="1170"/>
                    </a:lnTo>
                    <a:lnTo>
                      <a:pt x="420" y="1194"/>
                    </a:lnTo>
                    <a:lnTo>
                      <a:pt x="432" y="1200"/>
                    </a:lnTo>
                    <a:lnTo>
                      <a:pt x="456" y="1206"/>
                    </a:lnTo>
                    <a:lnTo>
                      <a:pt x="492" y="1206"/>
                    </a:lnTo>
                    <a:lnTo>
                      <a:pt x="492" y="1194"/>
                    </a:lnTo>
                    <a:lnTo>
                      <a:pt x="504" y="1182"/>
                    </a:lnTo>
                    <a:lnTo>
                      <a:pt x="528" y="1182"/>
                    </a:lnTo>
                    <a:lnTo>
                      <a:pt x="534" y="1188"/>
                    </a:lnTo>
                    <a:lnTo>
                      <a:pt x="540" y="1188"/>
                    </a:lnTo>
                    <a:lnTo>
                      <a:pt x="546" y="1194"/>
                    </a:lnTo>
                    <a:lnTo>
                      <a:pt x="558" y="1194"/>
                    </a:lnTo>
                    <a:lnTo>
                      <a:pt x="570" y="1188"/>
                    </a:lnTo>
                    <a:lnTo>
                      <a:pt x="576" y="1182"/>
                    </a:lnTo>
                    <a:lnTo>
                      <a:pt x="588" y="1182"/>
                    </a:lnTo>
                    <a:lnTo>
                      <a:pt x="588" y="1188"/>
                    </a:lnTo>
                    <a:lnTo>
                      <a:pt x="594" y="1200"/>
                    </a:lnTo>
                    <a:lnTo>
                      <a:pt x="600" y="1206"/>
                    </a:lnTo>
                    <a:lnTo>
                      <a:pt x="624" y="1206"/>
                    </a:lnTo>
                    <a:lnTo>
                      <a:pt x="636" y="1212"/>
                    </a:lnTo>
                    <a:lnTo>
                      <a:pt x="642" y="1218"/>
                    </a:lnTo>
                    <a:lnTo>
                      <a:pt x="642" y="1236"/>
                    </a:lnTo>
                    <a:lnTo>
                      <a:pt x="636" y="1248"/>
                    </a:lnTo>
                    <a:lnTo>
                      <a:pt x="630" y="1254"/>
                    </a:lnTo>
                    <a:lnTo>
                      <a:pt x="624" y="1254"/>
                    </a:lnTo>
                    <a:lnTo>
                      <a:pt x="618" y="1260"/>
                    </a:lnTo>
                    <a:lnTo>
                      <a:pt x="618" y="1266"/>
                    </a:lnTo>
                    <a:lnTo>
                      <a:pt x="606" y="1290"/>
                    </a:lnTo>
                    <a:lnTo>
                      <a:pt x="606" y="1308"/>
                    </a:lnTo>
                    <a:lnTo>
                      <a:pt x="612" y="1314"/>
                    </a:lnTo>
                    <a:lnTo>
                      <a:pt x="630" y="1314"/>
                    </a:lnTo>
                    <a:lnTo>
                      <a:pt x="642" y="1332"/>
                    </a:lnTo>
                    <a:lnTo>
                      <a:pt x="660" y="1344"/>
                    </a:lnTo>
                    <a:lnTo>
                      <a:pt x="660" y="1308"/>
                    </a:lnTo>
                    <a:lnTo>
                      <a:pt x="666" y="1236"/>
                    </a:lnTo>
                    <a:lnTo>
                      <a:pt x="684" y="1188"/>
                    </a:lnTo>
                    <a:lnTo>
                      <a:pt x="678" y="1140"/>
                    </a:lnTo>
                    <a:lnTo>
                      <a:pt x="690" y="1128"/>
                    </a:lnTo>
                    <a:lnTo>
                      <a:pt x="696" y="1116"/>
                    </a:lnTo>
                    <a:lnTo>
                      <a:pt x="696" y="1104"/>
                    </a:lnTo>
                    <a:lnTo>
                      <a:pt x="690" y="1092"/>
                    </a:lnTo>
                    <a:lnTo>
                      <a:pt x="678" y="1080"/>
                    </a:lnTo>
                    <a:lnTo>
                      <a:pt x="678" y="1074"/>
                    </a:lnTo>
                    <a:lnTo>
                      <a:pt x="672" y="1068"/>
                    </a:lnTo>
                    <a:lnTo>
                      <a:pt x="672" y="1044"/>
                    </a:lnTo>
                    <a:lnTo>
                      <a:pt x="666" y="1038"/>
                    </a:lnTo>
                    <a:lnTo>
                      <a:pt x="654" y="1032"/>
                    </a:lnTo>
                    <a:lnTo>
                      <a:pt x="642" y="1020"/>
                    </a:lnTo>
                    <a:lnTo>
                      <a:pt x="636" y="1020"/>
                    </a:lnTo>
                    <a:lnTo>
                      <a:pt x="642" y="954"/>
                    </a:lnTo>
                    <a:lnTo>
                      <a:pt x="672" y="948"/>
                    </a:lnTo>
                    <a:lnTo>
                      <a:pt x="678" y="954"/>
                    </a:lnTo>
                    <a:lnTo>
                      <a:pt x="708" y="954"/>
                    </a:lnTo>
                    <a:lnTo>
                      <a:pt x="714" y="948"/>
                    </a:lnTo>
                    <a:lnTo>
                      <a:pt x="714" y="942"/>
                    </a:lnTo>
                    <a:lnTo>
                      <a:pt x="708" y="936"/>
                    </a:lnTo>
                    <a:lnTo>
                      <a:pt x="708" y="930"/>
                    </a:lnTo>
                    <a:lnTo>
                      <a:pt x="696" y="918"/>
                    </a:lnTo>
                    <a:lnTo>
                      <a:pt x="684" y="924"/>
                    </a:lnTo>
                    <a:lnTo>
                      <a:pt x="660" y="912"/>
                    </a:lnTo>
                    <a:lnTo>
                      <a:pt x="660" y="900"/>
                    </a:lnTo>
                    <a:lnTo>
                      <a:pt x="654" y="888"/>
                    </a:lnTo>
                    <a:lnTo>
                      <a:pt x="654" y="876"/>
                    </a:lnTo>
                    <a:lnTo>
                      <a:pt x="660" y="864"/>
                    </a:lnTo>
                    <a:lnTo>
                      <a:pt x="666" y="858"/>
                    </a:lnTo>
                    <a:lnTo>
                      <a:pt x="684" y="858"/>
                    </a:lnTo>
                    <a:lnTo>
                      <a:pt x="696" y="870"/>
                    </a:lnTo>
                    <a:lnTo>
                      <a:pt x="762" y="864"/>
                    </a:lnTo>
                    <a:lnTo>
                      <a:pt x="762" y="846"/>
                    </a:lnTo>
                    <a:lnTo>
                      <a:pt x="768" y="840"/>
                    </a:lnTo>
                    <a:lnTo>
                      <a:pt x="774" y="840"/>
                    </a:lnTo>
                    <a:lnTo>
                      <a:pt x="798" y="864"/>
                    </a:lnTo>
                    <a:lnTo>
                      <a:pt x="828" y="834"/>
                    </a:lnTo>
                    <a:lnTo>
                      <a:pt x="834" y="834"/>
                    </a:lnTo>
                    <a:lnTo>
                      <a:pt x="834" y="846"/>
                    </a:lnTo>
                    <a:lnTo>
                      <a:pt x="840" y="852"/>
                    </a:lnTo>
                    <a:lnTo>
                      <a:pt x="840" y="864"/>
                    </a:lnTo>
                    <a:lnTo>
                      <a:pt x="846" y="876"/>
                    </a:lnTo>
                    <a:lnTo>
                      <a:pt x="846" y="906"/>
                    </a:lnTo>
                    <a:lnTo>
                      <a:pt x="870" y="906"/>
                    </a:lnTo>
                    <a:lnTo>
                      <a:pt x="864" y="900"/>
                    </a:lnTo>
                    <a:lnTo>
                      <a:pt x="864" y="882"/>
                    </a:lnTo>
                    <a:lnTo>
                      <a:pt x="858" y="870"/>
                    </a:lnTo>
                    <a:lnTo>
                      <a:pt x="858" y="852"/>
                    </a:lnTo>
                    <a:lnTo>
                      <a:pt x="852" y="846"/>
                    </a:lnTo>
                    <a:lnTo>
                      <a:pt x="852" y="828"/>
                    </a:lnTo>
                    <a:lnTo>
                      <a:pt x="846" y="822"/>
                    </a:lnTo>
                    <a:lnTo>
                      <a:pt x="846" y="798"/>
                    </a:lnTo>
                    <a:lnTo>
                      <a:pt x="834" y="798"/>
                    </a:lnTo>
                    <a:lnTo>
                      <a:pt x="822" y="786"/>
                    </a:lnTo>
                    <a:lnTo>
                      <a:pt x="798" y="774"/>
                    </a:lnTo>
                    <a:lnTo>
                      <a:pt x="804" y="774"/>
                    </a:lnTo>
                    <a:lnTo>
                      <a:pt x="834" y="744"/>
                    </a:lnTo>
                    <a:lnTo>
                      <a:pt x="840" y="732"/>
                    </a:lnTo>
                    <a:lnTo>
                      <a:pt x="840" y="726"/>
                    </a:lnTo>
                    <a:lnTo>
                      <a:pt x="834" y="714"/>
                    </a:lnTo>
                    <a:lnTo>
                      <a:pt x="822" y="708"/>
                    </a:lnTo>
                    <a:lnTo>
                      <a:pt x="816" y="696"/>
                    </a:lnTo>
                    <a:lnTo>
                      <a:pt x="816" y="672"/>
                    </a:lnTo>
                    <a:lnTo>
                      <a:pt x="804" y="672"/>
                    </a:lnTo>
                    <a:lnTo>
                      <a:pt x="798" y="666"/>
                    </a:lnTo>
                    <a:lnTo>
                      <a:pt x="798" y="654"/>
                    </a:lnTo>
                    <a:lnTo>
                      <a:pt x="804" y="642"/>
                    </a:lnTo>
                    <a:lnTo>
                      <a:pt x="804" y="612"/>
                    </a:lnTo>
                    <a:lnTo>
                      <a:pt x="798" y="600"/>
                    </a:lnTo>
                    <a:lnTo>
                      <a:pt x="798" y="576"/>
                    </a:lnTo>
                    <a:lnTo>
                      <a:pt x="810" y="564"/>
                    </a:lnTo>
                    <a:lnTo>
                      <a:pt x="816" y="564"/>
                    </a:lnTo>
                    <a:lnTo>
                      <a:pt x="822" y="558"/>
                    </a:lnTo>
                    <a:lnTo>
                      <a:pt x="822" y="534"/>
                    </a:lnTo>
                    <a:lnTo>
                      <a:pt x="840" y="516"/>
                    </a:lnTo>
                    <a:lnTo>
                      <a:pt x="840" y="504"/>
                    </a:lnTo>
                    <a:lnTo>
                      <a:pt x="834" y="498"/>
                    </a:lnTo>
                    <a:lnTo>
                      <a:pt x="816" y="498"/>
                    </a:lnTo>
                    <a:lnTo>
                      <a:pt x="804" y="504"/>
                    </a:lnTo>
                    <a:lnTo>
                      <a:pt x="798" y="510"/>
                    </a:lnTo>
                    <a:lnTo>
                      <a:pt x="774" y="504"/>
                    </a:lnTo>
                    <a:lnTo>
                      <a:pt x="768" y="510"/>
                    </a:lnTo>
                    <a:lnTo>
                      <a:pt x="744" y="510"/>
                    </a:lnTo>
                    <a:lnTo>
                      <a:pt x="738" y="504"/>
                    </a:lnTo>
                    <a:lnTo>
                      <a:pt x="720" y="504"/>
                    </a:lnTo>
                    <a:lnTo>
                      <a:pt x="720" y="510"/>
                    </a:lnTo>
                    <a:lnTo>
                      <a:pt x="696" y="510"/>
                    </a:lnTo>
                    <a:lnTo>
                      <a:pt x="672" y="486"/>
                    </a:lnTo>
                    <a:lnTo>
                      <a:pt x="666" y="468"/>
                    </a:lnTo>
                    <a:lnTo>
                      <a:pt x="660" y="456"/>
                    </a:lnTo>
                    <a:lnTo>
                      <a:pt x="654" y="450"/>
                    </a:lnTo>
                    <a:lnTo>
                      <a:pt x="654" y="444"/>
                    </a:lnTo>
                    <a:lnTo>
                      <a:pt x="630" y="444"/>
                    </a:lnTo>
                    <a:lnTo>
                      <a:pt x="618" y="438"/>
                    </a:lnTo>
                    <a:lnTo>
                      <a:pt x="612" y="432"/>
                    </a:lnTo>
                    <a:lnTo>
                      <a:pt x="600" y="432"/>
                    </a:lnTo>
                    <a:lnTo>
                      <a:pt x="600" y="438"/>
                    </a:lnTo>
                    <a:lnTo>
                      <a:pt x="594" y="444"/>
                    </a:lnTo>
                    <a:lnTo>
                      <a:pt x="582" y="444"/>
                    </a:lnTo>
                    <a:lnTo>
                      <a:pt x="570" y="438"/>
                    </a:lnTo>
                    <a:lnTo>
                      <a:pt x="564" y="438"/>
                    </a:lnTo>
                    <a:lnTo>
                      <a:pt x="552" y="432"/>
                    </a:lnTo>
                    <a:lnTo>
                      <a:pt x="540" y="432"/>
                    </a:lnTo>
                    <a:lnTo>
                      <a:pt x="534" y="438"/>
                    </a:lnTo>
                    <a:lnTo>
                      <a:pt x="510" y="438"/>
                    </a:lnTo>
                    <a:lnTo>
                      <a:pt x="504" y="432"/>
                    </a:lnTo>
                    <a:lnTo>
                      <a:pt x="498" y="420"/>
                    </a:lnTo>
                    <a:lnTo>
                      <a:pt x="498" y="408"/>
                    </a:lnTo>
                    <a:lnTo>
                      <a:pt x="486" y="408"/>
                    </a:lnTo>
                    <a:lnTo>
                      <a:pt x="486" y="366"/>
                    </a:lnTo>
                    <a:lnTo>
                      <a:pt x="498" y="342"/>
                    </a:lnTo>
                    <a:lnTo>
                      <a:pt x="498" y="330"/>
                    </a:lnTo>
                    <a:lnTo>
                      <a:pt x="492" y="324"/>
                    </a:lnTo>
                    <a:lnTo>
                      <a:pt x="480" y="318"/>
                    </a:lnTo>
                    <a:lnTo>
                      <a:pt x="474" y="312"/>
                    </a:lnTo>
                    <a:lnTo>
                      <a:pt x="474" y="276"/>
                    </a:lnTo>
                    <a:lnTo>
                      <a:pt x="468" y="264"/>
                    </a:lnTo>
                    <a:lnTo>
                      <a:pt x="456" y="252"/>
                    </a:lnTo>
                    <a:lnTo>
                      <a:pt x="450" y="252"/>
                    </a:lnTo>
                    <a:lnTo>
                      <a:pt x="438" y="264"/>
                    </a:lnTo>
                    <a:lnTo>
                      <a:pt x="438" y="270"/>
                    </a:lnTo>
                    <a:lnTo>
                      <a:pt x="432" y="264"/>
                    </a:lnTo>
                    <a:lnTo>
                      <a:pt x="432" y="252"/>
                    </a:lnTo>
                    <a:lnTo>
                      <a:pt x="438" y="240"/>
                    </a:lnTo>
                    <a:lnTo>
                      <a:pt x="462" y="216"/>
                    </a:lnTo>
                    <a:lnTo>
                      <a:pt x="462" y="192"/>
                    </a:lnTo>
                    <a:lnTo>
                      <a:pt x="468" y="186"/>
                    </a:lnTo>
                    <a:lnTo>
                      <a:pt x="468" y="168"/>
                    </a:lnTo>
                    <a:lnTo>
                      <a:pt x="480" y="132"/>
                    </a:lnTo>
                    <a:lnTo>
                      <a:pt x="504" y="108"/>
                    </a:lnTo>
                    <a:lnTo>
                      <a:pt x="522" y="102"/>
                    </a:lnTo>
                    <a:lnTo>
                      <a:pt x="534" y="90"/>
                    </a:lnTo>
                    <a:lnTo>
                      <a:pt x="540" y="78"/>
                    </a:lnTo>
                    <a:lnTo>
                      <a:pt x="540" y="72"/>
                    </a:lnTo>
                    <a:lnTo>
                      <a:pt x="546" y="66"/>
                    </a:lnTo>
                    <a:lnTo>
                      <a:pt x="558" y="66"/>
                    </a:lnTo>
                    <a:lnTo>
                      <a:pt x="564" y="60"/>
                    </a:lnTo>
                    <a:lnTo>
                      <a:pt x="570" y="60"/>
                    </a:lnTo>
                    <a:lnTo>
                      <a:pt x="576" y="54"/>
                    </a:lnTo>
                    <a:lnTo>
                      <a:pt x="582" y="54"/>
                    </a:lnTo>
                    <a:lnTo>
                      <a:pt x="600" y="36"/>
                    </a:lnTo>
                    <a:lnTo>
                      <a:pt x="600" y="12"/>
                    </a:lnTo>
                    <a:lnTo>
                      <a:pt x="594" y="6"/>
                    </a:lnTo>
                    <a:lnTo>
                      <a:pt x="582" y="0"/>
                    </a:lnTo>
                    <a:lnTo>
                      <a:pt x="570" y="6"/>
                    </a:lnTo>
                    <a:lnTo>
                      <a:pt x="546" y="6"/>
                    </a:lnTo>
                    <a:lnTo>
                      <a:pt x="540" y="12"/>
                    </a:lnTo>
                    <a:lnTo>
                      <a:pt x="534" y="12"/>
                    </a:lnTo>
                    <a:lnTo>
                      <a:pt x="522" y="24"/>
                    </a:lnTo>
                    <a:lnTo>
                      <a:pt x="522" y="36"/>
                    </a:lnTo>
                    <a:lnTo>
                      <a:pt x="516" y="48"/>
                    </a:lnTo>
                    <a:lnTo>
                      <a:pt x="504" y="60"/>
                    </a:lnTo>
                    <a:lnTo>
                      <a:pt x="492" y="60"/>
                    </a:lnTo>
                    <a:lnTo>
                      <a:pt x="480" y="54"/>
                    </a:lnTo>
                    <a:lnTo>
                      <a:pt x="474" y="54"/>
                    </a:lnTo>
                    <a:lnTo>
                      <a:pt x="444" y="84"/>
                    </a:lnTo>
                    <a:lnTo>
                      <a:pt x="444" y="90"/>
                    </a:lnTo>
                    <a:lnTo>
                      <a:pt x="408" y="102"/>
                    </a:lnTo>
                    <a:lnTo>
                      <a:pt x="402" y="96"/>
                    </a:lnTo>
                    <a:lnTo>
                      <a:pt x="390" y="90"/>
                    </a:lnTo>
                    <a:lnTo>
                      <a:pt x="384" y="90"/>
                    </a:lnTo>
                    <a:lnTo>
                      <a:pt x="378" y="102"/>
                    </a:lnTo>
                    <a:lnTo>
                      <a:pt x="378" y="120"/>
                    </a:lnTo>
                    <a:lnTo>
                      <a:pt x="372" y="132"/>
                    </a:lnTo>
                    <a:lnTo>
                      <a:pt x="366" y="138"/>
                    </a:lnTo>
                    <a:lnTo>
                      <a:pt x="354" y="138"/>
                    </a:lnTo>
                    <a:lnTo>
                      <a:pt x="354" y="132"/>
                    </a:lnTo>
                    <a:lnTo>
                      <a:pt x="360" y="126"/>
                    </a:lnTo>
                    <a:lnTo>
                      <a:pt x="354" y="120"/>
                    </a:lnTo>
                    <a:lnTo>
                      <a:pt x="342" y="120"/>
                    </a:lnTo>
                    <a:lnTo>
                      <a:pt x="330" y="126"/>
                    </a:lnTo>
                    <a:lnTo>
                      <a:pt x="318" y="126"/>
                    </a:lnTo>
                    <a:lnTo>
                      <a:pt x="312" y="132"/>
                    </a:lnTo>
                    <a:lnTo>
                      <a:pt x="306" y="132"/>
                    </a:lnTo>
                    <a:lnTo>
                      <a:pt x="300" y="144"/>
                    </a:lnTo>
                    <a:lnTo>
                      <a:pt x="288" y="150"/>
                    </a:lnTo>
                    <a:lnTo>
                      <a:pt x="282" y="162"/>
                    </a:lnTo>
                    <a:lnTo>
                      <a:pt x="276" y="168"/>
                    </a:lnTo>
                    <a:lnTo>
                      <a:pt x="276" y="186"/>
                    </a:lnTo>
                    <a:lnTo>
                      <a:pt x="282" y="192"/>
                    </a:lnTo>
                    <a:lnTo>
                      <a:pt x="264" y="222"/>
                    </a:lnTo>
                    <a:lnTo>
                      <a:pt x="276" y="246"/>
                    </a:lnTo>
                    <a:lnTo>
                      <a:pt x="252" y="246"/>
                    </a:lnTo>
                    <a:lnTo>
                      <a:pt x="240" y="252"/>
                    </a:lnTo>
                    <a:lnTo>
                      <a:pt x="228" y="264"/>
                    </a:lnTo>
                    <a:lnTo>
                      <a:pt x="228" y="276"/>
                    </a:lnTo>
                    <a:lnTo>
                      <a:pt x="222" y="288"/>
                    </a:lnTo>
                    <a:lnTo>
                      <a:pt x="216" y="294"/>
                    </a:lnTo>
                    <a:lnTo>
                      <a:pt x="204" y="294"/>
                    </a:lnTo>
                    <a:lnTo>
                      <a:pt x="198" y="300"/>
                    </a:lnTo>
                    <a:lnTo>
                      <a:pt x="192" y="300"/>
                    </a:lnTo>
                    <a:lnTo>
                      <a:pt x="174" y="306"/>
                    </a:lnTo>
                    <a:lnTo>
                      <a:pt x="186" y="330"/>
                    </a:lnTo>
                    <a:lnTo>
                      <a:pt x="186" y="366"/>
                    </a:lnTo>
                    <a:lnTo>
                      <a:pt x="168" y="366"/>
                    </a:lnTo>
                    <a:lnTo>
                      <a:pt x="168" y="360"/>
                    </a:lnTo>
                    <a:lnTo>
                      <a:pt x="174" y="354"/>
                    </a:lnTo>
                    <a:lnTo>
                      <a:pt x="174" y="342"/>
                    </a:lnTo>
                    <a:lnTo>
                      <a:pt x="144" y="312"/>
                    </a:lnTo>
                    <a:lnTo>
                      <a:pt x="138" y="312"/>
                    </a:lnTo>
                    <a:lnTo>
                      <a:pt x="132" y="318"/>
                    </a:lnTo>
                    <a:lnTo>
                      <a:pt x="132" y="336"/>
                    </a:lnTo>
                    <a:lnTo>
                      <a:pt x="138" y="348"/>
                    </a:lnTo>
                    <a:lnTo>
                      <a:pt x="150" y="354"/>
                    </a:lnTo>
                    <a:lnTo>
                      <a:pt x="150" y="366"/>
                    </a:lnTo>
                    <a:lnTo>
                      <a:pt x="138" y="390"/>
                    </a:lnTo>
                    <a:lnTo>
                      <a:pt x="132" y="396"/>
                    </a:lnTo>
                    <a:lnTo>
                      <a:pt x="120" y="390"/>
                    </a:lnTo>
                    <a:lnTo>
                      <a:pt x="114" y="384"/>
                    </a:lnTo>
                    <a:lnTo>
                      <a:pt x="102" y="414"/>
                    </a:lnTo>
                    <a:lnTo>
                      <a:pt x="114" y="438"/>
                    </a:lnTo>
                    <a:lnTo>
                      <a:pt x="114" y="450"/>
                    </a:lnTo>
                    <a:lnTo>
                      <a:pt x="126" y="462"/>
                    </a:lnTo>
                    <a:lnTo>
                      <a:pt x="132" y="474"/>
                    </a:lnTo>
                    <a:lnTo>
                      <a:pt x="132" y="480"/>
                    </a:lnTo>
                    <a:lnTo>
                      <a:pt x="120" y="492"/>
                    </a:lnTo>
                    <a:lnTo>
                      <a:pt x="114" y="492"/>
                    </a:lnTo>
                    <a:lnTo>
                      <a:pt x="132" y="516"/>
                    </a:lnTo>
                    <a:lnTo>
                      <a:pt x="138" y="552"/>
                    </a:lnTo>
                    <a:lnTo>
                      <a:pt x="114" y="558"/>
                    </a:lnTo>
                    <a:lnTo>
                      <a:pt x="132" y="576"/>
                    </a:lnTo>
                    <a:lnTo>
                      <a:pt x="132" y="636"/>
                    </a:lnTo>
                    <a:lnTo>
                      <a:pt x="120" y="642"/>
                    </a:lnTo>
                    <a:lnTo>
                      <a:pt x="114" y="654"/>
                    </a:lnTo>
                    <a:lnTo>
                      <a:pt x="114" y="678"/>
                    </a:lnTo>
                    <a:lnTo>
                      <a:pt x="138" y="702"/>
                    </a:lnTo>
                    <a:lnTo>
                      <a:pt x="138" y="720"/>
                    </a:lnTo>
                    <a:lnTo>
                      <a:pt x="132" y="732"/>
                    </a:lnTo>
                    <a:lnTo>
                      <a:pt x="120" y="738"/>
                    </a:lnTo>
                    <a:lnTo>
                      <a:pt x="114" y="750"/>
                    </a:lnTo>
                    <a:lnTo>
                      <a:pt x="102" y="756"/>
                    </a:lnTo>
                    <a:lnTo>
                      <a:pt x="96" y="762"/>
                    </a:lnTo>
                    <a:lnTo>
                      <a:pt x="114" y="774"/>
                    </a:lnTo>
                    <a:lnTo>
                      <a:pt x="84" y="798"/>
                    </a:lnTo>
                    <a:lnTo>
                      <a:pt x="66" y="798"/>
                    </a:lnTo>
                    <a:lnTo>
                      <a:pt x="54" y="804"/>
                    </a:lnTo>
                    <a:lnTo>
                      <a:pt x="36" y="810"/>
                    </a:lnTo>
                    <a:lnTo>
                      <a:pt x="30" y="822"/>
                    </a:lnTo>
                    <a:lnTo>
                      <a:pt x="30" y="846"/>
                    </a:lnTo>
                    <a:lnTo>
                      <a:pt x="36" y="852"/>
                    </a:lnTo>
                    <a:lnTo>
                      <a:pt x="36" y="858"/>
                    </a:lnTo>
                    <a:lnTo>
                      <a:pt x="6" y="858"/>
                    </a:lnTo>
                    <a:lnTo>
                      <a:pt x="0" y="864"/>
                    </a:lnTo>
                    <a:lnTo>
                      <a:pt x="0" y="876"/>
                    </a:lnTo>
                    <a:lnTo>
                      <a:pt x="6" y="888"/>
                    </a:lnTo>
                    <a:lnTo>
                      <a:pt x="18" y="894"/>
                    </a:lnTo>
                    <a:lnTo>
                      <a:pt x="24" y="906"/>
                    </a:lnTo>
                    <a:lnTo>
                      <a:pt x="36" y="91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49" name="Chile" descr="© INSCALE GmbH, 05.05.2010&#10;http://www.presentationload.com/">
                <a:extLst>
                  <a:ext uri="{FF2B5EF4-FFF2-40B4-BE49-F238E27FC236}">
                    <a16:creationId xmlns:a16="http://schemas.microsoft.com/office/drawing/2014/main" id="{678D647C-D88B-563C-3C0E-39C076587668}"/>
                  </a:ext>
                </a:extLst>
              </p:cNvPr>
              <p:cNvSpPr>
                <a:spLocks noEditPoints="1"/>
              </p:cNvSpPr>
              <p:nvPr/>
            </p:nvSpPr>
            <p:spPr bwMode="gray">
              <a:xfrm>
                <a:off x="2366120" y="3756582"/>
                <a:ext cx="438782" cy="1148843"/>
              </a:xfrm>
              <a:custGeom>
                <a:avLst/>
                <a:gdLst>
                  <a:gd name="T0" fmla="*/ 2147483647 w 1158"/>
                  <a:gd name="T1" fmla="*/ 2147483647 h 3030"/>
                  <a:gd name="T2" fmla="*/ 2147483647 w 1158"/>
                  <a:gd name="T3" fmla="*/ 2147483647 h 3030"/>
                  <a:gd name="T4" fmla="*/ 2147483647 w 1158"/>
                  <a:gd name="T5" fmla="*/ 2147483647 h 3030"/>
                  <a:gd name="T6" fmla="*/ 2147483647 w 1158"/>
                  <a:gd name="T7" fmla="*/ 2147483647 h 3030"/>
                  <a:gd name="T8" fmla="*/ 2147483647 w 1158"/>
                  <a:gd name="T9" fmla="*/ 2147483647 h 3030"/>
                  <a:gd name="T10" fmla="*/ 2147483647 w 1158"/>
                  <a:gd name="T11" fmla="*/ 2147483647 h 3030"/>
                  <a:gd name="T12" fmla="*/ 2147483647 w 1158"/>
                  <a:gd name="T13" fmla="*/ 2147483647 h 3030"/>
                  <a:gd name="T14" fmla="*/ 2147483647 w 1158"/>
                  <a:gd name="T15" fmla="*/ 2147483647 h 3030"/>
                  <a:gd name="T16" fmla="*/ 2147483647 w 1158"/>
                  <a:gd name="T17" fmla="*/ 2147483647 h 3030"/>
                  <a:gd name="T18" fmla="*/ 2147483647 w 1158"/>
                  <a:gd name="T19" fmla="*/ 2147483647 h 3030"/>
                  <a:gd name="T20" fmla="*/ 2147483647 w 1158"/>
                  <a:gd name="T21" fmla="*/ 2147483647 h 3030"/>
                  <a:gd name="T22" fmla="*/ 2147483647 w 1158"/>
                  <a:gd name="T23" fmla="*/ 2147483647 h 3030"/>
                  <a:gd name="T24" fmla="*/ 2147483647 w 1158"/>
                  <a:gd name="T25" fmla="*/ 2147483647 h 3030"/>
                  <a:gd name="T26" fmla="*/ 2147483647 w 1158"/>
                  <a:gd name="T27" fmla="*/ 2147483647 h 3030"/>
                  <a:gd name="T28" fmla="*/ 2147483647 w 1158"/>
                  <a:gd name="T29" fmla="*/ 2147483647 h 3030"/>
                  <a:gd name="T30" fmla="*/ 2147483647 w 1158"/>
                  <a:gd name="T31" fmla="*/ 2147483647 h 3030"/>
                  <a:gd name="T32" fmla="*/ 2147483647 w 1158"/>
                  <a:gd name="T33" fmla="*/ 2147483647 h 3030"/>
                  <a:gd name="T34" fmla="*/ 2147483647 w 1158"/>
                  <a:gd name="T35" fmla="*/ 2147483647 h 3030"/>
                  <a:gd name="T36" fmla="*/ 2147483647 w 1158"/>
                  <a:gd name="T37" fmla="*/ 2147483647 h 3030"/>
                  <a:gd name="T38" fmla="*/ 2147483647 w 1158"/>
                  <a:gd name="T39" fmla="*/ 2147483647 h 3030"/>
                  <a:gd name="T40" fmla="*/ 2147483647 w 1158"/>
                  <a:gd name="T41" fmla="*/ 2147483647 h 3030"/>
                  <a:gd name="T42" fmla="*/ 2147483647 w 1158"/>
                  <a:gd name="T43" fmla="*/ 2147483647 h 3030"/>
                  <a:gd name="T44" fmla="*/ 2147483647 w 1158"/>
                  <a:gd name="T45" fmla="*/ 2147483647 h 3030"/>
                  <a:gd name="T46" fmla="*/ 2147483647 w 1158"/>
                  <a:gd name="T47" fmla="*/ 2147483647 h 3030"/>
                  <a:gd name="T48" fmla="*/ 2147483647 w 1158"/>
                  <a:gd name="T49" fmla="*/ 2147483647 h 3030"/>
                  <a:gd name="T50" fmla="*/ 2147483647 w 1158"/>
                  <a:gd name="T51" fmla="*/ 2147483647 h 3030"/>
                  <a:gd name="T52" fmla="*/ 2147483647 w 1158"/>
                  <a:gd name="T53" fmla="*/ 2147483647 h 3030"/>
                  <a:gd name="T54" fmla="*/ 2147483647 w 1158"/>
                  <a:gd name="T55" fmla="*/ 2147483647 h 3030"/>
                  <a:gd name="T56" fmla="*/ 2147483647 w 1158"/>
                  <a:gd name="T57" fmla="*/ 2147483647 h 3030"/>
                  <a:gd name="T58" fmla="*/ 2147483647 w 1158"/>
                  <a:gd name="T59" fmla="*/ 2147483647 h 3030"/>
                  <a:gd name="T60" fmla="*/ 2147483647 w 1158"/>
                  <a:gd name="T61" fmla="*/ 2147483647 h 3030"/>
                  <a:gd name="T62" fmla="*/ 2147483647 w 1158"/>
                  <a:gd name="T63" fmla="*/ 2147483647 h 3030"/>
                  <a:gd name="T64" fmla="*/ 2147483647 w 1158"/>
                  <a:gd name="T65" fmla="*/ 2147483647 h 3030"/>
                  <a:gd name="T66" fmla="*/ 2147483647 w 1158"/>
                  <a:gd name="T67" fmla="*/ 2147483647 h 3030"/>
                  <a:gd name="T68" fmla="*/ 2147483647 w 1158"/>
                  <a:gd name="T69" fmla="*/ 2147483647 h 3030"/>
                  <a:gd name="T70" fmla="*/ 2147483647 w 1158"/>
                  <a:gd name="T71" fmla="*/ 2147483647 h 3030"/>
                  <a:gd name="T72" fmla="*/ 2147483647 w 1158"/>
                  <a:gd name="T73" fmla="*/ 2147483647 h 3030"/>
                  <a:gd name="T74" fmla="*/ 2147483647 w 1158"/>
                  <a:gd name="T75" fmla="*/ 2147483647 h 3030"/>
                  <a:gd name="T76" fmla="*/ 2147483647 w 1158"/>
                  <a:gd name="T77" fmla="*/ 2147483647 h 3030"/>
                  <a:gd name="T78" fmla="*/ 0 w 1158"/>
                  <a:gd name="T79" fmla="*/ 2147483647 h 3030"/>
                  <a:gd name="T80" fmla="*/ 2147483647 w 1158"/>
                  <a:gd name="T81" fmla="*/ 2147483647 h 3030"/>
                  <a:gd name="T82" fmla="*/ 2147483647 w 1158"/>
                  <a:gd name="T83" fmla="*/ 2147483647 h 3030"/>
                  <a:gd name="T84" fmla="*/ 2147483647 w 1158"/>
                  <a:gd name="T85" fmla="*/ 2147483647 h 3030"/>
                  <a:gd name="T86" fmla="*/ 2147483647 w 1158"/>
                  <a:gd name="T87" fmla="*/ 2147483647 h 3030"/>
                  <a:gd name="T88" fmla="*/ 2147483647 w 1158"/>
                  <a:gd name="T89" fmla="*/ 2147483647 h 3030"/>
                  <a:gd name="T90" fmla="*/ 2147483647 w 1158"/>
                  <a:gd name="T91" fmla="*/ 2147483647 h 3030"/>
                  <a:gd name="T92" fmla="*/ 2147483647 w 1158"/>
                  <a:gd name="T93" fmla="*/ 2147483647 h 3030"/>
                  <a:gd name="T94" fmla="*/ 2147483647 w 1158"/>
                  <a:gd name="T95" fmla="*/ 2147483647 h 3030"/>
                  <a:gd name="T96" fmla="*/ 2147483647 w 1158"/>
                  <a:gd name="T97" fmla="*/ 2147483647 h 3030"/>
                  <a:gd name="T98" fmla="*/ 2147483647 w 1158"/>
                  <a:gd name="T99" fmla="*/ 2147483647 h 3030"/>
                  <a:gd name="T100" fmla="*/ 2147483647 w 1158"/>
                  <a:gd name="T101" fmla="*/ 2147483647 h 3030"/>
                  <a:gd name="T102" fmla="*/ 2147483647 w 1158"/>
                  <a:gd name="T103" fmla="*/ 2147483647 h 3030"/>
                  <a:gd name="T104" fmla="*/ 2147483647 w 1158"/>
                  <a:gd name="T105" fmla="*/ 2147483647 h 3030"/>
                  <a:gd name="T106" fmla="*/ 2147483647 w 1158"/>
                  <a:gd name="T107" fmla="*/ 2147483647 h 3030"/>
                  <a:gd name="T108" fmla="*/ 2147483647 w 1158"/>
                  <a:gd name="T109" fmla="*/ 2147483647 h 3030"/>
                  <a:gd name="T110" fmla="*/ 2147483647 w 1158"/>
                  <a:gd name="T111" fmla="*/ 2147483647 h 3030"/>
                  <a:gd name="T112" fmla="*/ 2147483647 w 1158"/>
                  <a:gd name="T113" fmla="*/ 2147483647 h 3030"/>
                  <a:gd name="T114" fmla="*/ 2147483647 w 1158"/>
                  <a:gd name="T115" fmla="*/ 2147483647 h 3030"/>
                  <a:gd name="T116" fmla="*/ 2147483647 w 1158"/>
                  <a:gd name="T117" fmla="*/ 2147483647 h 3030"/>
                  <a:gd name="T118" fmla="*/ 2147483647 w 1158"/>
                  <a:gd name="T119" fmla="*/ 2147483647 h 3030"/>
                  <a:gd name="T120" fmla="*/ 2147483647 w 1158"/>
                  <a:gd name="T121" fmla="*/ 2147483647 h 3030"/>
                  <a:gd name="T122" fmla="*/ 2147483647 w 1158"/>
                  <a:gd name="T123" fmla="*/ 2147483647 h 303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158"/>
                  <a:gd name="T187" fmla="*/ 0 h 3030"/>
                  <a:gd name="T188" fmla="*/ 1158 w 1158"/>
                  <a:gd name="T189" fmla="*/ 3030 h 3030"/>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158" h="3030">
                    <a:moveTo>
                      <a:pt x="1014" y="2910"/>
                    </a:moveTo>
                    <a:lnTo>
                      <a:pt x="984" y="2898"/>
                    </a:lnTo>
                    <a:lnTo>
                      <a:pt x="966" y="2880"/>
                    </a:lnTo>
                    <a:lnTo>
                      <a:pt x="948" y="2874"/>
                    </a:lnTo>
                    <a:lnTo>
                      <a:pt x="942" y="2862"/>
                    </a:lnTo>
                    <a:lnTo>
                      <a:pt x="936" y="2856"/>
                    </a:lnTo>
                    <a:lnTo>
                      <a:pt x="936" y="2850"/>
                    </a:lnTo>
                    <a:lnTo>
                      <a:pt x="906" y="2850"/>
                    </a:lnTo>
                    <a:lnTo>
                      <a:pt x="912" y="2832"/>
                    </a:lnTo>
                    <a:lnTo>
                      <a:pt x="870" y="2796"/>
                    </a:lnTo>
                    <a:lnTo>
                      <a:pt x="840" y="2802"/>
                    </a:lnTo>
                    <a:lnTo>
                      <a:pt x="828" y="2796"/>
                    </a:lnTo>
                    <a:lnTo>
                      <a:pt x="816" y="2808"/>
                    </a:lnTo>
                    <a:lnTo>
                      <a:pt x="792" y="2814"/>
                    </a:lnTo>
                    <a:lnTo>
                      <a:pt x="798" y="2832"/>
                    </a:lnTo>
                    <a:lnTo>
                      <a:pt x="780" y="2832"/>
                    </a:lnTo>
                    <a:lnTo>
                      <a:pt x="780" y="2862"/>
                    </a:lnTo>
                    <a:lnTo>
                      <a:pt x="786" y="2868"/>
                    </a:lnTo>
                    <a:lnTo>
                      <a:pt x="798" y="2868"/>
                    </a:lnTo>
                    <a:lnTo>
                      <a:pt x="810" y="2862"/>
                    </a:lnTo>
                    <a:lnTo>
                      <a:pt x="816" y="2856"/>
                    </a:lnTo>
                    <a:lnTo>
                      <a:pt x="828" y="2850"/>
                    </a:lnTo>
                    <a:lnTo>
                      <a:pt x="834" y="2844"/>
                    </a:lnTo>
                    <a:lnTo>
                      <a:pt x="858" y="2856"/>
                    </a:lnTo>
                    <a:lnTo>
                      <a:pt x="858" y="2874"/>
                    </a:lnTo>
                    <a:lnTo>
                      <a:pt x="846" y="2880"/>
                    </a:lnTo>
                    <a:lnTo>
                      <a:pt x="828" y="2898"/>
                    </a:lnTo>
                    <a:lnTo>
                      <a:pt x="822" y="2898"/>
                    </a:lnTo>
                    <a:lnTo>
                      <a:pt x="828" y="2904"/>
                    </a:lnTo>
                    <a:lnTo>
                      <a:pt x="882" y="2922"/>
                    </a:lnTo>
                    <a:lnTo>
                      <a:pt x="912" y="2928"/>
                    </a:lnTo>
                    <a:lnTo>
                      <a:pt x="924" y="2934"/>
                    </a:lnTo>
                    <a:lnTo>
                      <a:pt x="906" y="2958"/>
                    </a:lnTo>
                    <a:lnTo>
                      <a:pt x="906" y="2952"/>
                    </a:lnTo>
                    <a:lnTo>
                      <a:pt x="894" y="2940"/>
                    </a:lnTo>
                    <a:lnTo>
                      <a:pt x="876" y="2940"/>
                    </a:lnTo>
                    <a:lnTo>
                      <a:pt x="870" y="2946"/>
                    </a:lnTo>
                    <a:lnTo>
                      <a:pt x="870" y="2952"/>
                    </a:lnTo>
                    <a:lnTo>
                      <a:pt x="852" y="2928"/>
                    </a:lnTo>
                    <a:lnTo>
                      <a:pt x="834" y="2934"/>
                    </a:lnTo>
                    <a:lnTo>
                      <a:pt x="846" y="2946"/>
                    </a:lnTo>
                    <a:lnTo>
                      <a:pt x="816" y="2940"/>
                    </a:lnTo>
                    <a:lnTo>
                      <a:pt x="822" y="2946"/>
                    </a:lnTo>
                    <a:lnTo>
                      <a:pt x="828" y="2958"/>
                    </a:lnTo>
                    <a:lnTo>
                      <a:pt x="834" y="2964"/>
                    </a:lnTo>
                    <a:lnTo>
                      <a:pt x="894" y="2964"/>
                    </a:lnTo>
                    <a:lnTo>
                      <a:pt x="906" y="2970"/>
                    </a:lnTo>
                    <a:lnTo>
                      <a:pt x="1050" y="2970"/>
                    </a:lnTo>
                    <a:lnTo>
                      <a:pt x="1074" y="2982"/>
                    </a:lnTo>
                    <a:lnTo>
                      <a:pt x="1080" y="2988"/>
                    </a:lnTo>
                    <a:lnTo>
                      <a:pt x="1086" y="2988"/>
                    </a:lnTo>
                    <a:lnTo>
                      <a:pt x="1122" y="2970"/>
                    </a:lnTo>
                    <a:lnTo>
                      <a:pt x="1140" y="2976"/>
                    </a:lnTo>
                    <a:lnTo>
                      <a:pt x="1152" y="2976"/>
                    </a:lnTo>
                    <a:lnTo>
                      <a:pt x="1158" y="2952"/>
                    </a:lnTo>
                    <a:lnTo>
                      <a:pt x="1140" y="2952"/>
                    </a:lnTo>
                    <a:lnTo>
                      <a:pt x="1086" y="2940"/>
                    </a:lnTo>
                    <a:lnTo>
                      <a:pt x="1014" y="2910"/>
                    </a:lnTo>
                    <a:close/>
                    <a:moveTo>
                      <a:pt x="990" y="2988"/>
                    </a:moveTo>
                    <a:lnTo>
                      <a:pt x="1014" y="3000"/>
                    </a:lnTo>
                    <a:lnTo>
                      <a:pt x="1068" y="3006"/>
                    </a:lnTo>
                    <a:lnTo>
                      <a:pt x="1038" y="2982"/>
                    </a:lnTo>
                    <a:lnTo>
                      <a:pt x="990" y="2988"/>
                    </a:lnTo>
                    <a:close/>
                    <a:moveTo>
                      <a:pt x="960" y="2994"/>
                    </a:moveTo>
                    <a:lnTo>
                      <a:pt x="966" y="2982"/>
                    </a:lnTo>
                    <a:lnTo>
                      <a:pt x="888" y="2982"/>
                    </a:lnTo>
                    <a:lnTo>
                      <a:pt x="906" y="3012"/>
                    </a:lnTo>
                    <a:lnTo>
                      <a:pt x="936" y="3018"/>
                    </a:lnTo>
                    <a:lnTo>
                      <a:pt x="930" y="3006"/>
                    </a:lnTo>
                    <a:lnTo>
                      <a:pt x="936" y="3000"/>
                    </a:lnTo>
                    <a:lnTo>
                      <a:pt x="948" y="3012"/>
                    </a:lnTo>
                    <a:lnTo>
                      <a:pt x="996" y="3012"/>
                    </a:lnTo>
                    <a:lnTo>
                      <a:pt x="1008" y="3030"/>
                    </a:lnTo>
                    <a:lnTo>
                      <a:pt x="1026" y="3030"/>
                    </a:lnTo>
                    <a:lnTo>
                      <a:pt x="996" y="3000"/>
                    </a:lnTo>
                    <a:lnTo>
                      <a:pt x="960" y="2994"/>
                    </a:lnTo>
                    <a:close/>
                    <a:moveTo>
                      <a:pt x="804" y="2946"/>
                    </a:moveTo>
                    <a:lnTo>
                      <a:pt x="744" y="2940"/>
                    </a:lnTo>
                    <a:lnTo>
                      <a:pt x="750" y="2958"/>
                    </a:lnTo>
                    <a:lnTo>
                      <a:pt x="792" y="2958"/>
                    </a:lnTo>
                    <a:lnTo>
                      <a:pt x="804" y="2976"/>
                    </a:lnTo>
                    <a:lnTo>
                      <a:pt x="864" y="3000"/>
                    </a:lnTo>
                    <a:lnTo>
                      <a:pt x="828" y="2970"/>
                    </a:lnTo>
                    <a:lnTo>
                      <a:pt x="804" y="2946"/>
                    </a:lnTo>
                    <a:close/>
                    <a:moveTo>
                      <a:pt x="804" y="2880"/>
                    </a:moveTo>
                    <a:lnTo>
                      <a:pt x="786" y="2898"/>
                    </a:lnTo>
                    <a:lnTo>
                      <a:pt x="792" y="2928"/>
                    </a:lnTo>
                    <a:lnTo>
                      <a:pt x="816" y="2922"/>
                    </a:lnTo>
                    <a:lnTo>
                      <a:pt x="804" y="2880"/>
                    </a:lnTo>
                    <a:close/>
                    <a:moveTo>
                      <a:pt x="774" y="2928"/>
                    </a:moveTo>
                    <a:lnTo>
                      <a:pt x="768" y="2910"/>
                    </a:lnTo>
                    <a:lnTo>
                      <a:pt x="720" y="2898"/>
                    </a:lnTo>
                    <a:lnTo>
                      <a:pt x="708" y="2916"/>
                    </a:lnTo>
                    <a:lnTo>
                      <a:pt x="708" y="2934"/>
                    </a:lnTo>
                    <a:lnTo>
                      <a:pt x="744" y="2922"/>
                    </a:lnTo>
                    <a:lnTo>
                      <a:pt x="774" y="2928"/>
                    </a:lnTo>
                    <a:close/>
                    <a:moveTo>
                      <a:pt x="612" y="2772"/>
                    </a:moveTo>
                    <a:lnTo>
                      <a:pt x="606" y="2766"/>
                    </a:lnTo>
                    <a:lnTo>
                      <a:pt x="594" y="2766"/>
                    </a:lnTo>
                    <a:lnTo>
                      <a:pt x="588" y="2760"/>
                    </a:lnTo>
                    <a:lnTo>
                      <a:pt x="570" y="2760"/>
                    </a:lnTo>
                    <a:lnTo>
                      <a:pt x="570" y="2766"/>
                    </a:lnTo>
                    <a:lnTo>
                      <a:pt x="564" y="2778"/>
                    </a:lnTo>
                    <a:lnTo>
                      <a:pt x="564" y="2808"/>
                    </a:lnTo>
                    <a:lnTo>
                      <a:pt x="570" y="2808"/>
                    </a:lnTo>
                    <a:lnTo>
                      <a:pt x="576" y="2802"/>
                    </a:lnTo>
                    <a:lnTo>
                      <a:pt x="588" y="2802"/>
                    </a:lnTo>
                    <a:lnTo>
                      <a:pt x="594" y="2796"/>
                    </a:lnTo>
                    <a:lnTo>
                      <a:pt x="600" y="2820"/>
                    </a:lnTo>
                    <a:lnTo>
                      <a:pt x="630" y="2808"/>
                    </a:lnTo>
                    <a:lnTo>
                      <a:pt x="612" y="2790"/>
                    </a:lnTo>
                    <a:lnTo>
                      <a:pt x="618" y="2772"/>
                    </a:lnTo>
                    <a:lnTo>
                      <a:pt x="612" y="2772"/>
                    </a:lnTo>
                    <a:close/>
                    <a:moveTo>
                      <a:pt x="552" y="2826"/>
                    </a:moveTo>
                    <a:lnTo>
                      <a:pt x="516" y="2808"/>
                    </a:lnTo>
                    <a:lnTo>
                      <a:pt x="546" y="2832"/>
                    </a:lnTo>
                    <a:lnTo>
                      <a:pt x="588" y="2844"/>
                    </a:lnTo>
                    <a:lnTo>
                      <a:pt x="606" y="2850"/>
                    </a:lnTo>
                    <a:lnTo>
                      <a:pt x="588" y="2832"/>
                    </a:lnTo>
                    <a:lnTo>
                      <a:pt x="552" y="2826"/>
                    </a:lnTo>
                    <a:close/>
                    <a:moveTo>
                      <a:pt x="552" y="2748"/>
                    </a:moveTo>
                    <a:lnTo>
                      <a:pt x="534" y="2730"/>
                    </a:lnTo>
                    <a:lnTo>
                      <a:pt x="528" y="2766"/>
                    </a:lnTo>
                    <a:lnTo>
                      <a:pt x="504" y="2772"/>
                    </a:lnTo>
                    <a:lnTo>
                      <a:pt x="546" y="2784"/>
                    </a:lnTo>
                    <a:lnTo>
                      <a:pt x="552" y="2748"/>
                    </a:lnTo>
                    <a:close/>
                    <a:moveTo>
                      <a:pt x="444" y="2736"/>
                    </a:moveTo>
                    <a:lnTo>
                      <a:pt x="480" y="2772"/>
                    </a:lnTo>
                    <a:lnTo>
                      <a:pt x="492" y="2760"/>
                    </a:lnTo>
                    <a:lnTo>
                      <a:pt x="462" y="2724"/>
                    </a:lnTo>
                    <a:lnTo>
                      <a:pt x="444" y="2736"/>
                    </a:lnTo>
                    <a:close/>
                    <a:moveTo>
                      <a:pt x="516" y="2724"/>
                    </a:moveTo>
                    <a:lnTo>
                      <a:pt x="504" y="2718"/>
                    </a:lnTo>
                    <a:lnTo>
                      <a:pt x="492" y="2730"/>
                    </a:lnTo>
                    <a:lnTo>
                      <a:pt x="504" y="2748"/>
                    </a:lnTo>
                    <a:lnTo>
                      <a:pt x="516" y="2724"/>
                    </a:lnTo>
                    <a:close/>
                    <a:moveTo>
                      <a:pt x="456" y="2706"/>
                    </a:moveTo>
                    <a:lnTo>
                      <a:pt x="462" y="2676"/>
                    </a:lnTo>
                    <a:lnTo>
                      <a:pt x="456" y="2640"/>
                    </a:lnTo>
                    <a:lnTo>
                      <a:pt x="438" y="2634"/>
                    </a:lnTo>
                    <a:lnTo>
                      <a:pt x="438" y="2652"/>
                    </a:lnTo>
                    <a:lnTo>
                      <a:pt x="408" y="2646"/>
                    </a:lnTo>
                    <a:lnTo>
                      <a:pt x="432" y="2682"/>
                    </a:lnTo>
                    <a:lnTo>
                      <a:pt x="426" y="2724"/>
                    </a:lnTo>
                    <a:lnTo>
                      <a:pt x="456" y="2706"/>
                    </a:lnTo>
                    <a:close/>
                    <a:moveTo>
                      <a:pt x="366" y="2622"/>
                    </a:moveTo>
                    <a:lnTo>
                      <a:pt x="384" y="2628"/>
                    </a:lnTo>
                    <a:lnTo>
                      <a:pt x="390" y="2658"/>
                    </a:lnTo>
                    <a:lnTo>
                      <a:pt x="396" y="2628"/>
                    </a:lnTo>
                    <a:lnTo>
                      <a:pt x="402" y="2604"/>
                    </a:lnTo>
                    <a:lnTo>
                      <a:pt x="372" y="2598"/>
                    </a:lnTo>
                    <a:lnTo>
                      <a:pt x="366" y="2622"/>
                    </a:lnTo>
                    <a:close/>
                    <a:moveTo>
                      <a:pt x="372" y="2586"/>
                    </a:moveTo>
                    <a:lnTo>
                      <a:pt x="378" y="2586"/>
                    </a:lnTo>
                    <a:lnTo>
                      <a:pt x="378" y="2580"/>
                    </a:lnTo>
                    <a:lnTo>
                      <a:pt x="384" y="2574"/>
                    </a:lnTo>
                    <a:lnTo>
                      <a:pt x="414" y="2598"/>
                    </a:lnTo>
                    <a:lnTo>
                      <a:pt x="414" y="2574"/>
                    </a:lnTo>
                    <a:lnTo>
                      <a:pt x="384" y="2544"/>
                    </a:lnTo>
                    <a:lnTo>
                      <a:pt x="378" y="2532"/>
                    </a:lnTo>
                    <a:lnTo>
                      <a:pt x="372" y="2526"/>
                    </a:lnTo>
                    <a:lnTo>
                      <a:pt x="360" y="2502"/>
                    </a:lnTo>
                    <a:lnTo>
                      <a:pt x="360" y="2490"/>
                    </a:lnTo>
                    <a:lnTo>
                      <a:pt x="342" y="2454"/>
                    </a:lnTo>
                    <a:lnTo>
                      <a:pt x="330" y="2448"/>
                    </a:lnTo>
                    <a:lnTo>
                      <a:pt x="324" y="2442"/>
                    </a:lnTo>
                    <a:lnTo>
                      <a:pt x="318" y="2442"/>
                    </a:lnTo>
                    <a:lnTo>
                      <a:pt x="312" y="2448"/>
                    </a:lnTo>
                    <a:lnTo>
                      <a:pt x="312" y="2454"/>
                    </a:lnTo>
                    <a:lnTo>
                      <a:pt x="294" y="2448"/>
                    </a:lnTo>
                    <a:lnTo>
                      <a:pt x="288" y="2454"/>
                    </a:lnTo>
                    <a:lnTo>
                      <a:pt x="288" y="2466"/>
                    </a:lnTo>
                    <a:lnTo>
                      <a:pt x="282" y="2472"/>
                    </a:lnTo>
                    <a:lnTo>
                      <a:pt x="282" y="2490"/>
                    </a:lnTo>
                    <a:lnTo>
                      <a:pt x="330" y="2490"/>
                    </a:lnTo>
                    <a:lnTo>
                      <a:pt x="312" y="2532"/>
                    </a:lnTo>
                    <a:lnTo>
                      <a:pt x="324" y="2532"/>
                    </a:lnTo>
                    <a:lnTo>
                      <a:pt x="348" y="2508"/>
                    </a:lnTo>
                    <a:lnTo>
                      <a:pt x="342" y="2532"/>
                    </a:lnTo>
                    <a:lnTo>
                      <a:pt x="342" y="2538"/>
                    </a:lnTo>
                    <a:lnTo>
                      <a:pt x="348" y="2544"/>
                    </a:lnTo>
                    <a:lnTo>
                      <a:pt x="366" y="2580"/>
                    </a:lnTo>
                    <a:lnTo>
                      <a:pt x="366" y="2586"/>
                    </a:lnTo>
                    <a:lnTo>
                      <a:pt x="372" y="2586"/>
                    </a:lnTo>
                    <a:close/>
                    <a:moveTo>
                      <a:pt x="246" y="2082"/>
                    </a:moveTo>
                    <a:lnTo>
                      <a:pt x="246" y="2034"/>
                    </a:lnTo>
                    <a:lnTo>
                      <a:pt x="216" y="2004"/>
                    </a:lnTo>
                    <a:lnTo>
                      <a:pt x="234" y="1992"/>
                    </a:lnTo>
                    <a:lnTo>
                      <a:pt x="210" y="1968"/>
                    </a:lnTo>
                    <a:lnTo>
                      <a:pt x="174" y="1956"/>
                    </a:lnTo>
                    <a:lnTo>
                      <a:pt x="174" y="1986"/>
                    </a:lnTo>
                    <a:lnTo>
                      <a:pt x="180" y="1998"/>
                    </a:lnTo>
                    <a:lnTo>
                      <a:pt x="180" y="2004"/>
                    </a:lnTo>
                    <a:lnTo>
                      <a:pt x="192" y="2016"/>
                    </a:lnTo>
                    <a:lnTo>
                      <a:pt x="198" y="2028"/>
                    </a:lnTo>
                    <a:lnTo>
                      <a:pt x="204" y="2034"/>
                    </a:lnTo>
                    <a:lnTo>
                      <a:pt x="204" y="2046"/>
                    </a:lnTo>
                    <a:lnTo>
                      <a:pt x="198" y="2064"/>
                    </a:lnTo>
                    <a:lnTo>
                      <a:pt x="246" y="2082"/>
                    </a:lnTo>
                    <a:close/>
                    <a:moveTo>
                      <a:pt x="246" y="2178"/>
                    </a:moveTo>
                    <a:lnTo>
                      <a:pt x="258" y="2190"/>
                    </a:lnTo>
                    <a:lnTo>
                      <a:pt x="282" y="2190"/>
                    </a:lnTo>
                    <a:lnTo>
                      <a:pt x="294" y="2172"/>
                    </a:lnTo>
                    <a:lnTo>
                      <a:pt x="264" y="2178"/>
                    </a:lnTo>
                    <a:lnTo>
                      <a:pt x="246" y="2178"/>
                    </a:lnTo>
                    <a:close/>
                    <a:moveTo>
                      <a:pt x="282" y="2220"/>
                    </a:moveTo>
                    <a:lnTo>
                      <a:pt x="282" y="2238"/>
                    </a:lnTo>
                    <a:lnTo>
                      <a:pt x="306" y="2256"/>
                    </a:lnTo>
                    <a:lnTo>
                      <a:pt x="306" y="2232"/>
                    </a:lnTo>
                    <a:lnTo>
                      <a:pt x="294" y="2208"/>
                    </a:lnTo>
                    <a:lnTo>
                      <a:pt x="258" y="2208"/>
                    </a:lnTo>
                    <a:lnTo>
                      <a:pt x="282" y="2220"/>
                    </a:lnTo>
                    <a:close/>
                    <a:moveTo>
                      <a:pt x="318" y="2190"/>
                    </a:moveTo>
                    <a:lnTo>
                      <a:pt x="324" y="2184"/>
                    </a:lnTo>
                    <a:lnTo>
                      <a:pt x="336" y="2178"/>
                    </a:lnTo>
                    <a:lnTo>
                      <a:pt x="348" y="2166"/>
                    </a:lnTo>
                    <a:lnTo>
                      <a:pt x="336" y="2154"/>
                    </a:lnTo>
                    <a:lnTo>
                      <a:pt x="324" y="2154"/>
                    </a:lnTo>
                    <a:lnTo>
                      <a:pt x="312" y="2160"/>
                    </a:lnTo>
                    <a:lnTo>
                      <a:pt x="306" y="2166"/>
                    </a:lnTo>
                    <a:lnTo>
                      <a:pt x="306" y="2184"/>
                    </a:lnTo>
                    <a:lnTo>
                      <a:pt x="312" y="2190"/>
                    </a:lnTo>
                    <a:lnTo>
                      <a:pt x="318" y="2190"/>
                    </a:lnTo>
                    <a:close/>
                    <a:moveTo>
                      <a:pt x="252" y="2112"/>
                    </a:moveTo>
                    <a:lnTo>
                      <a:pt x="240" y="2118"/>
                    </a:lnTo>
                    <a:lnTo>
                      <a:pt x="240" y="2136"/>
                    </a:lnTo>
                    <a:lnTo>
                      <a:pt x="252" y="2136"/>
                    </a:lnTo>
                    <a:lnTo>
                      <a:pt x="264" y="2124"/>
                    </a:lnTo>
                    <a:lnTo>
                      <a:pt x="264" y="2106"/>
                    </a:lnTo>
                    <a:lnTo>
                      <a:pt x="258" y="2106"/>
                    </a:lnTo>
                    <a:lnTo>
                      <a:pt x="252" y="2112"/>
                    </a:lnTo>
                    <a:close/>
                    <a:moveTo>
                      <a:pt x="234" y="2154"/>
                    </a:moveTo>
                    <a:lnTo>
                      <a:pt x="216" y="2154"/>
                    </a:lnTo>
                    <a:lnTo>
                      <a:pt x="228" y="2178"/>
                    </a:lnTo>
                    <a:lnTo>
                      <a:pt x="234" y="2154"/>
                    </a:lnTo>
                    <a:close/>
                    <a:moveTo>
                      <a:pt x="714" y="2874"/>
                    </a:moveTo>
                    <a:lnTo>
                      <a:pt x="726" y="2874"/>
                    </a:lnTo>
                    <a:lnTo>
                      <a:pt x="726" y="2886"/>
                    </a:lnTo>
                    <a:lnTo>
                      <a:pt x="768" y="2886"/>
                    </a:lnTo>
                    <a:lnTo>
                      <a:pt x="774" y="2880"/>
                    </a:lnTo>
                    <a:lnTo>
                      <a:pt x="774" y="2874"/>
                    </a:lnTo>
                    <a:lnTo>
                      <a:pt x="744" y="2844"/>
                    </a:lnTo>
                    <a:lnTo>
                      <a:pt x="744" y="2808"/>
                    </a:lnTo>
                    <a:lnTo>
                      <a:pt x="786" y="2802"/>
                    </a:lnTo>
                    <a:lnTo>
                      <a:pt x="780" y="2790"/>
                    </a:lnTo>
                    <a:lnTo>
                      <a:pt x="804" y="2790"/>
                    </a:lnTo>
                    <a:lnTo>
                      <a:pt x="816" y="2772"/>
                    </a:lnTo>
                    <a:lnTo>
                      <a:pt x="792" y="2754"/>
                    </a:lnTo>
                    <a:lnTo>
                      <a:pt x="696" y="2754"/>
                    </a:lnTo>
                    <a:lnTo>
                      <a:pt x="684" y="2760"/>
                    </a:lnTo>
                    <a:lnTo>
                      <a:pt x="672" y="2760"/>
                    </a:lnTo>
                    <a:lnTo>
                      <a:pt x="654" y="2742"/>
                    </a:lnTo>
                    <a:lnTo>
                      <a:pt x="618" y="2724"/>
                    </a:lnTo>
                    <a:lnTo>
                      <a:pt x="606" y="2706"/>
                    </a:lnTo>
                    <a:lnTo>
                      <a:pt x="588" y="2682"/>
                    </a:lnTo>
                    <a:lnTo>
                      <a:pt x="588" y="2658"/>
                    </a:lnTo>
                    <a:lnTo>
                      <a:pt x="576" y="2646"/>
                    </a:lnTo>
                    <a:lnTo>
                      <a:pt x="564" y="2640"/>
                    </a:lnTo>
                    <a:lnTo>
                      <a:pt x="546" y="2640"/>
                    </a:lnTo>
                    <a:lnTo>
                      <a:pt x="534" y="2652"/>
                    </a:lnTo>
                    <a:lnTo>
                      <a:pt x="528" y="2652"/>
                    </a:lnTo>
                    <a:lnTo>
                      <a:pt x="516" y="2646"/>
                    </a:lnTo>
                    <a:lnTo>
                      <a:pt x="510" y="2640"/>
                    </a:lnTo>
                    <a:lnTo>
                      <a:pt x="510" y="2628"/>
                    </a:lnTo>
                    <a:lnTo>
                      <a:pt x="504" y="2622"/>
                    </a:lnTo>
                    <a:lnTo>
                      <a:pt x="504" y="2616"/>
                    </a:lnTo>
                    <a:lnTo>
                      <a:pt x="474" y="2610"/>
                    </a:lnTo>
                    <a:lnTo>
                      <a:pt x="474" y="2574"/>
                    </a:lnTo>
                    <a:lnTo>
                      <a:pt x="468" y="2568"/>
                    </a:lnTo>
                    <a:lnTo>
                      <a:pt x="462" y="2556"/>
                    </a:lnTo>
                    <a:lnTo>
                      <a:pt x="462" y="2544"/>
                    </a:lnTo>
                    <a:lnTo>
                      <a:pt x="474" y="2538"/>
                    </a:lnTo>
                    <a:lnTo>
                      <a:pt x="474" y="2514"/>
                    </a:lnTo>
                    <a:lnTo>
                      <a:pt x="480" y="2514"/>
                    </a:lnTo>
                    <a:lnTo>
                      <a:pt x="486" y="2508"/>
                    </a:lnTo>
                    <a:lnTo>
                      <a:pt x="492" y="2508"/>
                    </a:lnTo>
                    <a:lnTo>
                      <a:pt x="498" y="2502"/>
                    </a:lnTo>
                    <a:lnTo>
                      <a:pt x="498" y="2496"/>
                    </a:lnTo>
                    <a:lnTo>
                      <a:pt x="474" y="2472"/>
                    </a:lnTo>
                    <a:lnTo>
                      <a:pt x="480" y="2466"/>
                    </a:lnTo>
                    <a:lnTo>
                      <a:pt x="492" y="2460"/>
                    </a:lnTo>
                    <a:lnTo>
                      <a:pt x="498" y="2460"/>
                    </a:lnTo>
                    <a:lnTo>
                      <a:pt x="498" y="2454"/>
                    </a:lnTo>
                    <a:lnTo>
                      <a:pt x="474" y="2430"/>
                    </a:lnTo>
                    <a:lnTo>
                      <a:pt x="468" y="2430"/>
                    </a:lnTo>
                    <a:lnTo>
                      <a:pt x="474" y="2388"/>
                    </a:lnTo>
                    <a:lnTo>
                      <a:pt x="486" y="2382"/>
                    </a:lnTo>
                    <a:lnTo>
                      <a:pt x="474" y="2358"/>
                    </a:lnTo>
                    <a:lnTo>
                      <a:pt x="480" y="2322"/>
                    </a:lnTo>
                    <a:lnTo>
                      <a:pt x="456" y="2298"/>
                    </a:lnTo>
                    <a:lnTo>
                      <a:pt x="462" y="2274"/>
                    </a:lnTo>
                    <a:lnTo>
                      <a:pt x="438" y="2256"/>
                    </a:lnTo>
                    <a:lnTo>
                      <a:pt x="450" y="2244"/>
                    </a:lnTo>
                    <a:lnTo>
                      <a:pt x="456" y="2232"/>
                    </a:lnTo>
                    <a:lnTo>
                      <a:pt x="462" y="2226"/>
                    </a:lnTo>
                    <a:lnTo>
                      <a:pt x="438" y="2202"/>
                    </a:lnTo>
                    <a:lnTo>
                      <a:pt x="426" y="2202"/>
                    </a:lnTo>
                    <a:lnTo>
                      <a:pt x="420" y="2196"/>
                    </a:lnTo>
                    <a:lnTo>
                      <a:pt x="408" y="2190"/>
                    </a:lnTo>
                    <a:lnTo>
                      <a:pt x="402" y="2190"/>
                    </a:lnTo>
                    <a:lnTo>
                      <a:pt x="396" y="2184"/>
                    </a:lnTo>
                    <a:lnTo>
                      <a:pt x="414" y="2184"/>
                    </a:lnTo>
                    <a:lnTo>
                      <a:pt x="426" y="2178"/>
                    </a:lnTo>
                    <a:lnTo>
                      <a:pt x="438" y="2178"/>
                    </a:lnTo>
                    <a:lnTo>
                      <a:pt x="444" y="2172"/>
                    </a:lnTo>
                    <a:lnTo>
                      <a:pt x="444" y="2166"/>
                    </a:lnTo>
                    <a:lnTo>
                      <a:pt x="432" y="2160"/>
                    </a:lnTo>
                    <a:lnTo>
                      <a:pt x="402" y="2160"/>
                    </a:lnTo>
                    <a:lnTo>
                      <a:pt x="390" y="2148"/>
                    </a:lnTo>
                    <a:lnTo>
                      <a:pt x="390" y="2118"/>
                    </a:lnTo>
                    <a:lnTo>
                      <a:pt x="384" y="2106"/>
                    </a:lnTo>
                    <a:lnTo>
                      <a:pt x="384" y="2100"/>
                    </a:lnTo>
                    <a:lnTo>
                      <a:pt x="378" y="2094"/>
                    </a:lnTo>
                    <a:lnTo>
                      <a:pt x="366" y="2088"/>
                    </a:lnTo>
                    <a:lnTo>
                      <a:pt x="360" y="2088"/>
                    </a:lnTo>
                    <a:lnTo>
                      <a:pt x="366" y="2058"/>
                    </a:lnTo>
                    <a:lnTo>
                      <a:pt x="342" y="2046"/>
                    </a:lnTo>
                    <a:lnTo>
                      <a:pt x="336" y="2040"/>
                    </a:lnTo>
                    <a:lnTo>
                      <a:pt x="336" y="2028"/>
                    </a:lnTo>
                    <a:lnTo>
                      <a:pt x="330" y="2016"/>
                    </a:lnTo>
                    <a:lnTo>
                      <a:pt x="330" y="1998"/>
                    </a:lnTo>
                    <a:lnTo>
                      <a:pt x="324" y="1986"/>
                    </a:lnTo>
                    <a:lnTo>
                      <a:pt x="324" y="1974"/>
                    </a:lnTo>
                    <a:lnTo>
                      <a:pt x="330" y="1968"/>
                    </a:lnTo>
                    <a:lnTo>
                      <a:pt x="342" y="1962"/>
                    </a:lnTo>
                    <a:lnTo>
                      <a:pt x="348" y="1962"/>
                    </a:lnTo>
                    <a:lnTo>
                      <a:pt x="336" y="1950"/>
                    </a:lnTo>
                    <a:lnTo>
                      <a:pt x="324" y="1944"/>
                    </a:lnTo>
                    <a:lnTo>
                      <a:pt x="306" y="1926"/>
                    </a:lnTo>
                    <a:lnTo>
                      <a:pt x="300" y="1914"/>
                    </a:lnTo>
                    <a:lnTo>
                      <a:pt x="300" y="1890"/>
                    </a:lnTo>
                    <a:lnTo>
                      <a:pt x="294" y="1878"/>
                    </a:lnTo>
                    <a:lnTo>
                      <a:pt x="288" y="1872"/>
                    </a:lnTo>
                    <a:lnTo>
                      <a:pt x="288" y="1842"/>
                    </a:lnTo>
                    <a:lnTo>
                      <a:pt x="294" y="1836"/>
                    </a:lnTo>
                    <a:lnTo>
                      <a:pt x="294" y="1824"/>
                    </a:lnTo>
                    <a:lnTo>
                      <a:pt x="276" y="1812"/>
                    </a:lnTo>
                    <a:lnTo>
                      <a:pt x="276" y="1806"/>
                    </a:lnTo>
                    <a:lnTo>
                      <a:pt x="282" y="1794"/>
                    </a:lnTo>
                    <a:lnTo>
                      <a:pt x="282" y="1788"/>
                    </a:lnTo>
                    <a:lnTo>
                      <a:pt x="264" y="1770"/>
                    </a:lnTo>
                    <a:lnTo>
                      <a:pt x="282" y="1758"/>
                    </a:lnTo>
                    <a:lnTo>
                      <a:pt x="270" y="1716"/>
                    </a:lnTo>
                    <a:lnTo>
                      <a:pt x="276" y="1716"/>
                    </a:lnTo>
                    <a:lnTo>
                      <a:pt x="282" y="1710"/>
                    </a:lnTo>
                    <a:lnTo>
                      <a:pt x="294" y="1704"/>
                    </a:lnTo>
                    <a:lnTo>
                      <a:pt x="300" y="1692"/>
                    </a:lnTo>
                    <a:lnTo>
                      <a:pt x="300" y="1686"/>
                    </a:lnTo>
                    <a:lnTo>
                      <a:pt x="282" y="1668"/>
                    </a:lnTo>
                    <a:lnTo>
                      <a:pt x="276" y="1668"/>
                    </a:lnTo>
                    <a:lnTo>
                      <a:pt x="276" y="1650"/>
                    </a:lnTo>
                    <a:lnTo>
                      <a:pt x="246" y="1626"/>
                    </a:lnTo>
                    <a:lnTo>
                      <a:pt x="246" y="1578"/>
                    </a:lnTo>
                    <a:lnTo>
                      <a:pt x="240" y="1566"/>
                    </a:lnTo>
                    <a:lnTo>
                      <a:pt x="234" y="1548"/>
                    </a:lnTo>
                    <a:lnTo>
                      <a:pt x="234" y="1536"/>
                    </a:lnTo>
                    <a:lnTo>
                      <a:pt x="228" y="1530"/>
                    </a:lnTo>
                    <a:lnTo>
                      <a:pt x="228" y="1524"/>
                    </a:lnTo>
                    <a:lnTo>
                      <a:pt x="252" y="1518"/>
                    </a:lnTo>
                    <a:lnTo>
                      <a:pt x="258" y="1500"/>
                    </a:lnTo>
                    <a:lnTo>
                      <a:pt x="258" y="1494"/>
                    </a:lnTo>
                    <a:lnTo>
                      <a:pt x="264" y="1482"/>
                    </a:lnTo>
                    <a:lnTo>
                      <a:pt x="264" y="1470"/>
                    </a:lnTo>
                    <a:lnTo>
                      <a:pt x="258" y="1464"/>
                    </a:lnTo>
                    <a:lnTo>
                      <a:pt x="252" y="1452"/>
                    </a:lnTo>
                    <a:lnTo>
                      <a:pt x="246" y="1446"/>
                    </a:lnTo>
                    <a:lnTo>
                      <a:pt x="240" y="1434"/>
                    </a:lnTo>
                    <a:lnTo>
                      <a:pt x="234" y="1428"/>
                    </a:lnTo>
                    <a:lnTo>
                      <a:pt x="246" y="1428"/>
                    </a:lnTo>
                    <a:lnTo>
                      <a:pt x="246" y="1398"/>
                    </a:lnTo>
                    <a:lnTo>
                      <a:pt x="252" y="1380"/>
                    </a:lnTo>
                    <a:lnTo>
                      <a:pt x="252" y="1356"/>
                    </a:lnTo>
                    <a:lnTo>
                      <a:pt x="270" y="1338"/>
                    </a:lnTo>
                    <a:lnTo>
                      <a:pt x="270" y="1332"/>
                    </a:lnTo>
                    <a:lnTo>
                      <a:pt x="264" y="1320"/>
                    </a:lnTo>
                    <a:lnTo>
                      <a:pt x="258" y="1314"/>
                    </a:lnTo>
                    <a:lnTo>
                      <a:pt x="252" y="1302"/>
                    </a:lnTo>
                    <a:lnTo>
                      <a:pt x="246" y="1260"/>
                    </a:lnTo>
                    <a:lnTo>
                      <a:pt x="222" y="1260"/>
                    </a:lnTo>
                    <a:lnTo>
                      <a:pt x="210" y="1248"/>
                    </a:lnTo>
                    <a:lnTo>
                      <a:pt x="210" y="1236"/>
                    </a:lnTo>
                    <a:lnTo>
                      <a:pt x="216" y="1230"/>
                    </a:lnTo>
                    <a:lnTo>
                      <a:pt x="210" y="1218"/>
                    </a:lnTo>
                    <a:lnTo>
                      <a:pt x="198" y="1188"/>
                    </a:lnTo>
                    <a:lnTo>
                      <a:pt x="180" y="1170"/>
                    </a:lnTo>
                    <a:lnTo>
                      <a:pt x="180" y="1164"/>
                    </a:lnTo>
                    <a:lnTo>
                      <a:pt x="186" y="1158"/>
                    </a:lnTo>
                    <a:lnTo>
                      <a:pt x="186" y="1146"/>
                    </a:lnTo>
                    <a:lnTo>
                      <a:pt x="168" y="1128"/>
                    </a:lnTo>
                    <a:lnTo>
                      <a:pt x="156" y="1122"/>
                    </a:lnTo>
                    <a:lnTo>
                      <a:pt x="156" y="1116"/>
                    </a:lnTo>
                    <a:lnTo>
                      <a:pt x="150" y="1110"/>
                    </a:lnTo>
                    <a:lnTo>
                      <a:pt x="150" y="1086"/>
                    </a:lnTo>
                    <a:lnTo>
                      <a:pt x="156" y="1086"/>
                    </a:lnTo>
                    <a:lnTo>
                      <a:pt x="168" y="1080"/>
                    </a:lnTo>
                    <a:lnTo>
                      <a:pt x="162" y="1026"/>
                    </a:lnTo>
                    <a:lnTo>
                      <a:pt x="186" y="1026"/>
                    </a:lnTo>
                    <a:lnTo>
                      <a:pt x="186" y="1020"/>
                    </a:lnTo>
                    <a:lnTo>
                      <a:pt x="180" y="1008"/>
                    </a:lnTo>
                    <a:lnTo>
                      <a:pt x="168" y="972"/>
                    </a:lnTo>
                    <a:lnTo>
                      <a:pt x="156" y="948"/>
                    </a:lnTo>
                    <a:lnTo>
                      <a:pt x="156" y="936"/>
                    </a:lnTo>
                    <a:lnTo>
                      <a:pt x="168" y="924"/>
                    </a:lnTo>
                    <a:lnTo>
                      <a:pt x="168" y="858"/>
                    </a:lnTo>
                    <a:lnTo>
                      <a:pt x="174" y="852"/>
                    </a:lnTo>
                    <a:lnTo>
                      <a:pt x="180" y="840"/>
                    </a:lnTo>
                    <a:lnTo>
                      <a:pt x="192" y="828"/>
                    </a:lnTo>
                    <a:lnTo>
                      <a:pt x="192" y="816"/>
                    </a:lnTo>
                    <a:lnTo>
                      <a:pt x="198" y="804"/>
                    </a:lnTo>
                    <a:lnTo>
                      <a:pt x="198" y="792"/>
                    </a:lnTo>
                    <a:lnTo>
                      <a:pt x="204" y="774"/>
                    </a:lnTo>
                    <a:lnTo>
                      <a:pt x="204" y="762"/>
                    </a:lnTo>
                    <a:lnTo>
                      <a:pt x="222" y="762"/>
                    </a:lnTo>
                    <a:lnTo>
                      <a:pt x="228" y="756"/>
                    </a:lnTo>
                    <a:lnTo>
                      <a:pt x="240" y="750"/>
                    </a:lnTo>
                    <a:lnTo>
                      <a:pt x="240" y="738"/>
                    </a:lnTo>
                    <a:lnTo>
                      <a:pt x="234" y="726"/>
                    </a:lnTo>
                    <a:lnTo>
                      <a:pt x="210" y="714"/>
                    </a:lnTo>
                    <a:lnTo>
                      <a:pt x="204" y="708"/>
                    </a:lnTo>
                    <a:lnTo>
                      <a:pt x="198" y="708"/>
                    </a:lnTo>
                    <a:lnTo>
                      <a:pt x="204" y="708"/>
                    </a:lnTo>
                    <a:lnTo>
                      <a:pt x="216" y="696"/>
                    </a:lnTo>
                    <a:lnTo>
                      <a:pt x="222" y="684"/>
                    </a:lnTo>
                    <a:lnTo>
                      <a:pt x="228" y="678"/>
                    </a:lnTo>
                    <a:lnTo>
                      <a:pt x="222" y="666"/>
                    </a:lnTo>
                    <a:lnTo>
                      <a:pt x="210" y="654"/>
                    </a:lnTo>
                    <a:lnTo>
                      <a:pt x="198" y="648"/>
                    </a:lnTo>
                    <a:lnTo>
                      <a:pt x="192" y="642"/>
                    </a:lnTo>
                    <a:lnTo>
                      <a:pt x="192" y="624"/>
                    </a:lnTo>
                    <a:lnTo>
                      <a:pt x="216" y="600"/>
                    </a:lnTo>
                    <a:lnTo>
                      <a:pt x="216" y="594"/>
                    </a:lnTo>
                    <a:lnTo>
                      <a:pt x="204" y="594"/>
                    </a:lnTo>
                    <a:lnTo>
                      <a:pt x="192" y="588"/>
                    </a:lnTo>
                    <a:lnTo>
                      <a:pt x="186" y="582"/>
                    </a:lnTo>
                    <a:lnTo>
                      <a:pt x="186" y="576"/>
                    </a:lnTo>
                    <a:lnTo>
                      <a:pt x="192" y="570"/>
                    </a:lnTo>
                    <a:lnTo>
                      <a:pt x="198" y="558"/>
                    </a:lnTo>
                    <a:lnTo>
                      <a:pt x="210" y="552"/>
                    </a:lnTo>
                    <a:lnTo>
                      <a:pt x="222" y="540"/>
                    </a:lnTo>
                    <a:lnTo>
                      <a:pt x="240" y="534"/>
                    </a:lnTo>
                    <a:lnTo>
                      <a:pt x="252" y="528"/>
                    </a:lnTo>
                    <a:lnTo>
                      <a:pt x="258" y="522"/>
                    </a:lnTo>
                    <a:lnTo>
                      <a:pt x="264" y="522"/>
                    </a:lnTo>
                    <a:lnTo>
                      <a:pt x="276" y="438"/>
                    </a:lnTo>
                    <a:lnTo>
                      <a:pt x="264" y="420"/>
                    </a:lnTo>
                    <a:lnTo>
                      <a:pt x="222" y="420"/>
                    </a:lnTo>
                    <a:lnTo>
                      <a:pt x="216" y="408"/>
                    </a:lnTo>
                    <a:lnTo>
                      <a:pt x="216" y="384"/>
                    </a:lnTo>
                    <a:lnTo>
                      <a:pt x="192" y="360"/>
                    </a:lnTo>
                    <a:lnTo>
                      <a:pt x="192" y="294"/>
                    </a:lnTo>
                    <a:lnTo>
                      <a:pt x="186" y="288"/>
                    </a:lnTo>
                    <a:lnTo>
                      <a:pt x="174" y="282"/>
                    </a:lnTo>
                    <a:lnTo>
                      <a:pt x="168" y="276"/>
                    </a:lnTo>
                    <a:lnTo>
                      <a:pt x="156" y="270"/>
                    </a:lnTo>
                    <a:lnTo>
                      <a:pt x="150" y="264"/>
                    </a:lnTo>
                    <a:lnTo>
                      <a:pt x="144" y="264"/>
                    </a:lnTo>
                    <a:lnTo>
                      <a:pt x="144" y="240"/>
                    </a:lnTo>
                    <a:lnTo>
                      <a:pt x="138" y="234"/>
                    </a:lnTo>
                    <a:lnTo>
                      <a:pt x="132" y="222"/>
                    </a:lnTo>
                    <a:lnTo>
                      <a:pt x="132" y="210"/>
                    </a:lnTo>
                    <a:lnTo>
                      <a:pt x="138" y="204"/>
                    </a:lnTo>
                    <a:lnTo>
                      <a:pt x="144" y="192"/>
                    </a:lnTo>
                    <a:lnTo>
                      <a:pt x="150" y="186"/>
                    </a:lnTo>
                    <a:lnTo>
                      <a:pt x="132" y="168"/>
                    </a:lnTo>
                    <a:lnTo>
                      <a:pt x="144" y="156"/>
                    </a:lnTo>
                    <a:lnTo>
                      <a:pt x="150" y="144"/>
                    </a:lnTo>
                    <a:lnTo>
                      <a:pt x="150" y="138"/>
                    </a:lnTo>
                    <a:lnTo>
                      <a:pt x="144" y="126"/>
                    </a:lnTo>
                    <a:lnTo>
                      <a:pt x="120" y="114"/>
                    </a:lnTo>
                    <a:lnTo>
                      <a:pt x="114" y="114"/>
                    </a:lnTo>
                    <a:lnTo>
                      <a:pt x="102" y="108"/>
                    </a:lnTo>
                    <a:lnTo>
                      <a:pt x="90" y="30"/>
                    </a:lnTo>
                    <a:lnTo>
                      <a:pt x="66" y="30"/>
                    </a:lnTo>
                    <a:lnTo>
                      <a:pt x="48" y="0"/>
                    </a:lnTo>
                    <a:lnTo>
                      <a:pt x="36" y="6"/>
                    </a:lnTo>
                    <a:lnTo>
                      <a:pt x="42" y="18"/>
                    </a:lnTo>
                    <a:lnTo>
                      <a:pt x="42" y="36"/>
                    </a:lnTo>
                    <a:lnTo>
                      <a:pt x="36" y="42"/>
                    </a:lnTo>
                    <a:lnTo>
                      <a:pt x="0" y="66"/>
                    </a:lnTo>
                    <a:lnTo>
                      <a:pt x="0" y="108"/>
                    </a:lnTo>
                    <a:lnTo>
                      <a:pt x="24" y="156"/>
                    </a:lnTo>
                    <a:lnTo>
                      <a:pt x="30" y="174"/>
                    </a:lnTo>
                    <a:lnTo>
                      <a:pt x="36" y="228"/>
                    </a:lnTo>
                    <a:lnTo>
                      <a:pt x="36" y="282"/>
                    </a:lnTo>
                    <a:lnTo>
                      <a:pt x="48" y="318"/>
                    </a:lnTo>
                    <a:lnTo>
                      <a:pt x="48" y="360"/>
                    </a:lnTo>
                    <a:lnTo>
                      <a:pt x="54" y="384"/>
                    </a:lnTo>
                    <a:lnTo>
                      <a:pt x="54" y="432"/>
                    </a:lnTo>
                    <a:lnTo>
                      <a:pt x="30" y="444"/>
                    </a:lnTo>
                    <a:lnTo>
                      <a:pt x="36" y="474"/>
                    </a:lnTo>
                    <a:lnTo>
                      <a:pt x="54" y="486"/>
                    </a:lnTo>
                    <a:lnTo>
                      <a:pt x="48" y="582"/>
                    </a:lnTo>
                    <a:lnTo>
                      <a:pt x="72" y="624"/>
                    </a:lnTo>
                    <a:lnTo>
                      <a:pt x="54" y="642"/>
                    </a:lnTo>
                    <a:lnTo>
                      <a:pt x="60" y="702"/>
                    </a:lnTo>
                    <a:lnTo>
                      <a:pt x="66" y="708"/>
                    </a:lnTo>
                    <a:lnTo>
                      <a:pt x="78" y="732"/>
                    </a:lnTo>
                    <a:lnTo>
                      <a:pt x="78" y="744"/>
                    </a:lnTo>
                    <a:lnTo>
                      <a:pt x="72" y="756"/>
                    </a:lnTo>
                    <a:lnTo>
                      <a:pt x="66" y="762"/>
                    </a:lnTo>
                    <a:lnTo>
                      <a:pt x="60" y="762"/>
                    </a:lnTo>
                    <a:lnTo>
                      <a:pt x="60" y="792"/>
                    </a:lnTo>
                    <a:lnTo>
                      <a:pt x="72" y="810"/>
                    </a:lnTo>
                    <a:lnTo>
                      <a:pt x="60" y="822"/>
                    </a:lnTo>
                    <a:lnTo>
                      <a:pt x="48" y="846"/>
                    </a:lnTo>
                    <a:lnTo>
                      <a:pt x="48" y="852"/>
                    </a:lnTo>
                    <a:lnTo>
                      <a:pt x="60" y="852"/>
                    </a:lnTo>
                    <a:lnTo>
                      <a:pt x="60" y="864"/>
                    </a:lnTo>
                    <a:lnTo>
                      <a:pt x="66" y="870"/>
                    </a:lnTo>
                    <a:lnTo>
                      <a:pt x="66" y="888"/>
                    </a:lnTo>
                    <a:lnTo>
                      <a:pt x="54" y="900"/>
                    </a:lnTo>
                    <a:lnTo>
                      <a:pt x="54" y="906"/>
                    </a:lnTo>
                    <a:lnTo>
                      <a:pt x="48" y="912"/>
                    </a:lnTo>
                    <a:lnTo>
                      <a:pt x="48" y="936"/>
                    </a:lnTo>
                    <a:lnTo>
                      <a:pt x="54" y="948"/>
                    </a:lnTo>
                    <a:lnTo>
                      <a:pt x="60" y="954"/>
                    </a:lnTo>
                    <a:lnTo>
                      <a:pt x="66" y="954"/>
                    </a:lnTo>
                    <a:lnTo>
                      <a:pt x="78" y="966"/>
                    </a:lnTo>
                    <a:lnTo>
                      <a:pt x="78" y="1020"/>
                    </a:lnTo>
                    <a:lnTo>
                      <a:pt x="60" y="1020"/>
                    </a:lnTo>
                    <a:lnTo>
                      <a:pt x="60" y="1044"/>
                    </a:lnTo>
                    <a:lnTo>
                      <a:pt x="66" y="1056"/>
                    </a:lnTo>
                    <a:lnTo>
                      <a:pt x="90" y="1128"/>
                    </a:lnTo>
                    <a:lnTo>
                      <a:pt x="96" y="1140"/>
                    </a:lnTo>
                    <a:lnTo>
                      <a:pt x="102" y="1146"/>
                    </a:lnTo>
                    <a:lnTo>
                      <a:pt x="102" y="1164"/>
                    </a:lnTo>
                    <a:lnTo>
                      <a:pt x="108" y="1170"/>
                    </a:lnTo>
                    <a:lnTo>
                      <a:pt x="114" y="1182"/>
                    </a:lnTo>
                    <a:lnTo>
                      <a:pt x="120" y="1188"/>
                    </a:lnTo>
                    <a:lnTo>
                      <a:pt x="120" y="1236"/>
                    </a:lnTo>
                    <a:lnTo>
                      <a:pt x="114" y="1266"/>
                    </a:lnTo>
                    <a:lnTo>
                      <a:pt x="138" y="1290"/>
                    </a:lnTo>
                    <a:lnTo>
                      <a:pt x="138" y="1296"/>
                    </a:lnTo>
                    <a:lnTo>
                      <a:pt x="132" y="1302"/>
                    </a:lnTo>
                    <a:lnTo>
                      <a:pt x="126" y="1314"/>
                    </a:lnTo>
                    <a:lnTo>
                      <a:pt x="126" y="1326"/>
                    </a:lnTo>
                    <a:lnTo>
                      <a:pt x="120" y="1338"/>
                    </a:lnTo>
                    <a:lnTo>
                      <a:pt x="120" y="1416"/>
                    </a:lnTo>
                    <a:lnTo>
                      <a:pt x="102" y="1452"/>
                    </a:lnTo>
                    <a:lnTo>
                      <a:pt x="114" y="1464"/>
                    </a:lnTo>
                    <a:lnTo>
                      <a:pt x="114" y="1470"/>
                    </a:lnTo>
                    <a:lnTo>
                      <a:pt x="108" y="1476"/>
                    </a:lnTo>
                    <a:lnTo>
                      <a:pt x="108" y="1536"/>
                    </a:lnTo>
                    <a:lnTo>
                      <a:pt x="102" y="1554"/>
                    </a:lnTo>
                    <a:lnTo>
                      <a:pt x="102" y="1578"/>
                    </a:lnTo>
                    <a:lnTo>
                      <a:pt x="84" y="1584"/>
                    </a:lnTo>
                    <a:lnTo>
                      <a:pt x="84" y="1608"/>
                    </a:lnTo>
                    <a:lnTo>
                      <a:pt x="108" y="1650"/>
                    </a:lnTo>
                    <a:lnTo>
                      <a:pt x="108" y="1692"/>
                    </a:lnTo>
                    <a:lnTo>
                      <a:pt x="114" y="1704"/>
                    </a:lnTo>
                    <a:lnTo>
                      <a:pt x="144" y="1734"/>
                    </a:lnTo>
                    <a:lnTo>
                      <a:pt x="156" y="1758"/>
                    </a:lnTo>
                    <a:lnTo>
                      <a:pt x="156" y="1800"/>
                    </a:lnTo>
                    <a:lnTo>
                      <a:pt x="150" y="1812"/>
                    </a:lnTo>
                    <a:lnTo>
                      <a:pt x="150" y="1824"/>
                    </a:lnTo>
                    <a:lnTo>
                      <a:pt x="162" y="1836"/>
                    </a:lnTo>
                    <a:lnTo>
                      <a:pt x="162" y="1896"/>
                    </a:lnTo>
                    <a:lnTo>
                      <a:pt x="168" y="1908"/>
                    </a:lnTo>
                    <a:lnTo>
                      <a:pt x="174" y="1914"/>
                    </a:lnTo>
                    <a:lnTo>
                      <a:pt x="186" y="1920"/>
                    </a:lnTo>
                    <a:lnTo>
                      <a:pt x="192" y="1926"/>
                    </a:lnTo>
                    <a:lnTo>
                      <a:pt x="198" y="1926"/>
                    </a:lnTo>
                    <a:lnTo>
                      <a:pt x="192" y="1944"/>
                    </a:lnTo>
                    <a:lnTo>
                      <a:pt x="234" y="1944"/>
                    </a:lnTo>
                    <a:lnTo>
                      <a:pt x="234" y="1914"/>
                    </a:lnTo>
                    <a:lnTo>
                      <a:pt x="246" y="1926"/>
                    </a:lnTo>
                    <a:lnTo>
                      <a:pt x="258" y="1932"/>
                    </a:lnTo>
                    <a:lnTo>
                      <a:pt x="270" y="1932"/>
                    </a:lnTo>
                    <a:lnTo>
                      <a:pt x="276" y="1926"/>
                    </a:lnTo>
                    <a:lnTo>
                      <a:pt x="276" y="1914"/>
                    </a:lnTo>
                    <a:lnTo>
                      <a:pt x="288" y="1932"/>
                    </a:lnTo>
                    <a:lnTo>
                      <a:pt x="282" y="1938"/>
                    </a:lnTo>
                    <a:lnTo>
                      <a:pt x="270" y="1944"/>
                    </a:lnTo>
                    <a:lnTo>
                      <a:pt x="264" y="1956"/>
                    </a:lnTo>
                    <a:lnTo>
                      <a:pt x="258" y="1962"/>
                    </a:lnTo>
                    <a:lnTo>
                      <a:pt x="258" y="1968"/>
                    </a:lnTo>
                    <a:lnTo>
                      <a:pt x="288" y="1968"/>
                    </a:lnTo>
                    <a:lnTo>
                      <a:pt x="294" y="1974"/>
                    </a:lnTo>
                    <a:lnTo>
                      <a:pt x="294" y="1992"/>
                    </a:lnTo>
                    <a:lnTo>
                      <a:pt x="270" y="1986"/>
                    </a:lnTo>
                    <a:lnTo>
                      <a:pt x="288" y="2010"/>
                    </a:lnTo>
                    <a:lnTo>
                      <a:pt x="276" y="2022"/>
                    </a:lnTo>
                    <a:lnTo>
                      <a:pt x="294" y="2046"/>
                    </a:lnTo>
                    <a:lnTo>
                      <a:pt x="276" y="2064"/>
                    </a:lnTo>
                    <a:lnTo>
                      <a:pt x="270" y="2076"/>
                    </a:lnTo>
                    <a:lnTo>
                      <a:pt x="270" y="2082"/>
                    </a:lnTo>
                    <a:lnTo>
                      <a:pt x="276" y="2088"/>
                    </a:lnTo>
                    <a:lnTo>
                      <a:pt x="282" y="2088"/>
                    </a:lnTo>
                    <a:lnTo>
                      <a:pt x="306" y="2100"/>
                    </a:lnTo>
                    <a:lnTo>
                      <a:pt x="318" y="2100"/>
                    </a:lnTo>
                    <a:lnTo>
                      <a:pt x="300" y="2118"/>
                    </a:lnTo>
                    <a:lnTo>
                      <a:pt x="300" y="2130"/>
                    </a:lnTo>
                    <a:lnTo>
                      <a:pt x="312" y="2136"/>
                    </a:lnTo>
                    <a:lnTo>
                      <a:pt x="318" y="2142"/>
                    </a:lnTo>
                    <a:lnTo>
                      <a:pt x="330" y="2148"/>
                    </a:lnTo>
                    <a:lnTo>
                      <a:pt x="354" y="2148"/>
                    </a:lnTo>
                    <a:lnTo>
                      <a:pt x="360" y="2184"/>
                    </a:lnTo>
                    <a:lnTo>
                      <a:pt x="354" y="2184"/>
                    </a:lnTo>
                    <a:lnTo>
                      <a:pt x="324" y="2214"/>
                    </a:lnTo>
                    <a:lnTo>
                      <a:pt x="324" y="2220"/>
                    </a:lnTo>
                    <a:lnTo>
                      <a:pt x="330" y="2226"/>
                    </a:lnTo>
                    <a:lnTo>
                      <a:pt x="354" y="2226"/>
                    </a:lnTo>
                    <a:lnTo>
                      <a:pt x="366" y="2232"/>
                    </a:lnTo>
                    <a:lnTo>
                      <a:pt x="378" y="2244"/>
                    </a:lnTo>
                    <a:lnTo>
                      <a:pt x="348" y="2244"/>
                    </a:lnTo>
                    <a:lnTo>
                      <a:pt x="342" y="2238"/>
                    </a:lnTo>
                    <a:lnTo>
                      <a:pt x="330" y="2238"/>
                    </a:lnTo>
                    <a:lnTo>
                      <a:pt x="324" y="2244"/>
                    </a:lnTo>
                    <a:lnTo>
                      <a:pt x="324" y="2250"/>
                    </a:lnTo>
                    <a:lnTo>
                      <a:pt x="354" y="2256"/>
                    </a:lnTo>
                    <a:lnTo>
                      <a:pt x="330" y="2268"/>
                    </a:lnTo>
                    <a:lnTo>
                      <a:pt x="336" y="2292"/>
                    </a:lnTo>
                    <a:lnTo>
                      <a:pt x="348" y="2292"/>
                    </a:lnTo>
                    <a:lnTo>
                      <a:pt x="348" y="2316"/>
                    </a:lnTo>
                    <a:lnTo>
                      <a:pt x="336" y="2328"/>
                    </a:lnTo>
                    <a:lnTo>
                      <a:pt x="336" y="2322"/>
                    </a:lnTo>
                    <a:lnTo>
                      <a:pt x="330" y="2316"/>
                    </a:lnTo>
                    <a:lnTo>
                      <a:pt x="324" y="2304"/>
                    </a:lnTo>
                    <a:lnTo>
                      <a:pt x="324" y="2298"/>
                    </a:lnTo>
                    <a:lnTo>
                      <a:pt x="288" y="2298"/>
                    </a:lnTo>
                    <a:lnTo>
                      <a:pt x="306" y="2292"/>
                    </a:lnTo>
                    <a:lnTo>
                      <a:pt x="282" y="2268"/>
                    </a:lnTo>
                    <a:lnTo>
                      <a:pt x="276" y="2268"/>
                    </a:lnTo>
                    <a:lnTo>
                      <a:pt x="276" y="2280"/>
                    </a:lnTo>
                    <a:lnTo>
                      <a:pt x="270" y="2268"/>
                    </a:lnTo>
                    <a:lnTo>
                      <a:pt x="228" y="2280"/>
                    </a:lnTo>
                    <a:lnTo>
                      <a:pt x="264" y="2286"/>
                    </a:lnTo>
                    <a:lnTo>
                      <a:pt x="258" y="2292"/>
                    </a:lnTo>
                    <a:lnTo>
                      <a:pt x="252" y="2304"/>
                    </a:lnTo>
                    <a:lnTo>
                      <a:pt x="246" y="2310"/>
                    </a:lnTo>
                    <a:lnTo>
                      <a:pt x="234" y="2316"/>
                    </a:lnTo>
                    <a:lnTo>
                      <a:pt x="228" y="2328"/>
                    </a:lnTo>
                    <a:lnTo>
                      <a:pt x="222" y="2334"/>
                    </a:lnTo>
                    <a:lnTo>
                      <a:pt x="222" y="2340"/>
                    </a:lnTo>
                    <a:lnTo>
                      <a:pt x="228" y="2346"/>
                    </a:lnTo>
                    <a:lnTo>
                      <a:pt x="240" y="2352"/>
                    </a:lnTo>
                    <a:lnTo>
                      <a:pt x="252" y="2352"/>
                    </a:lnTo>
                    <a:lnTo>
                      <a:pt x="252" y="2346"/>
                    </a:lnTo>
                    <a:lnTo>
                      <a:pt x="240" y="2334"/>
                    </a:lnTo>
                    <a:lnTo>
                      <a:pt x="264" y="2328"/>
                    </a:lnTo>
                    <a:lnTo>
                      <a:pt x="282" y="2346"/>
                    </a:lnTo>
                    <a:lnTo>
                      <a:pt x="324" y="2346"/>
                    </a:lnTo>
                    <a:lnTo>
                      <a:pt x="336" y="2352"/>
                    </a:lnTo>
                    <a:lnTo>
                      <a:pt x="342" y="2364"/>
                    </a:lnTo>
                    <a:lnTo>
                      <a:pt x="354" y="2370"/>
                    </a:lnTo>
                    <a:lnTo>
                      <a:pt x="354" y="2376"/>
                    </a:lnTo>
                    <a:lnTo>
                      <a:pt x="336" y="2394"/>
                    </a:lnTo>
                    <a:lnTo>
                      <a:pt x="342" y="2406"/>
                    </a:lnTo>
                    <a:lnTo>
                      <a:pt x="360" y="2406"/>
                    </a:lnTo>
                    <a:lnTo>
                      <a:pt x="360" y="2418"/>
                    </a:lnTo>
                    <a:lnTo>
                      <a:pt x="378" y="2424"/>
                    </a:lnTo>
                    <a:lnTo>
                      <a:pt x="384" y="2406"/>
                    </a:lnTo>
                    <a:lnTo>
                      <a:pt x="402" y="2424"/>
                    </a:lnTo>
                    <a:lnTo>
                      <a:pt x="408" y="2424"/>
                    </a:lnTo>
                    <a:lnTo>
                      <a:pt x="420" y="2430"/>
                    </a:lnTo>
                    <a:lnTo>
                      <a:pt x="426" y="2436"/>
                    </a:lnTo>
                    <a:lnTo>
                      <a:pt x="426" y="2448"/>
                    </a:lnTo>
                    <a:lnTo>
                      <a:pt x="414" y="2460"/>
                    </a:lnTo>
                    <a:lnTo>
                      <a:pt x="408" y="2454"/>
                    </a:lnTo>
                    <a:lnTo>
                      <a:pt x="396" y="2454"/>
                    </a:lnTo>
                    <a:lnTo>
                      <a:pt x="384" y="2448"/>
                    </a:lnTo>
                    <a:lnTo>
                      <a:pt x="378" y="2442"/>
                    </a:lnTo>
                    <a:lnTo>
                      <a:pt x="366" y="2442"/>
                    </a:lnTo>
                    <a:lnTo>
                      <a:pt x="366" y="2454"/>
                    </a:lnTo>
                    <a:lnTo>
                      <a:pt x="372" y="2460"/>
                    </a:lnTo>
                    <a:lnTo>
                      <a:pt x="378" y="2460"/>
                    </a:lnTo>
                    <a:lnTo>
                      <a:pt x="390" y="2472"/>
                    </a:lnTo>
                    <a:lnTo>
                      <a:pt x="402" y="2496"/>
                    </a:lnTo>
                    <a:lnTo>
                      <a:pt x="402" y="2508"/>
                    </a:lnTo>
                    <a:lnTo>
                      <a:pt x="384" y="2508"/>
                    </a:lnTo>
                    <a:lnTo>
                      <a:pt x="396" y="2526"/>
                    </a:lnTo>
                    <a:lnTo>
                      <a:pt x="414" y="2562"/>
                    </a:lnTo>
                    <a:lnTo>
                      <a:pt x="426" y="2520"/>
                    </a:lnTo>
                    <a:lnTo>
                      <a:pt x="426" y="2550"/>
                    </a:lnTo>
                    <a:lnTo>
                      <a:pt x="444" y="2574"/>
                    </a:lnTo>
                    <a:lnTo>
                      <a:pt x="420" y="2574"/>
                    </a:lnTo>
                    <a:lnTo>
                      <a:pt x="426" y="2592"/>
                    </a:lnTo>
                    <a:lnTo>
                      <a:pt x="450" y="2592"/>
                    </a:lnTo>
                    <a:lnTo>
                      <a:pt x="432" y="2604"/>
                    </a:lnTo>
                    <a:lnTo>
                      <a:pt x="462" y="2616"/>
                    </a:lnTo>
                    <a:lnTo>
                      <a:pt x="444" y="2628"/>
                    </a:lnTo>
                    <a:lnTo>
                      <a:pt x="474" y="2640"/>
                    </a:lnTo>
                    <a:lnTo>
                      <a:pt x="462" y="2652"/>
                    </a:lnTo>
                    <a:lnTo>
                      <a:pt x="480" y="2658"/>
                    </a:lnTo>
                    <a:lnTo>
                      <a:pt x="480" y="2652"/>
                    </a:lnTo>
                    <a:lnTo>
                      <a:pt x="486" y="2640"/>
                    </a:lnTo>
                    <a:lnTo>
                      <a:pt x="486" y="2634"/>
                    </a:lnTo>
                    <a:lnTo>
                      <a:pt x="492" y="2634"/>
                    </a:lnTo>
                    <a:lnTo>
                      <a:pt x="498" y="2640"/>
                    </a:lnTo>
                    <a:lnTo>
                      <a:pt x="504" y="2652"/>
                    </a:lnTo>
                    <a:lnTo>
                      <a:pt x="498" y="2658"/>
                    </a:lnTo>
                    <a:lnTo>
                      <a:pt x="498" y="2664"/>
                    </a:lnTo>
                    <a:lnTo>
                      <a:pt x="492" y="2664"/>
                    </a:lnTo>
                    <a:lnTo>
                      <a:pt x="480" y="2676"/>
                    </a:lnTo>
                    <a:lnTo>
                      <a:pt x="480" y="2682"/>
                    </a:lnTo>
                    <a:lnTo>
                      <a:pt x="486" y="2688"/>
                    </a:lnTo>
                    <a:lnTo>
                      <a:pt x="516" y="2688"/>
                    </a:lnTo>
                    <a:lnTo>
                      <a:pt x="516" y="2700"/>
                    </a:lnTo>
                    <a:lnTo>
                      <a:pt x="540" y="2724"/>
                    </a:lnTo>
                    <a:lnTo>
                      <a:pt x="552" y="2730"/>
                    </a:lnTo>
                    <a:lnTo>
                      <a:pt x="558" y="2736"/>
                    </a:lnTo>
                    <a:lnTo>
                      <a:pt x="558" y="2700"/>
                    </a:lnTo>
                    <a:lnTo>
                      <a:pt x="564" y="2700"/>
                    </a:lnTo>
                    <a:lnTo>
                      <a:pt x="570" y="2706"/>
                    </a:lnTo>
                    <a:lnTo>
                      <a:pt x="582" y="2712"/>
                    </a:lnTo>
                    <a:lnTo>
                      <a:pt x="600" y="2718"/>
                    </a:lnTo>
                    <a:lnTo>
                      <a:pt x="624" y="2742"/>
                    </a:lnTo>
                    <a:lnTo>
                      <a:pt x="618" y="2748"/>
                    </a:lnTo>
                    <a:lnTo>
                      <a:pt x="618" y="2754"/>
                    </a:lnTo>
                    <a:lnTo>
                      <a:pt x="612" y="2760"/>
                    </a:lnTo>
                    <a:lnTo>
                      <a:pt x="630" y="2766"/>
                    </a:lnTo>
                    <a:lnTo>
                      <a:pt x="630" y="2790"/>
                    </a:lnTo>
                    <a:lnTo>
                      <a:pt x="684" y="2790"/>
                    </a:lnTo>
                    <a:lnTo>
                      <a:pt x="696" y="2802"/>
                    </a:lnTo>
                    <a:lnTo>
                      <a:pt x="666" y="2802"/>
                    </a:lnTo>
                    <a:lnTo>
                      <a:pt x="654" y="2814"/>
                    </a:lnTo>
                    <a:lnTo>
                      <a:pt x="630" y="2814"/>
                    </a:lnTo>
                    <a:lnTo>
                      <a:pt x="618" y="2832"/>
                    </a:lnTo>
                    <a:lnTo>
                      <a:pt x="648" y="2832"/>
                    </a:lnTo>
                    <a:lnTo>
                      <a:pt x="636" y="2850"/>
                    </a:lnTo>
                    <a:lnTo>
                      <a:pt x="666" y="2844"/>
                    </a:lnTo>
                    <a:lnTo>
                      <a:pt x="666" y="2826"/>
                    </a:lnTo>
                    <a:lnTo>
                      <a:pt x="690" y="2838"/>
                    </a:lnTo>
                    <a:lnTo>
                      <a:pt x="696" y="2826"/>
                    </a:lnTo>
                    <a:lnTo>
                      <a:pt x="702" y="2820"/>
                    </a:lnTo>
                    <a:lnTo>
                      <a:pt x="714" y="2814"/>
                    </a:lnTo>
                    <a:lnTo>
                      <a:pt x="720" y="2808"/>
                    </a:lnTo>
                    <a:lnTo>
                      <a:pt x="732" y="2808"/>
                    </a:lnTo>
                    <a:lnTo>
                      <a:pt x="732" y="2820"/>
                    </a:lnTo>
                    <a:lnTo>
                      <a:pt x="726" y="2832"/>
                    </a:lnTo>
                    <a:lnTo>
                      <a:pt x="702" y="2856"/>
                    </a:lnTo>
                    <a:lnTo>
                      <a:pt x="696" y="2850"/>
                    </a:lnTo>
                    <a:lnTo>
                      <a:pt x="678" y="2850"/>
                    </a:lnTo>
                    <a:lnTo>
                      <a:pt x="678" y="2868"/>
                    </a:lnTo>
                    <a:lnTo>
                      <a:pt x="642" y="2868"/>
                    </a:lnTo>
                    <a:lnTo>
                      <a:pt x="630" y="2880"/>
                    </a:lnTo>
                    <a:lnTo>
                      <a:pt x="642" y="2886"/>
                    </a:lnTo>
                    <a:lnTo>
                      <a:pt x="648" y="2916"/>
                    </a:lnTo>
                    <a:lnTo>
                      <a:pt x="678" y="2898"/>
                    </a:lnTo>
                    <a:lnTo>
                      <a:pt x="684" y="2910"/>
                    </a:lnTo>
                    <a:lnTo>
                      <a:pt x="684" y="2916"/>
                    </a:lnTo>
                    <a:lnTo>
                      <a:pt x="690" y="2916"/>
                    </a:lnTo>
                    <a:lnTo>
                      <a:pt x="696" y="2910"/>
                    </a:lnTo>
                    <a:lnTo>
                      <a:pt x="702" y="2898"/>
                    </a:lnTo>
                    <a:lnTo>
                      <a:pt x="702" y="2892"/>
                    </a:lnTo>
                    <a:lnTo>
                      <a:pt x="708" y="2880"/>
                    </a:lnTo>
                    <a:lnTo>
                      <a:pt x="714" y="287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0" name="China" descr="© INSCALE GmbH, 05.05.2010&#10;http://www.presentationload.com/">
                <a:extLst>
                  <a:ext uri="{FF2B5EF4-FFF2-40B4-BE49-F238E27FC236}">
                    <a16:creationId xmlns:a16="http://schemas.microsoft.com/office/drawing/2014/main" id="{5AFAAF18-64D4-7F96-0528-CD9A52FC34C2}"/>
                  </a:ext>
                </a:extLst>
              </p:cNvPr>
              <p:cNvSpPr>
                <a:spLocks noEditPoints="1"/>
              </p:cNvSpPr>
              <p:nvPr/>
            </p:nvSpPr>
            <p:spPr bwMode="gray">
              <a:xfrm>
                <a:off x="6094286" y="1589345"/>
                <a:ext cx="1387500" cy="1071759"/>
              </a:xfrm>
              <a:custGeom>
                <a:avLst/>
                <a:gdLst>
                  <a:gd name="T0" fmla="*/ 2147483647 w 3660"/>
                  <a:gd name="T1" fmla="*/ 2147483647 h 2826"/>
                  <a:gd name="T2" fmla="*/ 2147483647 w 3660"/>
                  <a:gd name="T3" fmla="*/ 2147483647 h 2826"/>
                  <a:gd name="T4" fmla="*/ 2147483647 w 3660"/>
                  <a:gd name="T5" fmla="*/ 2147483647 h 2826"/>
                  <a:gd name="T6" fmla="*/ 2147483647 w 3660"/>
                  <a:gd name="T7" fmla="*/ 2147483647 h 2826"/>
                  <a:gd name="T8" fmla="*/ 2147483647 w 3660"/>
                  <a:gd name="T9" fmla="*/ 2147483647 h 2826"/>
                  <a:gd name="T10" fmla="*/ 2147483647 w 3660"/>
                  <a:gd name="T11" fmla="*/ 2147483647 h 2826"/>
                  <a:gd name="T12" fmla="*/ 2147483647 w 3660"/>
                  <a:gd name="T13" fmla="*/ 2147483647 h 2826"/>
                  <a:gd name="T14" fmla="*/ 2147483647 w 3660"/>
                  <a:gd name="T15" fmla="*/ 2147483647 h 2826"/>
                  <a:gd name="T16" fmla="*/ 2147483647 w 3660"/>
                  <a:gd name="T17" fmla="*/ 2147483647 h 2826"/>
                  <a:gd name="T18" fmla="*/ 2147483647 w 3660"/>
                  <a:gd name="T19" fmla="*/ 2147483647 h 2826"/>
                  <a:gd name="T20" fmla="*/ 2147483647 w 3660"/>
                  <a:gd name="T21" fmla="*/ 2147483647 h 2826"/>
                  <a:gd name="T22" fmla="*/ 2147483647 w 3660"/>
                  <a:gd name="T23" fmla="*/ 2147483647 h 2826"/>
                  <a:gd name="T24" fmla="*/ 2147483647 w 3660"/>
                  <a:gd name="T25" fmla="*/ 2147483647 h 2826"/>
                  <a:gd name="T26" fmla="*/ 2147483647 w 3660"/>
                  <a:gd name="T27" fmla="*/ 2147483647 h 2826"/>
                  <a:gd name="T28" fmla="*/ 2147483647 w 3660"/>
                  <a:gd name="T29" fmla="*/ 2147483647 h 2826"/>
                  <a:gd name="T30" fmla="*/ 2147483647 w 3660"/>
                  <a:gd name="T31" fmla="*/ 2147483647 h 2826"/>
                  <a:gd name="T32" fmla="*/ 2147483647 w 3660"/>
                  <a:gd name="T33" fmla="*/ 2147483647 h 2826"/>
                  <a:gd name="T34" fmla="*/ 2147483647 w 3660"/>
                  <a:gd name="T35" fmla="*/ 2147483647 h 2826"/>
                  <a:gd name="T36" fmla="*/ 2147483647 w 3660"/>
                  <a:gd name="T37" fmla="*/ 2147483647 h 2826"/>
                  <a:gd name="T38" fmla="*/ 2147483647 w 3660"/>
                  <a:gd name="T39" fmla="*/ 2147483647 h 2826"/>
                  <a:gd name="T40" fmla="*/ 2147483647 w 3660"/>
                  <a:gd name="T41" fmla="*/ 2147483647 h 2826"/>
                  <a:gd name="T42" fmla="*/ 2147483647 w 3660"/>
                  <a:gd name="T43" fmla="*/ 2147483647 h 2826"/>
                  <a:gd name="T44" fmla="*/ 2147483647 w 3660"/>
                  <a:gd name="T45" fmla="*/ 2147483647 h 2826"/>
                  <a:gd name="T46" fmla="*/ 0 w 3660"/>
                  <a:gd name="T47" fmla="*/ 2147483647 h 2826"/>
                  <a:gd name="T48" fmla="*/ 2147483647 w 3660"/>
                  <a:gd name="T49" fmla="*/ 2147483647 h 2826"/>
                  <a:gd name="T50" fmla="*/ 2147483647 w 3660"/>
                  <a:gd name="T51" fmla="*/ 2147483647 h 2826"/>
                  <a:gd name="T52" fmla="*/ 2147483647 w 3660"/>
                  <a:gd name="T53" fmla="*/ 2147483647 h 2826"/>
                  <a:gd name="T54" fmla="*/ 2147483647 w 3660"/>
                  <a:gd name="T55" fmla="*/ 2147483647 h 2826"/>
                  <a:gd name="T56" fmla="*/ 2147483647 w 3660"/>
                  <a:gd name="T57" fmla="*/ 2147483647 h 2826"/>
                  <a:gd name="T58" fmla="*/ 2147483647 w 3660"/>
                  <a:gd name="T59" fmla="*/ 2147483647 h 2826"/>
                  <a:gd name="T60" fmla="*/ 2147483647 w 3660"/>
                  <a:gd name="T61" fmla="*/ 2147483647 h 2826"/>
                  <a:gd name="T62" fmla="*/ 2147483647 w 3660"/>
                  <a:gd name="T63" fmla="*/ 2147483647 h 2826"/>
                  <a:gd name="T64" fmla="*/ 2147483647 w 3660"/>
                  <a:gd name="T65" fmla="*/ 2147483647 h 2826"/>
                  <a:gd name="T66" fmla="*/ 2147483647 w 3660"/>
                  <a:gd name="T67" fmla="*/ 2147483647 h 2826"/>
                  <a:gd name="T68" fmla="*/ 2147483647 w 3660"/>
                  <a:gd name="T69" fmla="*/ 2147483647 h 2826"/>
                  <a:gd name="T70" fmla="*/ 2147483647 w 3660"/>
                  <a:gd name="T71" fmla="*/ 2147483647 h 2826"/>
                  <a:gd name="T72" fmla="*/ 2147483647 w 3660"/>
                  <a:gd name="T73" fmla="*/ 2147483647 h 2826"/>
                  <a:gd name="T74" fmla="*/ 2147483647 w 3660"/>
                  <a:gd name="T75" fmla="*/ 2147483647 h 2826"/>
                  <a:gd name="T76" fmla="*/ 2147483647 w 3660"/>
                  <a:gd name="T77" fmla="*/ 2147483647 h 2826"/>
                  <a:gd name="T78" fmla="*/ 2147483647 w 3660"/>
                  <a:gd name="T79" fmla="*/ 2147483647 h 2826"/>
                  <a:gd name="T80" fmla="*/ 2147483647 w 3660"/>
                  <a:gd name="T81" fmla="*/ 2147483647 h 2826"/>
                  <a:gd name="T82" fmla="*/ 2147483647 w 3660"/>
                  <a:gd name="T83" fmla="*/ 2147483647 h 2826"/>
                  <a:gd name="T84" fmla="*/ 2147483647 w 3660"/>
                  <a:gd name="T85" fmla="*/ 2147483647 h 2826"/>
                  <a:gd name="T86" fmla="*/ 2147483647 w 3660"/>
                  <a:gd name="T87" fmla="*/ 2147483647 h 2826"/>
                  <a:gd name="T88" fmla="*/ 2147483647 w 3660"/>
                  <a:gd name="T89" fmla="*/ 2147483647 h 2826"/>
                  <a:gd name="T90" fmla="*/ 2147483647 w 3660"/>
                  <a:gd name="T91" fmla="*/ 2147483647 h 2826"/>
                  <a:gd name="T92" fmla="*/ 2147483647 w 3660"/>
                  <a:gd name="T93" fmla="*/ 2147483647 h 2826"/>
                  <a:gd name="T94" fmla="*/ 2147483647 w 3660"/>
                  <a:gd name="T95" fmla="*/ 2147483647 h 2826"/>
                  <a:gd name="T96" fmla="*/ 2147483647 w 3660"/>
                  <a:gd name="T97" fmla="*/ 2147483647 h 2826"/>
                  <a:gd name="T98" fmla="*/ 2147483647 w 3660"/>
                  <a:gd name="T99" fmla="*/ 2147483647 h 2826"/>
                  <a:gd name="T100" fmla="*/ 2147483647 w 3660"/>
                  <a:gd name="T101" fmla="*/ 2147483647 h 2826"/>
                  <a:gd name="T102" fmla="*/ 2147483647 w 3660"/>
                  <a:gd name="T103" fmla="*/ 2147483647 h 2826"/>
                  <a:gd name="T104" fmla="*/ 2147483647 w 3660"/>
                  <a:gd name="T105" fmla="*/ 2147483647 h 2826"/>
                  <a:gd name="T106" fmla="*/ 2147483647 w 3660"/>
                  <a:gd name="T107" fmla="*/ 2147483647 h 2826"/>
                  <a:gd name="T108" fmla="*/ 2147483647 w 3660"/>
                  <a:gd name="T109" fmla="*/ 2147483647 h 2826"/>
                  <a:gd name="T110" fmla="*/ 2147483647 w 3660"/>
                  <a:gd name="T111" fmla="*/ 2147483647 h 2826"/>
                  <a:gd name="T112" fmla="*/ 2147483647 w 3660"/>
                  <a:gd name="T113" fmla="*/ 2147483647 h 2826"/>
                  <a:gd name="T114" fmla="*/ 2147483647 w 3660"/>
                  <a:gd name="T115" fmla="*/ 2147483647 h 2826"/>
                  <a:gd name="T116" fmla="*/ 2147483647 w 3660"/>
                  <a:gd name="T117" fmla="*/ 2147483647 h 2826"/>
                  <a:gd name="T118" fmla="*/ 2147483647 w 3660"/>
                  <a:gd name="T119" fmla="*/ 2147483647 h 2826"/>
                  <a:gd name="T120" fmla="*/ 2147483647 w 3660"/>
                  <a:gd name="T121" fmla="*/ 2147483647 h 2826"/>
                  <a:gd name="T122" fmla="*/ 2147483647 w 3660"/>
                  <a:gd name="T123" fmla="*/ 2147483647 h 282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3660"/>
                  <a:gd name="T187" fmla="*/ 0 h 2826"/>
                  <a:gd name="T188" fmla="*/ 3660 w 3660"/>
                  <a:gd name="T189" fmla="*/ 2826 h 282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3660" h="2826">
                    <a:moveTo>
                      <a:pt x="2862" y="2688"/>
                    </a:moveTo>
                    <a:lnTo>
                      <a:pt x="2850" y="2682"/>
                    </a:lnTo>
                    <a:lnTo>
                      <a:pt x="2772" y="2682"/>
                    </a:lnTo>
                    <a:lnTo>
                      <a:pt x="2766" y="2700"/>
                    </a:lnTo>
                    <a:lnTo>
                      <a:pt x="2748" y="2694"/>
                    </a:lnTo>
                    <a:lnTo>
                      <a:pt x="2736" y="2718"/>
                    </a:lnTo>
                    <a:lnTo>
                      <a:pt x="2730" y="2724"/>
                    </a:lnTo>
                    <a:lnTo>
                      <a:pt x="2712" y="2760"/>
                    </a:lnTo>
                    <a:lnTo>
                      <a:pt x="2718" y="2772"/>
                    </a:lnTo>
                    <a:lnTo>
                      <a:pt x="2724" y="2790"/>
                    </a:lnTo>
                    <a:lnTo>
                      <a:pt x="2754" y="2820"/>
                    </a:lnTo>
                    <a:lnTo>
                      <a:pt x="2766" y="2826"/>
                    </a:lnTo>
                    <a:lnTo>
                      <a:pt x="2772" y="2826"/>
                    </a:lnTo>
                    <a:lnTo>
                      <a:pt x="2802" y="2820"/>
                    </a:lnTo>
                    <a:lnTo>
                      <a:pt x="2820" y="2820"/>
                    </a:lnTo>
                    <a:lnTo>
                      <a:pt x="2844" y="2808"/>
                    </a:lnTo>
                    <a:lnTo>
                      <a:pt x="2850" y="2802"/>
                    </a:lnTo>
                    <a:lnTo>
                      <a:pt x="2850" y="2754"/>
                    </a:lnTo>
                    <a:lnTo>
                      <a:pt x="2856" y="2742"/>
                    </a:lnTo>
                    <a:lnTo>
                      <a:pt x="2862" y="2736"/>
                    </a:lnTo>
                    <a:lnTo>
                      <a:pt x="2868" y="2724"/>
                    </a:lnTo>
                    <a:lnTo>
                      <a:pt x="2868" y="2700"/>
                    </a:lnTo>
                    <a:lnTo>
                      <a:pt x="2862" y="2688"/>
                    </a:lnTo>
                    <a:close/>
                    <a:moveTo>
                      <a:pt x="3660" y="624"/>
                    </a:moveTo>
                    <a:lnTo>
                      <a:pt x="3654" y="600"/>
                    </a:lnTo>
                    <a:lnTo>
                      <a:pt x="3660" y="570"/>
                    </a:lnTo>
                    <a:lnTo>
                      <a:pt x="3642" y="564"/>
                    </a:lnTo>
                    <a:lnTo>
                      <a:pt x="3642" y="540"/>
                    </a:lnTo>
                    <a:lnTo>
                      <a:pt x="3630" y="528"/>
                    </a:lnTo>
                    <a:lnTo>
                      <a:pt x="3630" y="510"/>
                    </a:lnTo>
                    <a:lnTo>
                      <a:pt x="3618" y="492"/>
                    </a:lnTo>
                    <a:lnTo>
                      <a:pt x="3636" y="486"/>
                    </a:lnTo>
                    <a:lnTo>
                      <a:pt x="3636" y="456"/>
                    </a:lnTo>
                    <a:lnTo>
                      <a:pt x="3612" y="444"/>
                    </a:lnTo>
                    <a:lnTo>
                      <a:pt x="3612" y="426"/>
                    </a:lnTo>
                    <a:lnTo>
                      <a:pt x="3606" y="414"/>
                    </a:lnTo>
                    <a:lnTo>
                      <a:pt x="3594" y="408"/>
                    </a:lnTo>
                    <a:lnTo>
                      <a:pt x="3552" y="408"/>
                    </a:lnTo>
                    <a:lnTo>
                      <a:pt x="3546" y="432"/>
                    </a:lnTo>
                    <a:lnTo>
                      <a:pt x="3516" y="432"/>
                    </a:lnTo>
                    <a:lnTo>
                      <a:pt x="3504" y="438"/>
                    </a:lnTo>
                    <a:lnTo>
                      <a:pt x="3498" y="438"/>
                    </a:lnTo>
                    <a:lnTo>
                      <a:pt x="3492" y="444"/>
                    </a:lnTo>
                    <a:lnTo>
                      <a:pt x="3492" y="462"/>
                    </a:lnTo>
                    <a:lnTo>
                      <a:pt x="3462" y="456"/>
                    </a:lnTo>
                    <a:lnTo>
                      <a:pt x="3462" y="468"/>
                    </a:lnTo>
                    <a:lnTo>
                      <a:pt x="3444" y="468"/>
                    </a:lnTo>
                    <a:lnTo>
                      <a:pt x="3432" y="456"/>
                    </a:lnTo>
                    <a:lnTo>
                      <a:pt x="3408" y="462"/>
                    </a:lnTo>
                    <a:lnTo>
                      <a:pt x="3366" y="432"/>
                    </a:lnTo>
                    <a:lnTo>
                      <a:pt x="3366" y="420"/>
                    </a:lnTo>
                    <a:lnTo>
                      <a:pt x="3360" y="408"/>
                    </a:lnTo>
                    <a:lnTo>
                      <a:pt x="3360" y="402"/>
                    </a:lnTo>
                    <a:lnTo>
                      <a:pt x="3354" y="396"/>
                    </a:lnTo>
                    <a:lnTo>
                      <a:pt x="3336" y="396"/>
                    </a:lnTo>
                    <a:lnTo>
                      <a:pt x="3318" y="366"/>
                    </a:lnTo>
                    <a:lnTo>
                      <a:pt x="3276" y="366"/>
                    </a:lnTo>
                    <a:lnTo>
                      <a:pt x="3258" y="348"/>
                    </a:lnTo>
                    <a:lnTo>
                      <a:pt x="3246" y="342"/>
                    </a:lnTo>
                    <a:lnTo>
                      <a:pt x="3228" y="324"/>
                    </a:lnTo>
                    <a:lnTo>
                      <a:pt x="3216" y="324"/>
                    </a:lnTo>
                    <a:lnTo>
                      <a:pt x="3204" y="336"/>
                    </a:lnTo>
                    <a:lnTo>
                      <a:pt x="3192" y="330"/>
                    </a:lnTo>
                    <a:lnTo>
                      <a:pt x="3186" y="324"/>
                    </a:lnTo>
                    <a:lnTo>
                      <a:pt x="3174" y="318"/>
                    </a:lnTo>
                    <a:lnTo>
                      <a:pt x="3126" y="318"/>
                    </a:lnTo>
                    <a:lnTo>
                      <a:pt x="3114" y="312"/>
                    </a:lnTo>
                    <a:lnTo>
                      <a:pt x="3108" y="306"/>
                    </a:lnTo>
                    <a:lnTo>
                      <a:pt x="3084" y="294"/>
                    </a:lnTo>
                    <a:lnTo>
                      <a:pt x="3078" y="288"/>
                    </a:lnTo>
                    <a:lnTo>
                      <a:pt x="3072" y="288"/>
                    </a:lnTo>
                    <a:lnTo>
                      <a:pt x="3066" y="264"/>
                    </a:lnTo>
                    <a:lnTo>
                      <a:pt x="3054" y="264"/>
                    </a:lnTo>
                    <a:lnTo>
                      <a:pt x="3048" y="252"/>
                    </a:lnTo>
                    <a:lnTo>
                      <a:pt x="3030" y="234"/>
                    </a:lnTo>
                    <a:lnTo>
                      <a:pt x="3024" y="222"/>
                    </a:lnTo>
                    <a:lnTo>
                      <a:pt x="2976" y="198"/>
                    </a:lnTo>
                    <a:lnTo>
                      <a:pt x="2964" y="198"/>
                    </a:lnTo>
                    <a:lnTo>
                      <a:pt x="2952" y="168"/>
                    </a:lnTo>
                    <a:lnTo>
                      <a:pt x="2904" y="144"/>
                    </a:lnTo>
                    <a:lnTo>
                      <a:pt x="2898" y="114"/>
                    </a:lnTo>
                    <a:lnTo>
                      <a:pt x="2892" y="114"/>
                    </a:lnTo>
                    <a:lnTo>
                      <a:pt x="2886" y="108"/>
                    </a:lnTo>
                    <a:lnTo>
                      <a:pt x="2874" y="108"/>
                    </a:lnTo>
                    <a:lnTo>
                      <a:pt x="2862" y="96"/>
                    </a:lnTo>
                    <a:lnTo>
                      <a:pt x="2850" y="90"/>
                    </a:lnTo>
                    <a:lnTo>
                      <a:pt x="2838" y="78"/>
                    </a:lnTo>
                    <a:lnTo>
                      <a:pt x="2832" y="78"/>
                    </a:lnTo>
                    <a:lnTo>
                      <a:pt x="2832" y="66"/>
                    </a:lnTo>
                    <a:lnTo>
                      <a:pt x="2820" y="60"/>
                    </a:lnTo>
                    <a:lnTo>
                      <a:pt x="2814" y="54"/>
                    </a:lnTo>
                    <a:lnTo>
                      <a:pt x="2802" y="48"/>
                    </a:lnTo>
                    <a:lnTo>
                      <a:pt x="2796" y="42"/>
                    </a:lnTo>
                    <a:lnTo>
                      <a:pt x="2724" y="42"/>
                    </a:lnTo>
                    <a:lnTo>
                      <a:pt x="2688" y="18"/>
                    </a:lnTo>
                    <a:lnTo>
                      <a:pt x="2652" y="0"/>
                    </a:lnTo>
                    <a:lnTo>
                      <a:pt x="2598" y="12"/>
                    </a:lnTo>
                    <a:lnTo>
                      <a:pt x="2556" y="6"/>
                    </a:lnTo>
                    <a:lnTo>
                      <a:pt x="2550" y="18"/>
                    </a:lnTo>
                    <a:lnTo>
                      <a:pt x="2514" y="24"/>
                    </a:lnTo>
                    <a:lnTo>
                      <a:pt x="2472" y="66"/>
                    </a:lnTo>
                    <a:lnTo>
                      <a:pt x="2466" y="66"/>
                    </a:lnTo>
                    <a:lnTo>
                      <a:pt x="2466" y="78"/>
                    </a:lnTo>
                    <a:lnTo>
                      <a:pt x="2472" y="78"/>
                    </a:lnTo>
                    <a:lnTo>
                      <a:pt x="2490" y="84"/>
                    </a:lnTo>
                    <a:lnTo>
                      <a:pt x="2502" y="84"/>
                    </a:lnTo>
                    <a:lnTo>
                      <a:pt x="2508" y="90"/>
                    </a:lnTo>
                    <a:lnTo>
                      <a:pt x="2520" y="90"/>
                    </a:lnTo>
                    <a:lnTo>
                      <a:pt x="2532" y="102"/>
                    </a:lnTo>
                    <a:lnTo>
                      <a:pt x="2544" y="108"/>
                    </a:lnTo>
                    <a:lnTo>
                      <a:pt x="2550" y="114"/>
                    </a:lnTo>
                    <a:lnTo>
                      <a:pt x="2550" y="126"/>
                    </a:lnTo>
                    <a:lnTo>
                      <a:pt x="2532" y="144"/>
                    </a:lnTo>
                    <a:lnTo>
                      <a:pt x="2532" y="216"/>
                    </a:lnTo>
                    <a:lnTo>
                      <a:pt x="2538" y="258"/>
                    </a:lnTo>
                    <a:lnTo>
                      <a:pt x="2544" y="264"/>
                    </a:lnTo>
                    <a:lnTo>
                      <a:pt x="2556" y="264"/>
                    </a:lnTo>
                    <a:lnTo>
                      <a:pt x="2556" y="276"/>
                    </a:lnTo>
                    <a:lnTo>
                      <a:pt x="2550" y="282"/>
                    </a:lnTo>
                    <a:lnTo>
                      <a:pt x="2538" y="288"/>
                    </a:lnTo>
                    <a:lnTo>
                      <a:pt x="2514" y="288"/>
                    </a:lnTo>
                    <a:lnTo>
                      <a:pt x="2514" y="300"/>
                    </a:lnTo>
                    <a:lnTo>
                      <a:pt x="2496" y="318"/>
                    </a:lnTo>
                    <a:lnTo>
                      <a:pt x="2484" y="318"/>
                    </a:lnTo>
                    <a:lnTo>
                      <a:pt x="2478" y="312"/>
                    </a:lnTo>
                    <a:lnTo>
                      <a:pt x="2442" y="312"/>
                    </a:lnTo>
                    <a:lnTo>
                      <a:pt x="2406" y="288"/>
                    </a:lnTo>
                    <a:lnTo>
                      <a:pt x="2406" y="372"/>
                    </a:lnTo>
                    <a:lnTo>
                      <a:pt x="2412" y="384"/>
                    </a:lnTo>
                    <a:lnTo>
                      <a:pt x="2418" y="408"/>
                    </a:lnTo>
                    <a:lnTo>
                      <a:pt x="2424" y="420"/>
                    </a:lnTo>
                    <a:lnTo>
                      <a:pt x="2418" y="420"/>
                    </a:lnTo>
                    <a:lnTo>
                      <a:pt x="2418" y="438"/>
                    </a:lnTo>
                    <a:lnTo>
                      <a:pt x="2424" y="450"/>
                    </a:lnTo>
                    <a:lnTo>
                      <a:pt x="2436" y="456"/>
                    </a:lnTo>
                    <a:lnTo>
                      <a:pt x="2442" y="462"/>
                    </a:lnTo>
                    <a:lnTo>
                      <a:pt x="2460" y="462"/>
                    </a:lnTo>
                    <a:lnTo>
                      <a:pt x="2460" y="456"/>
                    </a:lnTo>
                    <a:lnTo>
                      <a:pt x="2454" y="456"/>
                    </a:lnTo>
                    <a:lnTo>
                      <a:pt x="2460" y="450"/>
                    </a:lnTo>
                    <a:lnTo>
                      <a:pt x="2514" y="450"/>
                    </a:lnTo>
                    <a:lnTo>
                      <a:pt x="2526" y="462"/>
                    </a:lnTo>
                    <a:lnTo>
                      <a:pt x="2538" y="468"/>
                    </a:lnTo>
                    <a:lnTo>
                      <a:pt x="2544" y="468"/>
                    </a:lnTo>
                    <a:lnTo>
                      <a:pt x="2550" y="462"/>
                    </a:lnTo>
                    <a:lnTo>
                      <a:pt x="2550" y="438"/>
                    </a:lnTo>
                    <a:lnTo>
                      <a:pt x="2616" y="438"/>
                    </a:lnTo>
                    <a:lnTo>
                      <a:pt x="2616" y="450"/>
                    </a:lnTo>
                    <a:lnTo>
                      <a:pt x="2622" y="456"/>
                    </a:lnTo>
                    <a:lnTo>
                      <a:pt x="2634" y="462"/>
                    </a:lnTo>
                    <a:lnTo>
                      <a:pt x="2652" y="462"/>
                    </a:lnTo>
                    <a:lnTo>
                      <a:pt x="2658" y="468"/>
                    </a:lnTo>
                    <a:lnTo>
                      <a:pt x="2670" y="474"/>
                    </a:lnTo>
                    <a:lnTo>
                      <a:pt x="2682" y="486"/>
                    </a:lnTo>
                    <a:lnTo>
                      <a:pt x="2706" y="498"/>
                    </a:lnTo>
                    <a:lnTo>
                      <a:pt x="2718" y="498"/>
                    </a:lnTo>
                    <a:lnTo>
                      <a:pt x="2724" y="510"/>
                    </a:lnTo>
                    <a:lnTo>
                      <a:pt x="2748" y="534"/>
                    </a:lnTo>
                    <a:lnTo>
                      <a:pt x="2748" y="540"/>
                    </a:lnTo>
                    <a:lnTo>
                      <a:pt x="2742" y="546"/>
                    </a:lnTo>
                    <a:lnTo>
                      <a:pt x="2706" y="546"/>
                    </a:lnTo>
                    <a:lnTo>
                      <a:pt x="2700" y="540"/>
                    </a:lnTo>
                    <a:lnTo>
                      <a:pt x="2688" y="534"/>
                    </a:lnTo>
                    <a:lnTo>
                      <a:pt x="2658" y="534"/>
                    </a:lnTo>
                    <a:lnTo>
                      <a:pt x="2652" y="540"/>
                    </a:lnTo>
                    <a:lnTo>
                      <a:pt x="2646" y="540"/>
                    </a:lnTo>
                    <a:lnTo>
                      <a:pt x="2628" y="558"/>
                    </a:lnTo>
                    <a:lnTo>
                      <a:pt x="2598" y="552"/>
                    </a:lnTo>
                    <a:lnTo>
                      <a:pt x="2598" y="570"/>
                    </a:lnTo>
                    <a:lnTo>
                      <a:pt x="2586" y="570"/>
                    </a:lnTo>
                    <a:lnTo>
                      <a:pt x="2550" y="588"/>
                    </a:lnTo>
                    <a:lnTo>
                      <a:pt x="2544" y="594"/>
                    </a:lnTo>
                    <a:lnTo>
                      <a:pt x="2550" y="606"/>
                    </a:lnTo>
                    <a:lnTo>
                      <a:pt x="2562" y="618"/>
                    </a:lnTo>
                    <a:lnTo>
                      <a:pt x="2538" y="642"/>
                    </a:lnTo>
                    <a:lnTo>
                      <a:pt x="2466" y="642"/>
                    </a:lnTo>
                    <a:lnTo>
                      <a:pt x="2466" y="666"/>
                    </a:lnTo>
                    <a:lnTo>
                      <a:pt x="2460" y="672"/>
                    </a:lnTo>
                    <a:lnTo>
                      <a:pt x="2454" y="684"/>
                    </a:lnTo>
                    <a:lnTo>
                      <a:pt x="2442" y="690"/>
                    </a:lnTo>
                    <a:lnTo>
                      <a:pt x="2424" y="690"/>
                    </a:lnTo>
                    <a:lnTo>
                      <a:pt x="2412" y="696"/>
                    </a:lnTo>
                    <a:lnTo>
                      <a:pt x="2388" y="696"/>
                    </a:lnTo>
                    <a:lnTo>
                      <a:pt x="2376" y="690"/>
                    </a:lnTo>
                    <a:lnTo>
                      <a:pt x="2370" y="684"/>
                    </a:lnTo>
                    <a:lnTo>
                      <a:pt x="2358" y="678"/>
                    </a:lnTo>
                    <a:lnTo>
                      <a:pt x="2352" y="672"/>
                    </a:lnTo>
                    <a:lnTo>
                      <a:pt x="2346" y="672"/>
                    </a:lnTo>
                    <a:lnTo>
                      <a:pt x="2340" y="666"/>
                    </a:lnTo>
                    <a:lnTo>
                      <a:pt x="2316" y="666"/>
                    </a:lnTo>
                    <a:lnTo>
                      <a:pt x="2304" y="672"/>
                    </a:lnTo>
                    <a:lnTo>
                      <a:pt x="2304" y="684"/>
                    </a:lnTo>
                    <a:lnTo>
                      <a:pt x="2298" y="696"/>
                    </a:lnTo>
                    <a:lnTo>
                      <a:pt x="2298" y="708"/>
                    </a:lnTo>
                    <a:lnTo>
                      <a:pt x="2304" y="720"/>
                    </a:lnTo>
                    <a:lnTo>
                      <a:pt x="2322" y="738"/>
                    </a:lnTo>
                    <a:lnTo>
                      <a:pt x="2334" y="744"/>
                    </a:lnTo>
                    <a:lnTo>
                      <a:pt x="2352" y="762"/>
                    </a:lnTo>
                    <a:lnTo>
                      <a:pt x="2364" y="768"/>
                    </a:lnTo>
                    <a:lnTo>
                      <a:pt x="2364" y="774"/>
                    </a:lnTo>
                    <a:lnTo>
                      <a:pt x="2358" y="780"/>
                    </a:lnTo>
                    <a:lnTo>
                      <a:pt x="2352" y="792"/>
                    </a:lnTo>
                    <a:lnTo>
                      <a:pt x="2340" y="804"/>
                    </a:lnTo>
                    <a:lnTo>
                      <a:pt x="2316" y="804"/>
                    </a:lnTo>
                    <a:lnTo>
                      <a:pt x="2316" y="810"/>
                    </a:lnTo>
                    <a:lnTo>
                      <a:pt x="2310" y="822"/>
                    </a:lnTo>
                    <a:lnTo>
                      <a:pt x="2310" y="828"/>
                    </a:lnTo>
                    <a:lnTo>
                      <a:pt x="2298" y="852"/>
                    </a:lnTo>
                    <a:lnTo>
                      <a:pt x="2286" y="858"/>
                    </a:lnTo>
                    <a:lnTo>
                      <a:pt x="2262" y="858"/>
                    </a:lnTo>
                    <a:lnTo>
                      <a:pt x="2244" y="882"/>
                    </a:lnTo>
                    <a:lnTo>
                      <a:pt x="2088" y="882"/>
                    </a:lnTo>
                    <a:lnTo>
                      <a:pt x="2070" y="894"/>
                    </a:lnTo>
                    <a:lnTo>
                      <a:pt x="2010" y="930"/>
                    </a:lnTo>
                    <a:lnTo>
                      <a:pt x="1992" y="942"/>
                    </a:lnTo>
                    <a:lnTo>
                      <a:pt x="1986" y="948"/>
                    </a:lnTo>
                    <a:lnTo>
                      <a:pt x="1968" y="948"/>
                    </a:lnTo>
                    <a:lnTo>
                      <a:pt x="1962" y="942"/>
                    </a:lnTo>
                    <a:lnTo>
                      <a:pt x="1956" y="942"/>
                    </a:lnTo>
                    <a:lnTo>
                      <a:pt x="1950" y="930"/>
                    </a:lnTo>
                    <a:lnTo>
                      <a:pt x="1950" y="924"/>
                    </a:lnTo>
                    <a:lnTo>
                      <a:pt x="1938" y="924"/>
                    </a:lnTo>
                    <a:lnTo>
                      <a:pt x="1926" y="930"/>
                    </a:lnTo>
                    <a:lnTo>
                      <a:pt x="1914" y="930"/>
                    </a:lnTo>
                    <a:lnTo>
                      <a:pt x="1908" y="936"/>
                    </a:lnTo>
                    <a:lnTo>
                      <a:pt x="1896" y="936"/>
                    </a:lnTo>
                    <a:lnTo>
                      <a:pt x="1890" y="930"/>
                    </a:lnTo>
                    <a:lnTo>
                      <a:pt x="1866" y="918"/>
                    </a:lnTo>
                    <a:lnTo>
                      <a:pt x="1848" y="912"/>
                    </a:lnTo>
                    <a:lnTo>
                      <a:pt x="1800" y="912"/>
                    </a:lnTo>
                    <a:lnTo>
                      <a:pt x="1776" y="906"/>
                    </a:lnTo>
                    <a:lnTo>
                      <a:pt x="1764" y="900"/>
                    </a:lnTo>
                    <a:lnTo>
                      <a:pt x="1758" y="888"/>
                    </a:lnTo>
                    <a:lnTo>
                      <a:pt x="1740" y="870"/>
                    </a:lnTo>
                    <a:lnTo>
                      <a:pt x="1728" y="870"/>
                    </a:lnTo>
                    <a:lnTo>
                      <a:pt x="1710" y="864"/>
                    </a:lnTo>
                    <a:lnTo>
                      <a:pt x="1656" y="864"/>
                    </a:lnTo>
                    <a:lnTo>
                      <a:pt x="1650" y="858"/>
                    </a:lnTo>
                    <a:lnTo>
                      <a:pt x="1644" y="858"/>
                    </a:lnTo>
                    <a:lnTo>
                      <a:pt x="1632" y="852"/>
                    </a:lnTo>
                    <a:lnTo>
                      <a:pt x="1620" y="852"/>
                    </a:lnTo>
                    <a:lnTo>
                      <a:pt x="1614" y="858"/>
                    </a:lnTo>
                    <a:lnTo>
                      <a:pt x="1602" y="864"/>
                    </a:lnTo>
                    <a:lnTo>
                      <a:pt x="1596" y="870"/>
                    </a:lnTo>
                    <a:lnTo>
                      <a:pt x="1560" y="864"/>
                    </a:lnTo>
                    <a:lnTo>
                      <a:pt x="1512" y="864"/>
                    </a:lnTo>
                    <a:lnTo>
                      <a:pt x="1458" y="858"/>
                    </a:lnTo>
                    <a:lnTo>
                      <a:pt x="1398" y="864"/>
                    </a:lnTo>
                    <a:lnTo>
                      <a:pt x="1386" y="858"/>
                    </a:lnTo>
                    <a:lnTo>
                      <a:pt x="1380" y="846"/>
                    </a:lnTo>
                    <a:lnTo>
                      <a:pt x="1368" y="840"/>
                    </a:lnTo>
                    <a:lnTo>
                      <a:pt x="1338" y="810"/>
                    </a:lnTo>
                    <a:lnTo>
                      <a:pt x="1332" y="798"/>
                    </a:lnTo>
                    <a:lnTo>
                      <a:pt x="1290" y="756"/>
                    </a:lnTo>
                    <a:lnTo>
                      <a:pt x="1278" y="732"/>
                    </a:lnTo>
                    <a:lnTo>
                      <a:pt x="1242" y="732"/>
                    </a:lnTo>
                    <a:lnTo>
                      <a:pt x="1236" y="726"/>
                    </a:lnTo>
                    <a:lnTo>
                      <a:pt x="1224" y="726"/>
                    </a:lnTo>
                    <a:lnTo>
                      <a:pt x="1200" y="714"/>
                    </a:lnTo>
                    <a:lnTo>
                      <a:pt x="1194" y="714"/>
                    </a:lnTo>
                    <a:lnTo>
                      <a:pt x="1188" y="708"/>
                    </a:lnTo>
                    <a:lnTo>
                      <a:pt x="1182" y="708"/>
                    </a:lnTo>
                    <a:lnTo>
                      <a:pt x="1176" y="696"/>
                    </a:lnTo>
                    <a:lnTo>
                      <a:pt x="1164" y="690"/>
                    </a:lnTo>
                    <a:lnTo>
                      <a:pt x="1158" y="690"/>
                    </a:lnTo>
                    <a:lnTo>
                      <a:pt x="1146" y="684"/>
                    </a:lnTo>
                    <a:lnTo>
                      <a:pt x="1140" y="684"/>
                    </a:lnTo>
                    <a:lnTo>
                      <a:pt x="1134" y="678"/>
                    </a:lnTo>
                    <a:lnTo>
                      <a:pt x="1038" y="678"/>
                    </a:lnTo>
                    <a:lnTo>
                      <a:pt x="1014" y="672"/>
                    </a:lnTo>
                    <a:lnTo>
                      <a:pt x="996" y="666"/>
                    </a:lnTo>
                    <a:lnTo>
                      <a:pt x="990" y="666"/>
                    </a:lnTo>
                    <a:lnTo>
                      <a:pt x="978" y="660"/>
                    </a:lnTo>
                    <a:lnTo>
                      <a:pt x="966" y="660"/>
                    </a:lnTo>
                    <a:lnTo>
                      <a:pt x="954" y="654"/>
                    </a:lnTo>
                    <a:lnTo>
                      <a:pt x="948" y="648"/>
                    </a:lnTo>
                    <a:lnTo>
                      <a:pt x="942" y="636"/>
                    </a:lnTo>
                    <a:lnTo>
                      <a:pt x="936" y="618"/>
                    </a:lnTo>
                    <a:lnTo>
                      <a:pt x="936" y="606"/>
                    </a:lnTo>
                    <a:lnTo>
                      <a:pt x="948" y="594"/>
                    </a:lnTo>
                    <a:lnTo>
                      <a:pt x="948" y="588"/>
                    </a:lnTo>
                    <a:lnTo>
                      <a:pt x="942" y="582"/>
                    </a:lnTo>
                    <a:lnTo>
                      <a:pt x="936" y="570"/>
                    </a:lnTo>
                    <a:lnTo>
                      <a:pt x="930" y="564"/>
                    </a:lnTo>
                    <a:lnTo>
                      <a:pt x="930" y="552"/>
                    </a:lnTo>
                    <a:lnTo>
                      <a:pt x="924" y="540"/>
                    </a:lnTo>
                    <a:lnTo>
                      <a:pt x="912" y="528"/>
                    </a:lnTo>
                    <a:lnTo>
                      <a:pt x="888" y="510"/>
                    </a:lnTo>
                    <a:lnTo>
                      <a:pt x="876" y="492"/>
                    </a:lnTo>
                    <a:lnTo>
                      <a:pt x="870" y="480"/>
                    </a:lnTo>
                    <a:lnTo>
                      <a:pt x="852" y="462"/>
                    </a:lnTo>
                    <a:lnTo>
                      <a:pt x="834" y="456"/>
                    </a:lnTo>
                    <a:lnTo>
                      <a:pt x="822" y="450"/>
                    </a:lnTo>
                    <a:lnTo>
                      <a:pt x="810" y="450"/>
                    </a:lnTo>
                    <a:lnTo>
                      <a:pt x="804" y="444"/>
                    </a:lnTo>
                    <a:lnTo>
                      <a:pt x="786" y="432"/>
                    </a:lnTo>
                    <a:lnTo>
                      <a:pt x="750" y="444"/>
                    </a:lnTo>
                    <a:lnTo>
                      <a:pt x="726" y="420"/>
                    </a:lnTo>
                    <a:lnTo>
                      <a:pt x="720" y="408"/>
                    </a:lnTo>
                    <a:lnTo>
                      <a:pt x="708" y="408"/>
                    </a:lnTo>
                    <a:lnTo>
                      <a:pt x="696" y="402"/>
                    </a:lnTo>
                    <a:lnTo>
                      <a:pt x="684" y="402"/>
                    </a:lnTo>
                    <a:lnTo>
                      <a:pt x="672" y="396"/>
                    </a:lnTo>
                    <a:lnTo>
                      <a:pt x="672" y="378"/>
                    </a:lnTo>
                    <a:lnTo>
                      <a:pt x="648" y="378"/>
                    </a:lnTo>
                    <a:lnTo>
                      <a:pt x="654" y="372"/>
                    </a:lnTo>
                    <a:lnTo>
                      <a:pt x="654" y="360"/>
                    </a:lnTo>
                    <a:lnTo>
                      <a:pt x="648" y="354"/>
                    </a:lnTo>
                    <a:lnTo>
                      <a:pt x="612" y="354"/>
                    </a:lnTo>
                    <a:lnTo>
                      <a:pt x="600" y="348"/>
                    </a:lnTo>
                    <a:lnTo>
                      <a:pt x="582" y="348"/>
                    </a:lnTo>
                    <a:lnTo>
                      <a:pt x="576" y="354"/>
                    </a:lnTo>
                    <a:lnTo>
                      <a:pt x="576" y="360"/>
                    </a:lnTo>
                    <a:lnTo>
                      <a:pt x="594" y="378"/>
                    </a:lnTo>
                    <a:lnTo>
                      <a:pt x="594" y="390"/>
                    </a:lnTo>
                    <a:lnTo>
                      <a:pt x="588" y="396"/>
                    </a:lnTo>
                    <a:lnTo>
                      <a:pt x="546" y="396"/>
                    </a:lnTo>
                    <a:lnTo>
                      <a:pt x="534" y="408"/>
                    </a:lnTo>
                    <a:lnTo>
                      <a:pt x="534" y="426"/>
                    </a:lnTo>
                    <a:lnTo>
                      <a:pt x="546" y="450"/>
                    </a:lnTo>
                    <a:lnTo>
                      <a:pt x="558" y="462"/>
                    </a:lnTo>
                    <a:lnTo>
                      <a:pt x="570" y="486"/>
                    </a:lnTo>
                    <a:lnTo>
                      <a:pt x="570" y="504"/>
                    </a:lnTo>
                    <a:lnTo>
                      <a:pt x="564" y="510"/>
                    </a:lnTo>
                    <a:lnTo>
                      <a:pt x="546" y="510"/>
                    </a:lnTo>
                    <a:lnTo>
                      <a:pt x="528" y="528"/>
                    </a:lnTo>
                    <a:lnTo>
                      <a:pt x="516" y="516"/>
                    </a:lnTo>
                    <a:lnTo>
                      <a:pt x="468" y="516"/>
                    </a:lnTo>
                    <a:lnTo>
                      <a:pt x="444" y="504"/>
                    </a:lnTo>
                    <a:lnTo>
                      <a:pt x="432" y="504"/>
                    </a:lnTo>
                    <a:lnTo>
                      <a:pt x="420" y="498"/>
                    </a:lnTo>
                    <a:lnTo>
                      <a:pt x="408" y="498"/>
                    </a:lnTo>
                    <a:lnTo>
                      <a:pt x="408" y="636"/>
                    </a:lnTo>
                    <a:lnTo>
                      <a:pt x="414" y="636"/>
                    </a:lnTo>
                    <a:lnTo>
                      <a:pt x="420" y="642"/>
                    </a:lnTo>
                    <a:lnTo>
                      <a:pt x="426" y="642"/>
                    </a:lnTo>
                    <a:lnTo>
                      <a:pt x="432" y="648"/>
                    </a:lnTo>
                    <a:lnTo>
                      <a:pt x="432" y="660"/>
                    </a:lnTo>
                    <a:lnTo>
                      <a:pt x="426" y="666"/>
                    </a:lnTo>
                    <a:lnTo>
                      <a:pt x="420" y="666"/>
                    </a:lnTo>
                    <a:lnTo>
                      <a:pt x="408" y="654"/>
                    </a:lnTo>
                    <a:lnTo>
                      <a:pt x="390" y="666"/>
                    </a:lnTo>
                    <a:lnTo>
                      <a:pt x="384" y="660"/>
                    </a:lnTo>
                    <a:lnTo>
                      <a:pt x="378" y="648"/>
                    </a:lnTo>
                    <a:lnTo>
                      <a:pt x="372" y="642"/>
                    </a:lnTo>
                    <a:lnTo>
                      <a:pt x="360" y="642"/>
                    </a:lnTo>
                    <a:lnTo>
                      <a:pt x="324" y="660"/>
                    </a:lnTo>
                    <a:lnTo>
                      <a:pt x="312" y="660"/>
                    </a:lnTo>
                    <a:lnTo>
                      <a:pt x="300" y="666"/>
                    </a:lnTo>
                    <a:lnTo>
                      <a:pt x="288" y="666"/>
                    </a:lnTo>
                    <a:lnTo>
                      <a:pt x="276" y="672"/>
                    </a:lnTo>
                    <a:lnTo>
                      <a:pt x="270" y="678"/>
                    </a:lnTo>
                    <a:lnTo>
                      <a:pt x="270" y="684"/>
                    </a:lnTo>
                    <a:lnTo>
                      <a:pt x="276" y="690"/>
                    </a:lnTo>
                    <a:lnTo>
                      <a:pt x="288" y="696"/>
                    </a:lnTo>
                    <a:lnTo>
                      <a:pt x="306" y="696"/>
                    </a:lnTo>
                    <a:lnTo>
                      <a:pt x="306" y="726"/>
                    </a:lnTo>
                    <a:lnTo>
                      <a:pt x="318" y="750"/>
                    </a:lnTo>
                    <a:lnTo>
                      <a:pt x="360" y="792"/>
                    </a:lnTo>
                    <a:lnTo>
                      <a:pt x="366" y="804"/>
                    </a:lnTo>
                    <a:lnTo>
                      <a:pt x="378" y="810"/>
                    </a:lnTo>
                    <a:lnTo>
                      <a:pt x="378" y="822"/>
                    </a:lnTo>
                    <a:lnTo>
                      <a:pt x="360" y="822"/>
                    </a:lnTo>
                    <a:lnTo>
                      <a:pt x="354" y="828"/>
                    </a:lnTo>
                    <a:lnTo>
                      <a:pt x="354" y="834"/>
                    </a:lnTo>
                    <a:lnTo>
                      <a:pt x="372" y="852"/>
                    </a:lnTo>
                    <a:lnTo>
                      <a:pt x="348" y="852"/>
                    </a:lnTo>
                    <a:lnTo>
                      <a:pt x="348" y="864"/>
                    </a:lnTo>
                    <a:lnTo>
                      <a:pt x="354" y="870"/>
                    </a:lnTo>
                    <a:lnTo>
                      <a:pt x="354" y="882"/>
                    </a:lnTo>
                    <a:lnTo>
                      <a:pt x="372" y="900"/>
                    </a:lnTo>
                    <a:lnTo>
                      <a:pt x="372" y="912"/>
                    </a:lnTo>
                    <a:lnTo>
                      <a:pt x="366" y="918"/>
                    </a:lnTo>
                    <a:lnTo>
                      <a:pt x="342" y="918"/>
                    </a:lnTo>
                    <a:lnTo>
                      <a:pt x="294" y="936"/>
                    </a:lnTo>
                    <a:lnTo>
                      <a:pt x="282" y="948"/>
                    </a:lnTo>
                    <a:lnTo>
                      <a:pt x="270" y="954"/>
                    </a:lnTo>
                    <a:lnTo>
                      <a:pt x="264" y="960"/>
                    </a:lnTo>
                    <a:lnTo>
                      <a:pt x="264" y="978"/>
                    </a:lnTo>
                    <a:lnTo>
                      <a:pt x="258" y="990"/>
                    </a:lnTo>
                    <a:lnTo>
                      <a:pt x="252" y="996"/>
                    </a:lnTo>
                    <a:lnTo>
                      <a:pt x="234" y="996"/>
                    </a:lnTo>
                    <a:lnTo>
                      <a:pt x="216" y="990"/>
                    </a:lnTo>
                    <a:lnTo>
                      <a:pt x="186" y="990"/>
                    </a:lnTo>
                    <a:lnTo>
                      <a:pt x="168" y="1008"/>
                    </a:lnTo>
                    <a:lnTo>
                      <a:pt x="162" y="1020"/>
                    </a:lnTo>
                    <a:lnTo>
                      <a:pt x="162" y="1044"/>
                    </a:lnTo>
                    <a:lnTo>
                      <a:pt x="156" y="1050"/>
                    </a:lnTo>
                    <a:lnTo>
                      <a:pt x="126" y="1044"/>
                    </a:lnTo>
                    <a:lnTo>
                      <a:pt x="114" y="1050"/>
                    </a:lnTo>
                    <a:lnTo>
                      <a:pt x="108" y="1044"/>
                    </a:lnTo>
                    <a:lnTo>
                      <a:pt x="102" y="1032"/>
                    </a:lnTo>
                    <a:lnTo>
                      <a:pt x="96" y="1026"/>
                    </a:lnTo>
                    <a:lnTo>
                      <a:pt x="84" y="1026"/>
                    </a:lnTo>
                    <a:lnTo>
                      <a:pt x="72" y="1038"/>
                    </a:lnTo>
                    <a:lnTo>
                      <a:pt x="48" y="1038"/>
                    </a:lnTo>
                    <a:lnTo>
                      <a:pt x="48" y="1056"/>
                    </a:lnTo>
                    <a:lnTo>
                      <a:pt x="36" y="1062"/>
                    </a:lnTo>
                    <a:lnTo>
                      <a:pt x="30" y="1068"/>
                    </a:lnTo>
                    <a:lnTo>
                      <a:pt x="18" y="1068"/>
                    </a:lnTo>
                    <a:lnTo>
                      <a:pt x="6" y="1074"/>
                    </a:lnTo>
                    <a:lnTo>
                      <a:pt x="0" y="1080"/>
                    </a:lnTo>
                    <a:lnTo>
                      <a:pt x="0" y="1086"/>
                    </a:lnTo>
                    <a:lnTo>
                      <a:pt x="12" y="1092"/>
                    </a:lnTo>
                    <a:lnTo>
                      <a:pt x="18" y="1104"/>
                    </a:lnTo>
                    <a:lnTo>
                      <a:pt x="18" y="1116"/>
                    </a:lnTo>
                    <a:lnTo>
                      <a:pt x="0" y="1116"/>
                    </a:lnTo>
                    <a:lnTo>
                      <a:pt x="0" y="1140"/>
                    </a:lnTo>
                    <a:lnTo>
                      <a:pt x="18" y="1140"/>
                    </a:lnTo>
                    <a:lnTo>
                      <a:pt x="18" y="1152"/>
                    </a:lnTo>
                    <a:lnTo>
                      <a:pt x="12" y="1164"/>
                    </a:lnTo>
                    <a:lnTo>
                      <a:pt x="12" y="1176"/>
                    </a:lnTo>
                    <a:lnTo>
                      <a:pt x="24" y="1188"/>
                    </a:lnTo>
                    <a:lnTo>
                      <a:pt x="36" y="1188"/>
                    </a:lnTo>
                    <a:lnTo>
                      <a:pt x="42" y="1182"/>
                    </a:lnTo>
                    <a:lnTo>
                      <a:pt x="66" y="1182"/>
                    </a:lnTo>
                    <a:lnTo>
                      <a:pt x="78" y="1188"/>
                    </a:lnTo>
                    <a:lnTo>
                      <a:pt x="84" y="1188"/>
                    </a:lnTo>
                    <a:lnTo>
                      <a:pt x="96" y="1194"/>
                    </a:lnTo>
                    <a:lnTo>
                      <a:pt x="102" y="1200"/>
                    </a:lnTo>
                    <a:lnTo>
                      <a:pt x="102" y="1242"/>
                    </a:lnTo>
                    <a:lnTo>
                      <a:pt x="114" y="1266"/>
                    </a:lnTo>
                    <a:lnTo>
                      <a:pt x="120" y="1272"/>
                    </a:lnTo>
                    <a:lnTo>
                      <a:pt x="126" y="1272"/>
                    </a:lnTo>
                    <a:lnTo>
                      <a:pt x="138" y="1284"/>
                    </a:lnTo>
                    <a:lnTo>
                      <a:pt x="132" y="1290"/>
                    </a:lnTo>
                    <a:lnTo>
                      <a:pt x="102" y="1290"/>
                    </a:lnTo>
                    <a:lnTo>
                      <a:pt x="96" y="1296"/>
                    </a:lnTo>
                    <a:lnTo>
                      <a:pt x="96" y="1308"/>
                    </a:lnTo>
                    <a:lnTo>
                      <a:pt x="108" y="1314"/>
                    </a:lnTo>
                    <a:lnTo>
                      <a:pt x="114" y="1320"/>
                    </a:lnTo>
                    <a:lnTo>
                      <a:pt x="162" y="1320"/>
                    </a:lnTo>
                    <a:lnTo>
                      <a:pt x="168" y="1332"/>
                    </a:lnTo>
                    <a:lnTo>
                      <a:pt x="180" y="1332"/>
                    </a:lnTo>
                    <a:lnTo>
                      <a:pt x="192" y="1338"/>
                    </a:lnTo>
                    <a:lnTo>
                      <a:pt x="204" y="1350"/>
                    </a:lnTo>
                    <a:lnTo>
                      <a:pt x="216" y="1374"/>
                    </a:lnTo>
                    <a:lnTo>
                      <a:pt x="216" y="1398"/>
                    </a:lnTo>
                    <a:lnTo>
                      <a:pt x="252" y="1410"/>
                    </a:lnTo>
                    <a:lnTo>
                      <a:pt x="264" y="1404"/>
                    </a:lnTo>
                    <a:lnTo>
                      <a:pt x="264" y="1410"/>
                    </a:lnTo>
                    <a:lnTo>
                      <a:pt x="270" y="1416"/>
                    </a:lnTo>
                    <a:lnTo>
                      <a:pt x="276" y="1428"/>
                    </a:lnTo>
                    <a:lnTo>
                      <a:pt x="288" y="1434"/>
                    </a:lnTo>
                    <a:lnTo>
                      <a:pt x="366" y="1434"/>
                    </a:lnTo>
                    <a:lnTo>
                      <a:pt x="378" y="1428"/>
                    </a:lnTo>
                    <a:lnTo>
                      <a:pt x="384" y="1416"/>
                    </a:lnTo>
                    <a:lnTo>
                      <a:pt x="402" y="1410"/>
                    </a:lnTo>
                    <a:lnTo>
                      <a:pt x="426" y="1398"/>
                    </a:lnTo>
                    <a:lnTo>
                      <a:pt x="438" y="1398"/>
                    </a:lnTo>
                    <a:lnTo>
                      <a:pt x="456" y="1410"/>
                    </a:lnTo>
                    <a:lnTo>
                      <a:pt x="480" y="1434"/>
                    </a:lnTo>
                    <a:lnTo>
                      <a:pt x="522" y="1434"/>
                    </a:lnTo>
                    <a:lnTo>
                      <a:pt x="522" y="1494"/>
                    </a:lnTo>
                    <a:lnTo>
                      <a:pt x="516" y="1500"/>
                    </a:lnTo>
                    <a:lnTo>
                      <a:pt x="498" y="1500"/>
                    </a:lnTo>
                    <a:lnTo>
                      <a:pt x="498" y="1506"/>
                    </a:lnTo>
                    <a:lnTo>
                      <a:pt x="504" y="1512"/>
                    </a:lnTo>
                    <a:lnTo>
                      <a:pt x="504" y="1536"/>
                    </a:lnTo>
                    <a:lnTo>
                      <a:pt x="498" y="1548"/>
                    </a:lnTo>
                    <a:lnTo>
                      <a:pt x="486" y="1554"/>
                    </a:lnTo>
                    <a:lnTo>
                      <a:pt x="456" y="1554"/>
                    </a:lnTo>
                    <a:lnTo>
                      <a:pt x="474" y="1578"/>
                    </a:lnTo>
                    <a:lnTo>
                      <a:pt x="456" y="1584"/>
                    </a:lnTo>
                    <a:lnTo>
                      <a:pt x="456" y="1608"/>
                    </a:lnTo>
                    <a:lnTo>
                      <a:pt x="480" y="1620"/>
                    </a:lnTo>
                    <a:lnTo>
                      <a:pt x="492" y="1620"/>
                    </a:lnTo>
                    <a:lnTo>
                      <a:pt x="498" y="1626"/>
                    </a:lnTo>
                    <a:lnTo>
                      <a:pt x="504" y="1638"/>
                    </a:lnTo>
                    <a:lnTo>
                      <a:pt x="522" y="1656"/>
                    </a:lnTo>
                    <a:lnTo>
                      <a:pt x="522" y="1668"/>
                    </a:lnTo>
                    <a:lnTo>
                      <a:pt x="510" y="1674"/>
                    </a:lnTo>
                    <a:lnTo>
                      <a:pt x="504" y="1680"/>
                    </a:lnTo>
                    <a:lnTo>
                      <a:pt x="498" y="1680"/>
                    </a:lnTo>
                    <a:lnTo>
                      <a:pt x="486" y="1698"/>
                    </a:lnTo>
                    <a:lnTo>
                      <a:pt x="474" y="1686"/>
                    </a:lnTo>
                    <a:lnTo>
                      <a:pt x="474" y="1668"/>
                    </a:lnTo>
                    <a:lnTo>
                      <a:pt x="462" y="1668"/>
                    </a:lnTo>
                    <a:lnTo>
                      <a:pt x="456" y="1674"/>
                    </a:lnTo>
                    <a:lnTo>
                      <a:pt x="450" y="1674"/>
                    </a:lnTo>
                    <a:lnTo>
                      <a:pt x="450" y="1692"/>
                    </a:lnTo>
                    <a:lnTo>
                      <a:pt x="456" y="1698"/>
                    </a:lnTo>
                    <a:lnTo>
                      <a:pt x="462" y="1710"/>
                    </a:lnTo>
                    <a:lnTo>
                      <a:pt x="474" y="1722"/>
                    </a:lnTo>
                    <a:lnTo>
                      <a:pt x="480" y="1722"/>
                    </a:lnTo>
                    <a:lnTo>
                      <a:pt x="480" y="1734"/>
                    </a:lnTo>
                    <a:lnTo>
                      <a:pt x="474" y="1740"/>
                    </a:lnTo>
                    <a:lnTo>
                      <a:pt x="474" y="1758"/>
                    </a:lnTo>
                    <a:lnTo>
                      <a:pt x="480" y="1764"/>
                    </a:lnTo>
                    <a:lnTo>
                      <a:pt x="510" y="1764"/>
                    </a:lnTo>
                    <a:lnTo>
                      <a:pt x="516" y="1776"/>
                    </a:lnTo>
                    <a:lnTo>
                      <a:pt x="528" y="1788"/>
                    </a:lnTo>
                    <a:lnTo>
                      <a:pt x="540" y="1794"/>
                    </a:lnTo>
                    <a:lnTo>
                      <a:pt x="552" y="1794"/>
                    </a:lnTo>
                    <a:lnTo>
                      <a:pt x="558" y="1800"/>
                    </a:lnTo>
                    <a:lnTo>
                      <a:pt x="564" y="1800"/>
                    </a:lnTo>
                    <a:lnTo>
                      <a:pt x="582" y="1818"/>
                    </a:lnTo>
                    <a:lnTo>
                      <a:pt x="600" y="1812"/>
                    </a:lnTo>
                    <a:lnTo>
                      <a:pt x="600" y="1830"/>
                    </a:lnTo>
                    <a:lnTo>
                      <a:pt x="612" y="1836"/>
                    </a:lnTo>
                    <a:lnTo>
                      <a:pt x="624" y="1836"/>
                    </a:lnTo>
                    <a:lnTo>
                      <a:pt x="666" y="1872"/>
                    </a:lnTo>
                    <a:lnTo>
                      <a:pt x="690" y="1854"/>
                    </a:lnTo>
                    <a:lnTo>
                      <a:pt x="696" y="1848"/>
                    </a:lnTo>
                    <a:lnTo>
                      <a:pt x="708" y="1842"/>
                    </a:lnTo>
                    <a:lnTo>
                      <a:pt x="720" y="1842"/>
                    </a:lnTo>
                    <a:lnTo>
                      <a:pt x="732" y="1848"/>
                    </a:lnTo>
                    <a:lnTo>
                      <a:pt x="744" y="1860"/>
                    </a:lnTo>
                    <a:lnTo>
                      <a:pt x="750" y="1872"/>
                    </a:lnTo>
                    <a:lnTo>
                      <a:pt x="762" y="1878"/>
                    </a:lnTo>
                    <a:lnTo>
                      <a:pt x="780" y="1896"/>
                    </a:lnTo>
                    <a:lnTo>
                      <a:pt x="822" y="1902"/>
                    </a:lnTo>
                    <a:lnTo>
                      <a:pt x="828" y="1914"/>
                    </a:lnTo>
                    <a:lnTo>
                      <a:pt x="834" y="1920"/>
                    </a:lnTo>
                    <a:lnTo>
                      <a:pt x="840" y="1932"/>
                    </a:lnTo>
                    <a:lnTo>
                      <a:pt x="846" y="1938"/>
                    </a:lnTo>
                    <a:lnTo>
                      <a:pt x="846" y="1950"/>
                    </a:lnTo>
                    <a:lnTo>
                      <a:pt x="858" y="1950"/>
                    </a:lnTo>
                    <a:lnTo>
                      <a:pt x="858" y="1944"/>
                    </a:lnTo>
                    <a:lnTo>
                      <a:pt x="864" y="1938"/>
                    </a:lnTo>
                    <a:lnTo>
                      <a:pt x="870" y="1926"/>
                    </a:lnTo>
                    <a:lnTo>
                      <a:pt x="882" y="1926"/>
                    </a:lnTo>
                    <a:lnTo>
                      <a:pt x="888" y="1932"/>
                    </a:lnTo>
                    <a:lnTo>
                      <a:pt x="894" y="1944"/>
                    </a:lnTo>
                    <a:lnTo>
                      <a:pt x="894" y="1962"/>
                    </a:lnTo>
                    <a:lnTo>
                      <a:pt x="924" y="1992"/>
                    </a:lnTo>
                    <a:lnTo>
                      <a:pt x="936" y="1998"/>
                    </a:lnTo>
                    <a:lnTo>
                      <a:pt x="942" y="1992"/>
                    </a:lnTo>
                    <a:lnTo>
                      <a:pt x="954" y="1986"/>
                    </a:lnTo>
                    <a:lnTo>
                      <a:pt x="960" y="1986"/>
                    </a:lnTo>
                    <a:lnTo>
                      <a:pt x="966" y="1992"/>
                    </a:lnTo>
                    <a:lnTo>
                      <a:pt x="966" y="1998"/>
                    </a:lnTo>
                    <a:lnTo>
                      <a:pt x="960" y="2004"/>
                    </a:lnTo>
                    <a:lnTo>
                      <a:pt x="960" y="2010"/>
                    </a:lnTo>
                    <a:lnTo>
                      <a:pt x="966" y="2010"/>
                    </a:lnTo>
                    <a:lnTo>
                      <a:pt x="972" y="2016"/>
                    </a:lnTo>
                    <a:lnTo>
                      <a:pt x="990" y="2022"/>
                    </a:lnTo>
                    <a:lnTo>
                      <a:pt x="1002" y="2022"/>
                    </a:lnTo>
                    <a:lnTo>
                      <a:pt x="1008" y="2016"/>
                    </a:lnTo>
                    <a:lnTo>
                      <a:pt x="1014" y="2016"/>
                    </a:lnTo>
                    <a:lnTo>
                      <a:pt x="1014" y="2034"/>
                    </a:lnTo>
                    <a:lnTo>
                      <a:pt x="1020" y="2040"/>
                    </a:lnTo>
                    <a:lnTo>
                      <a:pt x="1032" y="2040"/>
                    </a:lnTo>
                    <a:lnTo>
                      <a:pt x="1044" y="2028"/>
                    </a:lnTo>
                    <a:lnTo>
                      <a:pt x="1044" y="2022"/>
                    </a:lnTo>
                    <a:lnTo>
                      <a:pt x="1044" y="2034"/>
                    </a:lnTo>
                    <a:lnTo>
                      <a:pt x="1050" y="2040"/>
                    </a:lnTo>
                    <a:lnTo>
                      <a:pt x="1068" y="2040"/>
                    </a:lnTo>
                    <a:lnTo>
                      <a:pt x="1074" y="2034"/>
                    </a:lnTo>
                    <a:lnTo>
                      <a:pt x="1074" y="2028"/>
                    </a:lnTo>
                    <a:lnTo>
                      <a:pt x="1086" y="2034"/>
                    </a:lnTo>
                    <a:lnTo>
                      <a:pt x="1092" y="2040"/>
                    </a:lnTo>
                    <a:lnTo>
                      <a:pt x="1110" y="2046"/>
                    </a:lnTo>
                    <a:lnTo>
                      <a:pt x="1134" y="2058"/>
                    </a:lnTo>
                    <a:lnTo>
                      <a:pt x="1158" y="2058"/>
                    </a:lnTo>
                    <a:lnTo>
                      <a:pt x="1176" y="2040"/>
                    </a:lnTo>
                    <a:lnTo>
                      <a:pt x="1194" y="2034"/>
                    </a:lnTo>
                    <a:lnTo>
                      <a:pt x="1206" y="2028"/>
                    </a:lnTo>
                    <a:lnTo>
                      <a:pt x="1212" y="2028"/>
                    </a:lnTo>
                    <a:lnTo>
                      <a:pt x="1224" y="2034"/>
                    </a:lnTo>
                    <a:lnTo>
                      <a:pt x="1230" y="2040"/>
                    </a:lnTo>
                    <a:lnTo>
                      <a:pt x="1230" y="2088"/>
                    </a:lnTo>
                    <a:lnTo>
                      <a:pt x="1236" y="2094"/>
                    </a:lnTo>
                    <a:lnTo>
                      <a:pt x="1242" y="2094"/>
                    </a:lnTo>
                    <a:lnTo>
                      <a:pt x="1242" y="2088"/>
                    </a:lnTo>
                    <a:lnTo>
                      <a:pt x="1248" y="2082"/>
                    </a:lnTo>
                    <a:lnTo>
                      <a:pt x="1254" y="2070"/>
                    </a:lnTo>
                    <a:lnTo>
                      <a:pt x="1266" y="2052"/>
                    </a:lnTo>
                    <a:lnTo>
                      <a:pt x="1272" y="2040"/>
                    </a:lnTo>
                    <a:lnTo>
                      <a:pt x="1284" y="2028"/>
                    </a:lnTo>
                    <a:lnTo>
                      <a:pt x="1290" y="2016"/>
                    </a:lnTo>
                    <a:lnTo>
                      <a:pt x="1302" y="2016"/>
                    </a:lnTo>
                    <a:lnTo>
                      <a:pt x="1314" y="2022"/>
                    </a:lnTo>
                    <a:lnTo>
                      <a:pt x="1338" y="2022"/>
                    </a:lnTo>
                    <a:lnTo>
                      <a:pt x="1338" y="2046"/>
                    </a:lnTo>
                    <a:lnTo>
                      <a:pt x="1344" y="2046"/>
                    </a:lnTo>
                    <a:lnTo>
                      <a:pt x="1350" y="2040"/>
                    </a:lnTo>
                    <a:lnTo>
                      <a:pt x="1362" y="2034"/>
                    </a:lnTo>
                    <a:lnTo>
                      <a:pt x="1374" y="2034"/>
                    </a:lnTo>
                    <a:lnTo>
                      <a:pt x="1386" y="2028"/>
                    </a:lnTo>
                    <a:lnTo>
                      <a:pt x="1398" y="2028"/>
                    </a:lnTo>
                    <a:lnTo>
                      <a:pt x="1410" y="2034"/>
                    </a:lnTo>
                    <a:lnTo>
                      <a:pt x="1422" y="2046"/>
                    </a:lnTo>
                    <a:lnTo>
                      <a:pt x="1428" y="2058"/>
                    </a:lnTo>
                    <a:lnTo>
                      <a:pt x="1428" y="2064"/>
                    </a:lnTo>
                    <a:lnTo>
                      <a:pt x="1482" y="2064"/>
                    </a:lnTo>
                    <a:lnTo>
                      <a:pt x="1494" y="2052"/>
                    </a:lnTo>
                    <a:lnTo>
                      <a:pt x="1494" y="2034"/>
                    </a:lnTo>
                    <a:lnTo>
                      <a:pt x="1488" y="2022"/>
                    </a:lnTo>
                    <a:lnTo>
                      <a:pt x="1518" y="2022"/>
                    </a:lnTo>
                    <a:lnTo>
                      <a:pt x="1524" y="2016"/>
                    </a:lnTo>
                    <a:lnTo>
                      <a:pt x="1524" y="1992"/>
                    </a:lnTo>
                    <a:lnTo>
                      <a:pt x="1518" y="1986"/>
                    </a:lnTo>
                    <a:lnTo>
                      <a:pt x="1518" y="1980"/>
                    </a:lnTo>
                    <a:lnTo>
                      <a:pt x="1554" y="1980"/>
                    </a:lnTo>
                    <a:lnTo>
                      <a:pt x="1578" y="1956"/>
                    </a:lnTo>
                    <a:lnTo>
                      <a:pt x="1590" y="1950"/>
                    </a:lnTo>
                    <a:lnTo>
                      <a:pt x="1602" y="1938"/>
                    </a:lnTo>
                    <a:lnTo>
                      <a:pt x="1620" y="1938"/>
                    </a:lnTo>
                    <a:lnTo>
                      <a:pt x="1632" y="1944"/>
                    </a:lnTo>
                    <a:lnTo>
                      <a:pt x="1650" y="1956"/>
                    </a:lnTo>
                    <a:lnTo>
                      <a:pt x="1668" y="1956"/>
                    </a:lnTo>
                    <a:lnTo>
                      <a:pt x="1668" y="1932"/>
                    </a:lnTo>
                    <a:lnTo>
                      <a:pt x="1680" y="1920"/>
                    </a:lnTo>
                    <a:lnTo>
                      <a:pt x="1716" y="1938"/>
                    </a:lnTo>
                    <a:lnTo>
                      <a:pt x="1722" y="1944"/>
                    </a:lnTo>
                    <a:lnTo>
                      <a:pt x="1710" y="1956"/>
                    </a:lnTo>
                    <a:lnTo>
                      <a:pt x="1704" y="1956"/>
                    </a:lnTo>
                    <a:lnTo>
                      <a:pt x="1710" y="1962"/>
                    </a:lnTo>
                    <a:lnTo>
                      <a:pt x="1740" y="1962"/>
                    </a:lnTo>
                    <a:lnTo>
                      <a:pt x="1758" y="1992"/>
                    </a:lnTo>
                    <a:lnTo>
                      <a:pt x="1752" y="1992"/>
                    </a:lnTo>
                    <a:lnTo>
                      <a:pt x="1740" y="2004"/>
                    </a:lnTo>
                    <a:lnTo>
                      <a:pt x="1740" y="2010"/>
                    </a:lnTo>
                    <a:lnTo>
                      <a:pt x="1806" y="2010"/>
                    </a:lnTo>
                    <a:lnTo>
                      <a:pt x="1812" y="2016"/>
                    </a:lnTo>
                    <a:lnTo>
                      <a:pt x="1818" y="2016"/>
                    </a:lnTo>
                    <a:lnTo>
                      <a:pt x="1824" y="1998"/>
                    </a:lnTo>
                    <a:lnTo>
                      <a:pt x="1830" y="1998"/>
                    </a:lnTo>
                    <a:lnTo>
                      <a:pt x="1836" y="2004"/>
                    </a:lnTo>
                    <a:lnTo>
                      <a:pt x="1842" y="2016"/>
                    </a:lnTo>
                    <a:lnTo>
                      <a:pt x="1854" y="2022"/>
                    </a:lnTo>
                    <a:lnTo>
                      <a:pt x="1872" y="2058"/>
                    </a:lnTo>
                    <a:lnTo>
                      <a:pt x="1878" y="2064"/>
                    </a:lnTo>
                    <a:lnTo>
                      <a:pt x="1878" y="2070"/>
                    </a:lnTo>
                    <a:lnTo>
                      <a:pt x="1914" y="2070"/>
                    </a:lnTo>
                    <a:lnTo>
                      <a:pt x="1920" y="2076"/>
                    </a:lnTo>
                    <a:lnTo>
                      <a:pt x="1920" y="2106"/>
                    </a:lnTo>
                    <a:lnTo>
                      <a:pt x="1932" y="2130"/>
                    </a:lnTo>
                    <a:lnTo>
                      <a:pt x="1944" y="2190"/>
                    </a:lnTo>
                    <a:lnTo>
                      <a:pt x="1932" y="2190"/>
                    </a:lnTo>
                    <a:lnTo>
                      <a:pt x="1926" y="2196"/>
                    </a:lnTo>
                    <a:lnTo>
                      <a:pt x="1914" y="2196"/>
                    </a:lnTo>
                    <a:lnTo>
                      <a:pt x="1932" y="2214"/>
                    </a:lnTo>
                    <a:lnTo>
                      <a:pt x="1932" y="2220"/>
                    </a:lnTo>
                    <a:lnTo>
                      <a:pt x="1926" y="2232"/>
                    </a:lnTo>
                    <a:lnTo>
                      <a:pt x="1920" y="2238"/>
                    </a:lnTo>
                    <a:lnTo>
                      <a:pt x="1908" y="2238"/>
                    </a:lnTo>
                    <a:lnTo>
                      <a:pt x="1902" y="2232"/>
                    </a:lnTo>
                    <a:lnTo>
                      <a:pt x="1902" y="2268"/>
                    </a:lnTo>
                    <a:lnTo>
                      <a:pt x="1896" y="2274"/>
                    </a:lnTo>
                    <a:lnTo>
                      <a:pt x="1884" y="2274"/>
                    </a:lnTo>
                    <a:lnTo>
                      <a:pt x="1890" y="2304"/>
                    </a:lnTo>
                    <a:lnTo>
                      <a:pt x="1878" y="2304"/>
                    </a:lnTo>
                    <a:lnTo>
                      <a:pt x="1878" y="2322"/>
                    </a:lnTo>
                    <a:lnTo>
                      <a:pt x="1896" y="2340"/>
                    </a:lnTo>
                    <a:lnTo>
                      <a:pt x="1902" y="2352"/>
                    </a:lnTo>
                    <a:lnTo>
                      <a:pt x="1890" y="2370"/>
                    </a:lnTo>
                    <a:lnTo>
                      <a:pt x="1902" y="2364"/>
                    </a:lnTo>
                    <a:lnTo>
                      <a:pt x="1908" y="2358"/>
                    </a:lnTo>
                    <a:lnTo>
                      <a:pt x="1920" y="2358"/>
                    </a:lnTo>
                    <a:lnTo>
                      <a:pt x="1926" y="2352"/>
                    </a:lnTo>
                    <a:lnTo>
                      <a:pt x="1986" y="2352"/>
                    </a:lnTo>
                    <a:lnTo>
                      <a:pt x="1956" y="2376"/>
                    </a:lnTo>
                    <a:lnTo>
                      <a:pt x="1980" y="2394"/>
                    </a:lnTo>
                    <a:lnTo>
                      <a:pt x="1992" y="2436"/>
                    </a:lnTo>
                    <a:lnTo>
                      <a:pt x="2022" y="2436"/>
                    </a:lnTo>
                    <a:lnTo>
                      <a:pt x="2034" y="2442"/>
                    </a:lnTo>
                    <a:lnTo>
                      <a:pt x="2040" y="2448"/>
                    </a:lnTo>
                    <a:lnTo>
                      <a:pt x="2040" y="2454"/>
                    </a:lnTo>
                    <a:lnTo>
                      <a:pt x="2034" y="2460"/>
                    </a:lnTo>
                    <a:lnTo>
                      <a:pt x="2022" y="2460"/>
                    </a:lnTo>
                    <a:lnTo>
                      <a:pt x="2016" y="2466"/>
                    </a:lnTo>
                    <a:lnTo>
                      <a:pt x="2028" y="2478"/>
                    </a:lnTo>
                    <a:lnTo>
                      <a:pt x="2028" y="2490"/>
                    </a:lnTo>
                    <a:lnTo>
                      <a:pt x="2022" y="2496"/>
                    </a:lnTo>
                    <a:lnTo>
                      <a:pt x="2022" y="2502"/>
                    </a:lnTo>
                    <a:lnTo>
                      <a:pt x="2016" y="2514"/>
                    </a:lnTo>
                    <a:lnTo>
                      <a:pt x="2070" y="2520"/>
                    </a:lnTo>
                    <a:lnTo>
                      <a:pt x="2082" y="2550"/>
                    </a:lnTo>
                    <a:lnTo>
                      <a:pt x="2094" y="2550"/>
                    </a:lnTo>
                    <a:lnTo>
                      <a:pt x="2094" y="2568"/>
                    </a:lnTo>
                    <a:lnTo>
                      <a:pt x="2136" y="2568"/>
                    </a:lnTo>
                    <a:lnTo>
                      <a:pt x="2136" y="2562"/>
                    </a:lnTo>
                    <a:lnTo>
                      <a:pt x="2154" y="2544"/>
                    </a:lnTo>
                    <a:lnTo>
                      <a:pt x="2166" y="2544"/>
                    </a:lnTo>
                    <a:lnTo>
                      <a:pt x="2172" y="2550"/>
                    </a:lnTo>
                    <a:lnTo>
                      <a:pt x="2172" y="2592"/>
                    </a:lnTo>
                    <a:lnTo>
                      <a:pt x="2214" y="2592"/>
                    </a:lnTo>
                    <a:lnTo>
                      <a:pt x="2214" y="2556"/>
                    </a:lnTo>
                    <a:lnTo>
                      <a:pt x="2190" y="2532"/>
                    </a:lnTo>
                    <a:lnTo>
                      <a:pt x="2190" y="2490"/>
                    </a:lnTo>
                    <a:lnTo>
                      <a:pt x="2196" y="2484"/>
                    </a:lnTo>
                    <a:lnTo>
                      <a:pt x="2232" y="2490"/>
                    </a:lnTo>
                    <a:lnTo>
                      <a:pt x="2232" y="2472"/>
                    </a:lnTo>
                    <a:lnTo>
                      <a:pt x="2238" y="2460"/>
                    </a:lnTo>
                    <a:lnTo>
                      <a:pt x="2250" y="2460"/>
                    </a:lnTo>
                    <a:lnTo>
                      <a:pt x="2274" y="2484"/>
                    </a:lnTo>
                    <a:lnTo>
                      <a:pt x="2286" y="2484"/>
                    </a:lnTo>
                    <a:lnTo>
                      <a:pt x="2292" y="2478"/>
                    </a:lnTo>
                    <a:lnTo>
                      <a:pt x="2298" y="2466"/>
                    </a:lnTo>
                    <a:lnTo>
                      <a:pt x="2304" y="2460"/>
                    </a:lnTo>
                    <a:lnTo>
                      <a:pt x="2322" y="2478"/>
                    </a:lnTo>
                    <a:lnTo>
                      <a:pt x="2322" y="2460"/>
                    </a:lnTo>
                    <a:lnTo>
                      <a:pt x="2328" y="2460"/>
                    </a:lnTo>
                    <a:lnTo>
                      <a:pt x="2340" y="2478"/>
                    </a:lnTo>
                    <a:lnTo>
                      <a:pt x="2346" y="2484"/>
                    </a:lnTo>
                    <a:lnTo>
                      <a:pt x="2364" y="2484"/>
                    </a:lnTo>
                    <a:lnTo>
                      <a:pt x="2364" y="2472"/>
                    </a:lnTo>
                    <a:lnTo>
                      <a:pt x="2352" y="2460"/>
                    </a:lnTo>
                    <a:lnTo>
                      <a:pt x="2370" y="2460"/>
                    </a:lnTo>
                    <a:lnTo>
                      <a:pt x="2376" y="2466"/>
                    </a:lnTo>
                    <a:lnTo>
                      <a:pt x="2382" y="2460"/>
                    </a:lnTo>
                    <a:lnTo>
                      <a:pt x="2400" y="2460"/>
                    </a:lnTo>
                    <a:lnTo>
                      <a:pt x="2400" y="2454"/>
                    </a:lnTo>
                    <a:lnTo>
                      <a:pt x="2406" y="2442"/>
                    </a:lnTo>
                    <a:lnTo>
                      <a:pt x="2406" y="2430"/>
                    </a:lnTo>
                    <a:lnTo>
                      <a:pt x="2412" y="2424"/>
                    </a:lnTo>
                    <a:lnTo>
                      <a:pt x="2424" y="2418"/>
                    </a:lnTo>
                    <a:lnTo>
                      <a:pt x="2430" y="2412"/>
                    </a:lnTo>
                    <a:lnTo>
                      <a:pt x="2436" y="2412"/>
                    </a:lnTo>
                    <a:lnTo>
                      <a:pt x="2466" y="2448"/>
                    </a:lnTo>
                    <a:lnTo>
                      <a:pt x="2496" y="2442"/>
                    </a:lnTo>
                    <a:lnTo>
                      <a:pt x="2508" y="2454"/>
                    </a:lnTo>
                    <a:lnTo>
                      <a:pt x="2538" y="2454"/>
                    </a:lnTo>
                    <a:lnTo>
                      <a:pt x="2544" y="2460"/>
                    </a:lnTo>
                    <a:lnTo>
                      <a:pt x="2544" y="2466"/>
                    </a:lnTo>
                    <a:lnTo>
                      <a:pt x="2526" y="2484"/>
                    </a:lnTo>
                    <a:lnTo>
                      <a:pt x="2532" y="2502"/>
                    </a:lnTo>
                    <a:lnTo>
                      <a:pt x="2544" y="2508"/>
                    </a:lnTo>
                    <a:lnTo>
                      <a:pt x="2544" y="2526"/>
                    </a:lnTo>
                    <a:lnTo>
                      <a:pt x="2562" y="2526"/>
                    </a:lnTo>
                    <a:lnTo>
                      <a:pt x="2568" y="2532"/>
                    </a:lnTo>
                    <a:lnTo>
                      <a:pt x="2574" y="2544"/>
                    </a:lnTo>
                    <a:lnTo>
                      <a:pt x="2586" y="2550"/>
                    </a:lnTo>
                    <a:lnTo>
                      <a:pt x="2616" y="2550"/>
                    </a:lnTo>
                    <a:lnTo>
                      <a:pt x="2622" y="2556"/>
                    </a:lnTo>
                    <a:lnTo>
                      <a:pt x="2628" y="2556"/>
                    </a:lnTo>
                    <a:lnTo>
                      <a:pt x="2676" y="2526"/>
                    </a:lnTo>
                    <a:lnTo>
                      <a:pt x="2694" y="2538"/>
                    </a:lnTo>
                    <a:lnTo>
                      <a:pt x="2718" y="2538"/>
                    </a:lnTo>
                    <a:lnTo>
                      <a:pt x="2736" y="2544"/>
                    </a:lnTo>
                    <a:lnTo>
                      <a:pt x="2748" y="2544"/>
                    </a:lnTo>
                    <a:lnTo>
                      <a:pt x="2760" y="2550"/>
                    </a:lnTo>
                    <a:lnTo>
                      <a:pt x="2766" y="2556"/>
                    </a:lnTo>
                    <a:lnTo>
                      <a:pt x="2772" y="2568"/>
                    </a:lnTo>
                    <a:lnTo>
                      <a:pt x="2766" y="2580"/>
                    </a:lnTo>
                    <a:lnTo>
                      <a:pt x="2766" y="2604"/>
                    </a:lnTo>
                    <a:lnTo>
                      <a:pt x="2760" y="2616"/>
                    </a:lnTo>
                    <a:lnTo>
                      <a:pt x="2766" y="2628"/>
                    </a:lnTo>
                    <a:lnTo>
                      <a:pt x="2772" y="2634"/>
                    </a:lnTo>
                    <a:lnTo>
                      <a:pt x="2784" y="2640"/>
                    </a:lnTo>
                    <a:lnTo>
                      <a:pt x="2790" y="2652"/>
                    </a:lnTo>
                    <a:lnTo>
                      <a:pt x="2802" y="2658"/>
                    </a:lnTo>
                    <a:lnTo>
                      <a:pt x="2808" y="2664"/>
                    </a:lnTo>
                    <a:lnTo>
                      <a:pt x="2826" y="2664"/>
                    </a:lnTo>
                    <a:lnTo>
                      <a:pt x="2832" y="2640"/>
                    </a:lnTo>
                    <a:lnTo>
                      <a:pt x="2832" y="2634"/>
                    </a:lnTo>
                    <a:lnTo>
                      <a:pt x="2826" y="2628"/>
                    </a:lnTo>
                    <a:lnTo>
                      <a:pt x="2826" y="2586"/>
                    </a:lnTo>
                    <a:lnTo>
                      <a:pt x="2832" y="2568"/>
                    </a:lnTo>
                    <a:lnTo>
                      <a:pt x="2844" y="2556"/>
                    </a:lnTo>
                    <a:lnTo>
                      <a:pt x="2856" y="2550"/>
                    </a:lnTo>
                    <a:lnTo>
                      <a:pt x="2886" y="2550"/>
                    </a:lnTo>
                    <a:lnTo>
                      <a:pt x="2898" y="2544"/>
                    </a:lnTo>
                    <a:lnTo>
                      <a:pt x="2910" y="2544"/>
                    </a:lnTo>
                    <a:lnTo>
                      <a:pt x="2922" y="2538"/>
                    </a:lnTo>
                    <a:lnTo>
                      <a:pt x="2940" y="2538"/>
                    </a:lnTo>
                    <a:lnTo>
                      <a:pt x="2964" y="2532"/>
                    </a:lnTo>
                    <a:lnTo>
                      <a:pt x="2982" y="2526"/>
                    </a:lnTo>
                    <a:lnTo>
                      <a:pt x="3000" y="2508"/>
                    </a:lnTo>
                    <a:lnTo>
                      <a:pt x="3000" y="2466"/>
                    </a:lnTo>
                    <a:lnTo>
                      <a:pt x="3006" y="2454"/>
                    </a:lnTo>
                    <a:lnTo>
                      <a:pt x="3012" y="2448"/>
                    </a:lnTo>
                    <a:lnTo>
                      <a:pt x="3024" y="2460"/>
                    </a:lnTo>
                    <a:lnTo>
                      <a:pt x="3036" y="2484"/>
                    </a:lnTo>
                    <a:lnTo>
                      <a:pt x="3042" y="2490"/>
                    </a:lnTo>
                    <a:lnTo>
                      <a:pt x="3048" y="2490"/>
                    </a:lnTo>
                    <a:lnTo>
                      <a:pt x="3054" y="2484"/>
                    </a:lnTo>
                    <a:lnTo>
                      <a:pt x="3066" y="2478"/>
                    </a:lnTo>
                    <a:lnTo>
                      <a:pt x="3072" y="2466"/>
                    </a:lnTo>
                    <a:lnTo>
                      <a:pt x="3090" y="2448"/>
                    </a:lnTo>
                    <a:lnTo>
                      <a:pt x="3096" y="2436"/>
                    </a:lnTo>
                    <a:lnTo>
                      <a:pt x="3114" y="2454"/>
                    </a:lnTo>
                    <a:lnTo>
                      <a:pt x="3144" y="2442"/>
                    </a:lnTo>
                    <a:lnTo>
                      <a:pt x="3150" y="2442"/>
                    </a:lnTo>
                    <a:lnTo>
                      <a:pt x="3156" y="2448"/>
                    </a:lnTo>
                    <a:lnTo>
                      <a:pt x="3186" y="2448"/>
                    </a:lnTo>
                    <a:lnTo>
                      <a:pt x="3234" y="2424"/>
                    </a:lnTo>
                    <a:lnTo>
                      <a:pt x="3288" y="2370"/>
                    </a:lnTo>
                    <a:lnTo>
                      <a:pt x="3294" y="2358"/>
                    </a:lnTo>
                    <a:lnTo>
                      <a:pt x="3300" y="2352"/>
                    </a:lnTo>
                    <a:lnTo>
                      <a:pt x="3294" y="2340"/>
                    </a:lnTo>
                    <a:lnTo>
                      <a:pt x="3294" y="2334"/>
                    </a:lnTo>
                    <a:lnTo>
                      <a:pt x="3288" y="2322"/>
                    </a:lnTo>
                    <a:lnTo>
                      <a:pt x="3282" y="2316"/>
                    </a:lnTo>
                    <a:lnTo>
                      <a:pt x="3300" y="2316"/>
                    </a:lnTo>
                    <a:lnTo>
                      <a:pt x="3312" y="2286"/>
                    </a:lnTo>
                    <a:lnTo>
                      <a:pt x="3336" y="2286"/>
                    </a:lnTo>
                    <a:lnTo>
                      <a:pt x="3348" y="2250"/>
                    </a:lnTo>
                    <a:lnTo>
                      <a:pt x="3360" y="2250"/>
                    </a:lnTo>
                    <a:lnTo>
                      <a:pt x="3360" y="2208"/>
                    </a:lnTo>
                    <a:lnTo>
                      <a:pt x="3372" y="2208"/>
                    </a:lnTo>
                    <a:lnTo>
                      <a:pt x="3384" y="2196"/>
                    </a:lnTo>
                    <a:lnTo>
                      <a:pt x="3384" y="2172"/>
                    </a:lnTo>
                    <a:lnTo>
                      <a:pt x="3378" y="2160"/>
                    </a:lnTo>
                    <a:lnTo>
                      <a:pt x="3372" y="2154"/>
                    </a:lnTo>
                    <a:lnTo>
                      <a:pt x="3372" y="2142"/>
                    </a:lnTo>
                    <a:lnTo>
                      <a:pt x="3378" y="2136"/>
                    </a:lnTo>
                    <a:lnTo>
                      <a:pt x="3384" y="2136"/>
                    </a:lnTo>
                    <a:lnTo>
                      <a:pt x="3390" y="2130"/>
                    </a:lnTo>
                    <a:lnTo>
                      <a:pt x="3402" y="2124"/>
                    </a:lnTo>
                    <a:lnTo>
                      <a:pt x="3408" y="2118"/>
                    </a:lnTo>
                    <a:lnTo>
                      <a:pt x="3408" y="2094"/>
                    </a:lnTo>
                    <a:lnTo>
                      <a:pt x="3390" y="2076"/>
                    </a:lnTo>
                    <a:lnTo>
                      <a:pt x="3390" y="2064"/>
                    </a:lnTo>
                    <a:lnTo>
                      <a:pt x="3402" y="2058"/>
                    </a:lnTo>
                    <a:lnTo>
                      <a:pt x="3408" y="2052"/>
                    </a:lnTo>
                    <a:lnTo>
                      <a:pt x="3408" y="2016"/>
                    </a:lnTo>
                    <a:lnTo>
                      <a:pt x="3414" y="2016"/>
                    </a:lnTo>
                    <a:lnTo>
                      <a:pt x="3420" y="2010"/>
                    </a:lnTo>
                    <a:lnTo>
                      <a:pt x="3456" y="1992"/>
                    </a:lnTo>
                    <a:lnTo>
                      <a:pt x="3462" y="1980"/>
                    </a:lnTo>
                    <a:lnTo>
                      <a:pt x="3462" y="1962"/>
                    </a:lnTo>
                    <a:lnTo>
                      <a:pt x="3456" y="1956"/>
                    </a:lnTo>
                    <a:lnTo>
                      <a:pt x="3444" y="1956"/>
                    </a:lnTo>
                    <a:lnTo>
                      <a:pt x="3450" y="1956"/>
                    </a:lnTo>
                    <a:lnTo>
                      <a:pt x="3456" y="1950"/>
                    </a:lnTo>
                    <a:lnTo>
                      <a:pt x="3468" y="1950"/>
                    </a:lnTo>
                    <a:lnTo>
                      <a:pt x="3480" y="1944"/>
                    </a:lnTo>
                    <a:lnTo>
                      <a:pt x="3492" y="1932"/>
                    </a:lnTo>
                    <a:lnTo>
                      <a:pt x="3474" y="1914"/>
                    </a:lnTo>
                    <a:lnTo>
                      <a:pt x="3468" y="1914"/>
                    </a:lnTo>
                    <a:lnTo>
                      <a:pt x="3486" y="1896"/>
                    </a:lnTo>
                    <a:lnTo>
                      <a:pt x="3498" y="1872"/>
                    </a:lnTo>
                    <a:lnTo>
                      <a:pt x="3504" y="1866"/>
                    </a:lnTo>
                    <a:lnTo>
                      <a:pt x="3504" y="1854"/>
                    </a:lnTo>
                    <a:lnTo>
                      <a:pt x="3498" y="1848"/>
                    </a:lnTo>
                    <a:lnTo>
                      <a:pt x="3474" y="1842"/>
                    </a:lnTo>
                    <a:lnTo>
                      <a:pt x="3438" y="1848"/>
                    </a:lnTo>
                    <a:lnTo>
                      <a:pt x="3396" y="1854"/>
                    </a:lnTo>
                    <a:lnTo>
                      <a:pt x="3366" y="1860"/>
                    </a:lnTo>
                    <a:lnTo>
                      <a:pt x="3354" y="1866"/>
                    </a:lnTo>
                    <a:lnTo>
                      <a:pt x="3336" y="1848"/>
                    </a:lnTo>
                    <a:lnTo>
                      <a:pt x="3378" y="1848"/>
                    </a:lnTo>
                    <a:lnTo>
                      <a:pt x="3378" y="1836"/>
                    </a:lnTo>
                    <a:lnTo>
                      <a:pt x="3384" y="1824"/>
                    </a:lnTo>
                    <a:lnTo>
                      <a:pt x="3390" y="1818"/>
                    </a:lnTo>
                    <a:lnTo>
                      <a:pt x="3402" y="1812"/>
                    </a:lnTo>
                    <a:lnTo>
                      <a:pt x="3432" y="1812"/>
                    </a:lnTo>
                    <a:lnTo>
                      <a:pt x="3426" y="1800"/>
                    </a:lnTo>
                    <a:lnTo>
                      <a:pt x="3420" y="1794"/>
                    </a:lnTo>
                    <a:lnTo>
                      <a:pt x="3414" y="1782"/>
                    </a:lnTo>
                    <a:lnTo>
                      <a:pt x="3414" y="1776"/>
                    </a:lnTo>
                    <a:lnTo>
                      <a:pt x="3408" y="1770"/>
                    </a:lnTo>
                    <a:lnTo>
                      <a:pt x="3390" y="1770"/>
                    </a:lnTo>
                    <a:lnTo>
                      <a:pt x="3378" y="1764"/>
                    </a:lnTo>
                    <a:lnTo>
                      <a:pt x="3366" y="1764"/>
                    </a:lnTo>
                    <a:lnTo>
                      <a:pt x="3354" y="1746"/>
                    </a:lnTo>
                    <a:lnTo>
                      <a:pt x="3342" y="1746"/>
                    </a:lnTo>
                    <a:lnTo>
                      <a:pt x="3336" y="1734"/>
                    </a:lnTo>
                    <a:lnTo>
                      <a:pt x="3324" y="1728"/>
                    </a:lnTo>
                    <a:lnTo>
                      <a:pt x="3294" y="1728"/>
                    </a:lnTo>
                    <a:lnTo>
                      <a:pt x="3288" y="1734"/>
                    </a:lnTo>
                    <a:lnTo>
                      <a:pt x="3282" y="1734"/>
                    </a:lnTo>
                    <a:lnTo>
                      <a:pt x="3246" y="1686"/>
                    </a:lnTo>
                    <a:lnTo>
                      <a:pt x="3252" y="1698"/>
                    </a:lnTo>
                    <a:lnTo>
                      <a:pt x="3264" y="1704"/>
                    </a:lnTo>
                    <a:lnTo>
                      <a:pt x="3270" y="1710"/>
                    </a:lnTo>
                    <a:lnTo>
                      <a:pt x="3282" y="1716"/>
                    </a:lnTo>
                    <a:lnTo>
                      <a:pt x="3294" y="1716"/>
                    </a:lnTo>
                    <a:lnTo>
                      <a:pt x="3300" y="1710"/>
                    </a:lnTo>
                    <a:lnTo>
                      <a:pt x="3306" y="1710"/>
                    </a:lnTo>
                    <a:lnTo>
                      <a:pt x="3336" y="1716"/>
                    </a:lnTo>
                    <a:lnTo>
                      <a:pt x="3348" y="1734"/>
                    </a:lnTo>
                    <a:lnTo>
                      <a:pt x="3366" y="1728"/>
                    </a:lnTo>
                    <a:lnTo>
                      <a:pt x="3408" y="1740"/>
                    </a:lnTo>
                    <a:lnTo>
                      <a:pt x="3390" y="1716"/>
                    </a:lnTo>
                    <a:lnTo>
                      <a:pt x="3372" y="1710"/>
                    </a:lnTo>
                    <a:lnTo>
                      <a:pt x="3372" y="1692"/>
                    </a:lnTo>
                    <a:lnTo>
                      <a:pt x="3360" y="1680"/>
                    </a:lnTo>
                    <a:lnTo>
                      <a:pt x="3348" y="1674"/>
                    </a:lnTo>
                    <a:lnTo>
                      <a:pt x="3330" y="1674"/>
                    </a:lnTo>
                    <a:lnTo>
                      <a:pt x="3318" y="1662"/>
                    </a:lnTo>
                    <a:lnTo>
                      <a:pt x="3318" y="1650"/>
                    </a:lnTo>
                    <a:lnTo>
                      <a:pt x="3312" y="1644"/>
                    </a:lnTo>
                    <a:lnTo>
                      <a:pt x="3312" y="1632"/>
                    </a:lnTo>
                    <a:lnTo>
                      <a:pt x="3234" y="1530"/>
                    </a:lnTo>
                    <a:lnTo>
                      <a:pt x="3198" y="1524"/>
                    </a:lnTo>
                    <a:lnTo>
                      <a:pt x="3162" y="1494"/>
                    </a:lnTo>
                    <a:lnTo>
                      <a:pt x="3144" y="1500"/>
                    </a:lnTo>
                    <a:lnTo>
                      <a:pt x="3138" y="1488"/>
                    </a:lnTo>
                    <a:lnTo>
                      <a:pt x="3132" y="1482"/>
                    </a:lnTo>
                    <a:lnTo>
                      <a:pt x="3132" y="1470"/>
                    </a:lnTo>
                    <a:lnTo>
                      <a:pt x="3126" y="1464"/>
                    </a:lnTo>
                    <a:lnTo>
                      <a:pt x="3138" y="1452"/>
                    </a:lnTo>
                    <a:lnTo>
                      <a:pt x="3150" y="1446"/>
                    </a:lnTo>
                    <a:lnTo>
                      <a:pt x="3156" y="1434"/>
                    </a:lnTo>
                    <a:lnTo>
                      <a:pt x="3162" y="1428"/>
                    </a:lnTo>
                    <a:lnTo>
                      <a:pt x="3168" y="1416"/>
                    </a:lnTo>
                    <a:lnTo>
                      <a:pt x="3168" y="1410"/>
                    </a:lnTo>
                    <a:lnTo>
                      <a:pt x="3162" y="1398"/>
                    </a:lnTo>
                    <a:lnTo>
                      <a:pt x="3162" y="1392"/>
                    </a:lnTo>
                    <a:lnTo>
                      <a:pt x="3156" y="1380"/>
                    </a:lnTo>
                    <a:lnTo>
                      <a:pt x="3168" y="1386"/>
                    </a:lnTo>
                    <a:lnTo>
                      <a:pt x="3174" y="1392"/>
                    </a:lnTo>
                    <a:lnTo>
                      <a:pt x="3186" y="1398"/>
                    </a:lnTo>
                    <a:lnTo>
                      <a:pt x="3198" y="1386"/>
                    </a:lnTo>
                    <a:lnTo>
                      <a:pt x="3198" y="1368"/>
                    </a:lnTo>
                    <a:lnTo>
                      <a:pt x="3192" y="1356"/>
                    </a:lnTo>
                    <a:lnTo>
                      <a:pt x="3192" y="1344"/>
                    </a:lnTo>
                    <a:lnTo>
                      <a:pt x="3216" y="1344"/>
                    </a:lnTo>
                    <a:lnTo>
                      <a:pt x="3252" y="1320"/>
                    </a:lnTo>
                    <a:lnTo>
                      <a:pt x="3264" y="1320"/>
                    </a:lnTo>
                    <a:lnTo>
                      <a:pt x="3270" y="1326"/>
                    </a:lnTo>
                    <a:lnTo>
                      <a:pt x="3294" y="1326"/>
                    </a:lnTo>
                    <a:lnTo>
                      <a:pt x="3294" y="1320"/>
                    </a:lnTo>
                    <a:lnTo>
                      <a:pt x="3288" y="1314"/>
                    </a:lnTo>
                    <a:lnTo>
                      <a:pt x="3288" y="1308"/>
                    </a:lnTo>
                    <a:lnTo>
                      <a:pt x="3282" y="1302"/>
                    </a:lnTo>
                    <a:lnTo>
                      <a:pt x="3288" y="1278"/>
                    </a:lnTo>
                    <a:lnTo>
                      <a:pt x="3258" y="1278"/>
                    </a:lnTo>
                    <a:lnTo>
                      <a:pt x="3246" y="1266"/>
                    </a:lnTo>
                    <a:lnTo>
                      <a:pt x="3240" y="1278"/>
                    </a:lnTo>
                    <a:lnTo>
                      <a:pt x="3204" y="1278"/>
                    </a:lnTo>
                    <a:lnTo>
                      <a:pt x="3198" y="1272"/>
                    </a:lnTo>
                    <a:lnTo>
                      <a:pt x="3192" y="1260"/>
                    </a:lnTo>
                    <a:lnTo>
                      <a:pt x="3180" y="1254"/>
                    </a:lnTo>
                    <a:lnTo>
                      <a:pt x="3174" y="1248"/>
                    </a:lnTo>
                    <a:lnTo>
                      <a:pt x="3150" y="1248"/>
                    </a:lnTo>
                    <a:lnTo>
                      <a:pt x="3144" y="1260"/>
                    </a:lnTo>
                    <a:lnTo>
                      <a:pt x="3132" y="1266"/>
                    </a:lnTo>
                    <a:lnTo>
                      <a:pt x="3114" y="1284"/>
                    </a:lnTo>
                    <a:lnTo>
                      <a:pt x="3114" y="1296"/>
                    </a:lnTo>
                    <a:lnTo>
                      <a:pt x="3108" y="1302"/>
                    </a:lnTo>
                    <a:lnTo>
                      <a:pt x="3108" y="1308"/>
                    </a:lnTo>
                    <a:lnTo>
                      <a:pt x="3078" y="1308"/>
                    </a:lnTo>
                    <a:lnTo>
                      <a:pt x="3054" y="1296"/>
                    </a:lnTo>
                    <a:lnTo>
                      <a:pt x="3048" y="1290"/>
                    </a:lnTo>
                    <a:lnTo>
                      <a:pt x="3042" y="1278"/>
                    </a:lnTo>
                    <a:lnTo>
                      <a:pt x="3030" y="1242"/>
                    </a:lnTo>
                    <a:lnTo>
                      <a:pt x="3024" y="1230"/>
                    </a:lnTo>
                    <a:lnTo>
                      <a:pt x="3018" y="1224"/>
                    </a:lnTo>
                    <a:lnTo>
                      <a:pt x="3006" y="1224"/>
                    </a:lnTo>
                    <a:lnTo>
                      <a:pt x="3000" y="1230"/>
                    </a:lnTo>
                    <a:lnTo>
                      <a:pt x="3000" y="1242"/>
                    </a:lnTo>
                    <a:lnTo>
                      <a:pt x="2988" y="1224"/>
                    </a:lnTo>
                    <a:lnTo>
                      <a:pt x="2952" y="1224"/>
                    </a:lnTo>
                    <a:lnTo>
                      <a:pt x="2940" y="1218"/>
                    </a:lnTo>
                    <a:lnTo>
                      <a:pt x="2934" y="1212"/>
                    </a:lnTo>
                    <a:lnTo>
                      <a:pt x="2928" y="1200"/>
                    </a:lnTo>
                    <a:lnTo>
                      <a:pt x="2916" y="1194"/>
                    </a:lnTo>
                    <a:lnTo>
                      <a:pt x="2910" y="1182"/>
                    </a:lnTo>
                    <a:lnTo>
                      <a:pt x="2910" y="1140"/>
                    </a:lnTo>
                    <a:lnTo>
                      <a:pt x="2928" y="1140"/>
                    </a:lnTo>
                    <a:lnTo>
                      <a:pt x="2940" y="1152"/>
                    </a:lnTo>
                    <a:lnTo>
                      <a:pt x="2946" y="1152"/>
                    </a:lnTo>
                    <a:lnTo>
                      <a:pt x="2952" y="1146"/>
                    </a:lnTo>
                    <a:lnTo>
                      <a:pt x="2952" y="1140"/>
                    </a:lnTo>
                    <a:lnTo>
                      <a:pt x="2958" y="1134"/>
                    </a:lnTo>
                    <a:lnTo>
                      <a:pt x="2964" y="1134"/>
                    </a:lnTo>
                    <a:lnTo>
                      <a:pt x="2970" y="1140"/>
                    </a:lnTo>
                    <a:lnTo>
                      <a:pt x="2982" y="1140"/>
                    </a:lnTo>
                    <a:lnTo>
                      <a:pt x="2994" y="1134"/>
                    </a:lnTo>
                    <a:lnTo>
                      <a:pt x="3000" y="1128"/>
                    </a:lnTo>
                    <a:lnTo>
                      <a:pt x="3000" y="1116"/>
                    </a:lnTo>
                    <a:lnTo>
                      <a:pt x="2994" y="1110"/>
                    </a:lnTo>
                    <a:lnTo>
                      <a:pt x="2994" y="1086"/>
                    </a:lnTo>
                    <a:lnTo>
                      <a:pt x="3000" y="1074"/>
                    </a:lnTo>
                    <a:lnTo>
                      <a:pt x="3000" y="1068"/>
                    </a:lnTo>
                    <a:lnTo>
                      <a:pt x="3036" y="1068"/>
                    </a:lnTo>
                    <a:lnTo>
                      <a:pt x="3042" y="1062"/>
                    </a:lnTo>
                    <a:lnTo>
                      <a:pt x="3048" y="1050"/>
                    </a:lnTo>
                    <a:lnTo>
                      <a:pt x="3048" y="1038"/>
                    </a:lnTo>
                    <a:lnTo>
                      <a:pt x="3054" y="1032"/>
                    </a:lnTo>
                    <a:lnTo>
                      <a:pt x="3054" y="1026"/>
                    </a:lnTo>
                    <a:lnTo>
                      <a:pt x="3072" y="1014"/>
                    </a:lnTo>
                    <a:lnTo>
                      <a:pt x="3060" y="1002"/>
                    </a:lnTo>
                    <a:lnTo>
                      <a:pt x="3096" y="1014"/>
                    </a:lnTo>
                    <a:lnTo>
                      <a:pt x="3114" y="996"/>
                    </a:lnTo>
                    <a:lnTo>
                      <a:pt x="3126" y="1002"/>
                    </a:lnTo>
                    <a:lnTo>
                      <a:pt x="3132" y="1014"/>
                    </a:lnTo>
                    <a:lnTo>
                      <a:pt x="3144" y="1020"/>
                    </a:lnTo>
                    <a:lnTo>
                      <a:pt x="3156" y="1044"/>
                    </a:lnTo>
                    <a:lnTo>
                      <a:pt x="3156" y="1050"/>
                    </a:lnTo>
                    <a:lnTo>
                      <a:pt x="3144" y="1074"/>
                    </a:lnTo>
                    <a:lnTo>
                      <a:pt x="3126" y="1092"/>
                    </a:lnTo>
                    <a:lnTo>
                      <a:pt x="3126" y="1104"/>
                    </a:lnTo>
                    <a:lnTo>
                      <a:pt x="3132" y="1116"/>
                    </a:lnTo>
                    <a:lnTo>
                      <a:pt x="3144" y="1128"/>
                    </a:lnTo>
                    <a:lnTo>
                      <a:pt x="3150" y="1128"/>
                    </a:lnTo>
                    <a:lnTo>
                      <a:pt x="3162" y="1122"/>
                    </a:lnTo>
                    <a:lnTo>
                      <a:pt x="3168" y="1122"/>
                    </a:lnTo>
                    <a:lnTo>
                      <a:pt x="3162" y="1152"/>
                    </a:lnTo>
                    <a:lnTo>
                      <a:pt x="3144" y="1170"/>
                    </a:lnTo>
                    <a:lnTo>
                      <a:pt x="3144" y="1176"/>
                    </a:lnTo>
                    <a:lnTo>
                      <a:pt x="3150" y="1176"/>
                    </a:lnTo>
                    <a:lnTo>
                      <a:pt x="3162" y="1170"/>
                    </a:lnTo>
                    <a:lnTo>
                      <a:pt x="3168" y="1164"/>
                    </a:lnTo>
                    <a:lnTo>
                      <a:pt x="3180" y="1158"/>
                    </a:lnTo>
                    <a:lnTo>
                      <a:pt x="3186" y="1158"/>
                    </a:lnTo>
                    <a:lnTo>
                      <a:pt x="3198" y="1146"/>
                    </a:lnTo>
                    <a:lnTo>
                      <a:pt x="3198" y="1122"/>
                    </a:lnTo>
                    <a:lnTo>
                      <a:pt x="3204" y="1122"/>
                    </a:lnTo>
                    <a:lnTo>
                      <a:pt x="3210" y="1116"/>
                    </a:lnTo>
                    <a:lnTo>
                      <a:pt x="3258" y="1092"/>
                    </a:lnTo>
                    <a:lnTo>
                      <a:pt x="3264" y="1086"/>
                    </a:lnTo>
                    <a:lnTo>
                      <a:pt x="3306" y="1086"/>
                    </a:lnTo>
                    <a:lnTo>
                      <a:pt x="3312" y="1074"/>
                    </a:lnTo>
                    <a:lnTo>
                      <a:pt x="3312" y="1062"/>
                    </a:lnTo>
                    <a:lnTo>
                      <a:pt x="3318" y="1056"/>
                    </a:lnTo>
                    <a:lnTo>
                      <a:pt x="3324" y="1044"/>
                    </a:lnTo>
                    <a:lnTo>
                      <a:pt x="3360" y="1026"/>
                    </a:lnTo>
                    <a:lnTo>
                      <a:pt x="3372" y="1014"/>
                    </a:lnTo>
                    <a:lnTo>
                      <a:pt x="3390" y="978"/>
                    </a:lnTo>
                    <a:lnTo>
                      <a:pt x="3390" y="948"/>
                    </a:lnTo>
                    <a:lnTo>
                      <a:pt x="3396" y="942"/>
                    </a:lnTo>
                    <a:lnTo>
                      <a:pt x="3396" y="936"/>
                    </a:lnTo>
                    <a:lnTo>
                      <a:pt x="3408" y="936"/>
                    </a:lnTo>
                    <a:lnTo>
                      <a:pt x="3420" y="942"/>
                    </a:lnTo>
                    <a:lnTo>
                      <a:pt x="3432" y="954"/>
                    </a:lnTo>
                    <a:lnTo>
                      <a:pt x="3444" y="954"/>
                    </a:lnTo>
                    <a:lnTo>
                      <a:pt x="3456" y="960"/>
                    </a:lnTo>
                    <a:lnTo>
                      <a:pt x="3504" y="960"/>
                    </a:lnTo>
                    <a:lnTo>
                      <a:pt x="3504" y="948"/>
                    </a:lnTo>
                    <a:lnTo>
                      <a:pt x="3498" y="948"/>
                    </a:lnTo>
                    <a:lnTo>
                      <a:pt x="3474" y="924"/>
                    </a:lnTo>
                    <a:lnTo>
                      <a:pt x="3474" y="912"/>
                    </a:lnTo>
                    <a:lnTo>
                      <a:pt x="3480" y="906"/>
                    </a:lnTo>
                    <a:lnTo>
                      <a:pt x="3486" y="912"/>
                    </a:lnTo>
                    <a:lnTo>
                      <a:pt x="3510" y="912"/>
                    </a:lnTo>
                    <a:lnTo>
                      <a:pt x="3522" y="918"/>
                    </a:lnTo>
                    <a:lnTo>
                      <a:pt x="3534" y="912"/>
                    </a:lnTo>
                    <a:lnTo>
                      <a:pt x="3540" y="900"/>
                    </a:lnTo>
                    <a:lnTo>
                      <a:pt x="3540" y="894"/>
                    </a:lnTo>
                    <a:lnTo>
                      <a:pt x="3534" y="882"/>
                    </a:lnTo>
                    <a:lnTo>
                      <a:pt x="3558" y="882"/>
                    </a:lnTo>
                    <a:lnTo>
                      <a:pt x="3558" y="864"/>
                    </a:lnTo>
                    <a:lnTo>
                      <a:pt x="3552" y="852"/>
                    </a:lnTo>
                    <a:lnTo>
                      <a:pt x="3546" y="846"/>
                    </a:lnTo>
                    <a:lnTo>
                      <a:pt x="3546" y="840"/>
                    </a:lnTo>
                    <a:lnTo>
                      <a:pt x="3576" y="840"/>
                    </a:lnTo>
                    <a:lnTo>
                      <a:pt x="3594" y="864"/>
                    </a:lnTo>
                    <a:lnTo>
                      <a:pt x="3600" y="840"/>
                    </a:lnTo>
                    <a:lnTo>
                      <a:pt x="3630" y="846"/>
                    </a:lnTo>
                    <a:lnTo>
                      <a:pt x="3624" y="810"/>
                    </a:lnTo>
                    <a:lnTo>
                      <a:pt x="3618" y="798"/>
                    </a:lnTo>
                    <a:lnTo>
                      <a:pt x="3606" y="786"/>
                    </a:lnTo>
                    <a:lnTo>
                      <a:pt x="3606" y="774"/>
                    </a:lnTo>
                    <a:lnTo>
                      <a:pt x="3600" y="756"/>
                    </a:lnTo>
                    <a:lnTo>
                      <a:pt x="3588" y="744"/>
                    </a:lnTo>
                    <a:lnTo>
                      <a:pt x="3576" y="726"/>
                    </a:lnTo>
                    <a:lnTo>
                      <a:pt x="3564" y="720"/>
                    </a:lnTo>
                    <a:lnTo>
                      <a:pt x="3552" y="708"/>
                    </a:lnTo>
                    <a:lnTo>
                      <a:pt x="3546" y="708"/>
                    </a:lnTo>
                    <a:lnTo>
                      <a:pt x="3540" y="696"/>
                    </a:lnTo>
                    <a:lnTo>
                      <a:pt x="3540" y="684"/>
                    </a:lnTo>
                    <a:lnTo>
                      <a:pt x="3564" y="684"/>
                    </a:lnTo>
                    <a:lnTo>
                      <a:pt x="3564" y="672"/>
                    </a:lnTo>
                    <a:lnTo>
                      <a:pt x="3558" y="666"/>
                    </a:lnTo>
                    <a:lnTo>
                      <a:pt x="3564" y="660"/>
                    </a:lnTo>
                    <a:lnTo>
                      <a:pt x="3588" y="660"/>
                    </a:lnTo>
                    <a:lnTo>
                      <a:pt x="3600" y="666"/>
                    </a:lnTo>
                    <a:lnTo>
                      <a:pt x="3618" y="672"/>
                    </a:lnTo>
                    <a:lnTo>
                      <a:pt x="3630" y="672"/>
                    </a:lnTo>
                    <a:lnTo>
                      <a:pt x="3642" y="678"/>
                    </a:lnTo>
                    <a:lnTo>
                      <a:pt x="3648" y="678"/>
                    </a:lnTo>
                    <a:lnTo>
                      <a:pt x="3654" y="672"/>
                    </a:lnTo>
                    <a:lnTo>
                      <a:pt x="3654" y="660"/>
                    </a:lnTo>
                    <a:lnTo>
                      <a:pt x="3648" y="648"/>
                    </a:lnTo>
                    <a:lnTo>
                      <a:pt x="3648" y="630"/>
                    </a:lnTo>
                    <a:lnTo>
                      <a:pt x="3654" y="630"/>
                    </a:lnTo>
                    <a:lnTo>
                      <a:pt x="3660" y="6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1" name="Chad" descr="© INSCALE GmbH, 05.05.2010&#10;http://www.presentationload.com/">
                <a:extLst>
                  <a:ext uri="{FF2B5EF4-FFF2-40B4-BE49-F238E27FC236}">
                    <a16:creationId xmlns:a16="http://schemas.microsoft.com/office/drawing/2014/main" id="{6A9283EE-7160-ACCF-9F23-0CCADB2CCDF3}"/>
                  </a:ext>
                </a:extLst>
              </p:cNvPr>
              <p:cNvSpPr>
                <a:spLocks/>
              </p:cNvSpPr>
              <p:nvPr/>
            </p:nvSpPr>
            <p:spPr bwMode="gray">
              <a:xfrm>
                <a:off x="4595608" y="2501007"/>
                <a:ext cx="281650" cy="489185"/>
              </a:xfrm>
              <a:custGeom>
                <a:avLst/>
                <a:gdLst>
                  <a:gd name="T0" fmla="*/ 2147483647 w 744"/>
                  <a:gd name="T1" fmla="*/ 2147483647 h 1290"/>
                  <a:gd name="T2" fmla="*/ 2147483647 w 744"/>
                  <a:gd name="T3" fmla="*/ 0 h 1290"/>
                  <a:gd name="T4" fmla="*/ 2147483647 w 744"/>
                  <a:gd name="T5" fmla="*/ 2147483647 h 1290"/>
                  <a:gd name="T6" fmla="*/ 2147483647 w 744"/>
                  <a:gd name="T7" fmla="*/ 2147483647 h 1290"/>
                  <a:gd name="T8" fmla="*/ 2147483647 w 744"/>
                  <a:gd name="T9" fmla="*/ 2147483647 h 1290"/>
                  <a:gd name="T10" fmla="*/ 2147483647 w 744"/>
                  <a:gd name="T11" fmla="*/ 2147483647 h 1290"/>
                  <a:gd name="T12" fmla="*/ 2147483647 w 744"/>
                  <a:gd name="T13" fmla="*/ 2147483647 h 1290"/>
                  <a:gd name="T14" fmla="*/ 2147483647 w 744"/>
                  <a:gd name="T15" fmla="*/ 2147483647 h 1290"/>
                  <a:gd name="T16" fmla="*/ 2147483647 w 744"/>
                  <a:gd name="T17" fmla="*/ 2147483647 h 1290"/>
                  <a:gd name="T18" fmla="*/ 0 w 744"/>
                  <a:gd name="T19" fmla="*/ 2147483647 h 1290"/>
                  <a:gd name="T20" fmla="*/ 2147483647 w 744"/>
                  <a:gd name="T21" fmla="*/ 2147483647 h 1290"/>
                  <a:gd name="T22" fmla="*/ 2147483647 w 744"/>
                  <a:gd name="T23" fmla="*/ 2147483647 h 1290"/>
                  <a:gd name="T24" fmla="*/ 2147483647 w 744"/>
                  <a:gd name="T25" fmla="*/ 2147483647 h 1290"/>
                  <a:gd name="T26" fmla="*/ 2147483647 w 744"/>
                  <a:gd name="T27" fmla="*/ 2147483647 h 1290"/>
                  <a:gd name="T28" fmla="*/ 2147483647 w 744"/>
                  <a:gd name="T29" fmla="*/ 2147483647 h 1290"/>
                  <a:gd name="T30" fmla="*/ 2147483647 w 744"/>
                  <a:gd name="T31" fmla="*/ 2147483647 h 1290"/>
                  <a:gd name="T32" fmla="*/ 2147483647 w 744"/>
                  <a:gd name="T33" fmla="*/ 2147483647 h 1290"/>
                  <a:gd name="T34" fmla="*/ 2147483647 w 744"/>
                  <a:gd name="T35" fmla="*/ 2147483647 h 1290"/>
                  <a:gd name="T36" fmla="*/ 2147483647 w 744"/>
                  <a:gd name="T37" fmla="*/ 2147483647 h 1290"/>
                  <a:gd name="T38" fmla="*/ 2147483647 w 744"/>
                  <a:gd name="T39" fmla="*/ 2147483647 h 1290"/>
                  <a:gd name="T40" fmla="*/ 2147483647 w 744"/>
                  <a:gd name="T41" fmla="*/ 2147483647 h 1290"/>
                  <a:gd name="T42" fmla="*/ 2147483647 w 744"/>
                  <a:gd name="T43" fmla="*/ 2147483647 h 1290"/>
                  <a:gd name="T44" fmla="*/ 2147483647 w 744"/>
                  <a:gd name="T45" fmla="*/ 2147483647 h 1290"/>
                  <a:gd name="T46" fmla="*/ 2147483647 w 744"/>
                  <a:gd name="T47" fmla="*/ 2147483647 h 1290"/>
                  <a:gd name="T48" fmla="*/ 2147483647 w 744"/>
                  <a:gd name="T49" fmla="*/ 2147483647 h 1290"/>
                  <a:gd name="T50" fmla="*/ 2147483647 w 744"/>
                  <a:gd name="T51" fmla="*/ 2147483647 h 1290"/>
                  <a:gd name="T52" fmla="*/ 2147483647 w 744"/>
                  <a:gd name="T53" fmla="*/ 2147483647 h 1290"/>
                  <a:gd name="T54" fmla="*/ 2147483647 w 744"/>
                  <a:gd name="T55" fmla="*/ 2147483647 h 1290"/>
                  <a:gd name="T56" fmla="*/ 2147483647 w 744"/>
                  <a:gd name="T57" fmla="*/ 2147483647 h 1290"/>
                  <a:gd name="T58" fmla="*/ 2147483647 w 744"/>
                  <a:gd name="T59" fmla="*/ 2147483647 h 1290"/>
                  <a:gd name="T60" fmla="*/ 2147483647 w 744"/>
                  <a:gd name="T61" fmla="*/ 2147483647 h 1290"/>
                  <a:gd name="T62" fmla="*/ 2147483647 w 744"/>
                  <a:gd name="T63" fmla="*/ 2147483647 h 1290"/>
                  <a:gd name="T64" fmla="*/ 2147483647 w 744"/>
                  <a:gd name="T65" fmla="*/ 2147483647 h 1290"/>
                  <a:gd name="T66" fmla="*/ 2147483647 w 744"/>
                  <a:gd name="T67" fmla="*/ 2147483647 h 1290"/>
                  <a:gd name="T68" fmla="*/ 2147483647 w 744"/>
                  <a:gd name="T69" fmla="*/ 2147483647 h 1290"/>
                  <a:gd name="T70" fmla="*/ 2147483647 w 744"/>
                  <a:gd name="T71" fmla="*/ 2147483647 h 1290"/>
                  <a:gd name="T72" fmla="*/ 2147483647 w 744"/>
                  <a:gd name="T73" fmla="*/ 2147483647 h 1290"/>
                  <a:gd name="T74" fmla="*/ 2147483647 w 744"/>
                  <a:gd name="T75" fmla="*/ 2147483647 h 1290"/>
                  <a:gd name="T76" fmla="*/ 2147483647 w 744"/>
                  <a:gd name="T77" fmla="*/ 2147483647 h 1290"/>
                  <a:gd name="T78" fmla="*/ 2147483647 w 744"/>
                  <a:gd name="T79" fmla="*/ 2147483647 h 1290"/>
                  <a:gd name="T80" fmla="*/ 2147483647 w 744"/>
                  <a:gd name="T81" fmla="*/ 2147483647 h 1290"/>
                  <a:gd name="T82" fmla="*/ 2147483647 w 744"/>
                  <a:gd name="T83" fmla="*/ 2147483647 h 1290"/>
                  <a:gd name="T84" fmla="*/ 2147483647 w 744"/>
                  <a:gd name="T85" fmla="*/ 2147483647 h 1290"/>
                  <a:gd name="T86" fmla="*/ 2147483647 w 744"/>
                  <a:gd name="T87" fmla="*/ 2147483647 h 1290"/>
                  <a:gd name="T88" fmla="*/ 2147483647 w 744"/>
                  <a:gd name="T89" fmla="*/ 2147483647 h 1290"/>
                  <a:gd name="T90" fmla="*/ 2147483647 w 744"/>
                  <a:gd name="T91" fmla="*/ 2147483647 h 1290"/>
                  <a:gd name="T92" fmla="*/ 2147483647 w 744"/>
                  <a:gd name="T93" fmla="*/ 2147483647 h 1290"/>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744"/>
                  <a:gd name="T142" fmla="*/ 0 h 1290"/>
                  <a:gd name="T143" fmla="*/ 744 w 744"/>
                  <a:gd name="T144" fmla="*/ 1290 h 1290"/>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744" h="1290">
                    <a:moveTo>
                      <a:pt x="678" y="624"/>
                    </a:moveTo>
                    <a:lnTo>
                      <a:pt x="720" y="624"/>
                    </a:lnTo>
                    <a:lnTo>
                      <a:pt x="732" y="630"/>
                    </a:lnTo>
                    <a:lnTo>
                      <a:pt x="744" y="630"/>
                    </a:lnTo>
                    <a:lnTo>
                      <a:pt x="738" y="324"/>
                    </a:lnTo>
                    <a:lnTo>
                      <a:pt x="180" y="0"/>
                    </a:lnTo>
                    <a:lnTo>
                      <a:pt x="156" y="12"/>
                    </a:lnTo>
                    <a:lnTo>
                      <a:pt x="144" y="24"/>
                    </a:lnTo>
                    <a:lnTo>
                      <a:pt x="126" y="30"/>
                    </a:lnTo>
                    <a:lnTo>
                      <a:pt x="108" y="42"/>
                    </a:lnTo>
                    <a:lnTo>
                      <a:pt x="126" y="108"/>
                    </a:lnTo>
                    <a:lnTo>
                      <a:pt x="114" y="156"/>
                    </a:lnTo>
                    <a:lnTo>
                      <a:pt x="144" y="192"/>
                    </a:lnTo>
                    <a:lnTo>
                      <a:pt x="150" y="216"/>
                    </a:lnTo>
                    <a:lnTo>
                      <a:pt x="180" y="252"/>
                    </a:lnTo>
                    <a:lnTo>
                      <a:pt x="162" y="288"/>
                    </a:lnTo>
                    <a:lnTo>
                      <a:pt x="144" y="534"/>
                    </a:lnTo>
                    <a:lnTo>
                      <a:pt x="138" y="540"/>
                    </a:lnTo>
                    <a:lnTo>
                      <a:pt x="120" y="564"/>
                    </a:lnTo>
                    <a:lnTo>
                      <a:pt x="96" y="588"/>
                    </a:lnTo>
                    <a:lnTo>
                      <a:pt x="72" y="618"/>
                    </a:lnTo>
                    <a:lnTo>
                      <a:pt x="54" y="636"/>
                    </a:lnTo>
                    <a:lnTo>
                      <a:pt x="48" y="648"/>
                    </a:lnTo>
                    <a:lnTo>
                      <a:pt x="36" y="666"/>
                    </a:lnTo>
                    <a:lnTo>
                      <a:pt x="30" y="678"/>
                    </a:lnTo>
                    <a:lnTo>
                      <a:pt x="24" y="696"/>
                    </a:lnTo>
                    <a:lnTo>
                      <a:pt x="24" y="708"/>
                    </a:lnTo>
                    <a:lnTo>
                      <a:pt x="18" y="714"/>
                    </a:lnTo>
                    <a:lnTo>
                      <a:pt x="18" y="720"/>
                    </a:lnTo>
                    <a:lnTo>
                      <a:pt x="0" y="726"/>
                    </a:lnTo>
                    <a:lnTo>
                      <a:pt x="6" y="786"/>
                    </a:lnTo>
                    <a:lnTo>
                      <a:pt x="18" y="786"/>
                    </a:lnTo>
                    <a:lnTo>
                      <a:pt x="48" y="834"/>
                    </a:lnTo>
                    <a:lnTo>
                      <a:pt x="48" y="846"/>
                    </a:lnTo>
                    <a:lnTo>
                      <a:pt x="48" y="840"/>
                    </a:lnTo>
                    <a:lnTo>
                      <a:pt x="72" y="834"/>
                    </a:lnTo>
                    <a:lnTo>
                      <a:pt x="72" y="852"/>
                    </a:lnTo>
                    <a:lnTo>
                      <a:pt x="78" y="864"/>
                    </a:lnTo>
                    <a:lnTo>
                      <a:pt x="84" y="870"/>
                    </a:lnTo>
                    <a:lnTo>
                      <a:pt x="96" y="870"/>
                    </a:lnTo>
                    <a:lnTo>
                      <a:pt x="102" y="876"/>
                    </a:lnTo>
                    <a:lnTo>
                      <a:pt x="108" y="876"/>
                    </a:lnTo>
                    <a:lnTo>
                      <a:pt x="102" y="912"/>
                    </a:lnTo>
                    <a:lnTo>
                      <a:pt x="114" y="918"/>
                    </a:lnTo>
                    <a:lnTo>
                      <a:pt x="120" y="930"/>
                    </a:lnTo>
                    <a:lnTo>
                      <a:pt x="120" y="966"/>
                    </a:lnTo>
                    <a:lnTo>
                      <a:pt x="114" y="966"/>
                    </a:lnTo>
                    <a:lnTo>
                      <a:pt x="114" y="1002"/>
                    </a:lnTo>
                    <a:lnTo>
                      <a:pt x="120" y="1020"/>
                    </a:lnTo>
                    <a:lnTo>
                      <a:pt x="120" y="1038"/>
                    </a:lnTo>
                    <a:lnTo>
                      <a:pt x="126" y="1050"/>
                    </a:lnTo>
                    <a:lnTo>
                      <a:pt x="138" y="1056"/>
                    </a:lnTo>
                    <a:lnTo>
                      <a:pt x="144" y="1068"/>
                    </a:lnTo>
                    <a:lnTo>
                      <a:pt x="162" y="1086"/>
                    </a:lnTo>
                    <a:lnTo>
                      <a:pt x="66" y="1086"/>
                    </a:lnTo>
                    <a:lnTo>
                      <a:pt x="54" y="1092"/>
                    </a:lnTo>
                    <a:lnTo>
                      <a:pt x="48" y="1098"/>
                    </a:lnTo>
                    <a:lnTo>
                      <a:pt x="48" y="1110"/>
                    </a:lnTo>
                    <a:lnTo>
                      <a:pt x="60" y="1134"/>
                    </a:lnTo>
                    <a:lnTo>
                      <a:pt x="72" y="1146"/>
                    </a:lnTo>
                    <a:lnTo>
                      <a:pt x="78" y="1158"/>
                    </a:lnTo>
                    <a:lnTo>
                      <a:pt x="90" y="1170"/>
                    </a:lnTo>
                    <a:lnTo>
                      <a:pt x="108" y="1182"/>
                    </a:lnTo>
                    <a:lnTo>
                      <a:pt x="120" y="1188"/>
                    </a:lnTo>
                    <a:lnTo>
                      <a:pt x="132" y="1200"/>
                    </a:lnTo>
                    <a:lnTo>
                      <a:pt x="144" y="1224"/>
                    </a:lnTo>
                    <a:lnTo>
                      <a:pt x="144" y="1242"/>
                    </a:lnTo>
                    <a:lnTo>
                      <a:pt x="150" y="1254"/>
                    </a:lnTo>
                    <a:lnTo>
                      <a:pt x="156" y="1272"/>
                    </a:lnTo>
                    <a:lnTo>
                      <a:pt x="156" y="1284"/>
                    </a:lnTo>
                    <a:lnTo>
                      <a:pt x="162" y="1284"/>
                    </a:lnTo>
                    <a:lnTo>
                      <a:pt x="168" y="1290"/>
                    </a:lnTo>
                    <a:lnTo>
                      <a:pt x="186" y="1290"/>
                    </a:lnTo>
                    <a:lnTo>
                      <a:pt x="198" y="1284"/>
                    </a:lnTo>
                    <a:lnTo>
                      <a:pt x="216" y="1266"/>
                    </a:lnTo>
                    <a:lnTo>
                      <a:pt x="228" y="1260"/>
                    </a:lnTo>
                    <a:lnTo>
                      <a:pt x="234" y="1254"/>
                    </a:lnTo>
                    <a:lnTo>
                      <a:pt x="234" y="1278"/>
                    </a:lnTo>
                    <a:lnTo>
                      <a:pt x="240" y="1284"/>
                    </a:lnTo>
                    <a:lnTo>
                      <a:pt x="246" y="1284"/>
                    </a:lnTo>
                    <a:lnTo>
                      <a:pt x="258" y="1278"/>
                    </a:lnTo>
                    <a:lnTo>
                      <a:pt x="270" y="1266"/>
                    </a:lnTo>
                    <a:lnTo>
                      <a:pt x="276" y="1254"/>
                    </a:lnTo>
                    <a:lnTo>
                      <a:pt x="282" y="1248"/>
                    </a:lnTo>
                    <a:lnTo>
                      <a:pt x="372" y="1248"/>
                    </a:lnTo>
                    <a:lnTo>
                      <a:pt x="378" y="1242"/>
                    </a:lnTo>
                    <a:lnTo>
                      <a:pt x="384" y="1230"/>
                    </a:lnTo>
                    <a:lnTo>
                      <a:pt x="390" y="1224"/>
                    </a:lnTo>
                    <a:lnTo>
                      <a:pt x="396" y="1212"/>
                    </a:lnTo>
                    <a:lnTo>
                      <a:pt x="402" y="1206"/>
                    </a:lnTo>
                    <a:lnTo>
                      <a:pt x="402" y="1194"/>
                    </a:lnTo>
                    <a:lnTo>
                      <a:pt x="390" y="1182"/>
                    </a:lnTo>
                    <a:lnTo>
                      <a:pt x="384" y="1182"/>
                    </a:lnTo>
                    <a:lnTo>
                      <a:pt x="402" y="1170"/>
                    </a:lnTo>
                    <a:lnTo>
                      <a:pt x="420" y="1170"/>
                    </a:lnTo>
                    <a:lnTo>
                      <a:pt x="462" y="1164"/>
                    </a:lnTo>
                    <a:lnTo>
                      <a:pt x="510" y="1146"/>
                    </a:lnTo>
                    <a:lnTo>
                      <a:pt x="528" y="1134"/>
                    </a:lnTo>
                    <a:lnTo>
                      <a:pt x="552" y="1110"/>
                    </a:lnTo>
                    <a:lnTo>
                      <a:pt x="552" y="1092"/>
                    </a:lnTo>
                    <a:lnTo>
                      <a:pt x="588" y="1068"/>
                    </a:lnTo>
                    <a:lnTo>
                      <a:pt x="594" y="1038"/>
                    </a:lnTo>
                    <a:lnTo>
                      <a:pt x="648" y="1008"/>
                    </a:lnTo>
                    <a:lnTo>
                      <a:pt x="672" y="1008"/>
                    </a:lnTo>
                    <a:lnTo>
                      <a:pt x="672" y="996"/>
                    </a:lnTo>
                    <a:lnTo>
                      <a:pt x="684" y="996"/>
                    </a:lnTo>
                    <a:lnTo>
                      <a:pt x="684" y="990"/>
                    </a:lnTo>
                    <a:lnTo>
                      <a:pt x="678" y="984"/>
                    </a:lnTo>
                    <a:lnTo>
                      <a:pt x="666" y="966"/>
                    </a:lnTo>
                    <a:lnTo>
                      <a:pt x="654" y="960"/>
                    </a:lnTo>
                    <a:lnTo>
                      <a:pt x="648" y="960"/>
                    </a:lnTo>
                    <a:lnTo>
                      <a:pt x="642" y="936"/>
                    </a:lnTo>
                    <a:lnTo>
                      <a:pt x="660" y="930"/>
                    </a:lnTo>
                    <a:lnTo>
                      <a:pt x="642" y="918"/>
                    </a:lnTo>
                    <a:lnTo>
                      <a:pt x="642" y="876"/>
                    </a:lnTo>
                    <a:lnTo>
                      <a:pt x="636" y="870"/>
                    </a:lnTo>
                    <a:lnTo>
                      <a:pt x="624" y="870"/>
                    </a:lnTo>
                    <a:lnTo>
                      <a:pt x="618" y="876"/>
                    </a:lnTo>
                    <a:lnTo>
                      <a:pt x="606" y="876"/>
                    </a:lnTo>
                    <a:lnTo>
                      <a:pt x="600" y="870"/>
                    </a:lnTo>
                    <a:lnTo>
                      <a:pt x="600" y="852"/>
                    </a:lnTo>
                    <a:lnTo>
                      <a:pt x="606" y="840"/>
                    </a:lnTo>
                    <a:lnTo>
                      <a:pt x="618" y="834"/>
                    </a:lnTo>
                    <a:lnTo>
                      <a:pt x="630" y="822"/>
                    </a:lnTo>
                    <a:lnTo>
                      <a:pt x="630" y="810"/>
                    </a:lnTo>
                    <a:lnTo>
                      <a:pt x="618" y="786"/>
                    </a:lnTo>
                    <a:lnTo>
                      <a:pt x="612" y="780"/>
                    </a:lnTo>
                    <a:lnTo>
                      <a:pt x="630" y="762"/>
                    </a:lnTo>
                    <a:lnTo>
                      <a:pt x="648" y="750"/>
                    </a:lnTo>
                    <a:lnTo>
                      <a:pt x="642" y="732"/>
                    </a:lnTo>
                    <a:lnTo>
                      <a:pt x="636" y="708"/>
                    </a:lnTo>
                    <a:lnTo>
                      <a:pt x="648" y="708"/>
                    </a:lnTo>
                    <a:lnTo>
                      <a:pt x="648" y="690"/>
                    </a:lnTo>
                    <a:lnTo>
                      <a:pt x="660" y="678"/>
                    </a:lnTo>
                    <a:lnTo>
                      <a:pt x="672" y="672"/>
                    </a:lnTo>
                    <a:lnTo>
                      <a:pt x="678" y="666"/>
                    </a:lnTo>
                    <a:lnTo>
                      <a:pt x="678" y="660"/>
                    </a:lnTo>
                    <a:lnTo>
                      <a:pt x="672" y="654"/>
                    </a:lnTo>
                    <a:lnTo>
                      <a:pt x="672" y="642"/>
                    </a:lnTo>
                    <a:lnTo>
                      <a:pt x="666" y="636"/>
                    </a:lnTo>
                    <a:lnTo>
                      <a:pt x="678" y="62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2" name="Central African Republic" descr="© INSCALE GmbH, 05.05.2010&#10;http://www.presentationload.com/">
                <a:extLst>
                  <a:ext uri="{FF2B5EF4-FFF2-40B4-BE49-F238E27FC236}">
                    <a16:creationId xmlns:a16="http://schemas.microsoft.com/office/drawing/2014/main" id="{35328DC4-4F4F-8599-F767-CC63F6232753}"/>
                  </a:ext>
                </a:extLst>
              </p:cNvPr>
              <p:cNvSpPr>
                <a:spLocks/>
              </p:cNvSpPr>
              <p:nvPr/>
            </p:nvSpPr>
            <p:spPr bwMode="gray">
              <a:xfrm>
                <a:off x="4622291" y="2883461"/>
                <a:ext cx="346876" cy="265347"/>
              </a:xfrm>
              <a:custGeom>
                <a:avLst/>
                <a:gdLst>
                  <a:gd name="T0" fmla="*/ 2147483647 w 912"/>
                  <a:gd name="T1" fmla="*/ 2147483647 h 702"/>
                  <a:gd name="T2" fmla="*/ 2147483647 w 912"/>
                  <a:gd name="T3" fmla="*/ 2147483647 h 702"/>
                  <a:gd name="T4" fmla="*/ 2147483647 w 912"/>
                  <a:gd name="T5" fmla="*/ 2147483647 h 702"/>
                  <a:gd name="T6" fmla="*/ 2147483647 w 912"/>
                  <a:gd name="T7" fmla="*/ 2147483647 h 702"/>
                  <a:gd name="T8" fmla="*/ 2147483647 w 912"/>
                  <a:gd name="T9" fmla="*/ 2147483647 h 702"/>
                  <a:gd name="T10" fmla="*/ 2147483647 w 912"/>
                  <a:gd name="T11" fmla="*/ 2147483647 h 702"/>
                  <a:gd name="T12" fmla="*/ 2147483647 w 912"/>
                  <a:gd name="T13" fmla="*/ 2147483647 h 702"/>
                  <a:gd name="T14" fmla="*/ 2147483647 w 912"/>
                  <a:gd name="T15" fmla="*/ 2147483647 h 702"/>
                  <a:gd name="T16" fmla="*/ 2147483647 w 912"/>
                  <a:gd name="T17" fmla="*/ 2147483647 h 702"/>
                  <a:gd name="T18" fmla="*/ 2147483647 w 912"/>
                  <a:gd name="T19" fmla="*/ 2147483647 h 702"/>
                  <a:gd name="T20" fmla="*/ 2147483647 w 912"/>
                  <a:gd name="T21" fmla="*/ 2147483647 h 702"/>
                  <a:gd name="T22" fmla="*/ 2147483647 w 912"/>
                  <a:gd name="T23" fmla="*/ 2147483647 h 702"/>
                  <a:gd name="T24" fmla="*/ 2147483647 w 912"/>
                  <a:gd name="T25" fmla="*/ 2147483647 h 702"/>
                  <a:gd name="T26" fmla="*/ 2147483647 w 912"/>
                  <a:gd name="T27" fmla="*/ 2147483647 h 702"/>
                  <a:gd name="T28" fmla="*/ 2147483647 w 912"/>
                  <a:gd name="T29" fmla="*/ 2147483647 h 702"/>
                  <a:gd name="T30" fmla="*/ 2147483647 w 912"/>
                  <a:gd name="T31" fmla="*/ 0 h 702"/>
                  <a:gd name="T32" fmla="*/ 2147483647 w 912"/>
                  <a:gd name="T33" fmla="*/ 2147483647 h 702"/>
                  <a:gd name="T34" fmla="*/ 2147483647 w 912"/>
                  <a:gd name="T35" fmla="*/ 2147483647 h 702"/>
                  <a:gd name="T36" fmla="*/ 2147483647 w 912"/>
                  <a:gd name="T37" fmla="*/ 2147483647 h 702"/>
                  <a:gd name="T38" fmla="*/ 2147483647 w 912"/>
                  <a:gd name="T39" fmla="*/ 2147483647 h 702"/>
                  <a:gd name="T40" fmla="*/ 2147483647 w 912"/>
                  <a:gd name="T41" fmla="*/ 2147483647 h 702"/>
                  <a:gd name="T42" fmla="*/ 2147483647 w 912"/>
                  <a:gd name="T43" fmla="*/ 2147483647 h 702"/>
                  <a:gd name="T44" fmla="*/ 2147483647 w 912"/>
                  <a:gd name="T45" fmla="*/ 2147483647 h 702"/>
                  <a:gd name="T46" fmla="*/ 2147483647 w 912"/>
                  <a:gd name="T47" fmla="*/ 2147483647 h 702"/>
                  <a:gd name="T48" fmla="*/ 2147483647 w 912"/>
                  <a:gd name="T49" fmla="*/ 2147483647 h 702"/>
                  <a:gd name="T50" fmla="*/ 2147483647 w 912"/>
                  <a:gd name="T51" fmla="*/ 2147483647 h 702"/>
                  <a:gd name="T52" fmla="*/ 2147483647 w 912"/>
                  <a:gd name="T53" fmla="*/ 2147483647 h 702"/>
                  <a:gd name="T54" fmla="*/ 2147483647 w 912"/>
                  <a:gd name="T55" fmla="*/ 2147483647 h 702"/>
                  <a:gd name="T56" fmla="*/ 2147483647 w 912"/>
                  <a:gd name="T57" fmla="*/ 2147483647 h 702"/>
                  <a:gd name="T58" fmla="*/ 2147483647 w 912"/>
                  <a:gd name="T59" fmla="*/ 2147483647 h 702"/>
                  <a:gd name="T60" fmla="*/ 0 w 912"/>
                  <a:gd name="T61" fmla="*/ 2147483647 h 702"/>
                  <a:gd name="T62" fmla="*/ 2147483647 w 912"/>
                  <a:gd name="T63" fmla="*/ 2147483647 h 702"/>
                  <a:gd name="T64" fmla="*/ 2147483647 w 912"/>
                  <a:gd name="T65" fmla="*/ 2147483647 h 702"/>
                  <a:gd name="T66" fmla="*/ 2147483647 w 912"/>
                  <a:gd name="T67" fmla="*/ 2147483647 h 702"/>
                  <a:gd name="T68" fmla="*/ 2147483647 w 912"/>
                  <a:gd name="T69" fmla="*/ 2147483647 h 702"/>
                  <a:gd name="T70" fmla="*/ 2147483647 w 912"/>
                  <a:gd name="T71" fmla="*/ 2147483647 h 702"/>
                  <a:gd name="T72" fmla="*/ 2147483647 w 912"/>
                  <a:gd name="T73" fmla="*/ 2147483647 h 702"/>
                  <a:gd name="T74" fmla="*/ 2147483647 w 912"/>
                  <a:gd name="T75" fmla="*/ 2147483647 h 702"/>
                  <a:gd name="T76" fmla="*/ 2147483647 w 912"/>
                  <a:gd name="T77" fmla="*/ 2147483647 h 702"/>
                  <a:gd name="T78" fmla="*/ 2147483647 w 912"/>
                  <a:gd name="T79" fmla="*/ 2147483647 h 702"/>
                  <a:gd name="T80" fmla="*/ 2147483647 w 912"/>
                  <a:gd name="T81" fmla="*/ 2147483647 h 702"/>
                  <a:gd name="T82" fmla="*/ 2147483647 w 912"/>
                  <a:gd name="T83" fmla="*/ 2147483647 h 702"/>
                  <a:gd name="T84" fmla="*/ 2147483647 w 912"/>
                  <a:gd name="T85" fmla="*/ 2147483647 h 702"/>
                  <a:gd name="T86" fmla="*/ 2147483647 w 912"/>
                  <a:gd name="T87" fmla="*/ 2147483647 h 702"/>
                  <a:gd name="T88" fmla="*/ 2147483647 w 912"/>
                  <a:gd name="T89" fmla="*/ 2147483647 h 702"/>
                  <a:gd name="T90" fmla="*/ 2147483647 w 912"/>
                  <a:gd name="T91" fmla="*/ 2147483647 h 702"/>
                  <a:gd name="T92" fmla="*/ 2147483647 w 912"/>
                  <a:gd name="T93" fmla="*/ 2147483647 h 702"/>
                  <a:gd name="T94" fmla="*/ 2147483647 w 912"/>
                  <a:gd name="T95" fmla="*/ 2147483647 h 702"/>
                  <a:gd name="T96" fmla="*/ 2147483647 w 912"/>
                  <a:gd name="T97" fmla="*/ 2147483647 h 702"/>
                  <a:gd name="T98" fmla="*/ 2147483647 w 912"/>
                  <a:gd name="T99" fmla="*/ 2147483647 h 702"/>
                  <a:gd name="T100" fmla="*/ 2147483647 w 912"/>
                  <a:gd name="T101" fmla="*/ 2147483647 h 702"/>
                  <a:gd name="T102" fmla="*/ 2147483647 w 912"/>
                  <a:gd name="T103" fmla="*/ 2147483647 h 702"/>
                  <a:gd name="T104" fmla="*/ 2147483647 w 912"/>
                  <a:gd name="T105" fmla="*/ 2147483647 h 702"/>
                  <a:gd name="T106" fmla="*/ 2147483647 w 912"/>
                  <a:gd name="T107" fmla="*/ 2147483647 h 702"/>
                  <a:gd name="T108" fmla="*/ 2147483647 w 912"/>
                  <a:gd name="T109" fmla="*/ 2147483647 h 702"/>
                  <a:gd name="T110" fmla="*/ 2147483647 w 912"/>
                  <a:gd name="T111" fmla="*/ 2147483647 h 702"/>
                  <a:gd name="T112" fmla="*/ 2147483647 w 912"/>
                  <a:gd name="T113" fmla="*/ 2147483647 h 702"/>
                  <a:gd name="T114" fmla="*/ 2147483647 w 912"/>
                  <a:gd name="T115" fmla="*/ 2147483647 h 702"/>
                  <a:gd name="T116" fmla="*/ 2147483647 w 912"/>
                  <a:gd name="T117" fmla="*/ 2147483647 h 702"/>
                  <a:gd name="T118" fmla="*/ 2147483647 w 912"/>
                  <a:gd name="T119" fmla="*/ 2147483647 h 702"/>
                  <a:gd name="T120" fmla="*/ 2147483647 w 912"/>
                  <a:gd name="T121" fmla="*/ 2147483647 h 70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12"/>
                  <a:gd name="T184" fmla="*/ 0 h 702"/>
                  <a:gd name="T185" fmla="*/ 912 w 912"/>
                  <a:gd name="T186" fmla="*/ 702 h 70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12" h="702">
                    <a:moveTo>
                      <a:pt x="906" y="420"/>
                    </a:moveTo>
                    <a:lnTo>
                      <a:pt x="900" y="414"/>
                    </a:lnTo>
                    <a:lnTo>
                      <a:pt x="888" y="408"/>
                    </a:lnTo>
                    <a:lnTo>
                      <a:pt x="882" y="402"/>
                    </a:lnTo>
                    <a:lnTo>
                      <a:pt x="858" y="396"/>
                    </a:lnTo>
                    <a:lnTo>
                      <a:pt x="858" y="378"/>
                    </a:lnTo>
                    <a:lnTo>
                      <a:pt x="846" y="366"/>
                    </a:lnTo>
                    <a:lnTo>
                      <a:pt x="846" y="360"/>
                    </a:lnTo>
                    <a:lnTo>
                      <a:pt x="858" y="360"/>
                    </a:lnTo>
                    <a:lnTo>
                      <a:pt x="858" y="348"/>
                    </a:lnTo>
                    <a:lnTo>
                      <a:pt x="852" y="342"/>
                    </a:lnTo>
                    <a:lnTo>
                      <a:pt x="834" y="342"/>
                    </a:lnTo>
                    <a:lnTo>
                      <a:pt x="834" y="336"/>
                    </a:lnTo>
                    <a:lnTo>
                      <a:pt x="828" y="330"/>
                    </a:lnTo>
                    <a:lnTo>
                      <a:pt x="822" y="318"/>
                    </a:lnTo>
                    <a:lnTo>
                      <a:pt x="810" y="306"/>
                    </a:lnTo>
                    <a:lnTo>
                      <a:pt x="798" y="300"/>
                    </a:lnTo>
                    <a:lnTo>
                      <a:pt x="792" y="300"/>
                    </a:lnTo>
                    <a:lnTo>
                      <a:pt x="780" y="294"/>
                    </a:lnTo>
                    <a:lnTo>
                      <a:pt x="768" y="282"/>
                    </a:lnTo>
                    <a:lnTo>
                      <a:pt x="768" y="276"/>
                    </a:lnTo>
                    <a:lnTo>
                      <a:pt x="774" y="276"/>
                    </a:lnTo>
                    <a:lnTo>
                      <a:pt x="774" y="270"/>
                    </a:lnTo>
                    <a:lnTo>
                      <a:pt x="780" y="270"/>
                    </a:lnTo>
                    <a:lnTo>
                      <a:pt x="780" y="264"/>
                    </a:lnTo>
                    <a:lnTo>
                      <a:pt x="768" y="252"/>
                    </a:lnTo>
                    <a:lnTo>
                      <a:pt x="756" y="246"/>
                    </a:lnTo>
                    <a:lnTo>
                      <a:pt x="750" y="246"/>
                    </a:lnTo>
                    <a:lnTo>
                      <a:pt x="750" y="228"/>
                    </a:lnTo>
                    <a:lnTo>
                      <a:pt x="720" y="228"/>
                    </a:lnTo>
                    <a:lnTo>
                      <a:pt x="696" y="216"/>
                    </a:lnTo>
                    <a:lnTo>
                      <a:pt x="696" y="186"/>
                    </a:lnTo>
                    <a:lnTo>
                      <a:pt x="648" y="180"/>
                    </a:lnTo>
                    <a:lnTo>
                      <a:pt x="654" y="162"/>
                    </a:lnTo>
                    <a:lnTo>
                      <a:pt x="648" y="162"/>
                    </a:lnTo>
                    <a:lnTo>
                      <a:pt x="642" y="156"/>
                    </a:lnTo>
                    <a:lnTo>
                      <a:pt x="642" y="150"/>
                    </a:lnTo>
                    <a:lnTo>
                      <a:pt x="648" y="144"/>
                    </a:lnTo>
                    <a:lnTo>
                      <a:pt x="654" y="132"/>
                    </a:lnTo>
                    <a:lnTo>
                      <a:pt x="660" y="126"/>
                    </a:lnTo>
                    <a:lnTo>
                      <a:pt x="660" y="96"/>
                    </a:lnTo>
                    <a:lnTo>
                      <a:pt x="654" y="84"/>
                    </a:lnTo>
                    <a:lnTo>
                      <a:pt x="648" y="66"/>
                    </a:lnTo>
                    <a:lnTo>
                      <a:pt x="636" y="54"/>
                    </a:lnTo>
                    <a:lnTo>
                      <a:pt x="630" y="42"/>
                    </a:lnTo>
                    <a:lnTo>
                      <a:pt x="600" y="12"/>
                    </a:lnTo>
                    <a:lnTo>
                      <a:pt x="600" y="0"/>
                    </a:lnTo>
                    <a:lnTo>
                      <a:pt x="576" y="0"/>
                    </a:lnTo>
                    <a:lnTo>
                      <a:pt x="522" y="30"/>
                    </a:lnTo>
                    <a:lnTo>
                      <a:pt x="516" y="60"/>
                    </a:lnTo>
                    <a:lnTo>
                      <a:pt x="480" y="84"/>
                    </a:lnTo>
                    <a:lnTo>
                      <a:pt x="480" y="102"/>
                    </a:lnTo>
                    <a:lnTo>
                      <a:pt x="456" y="126"/>
                    </a:lnTo>
                    <a:lnTo>
                      <a:pt x="438" y="138"/>
                    </a:lnTo>
                    <a:lnTo>
                      <a:pt x="390" y="156"/>
                    </a:lnTo>
                    <a:lnTo>
                      <a:pt x="348" y="162"/>
                    </a:lnTo>
                    <a:lnTo>
                      <a:pt x="330" y="162"/>
                    </a:lnTo>
                    <a:lnTo>
                      <a:pt x="312" y="174"/>
                    </a:lnTo>
                    <a:lnTo>
                      <a:pt x="318" y="174"/>
                    </a:lnTo>
                    <a:lnTo>
                      <a:pt x="330" y="186"/>
                    </a:lnTo>
                    <a:lnTo>
                      <a:pt x="330" y="198"/>
                    </a:lnTo>
                    <a:lnTo>
                      <a:pt x="324" y="204"/>
                    </a:lnTo>
                    <a:lnTo>
                      <a:pt x="318" y="216"/>
                    </a:lnTo>
                    <a:lnTo>
                      <a:pt x="312" y="222"/>
                    </a:lnTo>
                    <a:lnTo>
                      <a:pt x="306" y="234"/>
                    </a:lnTo>
                    <a:lnTo>
                      <a:pt x="300" y="240"/>
                    </a:lnTo>
                    <a:lnTo>
                      <a:pt x="210" y="240"/>
                    </a:lnTo>
                    <a:lnTo>
                      <a:pt x="204" y="246"/>
                    </a:lnTo>
                    <a:lnTo>
                      <a:pt x="198" y="258"/>
                    </a:lnTo>
                    <a:lnTo>
                      <a:pt x="186" y="270"/>
                    </a:lnTo>
                    <a:lnTo>
                      <a:pt x="174" y="276"/>
                    </a:lnTo>
                    <a:lnTo>
                      <a:pt x="168" y="276"/>
                    </a:lnTo>
                    <a:lnTo>
                      <a:pt x="162" y="270"/>
                    </a:lnTo>
                    <a:lnTo>
                      <a:pt x="162" y="246"/>
                    </a:lnTo>
                    <a:lnTo>
                      <a:pt x="156" y="252"/>
                    </a:lnTo>
                    <a:lnTo>
                      <a:pt x="144" y="258"/>
                    </a:lnTo>
                    <a:lnTo>
                      <a:pt x="126" y="276"/>
                    </a:lnTo>
                    <a:lnTo>
                      <a:pt x="114" y="282"/>
                    </a:lnTo>
                    <a:lnTo>
                      <a:pt x="96" y="282"/>
                    </a:lnTo>
                    <a:lnTo>
                      <a:pt x="90" y="276"/>
                    </a:lnTo>
                    <a:lnTo>
                      <a:pt x="78" y="276"/>
                    </a:lnTo>
                    <a:lnTo>
                      <a:pt x="66" y="288"/>
                    </a:lnTo>
                    <a:lnTo>
                      <a:pt x="60" y="300"/>
                    </a:lnTo>
                    <a:lnTo>
                      <a:pt x="54" y="306"/>
                    </a:lnTo>
                    <a:lnTo>
                      <a:pt x="54" y="324"/>
                    </a:lnTo>
                    <a:lnTo>
                      <a:pt x="48" y="336"/>
                    </a:lnTo>
                    <a:lnTo>
                      <a:pt x="42" y="336"/>
                    </a:lnTo>
                    <a:lnTo>
                      <a:pt x="36" y="372"/>
                    </a:lnTo>
                    <a:lnTo>
                      <a:pt x="30" y="372"/>
                    </a:lnTo>
                    <a:lnTo>
                      <a:pt x="24" y="378"/>
                    </a:lnTo>
                    <a:lnTo>
                      <a:pt x="12" y="384"/>
                    </a:lnTo>
                    <a:lnTo>
                      <a:pt x="0" y="396"/>
                    </a:lnTo>
                    <a:lnTo>
                      <a:pt x="0" y="402"/>
                    </a:lnTo>
                    <a:lnTo>
                      <a:pt x="12" y="408"/>
                    </a:lnTo>
                    <a:lnTo>
                      <a:pt x="18" y="408"/>
                    </a:lnTo>
                    <a:lnTo>
                      <a:pt x="18" y="444"/>
                    </a:lnTo>
                    <a:lnTo>
                      <a:pt x="6" y="456"/>
                    </a:lnTo>
                    <a:lnTo>
                      <a:pt x="24" y="468"/>
                    </a:lnTo>
                    <a:lnTo>
                      <a:pt x="24" y="516"/>
                    </a:lnTo>
                    <a:lnTo>
                      <a:pt x="30" y="516"/>
                    </a:lnTo>
                    <a:lnTo>
                      <a:pt x="48" y="534"/>
                    </a:lnTo>
                    <a:lnTo>
                      <a:pt x="54" y="534"/>
                    </a:lnTo>
                    <a:lnTo>
                      <a:pt x="54" y="576"/>
                    </a:lnTo>
                    <a:lnTo>
                      <a:pt x="60" y="582"/>
                    </a:lnTo>
                    <a:lnTo>
                      <a:pt x="72" y="606"/>
                    </a:lnTo>
                    <a:lnTo>
                      <a:pt x="84" y="618"/>
                    </a:lnTo>
                    <a:lnTo>
                      <a:pt x="96" y="624"/>
                    </a:lnTo>
                    <a:lnTo>
                      <a:pt x="102" y="636"/>
                    </a:lnTo>
                    <a:lnTo>
                      <a:pt x="114" y="642"/>
                    </a:lnTo>
                    <a:lnTo>
                      <a:pt x="120" y="660"/>
                    </a:lnTo>
                    <a:lnTo>
                      <a:pt x="120" y="690"/>
                    </a:lnTo>
                    <a:lnTo>
                      <a:pt x="132" y="702"/>
                    </a:lnTo>
                    <a:lnTo>
                      <a:pt x="138" y="696"/>
                    </a:lnTo>
                    <a:lnTo>
                      <a:pt x="144" y="684"/>
                    </a:lnTo>
                    <a:lnTo>
                      <a:pt x="150" y="678"/>
                    </a:lnTo>
                    <a:lnTo>
                      <a:pt x="156" y="666"/>
                    </a:lnTo>
                    <a:lnTo>
                      <a:pt x="156" y="642"/>
                    </a:lnTo>
                    <a:lnTo>
                      <a:pt x="144" y="630"/>
                    </a:lnTo>
                    <a:lnTo>
                      <a:pt x="162" y="600"/>
                    </a:lnTo>
                    <a:lnTo>
                      <a:pt x="192" y="600"/>
                    </a:lnTo>
                    <a:lnTo>
                      <a:pt x="210" y="582"/>
                    </a:lnTo>
                    <a:lnTo>
                      <a:pt x="228" y="582"/>
                    </a:lnTo>
                    <a:lnTo>
                      <a:pt x="264" y="600"/>
                    </a:lnTo>
                    <a:lnTo>
                      <a:pt x="276" y="600"/>
                    </a:lnTo>
                    <a:lnTo>
                      <a:pt x="288" y="588"/>
                    </a:lnTo>
                    <a:lnTo>
                      <a:pt x="300" y="570"/>
                    </a:lnTo>
                    <a:lnTo>
                      <a:pt x="300" y="552"/>
                    </a:lnTo>
                    <a:lnTo>
                      <a:pt x="294" y="552"/>
                    </a:lnTo>
                    <a:lnTo>
                      <a:pt x="294" y="540"/>
                    </a:lnTo>
                    <a:lnTo>
                      <a:pt x="306" y="528"/>
                    </a:lnTo>
                    <a:lnTo>
                      <a:pt x="312" y="528"/>
                    </a:lnTo>
                    <a:lnTo>
                      <a:pt x="324" y="516"/>
                    </a:lnTo>
                    <a:lnTo>
                      <a:pt x="330" y="504"/>
                    </a:lnTo>
                    <a:lnTo>
                      <a:pt x="330" y="498"/>
                    </a:lnTo>
                    <a:lnTo>
                      <a:pt x="336" y="486"/>
                    </a:lnTo>
                    <a:lnTo>
                      <a:pt x="336" y="480"/>
                    </a:lnTo>
                    <a:lnTo>
                      <a:pt x="342" y="474"/>
                    </a:lnTo>
                    <a:lnTo>
                      <a:pt x="354" y="468"/>
                    </a:lnTo>
                    <a:lnTo>
                      <a:pt x="366" y="468"/>
                    </a:lnTo>
                    <a:lnTo>
                      <a:pt x="384" y="474"/>
                    </a:lnTo>
                    <a:lnTo>
                      <a:pt x="396" y="474"/>
                    </a:lnTo>
                    <a:lnTo>
                      <a:pt x="408" y="480"/>
                    </a:lnTo>
                    <a:lnTo>
                      <a:pt x="408" y="492"/>
                    </a:lnTo>
                    <a:lnTo>
                      <a:pt x="426" y="492"/>
                    </a:lnTo>
                    <a:lnTo>
                      <a:pt x="432" y="498"/>
                    </a:lnTo>
                    <a:lnTo>
                      <a:pt x="432" y="528"/>
                    </a:lnTo>
                    <a:lnTo>
                      <a:pt x="474" y="528"/>
                    </a:lnTo>
                    <a:lnTo>
                      <a:pt x="480" y="534"/>
                    </a:lnTo>
                    <a:lnTo>
                      <a:pt x="492" y="540"/>
                    </a:lnTo>
                    <a:lnTo>
                      <a:pt x="540" y="540"/>
                    </a:lnTo>
                    <a:lnTo>
                      <a:pt x="552" y="546"/>
                    </a:lnTo>
                    <a:lnTo>
                      <a:pt x="558" y="552"/>
                    </a:lnTo>
                    <a:lnTo>
                      <a:pt x="570" y="558"/>
                    </a:lnTo>
                    <a:lnTo>
                      <a:pt x="576" y="552"/>
                    </a:lnTo>
                    <a:lnTo>
                      <a:pt x="582" y="540"/>
                    </a:lnTo>
                    <a:lnTo>
                      <a:pt x="588" y="534"/>
                    </a:lnTo>
                    <a:lnTo>
                      <a:pt x="588" y="522"/>
                    </a:lnTo>
                    <a:lnTo>
                      <a:pt x="606" y="504"/>
                    </a:lnTo>
                    <a:lnTo>
                      <a:pt x="612" y="492"/>
                    </a:lnTo>
                    <a:lnTo>
                      <a:pt x="636" y="516"/>
                    </a:lnTo>
                    <a:lnTo>
                      <a:pt x="642" y="516"/>
                    </a:lnTo>
                    <a:lnTo>
                      <a:pt x="648" y="510"/>
                    </a:lnTo>
                    <a:lnTo>
                      <a:pt x="660" y="504"/>
                    </a:lnTo>
                    <a:lnTo>
                      <a:pt x="672" y="492"/>
                    </a:lnTo>
                    <a:lnTo>
                      <a:pt x="690" y="492"/>
                    </a:lnTo>
                    <a:lnTo>
                      <a:pt x="714" y="474"/>
                    </a:lnTo>
                    <a:lnTo>
                      <a:pt x="726" y="486"/>
                    </a:lnTo>
                    <a:lnTo>
                      <a:pt x="750" y="486"/>
                    </a:lnTo>
                    <a:lnTo>
                      <a:pt x="756" y="480"/>
                    </a:lnTo>
                    <a:lnTo>
                      <a:pt x="768" y="480"/>
                    </a:lnTo>
                    <a:lnTo>
                      <a:pt x="768" y="468"/>
                    </a:lnTo>
                    <a:lnTo>
                      <a:pt x="786" y="450"/>
                    </a:lnTo>
                    <a:lnTo>
                      <a:pt x="792" y="450"/>
                    </a:lnTo>
                    <a:lnTo>
                      <a:pt x="792" y="456"/>
                    </a:lnTo>
                    <a:lnTo>
                      <a:pt x="804" y="468"/>
                    </a:lnTo>
                    <a:lnTo>
                      <a:pt x="840" y="462"/>
                    </a:lnTo>
                    <a:lnTo>
                      <a:pt x="840" y="468"/>
                    </a:lnTo>
                    <a:lnTo>
                      <a:pt x="852" y="480"/>
                    </a:lnTo>
                    <a:lnTo>
                      <a:pt x="876" y="480"/>
                    </a:lnTo>
                    <a:lnTo>
                      <a:pt x="894" y="474"/>
                    </a:lnTo>
                    <a:lnTo>
                      <a:pt x="912" y="456"/>
                    </a:lnTo>
                    <a:lnTo>
                      <a:pt x="912" y="432"/>
                    </a:lnTo>
                    <a:lnTo>
                      <a:pt x="906" y="4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3" name="Canada" descr="© INSCALE GmbH, 05.05.2010&#10;http://www.presentationload.com/">
                <a:extLst>
                  <a:ext uri="{FF2B5EF4-FFF2-40B4-BE49-F238E27FC236}">
                    <a16:creationId xmlns:a16="http://schemas.microsoft.com/office/drawing/2014/main" id="{9DDCBE0D-8786-ABC6-DB1D-892115048FAD}"/>
                  </a:ext>
                </a:extLst>
              </p:cNvPr>
              <p:cNvSpPr>
                <a:spLocks noEditPoints="1"/>
              </p:cNvSpPr>
              <p:nvPr/>
            </p:nvSpPr>
            <p:spPr bwMode="gray">
              <a:xfrm>
                <a:off x="1241000" y="843708"/>
                <a:ext cx="2112381" cy="1093995"/>
              </a:xfrm>
              <a:custGeom>
                <a:avLst/>
                <a:gdLst>
                  <a:gd name="T0" fmla="*/ 2147483647 w 5574"/>
                  <a:gd name="T1" fmla="*/ 2147483647 h 2886"/>
                  <a:gd name="T2" fmla="*/ 2147483647 w 5574"/>
                  <a:gd name="T3" fmla="*/ 2147483647 h 2886"/>
                  <a:gd name="T4" fmla="*/ 2147483647 w 5574"/>
                  <a:gd name="T5" fmla="*/ 2147483647 h 2886"/>
                  <a:gd name="T6" fmla="*/ 2147483647 w 5574"/>
                  <a:gd name="T7" fmla="*/ 2147483647 h 2886"/>
                  <a:gd name="T8" fmla="*/ 2147483647 w 5574"/>
                  <a:gd name="T9" fmla="*/ 2147483647 h 2886"/>
                  <a:gd name="T10" fmla="*/ 2147483647 w 5574"/>
                  <a:gd name="T11" fmla="*/ 2147483647 h 2886"/>
                  <a:gd name="T12" fmla="*/ 2147483647 w 5574"/>
                  <a:gd name="T13" fmla="*/ 2147483647 h 2886"/>
                  <a:gd name="T14" fmla="*/ 2147483647 w 5574"/>
                  <a:gd name="T15" fmla="*/ 2147483647 h 2886"/>
                  <a:gd name="T16" fmla="*/ 2147483647 w 5574"/>
                  <a:gd name="T17" fmla="*/ 2147483647 h 2886"/>
                  <a:gd name="T18" fmla="*/ 2147483647 w 5574"/>
                  <a:gd name="T19" fmla="*/ 2147483647 h 2886"/>
                  <a:gd name="T20" fmla="*/ 2147483647 w 5574"/>
                  <a:gd name="T21" fmla="*/ 2147483647 h 2886"/>
                  <a:gd name="T22" fmla="*/ 2147483647 w 5574"/>
                  <a:gd name="T23" fmla="*/ 2147483647 h 2886"/>
                  <a:gd name="T24" fmla="*/ 2147483647 w 5574"/>
                  <a:gd name="T25" fmla="*/ 2147483647 h 2886"/>
                  <a:gd name="T26" fmla="*/ 2147483647 w 5574"/>
                  <a:gd name="T27" fmla="*/ 2147483647 h 2886"/>
                  <a:gd name="T28" fmla="*/ 2147483647 w 5574"/>
                  <a:gd name="T29" fmla="*/ 2147483647 h 2886"/>
                  <a:gd name="T30" fmla="*/ 2147483647 w 5574"/>
                  <a:gd name="T31" fmla="*/ 2147483647 h 2886"/>
                  <a:gd name="T32" fmla="*/ 2147483647 w 5574"/>
                  <a:gd name="T33" fmla="*/ 2147483647 h 2886"/>
                  <a:gd name="T34" fmla="*/ 2147483647 w 5574"/>
                  <a:gd name="T35" fmla="*/ 2147483647 h 2886"/>
                  <a:gd name="T36" fmla="*/ 2147483647 w 5574"/>
                  <a:gd name="T37" fmla="*/ 2147483647 h 2886"/>
                  <a:gd name="T38" fmla="*/ 2147483647 w 5574"/>
                  <a:gd name="T39" fmla="*/ 2147483647 h 2886"/>
                  <a:gd name="T40" fmla="*/ 2147483647 w 5574"/>
                  <a:gd name="T41" fmla="*/ 2147483647 h 2886"/>
                  <a:gd name="T42" fmla="*/ 2147483647 w 5574"/>
                  <a:gd name="T43" fmla="*/ 2147483647 h 2886"/>
                  <a:gd name="T44" fmla="*/ 2147483647 w 5574"/>
                  <a:gd name="T45" fmla="*/ 2147483647 h 2886"/>
                  <a:gd name="T46" fmla="*/ 2147483647 w 5574"/>
                  <a:gd name="T47" fmla="*/ 2147483647 h 2886"/>
                  <a:gd name="T48" fmla="*/ 2147483647 w 5574"/>
                  <a:gd name="T49" fmla="*/ 2147483647 h 2886"/>
                  <a:gd name="T50" fmla="*/ 2147483647 w 5574"/>
                  <a:gd name="T51" fmla="*/ 2147483647 h 2886"/>
                  <a:gd name="T52" fmla="*/ 2147483647 w 5574"/>
                  <a:gd name="T53" fmla="*/ 2147483647 h 2886"/>
                  <a:gd name="T54" fmla="*/ 2147483647 w 5574"/>
                  <a:gd name="T55" fmla="*/ 2147483647 h 2886"/>
                  <a:gd name="T56" fmla="*/ 2147483647 w 5574"/>
                  <a:gd name="T57" fmla="*/ 2147483647 h 2886"/>
                  <a:gd name="T58" fmla="*/ 2147483647 w 5574"/>
                  <a:gd name="T59" fmla="*/ 2147483647 h 2886"/>
                  <a:gd name="T60" fmla="*/ 2147483647 w 5574"/>
                  <a:gd name="T61" fmla="*/ 2147483647 h 2886"/>
                  <a:gd name="T62" fmla="*/ 2147483647 w 5574"/>
                  <a:gd name="T63" fmla="*/ 2147483647 h 2886"/>
                  <a:gd name="T64" fmla="*/ 2147483647 w 5574"/>
                  <a:gd name="T65" fmla="*/ 2147483647 h 2886"/>
                  <a:gd name="T66" fmla="*/ 2147483647 w 5574"/>
                  <a:gd name="T67" fmla="*/ 2147483647 h 2886"/>
                  <a:gd name="T68" fmla="*/ 2147483647 w 5574"/>
                  <a:gd name="T69" fmla="*/ 2147483647 h 2886"/>
                  <a:gd name="T70" fmla="*/ 2147483647 w 5574"/>
                  <a:gd name="T71" fmla="*/ 2147483647 h 2886"/>
                  <a:gd name="T72" fmla="*/ 2147483647 w 5574"/>
                  <a:gd name="T73" fmla="*/ 2147483647 h 2886"/>
                  <a:gd name="T74" fmla="*/ 2147483647 w 5574"/>
                  <a:gd name="T75" fmla="*/ 2147483647 h 2886"/>
                  <a:gd name="T76" fmla="*/ 2147483647 w 5574"/>
                  <a:gd name="T77" fmla="*/ 2147483647 h 2886"/>
                  <a:gd name="T78" fmla="*/ 2147483647 w 5574"/>
                  <a:gd name="T79" fmla="*/ 2147483647 h 2886"/>
                  <a:gd name="T80" fmla="*/ 2147483647 w 5574"/>
                  <a:gd name="T81" fmla="*/ 2147483647 h 2886"/>
                  <a:gd name="T82" fmla="*/ 2147483647 w 5574"/>
                  <a:gd name="T83" fmla="*/ 2147483647 h 2886"/>
                  <a:gd name="T84" fmla="*/ 2147483647 w 5574"/>
                  <a:gd name="T85" fmla="*/ 2147483647 h 2886"/>
                  <a:gd name="T86" fmla="*/ 2147483647 w 5574"/>
                  <a:gd name="T87" fmla="*/ 2147483647 h 2886"/>
                  <a:gd name="T88" fmla="*/ 2147483647 w 5574"/>
                  <a:gd name="T89" fmla="*/ 2147483647 h 2886"/>
                  <a:gd name="T90" fmla="*/ 2147483647 w 5574"/>
                  <a:gd name="T91" fmla="*/ 2147483647 h 2886"/>
                  <a:gd name="T92" fmla="*/ 2147483647 w 5574"/>
                  <a:gd name="T93" fmla="*/ 2147483647 h 2886"/>
                  <a:gd name="T94" fmla="*/ 2147483647 w 5574"/>
                  <a:gd name="T95" fmla="*/ 2147483647 h 2886"/>
                  <a:gd name="T96" fmla="*/ 2147483647 w 5574"/>
                  <a:gd name="T97" fmla="*/ 2147483647 h 2886"/>
                  <a:gd name="T98" fmla="*/ 2147483647 w 5574"/>
                  <a:gd name="T99" fmla="*/ 2147483647 h 2886"/>
                  <a:gd name="T100" fmla="*/ 2147483647 w 5574"/>
                  <a:gd name="T101" fmla="*/ 2147483647 h 2886"/>
                  <a:gd name="T102" fmla="*/ 2147483647 w 5574"/>
                  <a:gd name="T103" fmla="*/ 2147483647 h 2886"/>
                  <a:gd name="T104" fmla="*/ 2147483647 w 5574"/>
                  <a:gd name="T105" fmla="*/ 2147483647 h 2886"/>
                  <a:gd name="T106" fmla="*/ 2147483647 w 5574"/>
                  <a:gd name="T107" fmla="*/ 2147483647 h 2886"/>
                  <a:gd name="T108" fmla="*/ 2147483647 w 5574"/>
                  <a:gd name="T109" fmla="*/ 2147483647 h 2886"/>
                  <a:gd name="T110" fmla="*/ 2147483647 w 5574"/>
                  <a:gd name="T111" fmla="*/ 2147483647 h 2886"/>
                  <a:gd name="T112" fmla="*/ 2147483647 w 5574"/>
                  <a:gd name="T113" fmla="*/ 2147483647 h 2886"/>
                  <a:gd name="T114" fmla="*/ 2147483647 w 5574"/>
                  <a:gd name="T115" fmla="*/ 2147483647 h 2886"/>
                  <a:gd name="T116" fmla="*/ 2147483647 w 5574"/>
                  <a:gd name="T117" fmla="*/ 2147483647 h 2886"/>
                  <a:gd name="T118" fmla="*/ 2147483647 w 5574"/>
                  <a:gd name="T119" fmla="*/ 2147483647 h 2886"/>
                  <a:gd name="T120" fmla="*/ 2147483647 w 5574"/>
                  <a:gd name="T121" fmla="*/ 2147483647 h 2886"/>
                  <a:gd name="T122" fmla="*/ 2147483647 w 5574"/>
                  <a:gd name="T123" fmla="*/ 2147483647 h 2886"/>
                  <a:gd name="T124" fmla="*/ 2147483647 w 5574"/>
                  <a:gd name="T125" fmla="*/ 2147483647 h 288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5574"/>
                  <a:gd name="T190" fmla="*/ 0 h 2886"/>
                  <a:gd name="T191" fmla="*/ 5574 w 5574"/>
                  <a:gd name="T192" fmla="*/ 2886 h 288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5574" h="2886">
                    <a:moveTo>
                      <a:pt x="3114" y="252"/>
                    </a:moveTo>
                    <a:lnTo>
                      <a:pt x="3138" y="252"/>
                    </a:lnTo>
                    <a:lnTo>
                      <a:pt x="3150" y="258"/>
                    </a:lnTo>
                    <a:lnTo>
                      <a:pt x="3168" y="258"/>
                    </a:lnTo>
                    <a:lnTo>
                      <a:pt x="3174" y="252"/>
                    </a:lnTo>
                    <a:lnTo>
                      <a:pt x="3174" y="246"/>
                    </a:lnTo>
                    <a:lnTo>
                      <a:pt x="3168" y="234"/>
                    </a:lnTo>
                    <a:lnTo>
                      <a:pt x="3156" y="228"/>
                    </a:lnTo>
                    <a:lnTo>
                      <a:pt x="3108" y="228"/>
                    </a:lnTo>
                    <a:lnTo>
                      <a:pt x="3066" y="234"/>
                    </a:lnTo>
                    <a:lnTo>
                      <a:pt x="3036" y="246"/>
                    </a:lnTo>
                    <a:lnTo>
                      <a:pt x="3018" y="246"/>
                    </a:lnTo>
                    <a:lnTo>
                      <a:pt x="3060" y="246"/>
                    </a:lnTo>
                    <a:lnTo>
                      <a:pt x="3096" y="252"/>
                    </a:lnTo>
                    <a:lnTo>
                      <a:pt x="3114" y="252"/>
                    </a:lnTo>
                    <a:close/>
                    <a:moveTo>
                      <a:pt x="2988" y="318"/>
                    </a:moveTo>
                    <a:lnTo>
                      <a:pt x="3036" y="318"/>
                    </a:lnTo>
                    <a:lnTo>
                      <a:pt x="3048" y="312"/>
                    </a:lnTo>
                    <a:lnTo>
                      <a:pt x="3060" y="312"/>
                    </a:lnTo>
                    <a:lnTo>
                      <a:pt x="3072" y="300"/>
                    </a:lnTo>
                    <a:lnTo>
                      <a:pt x="3072" y="294"/>
                    </a:lnTo>
                    <a:lnTo>
                      <a:pt x="3066" y="282"/>
                    </a:lnTo>
                    <a:lnTo>
                      <a:pt x="3138" y="270"/>
                    </a:lnTo>
                    <a:lnTo>
                      <a:pt x="3120" y="264"/>
                    </a:lnTo>
                    <a:lnTo>
                      <a:pt x="3054" y="264"/>
                    </a:lnTo>
                    <a:lnTo>
                      <a:pt x="3042" y="276"/>
                    </a:lnTo>
                    <a:lnTo>
                      <a:pt x="3030" y="276"/>
                    </a:lnTo>
                    <a:lnTo>
                      <a:pt x="2994" y="270"/>
                    </a:lnTo>
                    <a:lnTo>
                      <a:pt x="2958" y="270"/>
                    </a:lnTo>
                    <a:lnTo>
                      <a:pt x="2940" y="282"/>
                    </a:lnTo>
                    <a:lnTo>
                      <a:pt x="2940" y="294"/>
                    </a:lnTo>
                    <a:lnTo>
                      <a:pt x="2946" y="300"/>
                    </a:lnTo>
                    <a:lnTo>
                      <a:pt x="2970" y="312"/>
                    </a:lnTo>
                    <a:lnTo>
                      <a:pt x="2976" y="318"/>
                    </a:lnTo>
                    <a:lnTo>
                      <a:pt x="2988" y="318"/>
                    </a:lnTo>
                    <a:close/>
                    <a:moveTo>
                      <a:pt x="2682" y="384"/>
                    </a:moveTo>
                    <a:lnTo>
                      <a:pt x="2628" y="408"/>
                    </a:lnTo>
                    <a:lnTo>
                      <a:pt x="2634" y="408"/>
                    </a:lnTo>
                    <a:lnTo>
                      <a:pt x="2646" y="414"/>
                    </a:lnTo>
                    <a:lnTo>
                      <a:pt x="2652" y="414"/>
                    </a:lnTo>
                    <a:lnTo>
                      <a:pt x="2658" y="420"/>
                    </a:lnTo>
                    <a:lnTo>
                      <a:pt x="2658" y="426"/>
                    </a:lnTo>
                    <a:lnTo>
                      <a:pt x="2622" y="426"/>
                    </a:lnTo>
                    <a:lnTo>
                      <a:pt x="2586" y="432"/>
                    </a:lnTo>
                    <a:lnTo>
                      <a:pt x="2556" y="438"/>
                    </a:lnTo>
                    <a:lnTo>
                      <a:pt x="2544" y="438"/>
                    </a:lnTo>
                    <a:lnTo>
                      <a:pt x="2520" y="456"/>
                    </a:lnTo>
                    <a:lnTo>
                      <a:pt x="2580" y="450"/>
                    </a:lnTo>
                    <a:lnTo>
                      <a:pt x="2586" y="450"/>
                    </a:lnTo>
                    <a:lnTo>
                      <a:pt x="2592" y="456"/>
                    </a:lnTo>
                    <a:lnTo>
                      <a:pt x="2610" y="456"/>
                    </a:lnTo>
                    <a:lnTo>
                      <a:pt x="2628" y="462"/>
                    </a:lnTo>
                    <a:lnTo>
                      <a:pt x="2658" y="462"/>
                    </a:lnTo>
                    <a:lnTo>
                      <a:pt x="2694" y="450"/>
                    </a:lnTo>
                    <a:lnTo>
                      <a:pt x="2730" y="444"/>
                    </a:lnTo>
                    <a:lnTo>
                      <a:pt x="2742" y="438"/>
                    </a:lnTo>
                    <a:lnTo>
                      <a:pt x="2742" y="450"/>
                    </a:lnTo>
                    <a:lnTo>
                      <a:pt x="2760" y="450"/>
                    </a:lnTo>
                    <a:lnTo>
                      <a:pt x="2796" y="444"/>
                    </a:lnTo>
                    <a:lnTo>
                      <a:pt x="2856" y="444"/>
                    </a:lnTo>
                    <a:lnTo>
                      <a:pt x="2850" y="444"/>
                    </a:lnTo>
                    <a:lnTo>
                      <a:pt x="2844" y="450"/>
                    </a:lnTo>
                    <a:lnTo>
                      <a:pt x="2832" y="450"/>
                    </a:lnTo>
                    <a:lnTo>
                      <a:pt x="2790" y="456"/>
                    </a:lnTo>
                    <a:lnTo>
                      <a:pt x="2730" y="468"/>
                    </a:lnTo>
                    <a:lnTo>
                      <a:pt x="2706" y="468"/>
                    </a:lnTo>
                    <a:lnTo>
                      <a:pt x="2688" y="474"/>
                    </a:lnTo>
                    <a:lnTo>
                      <a:pt x="2670" y="474"/>
                    </a:lnTo>
                    <a:lnTo>
                      <a:pt x="2652" y="480"/>
                    </a:lnTo>
                    <a:lnTo>
                      <a:pt x="2646" y="486"/>
                    </a:lnTo>
                    <a:lnTo>
                      <a:pt x="2640" y="486"/>
                    </a:lnTo>
                    <a:lnTo>
                      <a:pt x="2658" y="486"/>
                    </a:lnTo>
                    <a:lnTo>
                      <a:pt x="2694" y="492"/>
                    </a:lnTo>
                    <a:lnTo>
                      <a:pt x="2760" y="498"/>
                    </a:lnTo>
                    <a:lnTo>
                      <a:pt x="2808" y="492"/>
                    </a:lnTo>
                    <a:lnTo>
                      <a:pt x="2850" y="480"/>
                    </a:lnTo>
                    <a:lnTo>
                      <a:pt x="2874" y="474"/>
                    </a:lnTo>
                    <a:lnTo>
                      <a:pt x="2886" y="468"/>
                    </a:lnTo>
                    <a:lnTo>
                      <a:pt x="2958" y="450"/>
                    </a:lnTo>
                    <a:lnTo>
                      <a:pt x="3000" y="450"/>
                    </a:lnTo>
                    <a:lnTo>
                      <a:pt x="3054" y="444"/>
                    </a:lnTo>
                    <a:lnTo>
                      <a:pt x="3096" y="438"/>
                    </a:lnTo>
                    <a:lnTo>
                      <a:pt x="3120" y="432"/>
                    </a:lnTo>
                    <a:lnTo>
                      <a:pt x="3138" y="420"/>
                    </a:lnTo>
                    <a:lnTo>
                      <a:pt x="3156" y="414"/>
                    </a:lnTo>
                    <a:lnTo>
                      <a:pt x="3168" y="408"/>
                    </a:lnTo>
                    <a:lnTo>
                      <a:pt x="3168" y="396"/>
                    </a:lnTo>
                    <a:lnTo>
                      <a:pt x="3156" y="384"/>
                    </a:lnTo>
                    <a:lnTo>
                      <a:pt x="3144" y="378"/>
                    </a:lnTo>
                    <a:lnTo>
                      <a:pt x="3120" y="378"/>
                    </a:lnTo>
                    <a:lnTo>
                      <a:pt x="3114" y="384"/>
                    </a:lnTo>
                    <a:lnTo>
                      <a:pt x="3108" y="384"/>
                    </a:lnTo>
                    <a:lnTo>
                      <a:pt x="3108" y="396"/>
                    </a:lnTo>
                    <a:lnTo>
                      <a:pt x="3072" y="396"/>
                    </a:lnTo>
                    <a:lnTo>
                      <a:pt x="3078" y="390"/>
                    </a:lnTo>
                    <a:lnTo>
                      <a:pt x="3078" y="378"/>
                    </a:lnTo>
                    <a:lnTo>
                      <a:pt x="3102" y="354"/>
                    </a:lnTo>
                    <a:lnTo>
                      <a:pt x="3102" y="342"/>
                    </a:lnTo>
                    <a:lnTo>
                      <a:pt x="3096" y="342"/>
                    </a:lnTo>
                    <a:lnTo>
                      <a:pt x="3054" y="348"/>
                    </a:lnTo>
                    <a:lnTo>
                      <a:pt x="2988" y="372"/>
                    </a:lnTo>
                    <a:lnTo>
                      <a:pt x="2976" y="378"/>
                    </a:lnTo>
                    <a:lnTo>
                      <a:pt x="3024" y="378"/>
                    </a:lnTo>
                    <a:lnTo>
                      <a:pt x="3018" y="408"/>
                    </a:lnTo>
                    <a:lnTo>
                      <a:pt x="2898" y="420"/>
                    </a:lnTo>
                    <a:lnTo>
                      <a:pt x="2898" y="414"/>
                    </a:lnTo>
                    <a:lnTo>
                      <a:pt x="2892" y="408"/>
                    </a:lnTo>
                    <a:lnTo>
                      <a:pt x="2892" y="372"/>
                    </a:lnTo>
                    <a:lnTo>
                      <a:pt x="2886" y="366"/>
                    </a:lnTo>
                    <a:lnTo>
                      <a:pt x="2874" y="366"/>
                    </a:lnTo>
                    <a:lnTo>
                      <a:pt x="2856" y="360"/>
                    </a:lnTo>
                    <a:lnTo>
                      <a:pt x="2814" y="360"/>
                    </a:lnTo>
                    <a:lnTo>
                      <a:pt x="2682" y="384"/>
                    </a:lnTo>
                    <a:close/>
                    <a:moveTo>
                      <a:pt x="2832" y="342"/>
                    </a:moveTo>
                    <a:lnTo>
                      <a:pt x="2844" y="330"/>
                    </a:lnTo>
                    <a:lnTo>
                      <a:pt x="2844" y="318"/>
                    </a:lnTo>
                    <a:lnTo>
                      <a:pt x="2838" y="312"/>
                    </a:lnTo>
                    <a:lnTo>
                      <a:pt x="2814" y="312"/>
                    </a:lnTo>
                    <a:lnTo>
                      <a:pt x="2802" y="318"/>
                    </a:lnTo>
                    <a:lnTo>
                      <a:pt x="2796" y="324"/>
                    </a:lnTo>
                    <a:lnTo>
                      <a:pt x="2796" y="330"/>
                    </a:lnTo>
                    <a:lnTo>
                      <a:pt x="2802" y="336"/>
                    </a:lnTo>
                    <a:lnTo>
                      <a:pt x="2814" y="336"/>
                    </a:lnTo>
                    <a:lnTo>
                      <a:pt x="2820" y="342"/>
                    </a:lnTo>
                    <a:lnTo>
                      <a:pt x="2832" y="342"/>
                    </a:lnTo>
                    <a:close/>
                    <a:moveTo>
                      <a:pt x="3012" y="564"/>
                    </a:moveTo>
                    <a:lnTo>
                      <a:pt x="2988" y="540"/>
                    </a:lnTo>
                    <a:lnTo>
                      <a:pt x="2958" y="540"/>
                    </a:lnTo>
                    <a:lnTo>
                      <a:pt x="2952" y="534"/>
                    </a:lnTo>
                    <a:lnTo>
                      <a:pt x="2946" y="534"/>
                    </a:lnTo>
                    <a:lnTo>
                      <a:pt x="2934" y="528"/>
                    </a:lnTo>
                    <a:lnTo>
                      <a:pt x="2916" y="528"/>
                    </a:lnTo>
                    <a:lnTo>
                      <a:pt x="2898" y="534"/>
                    </a:lnTo>
                    <a:lnTo>
                      <a:pt x="2892" y="540"/>
                    </a:lnTo>
                    <a:lnTo>
                      <a:pt x="2892" y="552"/>
                    </a:lnTo>
                    <a:lnTo>
                      <a:pt x="2928" y="570"/>
                    </a:lnTo>
                    <a:lnTo>
                      <a:pt x="2934" y="576"/>
                    </a:lnTo>
                    <a:lnTo>
                      <a:pt x="2946" y="582"/>
                    </a:lnTo>
                    <a:lnTo>
                      <a:pt x="3012" y="564"/>
                    </a:lnTo>
                    <a:close/>
                    <a:moveTo>
                      <a:pt x="2460" y="414"/>
                    </a:moveTo>
                    <a:lnTo>
                      <a:pt x="2442" y="420"/>
                    </a:lnTo>
                    <a:lnTo>
                      <a:pt x="2430" y="426"/>
                    </a:lnTo>
                    <a:lnTo>
                      <a:pt x="2430" y="438"/>
                    </a:lnTo>
                    <a:lnTo>
                      <a:pt x="2442" y="438"/>
                    </a:lnTo>
                    <a:lnTo>
                      <a:pt x="2472" y="432"/>
                    </a:lnTo>
                    <a:lnTo>
                      <a:pt x="2490" y="426"/>
                    </a:lnTo>
                    <a:lnTo>
                      <a:pt x="2502" y="420"/>
                    </a:lnTo>
                    <a:lnTo>
                      <a:pt x="2502" y="414"/>
                    </a:lnTo>
                    <a:lnTo>
                      <a:pt x="2496" y="408"/>
                    </a:lnTo>
                    <a:lnTo>
                      <a:pt x="2484" y="408"/>
                    </a:lnTo>
                    <a:lnTo>
                      <a:pt x="2460" y="414"/>
                    </a:lnTo>
                    <a:close/>
                    <a:moveTo>
                      <a:pt x="2970" y="858"/>
                    </a:moveTo>
                    <a:lnTo>
                      <a:pt x="2988" y="858"/>
                    </a:lnTo>
                    <a:lnTo>
                      <a:pt x="3006" y="864"/>
                    </a:lnTo>
                    <a:lnTo>
                      <a:pt x="3018" y="870"/>
                    </a:lnTo>
                    <a:lnTo>
                      <a:pt x="3036" y="876"/>
                    </a:lnTo>
                    <a:lnTo>
                      <a:pt x="3060" y="882"/>
                    </a:lnTo>
                    <a:lnTo>
                      <a:pt x="3096" y="882"/>
                    </a:lnTo>
                    <a:lnTo>
                      <a:pt x="3126" y="876"/>
                    </a:lnTo>
                    <a:lnTo>
                      <a:pt x="3138" y="876"/>
                    </a:lnTo>
                    <a:lnTo>
                      <a:pt x="3120" y="810"/>
                    </a:lnTo>
                    <a:lnTo>
                      <a:pt x="3018" y="792"/>
                    </a:lnTo>
                    <a:lnTo>
                      <a:pt x="2988" y="828"/>
                    </a:lnTo>
                    <a:lnTo>
                      <a:pt x="2958" y="828"/>
                    </a:lnTo>
                    <a:lnTo>
                      <a:pt x="2952" y="834"/>
                    </a:lnTo>
                    <a:lnTo>
                      <a:pt x="2952" y="846"/>
                    </a:lnTo>
                    <a:lnTo>
                      <a:pt x="2958" y="852"/>
                    </a:lnTo>
                    <a:lnTo>
                      <a:pt x="2970" y="858"/>
                    </a:lnTo>
                    <a:close/>
                    <a:moveTo>
                      <a:pt x="168" y="2034"/>
                    </a:moveTo>
                    <a:lnTo>
                      <a:pt x="168" y="2040"/>
                    </a:lnTo>
                    <a:lnTo>
                      <a:pt x="174" y="2046"/>
                    </a:lnTo>
                    <a:lnTo>
                      <a:pt x="192" y="2046"/>
                    </a:lnTo>
                    <a:lnTo>
                      <a:pt x="186" y="2070"/>
                    </a:lnTo>
                    <a:lnTo>
                      <a:pt x="216" y="2052"/>
                    </a:lnTo>
                    <a:lnTo>
                      <a:pt x="216" y="2028"/>
                    </a:lnTo>
                    <a:lnTo>
                      <a:pt x="174" y="2028"/>
                    </a:lnTo>
                    <a:lnTo>
                      <a:pt x="168" y="2034"/>
                    </a:lnTo>
                    <a:close/>
                    <a:moveTo>
                      <a:pt x="252" y="2298"/>
                    </a:moveTo>
                    <a:lnTo>
                      <a:pt x="252" y="2292"/>
                    </a:lnTo>
                    <a:lnTo>
                      <a:pt x="246" y="2286"/>
                    </a:lnTo>
                    <a:lnTo>
                      <a:pt x="246" y="2268"/>
                    </a:lnTo>
                    <a:lnTo>
                      <a:pt x="252" y="2256"/>
                    </a:lnTo>
                    <a:lnTo>
                      <a:pt x="252" y="2238"/>
                    </a:lnTo>
                    <a:lnTo>
                      <a:pt x="246" y="2226"/>
                    </a:lnTo>
                    <a:lnTo>
                      <a:pt x="228" y="2226"/>
                    </a:lnTo>
                    <a:lnTo>
                      <a:pt x="216" y="2220"/>
                    </a:lnTo>
                    <a:lnTo>
                      <a:pt x="204" y="2220"/>
                    </a:lnTo>
                    <a:lnTo>
                      <a:pt x="192" y="2214"/>
                    </a:lnTo>
                    <a:lnTo>
                      <a:pt x="186" y="2208"/>
                    </a:lnTo>
                    <a:lnTo>
                      <a:pt x="174" y="2202"/>
                    </a:lnTo>
                    <a:lnTo>
                      <a:pt x="150" y="2178"/>
                    </a:lnTo>
                    <a:lnTo>
                      <a:pt x="138" y="2172"/>
                    </a:lnTo>
                    <a:lnTo>
                      <a:pt x="126" y="2172"/>
                    </a:lnTo>
                    <a:lnTo>
                      <a:pt x="102" y="2184"/>
                    </a:lnTo>
                    <a:lnTo>
                      <a:pt x="96" y="2196"/>
                    </a:lnTo>
                    <a:lnTo>
                      <a:pt x="96" y="2202"/>
                    </a:lnTo>
                    <a:lnTo>
                      <a:pt x="108" y="2208"/>
                    </a:lnTo>
                    <a:lnTo>
                      <a:pt x="114" y="2214"/>
                    </a:lnTo>
                    <a:lnTo>
                      <a:pt x="120" y="2214"/>
                    </a:lnTo>
                    <a:lnTo>
                      <a:pt x="132" y="2202"/>
                    </a:lnTo>
                    <a:lnTo>
                      <a:pt x="144" y="2208"/>
                    </a:lnTo>
                    <a:lnTo>
                      <a:pt x="132" y="2220"/>
                    </a:lnTo>
                    <a:lnTo>
                      <a:pt x="120" y="2220"/>
                    </a:lnTo>
                    <a:lnTo>
                      <a:pt x="114" y="2226"/>
                    </a:lnTo>
                    <a:lnTo>
                      <a:pt x="102" y="2232"/>
                    </a:lnTo>
                    <a:lnTo>
                      <a:pt x="102" y="2244"/>
                    </a:lnTo>
                    <a:lnTo>
                      <a:pt x="108" y="2250"/>
                    </a:lnTo>
                    <a:lnTo>
                      <a:pt x="126" y="2250"/>
                    </a:lnTo>
                    <a:lnTo>
                      <a:pt x="138" y="2244"/>
                    </a:lnTo>
                    <a:lnTo>
                      <a:pt x="132" y="2262"/>
                    </a:lnTo>
                    <a:lnTo>
                      <a:pt x="150" y="2262"/>
                    </a:lnTo>
                    <a:lnTo>
                      <a:pt x="132" y="2280"/>
                    </a:lnTo>
                    <a:lnTo>
                      <a:pt x="168" y="2274"/>
                    </a:lnTo>
                    <a:lnTo>
                      <a:pt x="156" y="2280"/>
                    </a:lnTo>
                    <a:lnTo>
                      <a:pt x="144" y="2292"/>
                    </a:lnTo>
                    <a:lnTo>
                      <a:pt x="138" y="2292"/>
                    </a:lnTo>
                    <a:lnTo>
                      <a:pt x="138" y="2298"/>
                    </a:lnTo>
                    <a:lnTo>
                      <a:pt x="150" y="2298"/>
                    </a:lnTo>
                    <a:lnTo>
                      <a:pt x="162" y="2286"/>
                    </a:lnTo>
                    <a:lnTo>
                      <a:pt x="168" y="2286"/>
                    </a:lnTo>
                    <a:lnTo>
                      <a:pt x="174" y="2292"/>
                    </a:lnTo>
                    <a:lnTo>
                      <a:pt x="174" y="2304"/>
                    </a:lnTo>
                    <a:lnTo>
                      <a:pt x="162" y="2316"/>
                    </a:lnTo>
                    <a:lnTo>
                      <a:pt x="162" y="2328"/>
                    </a:lnTo>
                    <a:lnTo>
                      <a:pt x="210" y="2328"/>
                    </a:lnTo>
                    <a:lnTo>
                      <a:pt x="228" y="2316"/>
                    </a:lnTo>
                    <a:lnTo>
                      <a:pt x="210" y="2340"/>
                    </a:lnTo>
                    <a:lnTo>
                      <a:pt x="192" y="2340"/>
                    </a:lnTo>
                    <a:lnTo>
                      <a:pt x="186" y="2346"/>
                    </a:lnTo>
                    <a:lnTo>
                      <a:pt x="186" y="2352"/>
                    </a:lnTo>
                    <a:lnTo>
                      <a:pt x="210" y="2364"/>
                    </a:lnTo>
                    <a:lnTo>
                      <a:pt x="216" y="2364"/>
                    </a:lnTo>
                    <a:lnTo>
                      <a:pt x="228" y="2370"/>
                    </a:lnTo>
                    <a:lnTo>
                      <a:pt x="234" y="2376"/>
                    </a:lnTo>
                    <a:lnTo>
                      <a:pt x="246" y="2376"/>
                    </a:lnTo>
                    <a:lnTo>
                      <a:pt x="258" y="2382"/>
                    </a:lnTo>
                    <a:lnTo>
                      <a:pt x="270" y="2376"/>
                    </a:lnTo>
                    <a:lnTo>
                      <a:pt x="288" y="2358"/>
                    </a:lnTo>
                    <a:lnTo>
                      <a:pt x="294" y="2346"/>
                    </a:lnTo>
                    <a:lnTo>
                      <a:pt x="294" y="2340"/>
                    </a:lnTo>
                    <a:lnTo>
                      <a:pt x="288" y="2334"/>
                    </a:lnTo>
                    <a:lnTo>
                      <a:pt x="282" y="2322"/>
                    </a:lnTo>
                    <a:lnTo>
                      <a:pt x="270" y="2316"/>
                    </a:lnTo>
                    <a:lnTo>
                      <a:pt x="264" y="2304"/>
                    </a:lnTo>
                    <a:lnTo>
                      <a:pt x="252" y="2298"/>
                    </a:lnTo>
                    <a:close/>
                    <a:moveTo>
                      <a:pt x="2304" y="372"/>
                    </a:moveTo>
                    <a:lnTo>
                      <a:pt x="2316" y="372"/>
                    </a:lnTo>
                    <a:lnTo>
                      <a:pt x="2328" y="366"/>
                    </a:lnTo>
                    <a:lnTo>
                      <a:pt x="2376" y="366"/>
                    </a:lnTo>
                    <a:lnTo>
                      <a:pt x="2388" y="378"/>
                    </a:lnTo>
                    <a:lnTo>
                      <a:pt x="2388" y="390"/>
                    </a:lnTo>
                    <a:lnTo>
                      <a:pt x="2424" y="390"/>
                    </a:lnTo>
                    <a:lnTo>
                      <a:pt x="2442" y="384"/>
                    </a:lnTo>
                    <a:lnTo>
                      <a:pt x="2454" y="384"/>
                    </a:lnTo>
                    <a:lnTo>
                      <a:pt x="2466" y="390"/>
                    </a:lnTo>
                    <a:lnTo>
                      <a:pt x="2472" y="396"/>
                    </a:lnTo>
                    <a:lnTo>
                      <a:pt x="2490" y="396"/>
                    </a:lnTo>
                    <a:lnTo>
                      <a:pt x="2514" y="384"/>
                    </a:lnTo>
                    <a:lnTo>
                      <a:pt x="2520" y="372"/>
                    </a:lnTo>
                    <a:lnTo>
                      <a:pt x="2520" y="354"/>
                    </a:lnTo>
                    <a:lnTo>
                      <a:pt x="2550" y="354"/>
                    </a:lnTo>
                    <a:lnTo>
                      <a:pt x="2616" y="336"/>
                    </a:lnTo>
                    <a:lnTo>
                      <a:pt x="2580" y="366"/>
                    </a:lnTo>
                    <a:lnTo>
                      <a:pt x="2634" y="378"/>
                    </a:lnTo>
                    <a:lnTo>
                      <a:pt x="2688" y="354"/>
                    </a:lnTo>
                    <a:lnTo>
                      <a:pt x="2784" y="312"/>
                    </a:lnTo>
                    <a:lnTo>
                      <a:pt x="2778" y="312"/>
                    </a:lnTo>
                    <a:lnTo>
                      <a:pt x="2772" y="306"/>
                    </a:lnTo>
                    <a:lnTo>
                      <a:pt x="2754" y="300"/>
                    </a:lnTo>
                    <a:lnTo>
                      <a:pt x="2736" y="300"/>
                    </a:lnTo>
                    <a:lnTo>
                      <a:pt x="2724" y="294"/>
                    </a:lnTo>
                    <a:lnTo>
                      <a:pt x="2706" y="288"/>
                    </a:lnTo>
                    <a:lnTo>
                      <a:pt x="2676" y="288"/>
                    </a:lnTo>
                    <a:lnTo>
                      <a:pt x="2646" y="282"/>
                    </a:lnTo>
                    <a:lnTo>
                      <a:pt x="2604" y="282"/>
                    </a:lnTo>
                    <a:lnTo>
                      <a:pt x="2526" y="294"/>
                    </a:lnTo>
                    <a:lnTo>
                      <a:pt x="2526" y="318"/>
                    </a:lnTo>
                    <a:lnTo>
                      <a:pt x="2406" y="324"/>
                    </a:lnTo>
                    <a:lnTo>
                      <a:pt x="2400" y="324"/>
                    </a:lnTo>
                    <a:lnTo>
                      <a:pt x="2394" y="318"/>
                    </a:lnTo>
                    <a:lnTo>
                      <a:pt x="2334" y="318"/>
                    </a:lnTo>
                    <a:lnTo>
                      <a:pt x="2322" y="324"/>
                    </a:lnTo>
                    <a:lnTo>
                      <a:pt x="2310" y="324"/>
                    </a:lnTo>
                    <a:lnTo>
                      <a:pt x="2304" y="330"/>
                    </a:lnTo>
                    <a:lnTo>
                      <a:pt x="2304" y="372"/>
                    </a:lnTo>
                    <a:close/>
                    <a:moveTo>
                      <a:pt x="150" y="1980"/>
                    </a:moveTo>
                    <a:lnTo>
                      <a:pt x="162" y="2004"/>
                    </a:lnTo>
                    <a:lnTo>
                      <a:pt x="174" y="2010"/>
                    </a:lnTo>
                    <a:lnTo>
                      <a:pt x="186" y="1980"/>
                    </a:lnTo>
                    <a:lnTo>
                      <a:pt x="180" y="1974"/>
                    </a:lnTo>
                    <a:lnTo>
                      <a:pt x="174" y="1974"/>
                    </a:lnTo>
                    <a:lnTo>
                      <a:pt x="162" y="1968"/>
                    </a:lnTo>
                    <a:lnTo>
                      <a:pt x="156" y="1968"/>
                    </a:lnTo>
                    <a:lnTo>
                      <a:pt x="150" y="1974"/>
                    </a:lnTo>
                    <a:lnTo>
                      <a:pt x="150" y="1980"/>
                    </a:lnTo>
                    <a:close/>
                    <a:moveTo>
                      <a:pt x="126" y="1932"/>
                    </a:moveTo>
                    <a:lnTo>
                      <a:pt x="120" y="1932"/>
                    </a:lnTo>
                    <a:lnTo>
                      <a:pt x="108" y="1938"/>
                    </a:lnTo>
                    <a:lnTo>
                      <a:pt x="96" y="1938"/>
                    </a:lnTo>
                    <a:lnTo>
                      <a:pt x="84" y="1944"/>
                    </a:lnTo>
                    <a:lnTo>
                      <a:pt x="78" y="1944"/>
                    </a:lnTo>
                    <a:lnTo>
                      <a:pt x="78" y="1950"/>
                    </a:lnTo>
                    <a:lnTo>
                      <a:pt x="72" y="1962"/>
                    </a:lnTo>
                    <a:lnTo>
                      <a:pt x="66" y="1968"/>
                    </a:lnTo>
                    <a:lnTo>
                      <a:pt x="48" y="1968"/>
                    </a:lnTo>
                    <a:lnTo>
                      <a:pt x="42" y="1962"/>
                    </a:lnTo>
                    <a:lnTo>
                      <a:pt x="48" y="1956"/>
                    </a:lnTo>
                    <a:lnTo>
                      <a:pt x="60" y="1956"/>
                    </a:lnTo>
                    <a:lnTo>
                      <a:pt x="66" y="1950"/>
                    </a:lnTo>
                    <a:lnTo>
                      <a:pt x="72" y="1950"/>
                    </a:lnTo>
                    <a:lnTo>
                      <a:pt x="78" y="1944"/>
                    </a:lnTo>
                    <a:lnTo>
                      <a:pt x="84" y="1944"/>
                    </a:lnTo>
                    <a:lnTo>
                      <a:pt x="78" y="1938"/>
                    </a:lnTo>
                    <a:lnTo>
                      <a:pt x="54" y="1938"/>
                    </a:lnTo>
                    <a:lnTo>
                      <a:pt x="48" y="1944"/>
                    </a:lnTo>
                    <a:lnTo>
                      <a:pt x="48" y="1932"/>
                    </a:lnTo>
                    <a:lnTo>
                      <a:pt x="36" y="1932"/>
                    </a:lnTo>
                    <a:lnTo>
                      <a:pt x="24" y="1944"/>
                    </a:lnTo>
                    <a:lnTo>
                      <a:pt x="6" y="1980"/>
                    </a:lnTo>
                    <a:lnTo>
                      <a:pt x="6" y="2004"/>
                    </a:lnTo>
                    <a:lnTo>
                      <a:pt x="12" y="2004"/>
                    </a:lnTo>
                    <a:lnTo>
                      <a:pt x="12" y="2010"/>
                    </a:lnTo>
                    <a:lnTo>
                      <a:pt x="18" y="2016"/>
                    </a:lnTo>
                    <a:lnTo>
                      <a:pt x="0" y="2022"/>
                    </a:lnTo>
                    <a:lnTo>
                      <a:pt x="12" y="2076"/>
                    </a:lnTo>
                    <a:lnTo>
                      <a:pt x="12" y="2082"/>
                    </a:lnTo>
                    <a:lnTo>
                      <a:pt x="6" y="2082"/>
                    </a:lnTo>
                    <a:lnTo>
                      <a:pt x="12" y="2088"/>
                    </a:lnTo>
                    <a:lnTo>
                      <a:pt x="12" y="2094"/>
                    </a:lnTo>
                    <a:lnTo>
                      <a:pt x="30" y="2094"/>
                    </a:lnTo>
                    <a:lnTo>
                      <a:pt x="30" y="2070"/>
                    </a:lnTo>
                    <a:lnTo>
                      <a:pt x="24" y="2058"/>
                    </a:lnTo>
                    <a:lnTo>
                      <a:pt x="24" y="2040"/>
                    </a:lnTo>
                    <a:lnTo>
                      <a:pt x="36" y="2028"/>
                    </a:lnTo>
                    <a:lnTo>
                      <a:pt x="42" y="2028"/>
                    </a:lnTo>
                    <a:lnTo>
                      <a:pt x="48" y="2016"/>
                    </a:lnTo>
                    <a:lnTo>
                      <a:pt x="54" y="2010"/>
                    </a:lnTo>
                    <a:lnTo>
                      <a:pt x="54" y="1986"/>
                    </a:lnTo>
                    <a:lnTo>
                      <a:pt x="84" y="1956"/>
                    </a:lnTo>
                    <a:lnTo>
                      <a:pt x="108" y="1944"/>
                    </a:lnTo>
                    <a:lnTo>
                      <a:pt x="114" y="1944"/>
                    </a:lnTo>
                    <a:lnTo>
                      <a:pt x="126" y="1938"/>
                    </a:lnTo>
                    <a:lnTo>
                      <a:pt x="126" y="1932"/>
                    </a:lnTo>
                    <a:close/>
                    <a:moveTo>
                      <a:pt x="1896" y="678"/>
                    </a:moveTo>
                    <a:lnTo>
                      <a:pt x="1896" y="690"/>
                    </a:lnTo>
                    <a:lnTo>
                      <a:pt x="1884" y="702"/>
                    </a:lnTo>
                    <a:lnTo>
                      <a:pt x="1884" y="714"/>
                    </a:lnTo>
                    <a:lnTo>
                      <a:pt x="1902" y="714"/>
                    </a:lnTo>
                    <a:lnTo>
                      <a:pt x="1926" y="708"/>
                    </a:lnTo>
                    <a:lnTo>
                      <a:pt x="1944" y="708"/>
                    </a:lnTo>
                    <a:lnTo>
                      <a:pt x="1980" y="696"/>
                    </a:lnTo>
                    <a:lnTo>
                      <a:pt x="1986" y="690"/>
                    </a:lnTo>
                    <a:lnTo>
                      <a:pt x="1992" y="690"/>
                    </a:lnTo>
                    <a:lnTo>
                      <a:pt x="2034" y="702"/>
                    </a:lnTo>
                    <a:lnTo>
                      <a:pt x="2112" y="642"/>
                    </a:lnTo>
                    <a:lnTo>
                      <a:pt x="2244" y="600"/>
                    </a:lnTo>
                    <a:lnTo>
                      <a:pt x="2370" y="564"/>
                    </a:lnTo>
                    <a:lnTo>
                      <a:pt x="2466" y="546"/>
                    </a:lnTo>
                    <a:lnTo>
                      <a:pt x="2454" y="540"/>
                    </a:lnTo>
                    <a:lnTo>
                      <a:pt x="2448" y="528"/>
                    </a:lnTo>
                    <a:lnTo>
                      <a:pt x="2436" y="522"/>
                    </a:lnTo>
                    <a:lnTo>
                      <a:pt x="2424" y="510"/>
                    </a:lnTo>
                    <a:lnTo>
                      <a:pt x="2412" y="504"/>
                    </a:lnTo>
                    <a:lnTo>
                      <a:pt x="2400" y="492"/>
                    </a:lnTo>
                    <a:lnTo>
                      <a:pt x="2352" y="492"/>
                    </a:lnTo>
                    <a:lnTo>
                      <a:pt x="2340" y="498"/>
                    </a:lnTo>
                    <a:lnTo>
                      <a:pt x="2328" y="498"/>
                    </a:lnTo>
                    <a:lnTo>
                      <a:pt x="2262" y="504"/>
                    </a:lnTo>
                    <a:lnTo>
                      <a:pt x="2226" y="480"/>
                    </a:lnTo>
                    <a:lnTo>
                      <a:pt x="2142" y="486"/>
                    </a:lnTo>
                    <a:lnTo>
                      <a:pt x="2094" y="504"/>
                    </a:lnTo>
                    <a:lnTo>
                      <a:pt x="2076" y="522"/>
                    </a:lnTo>
                    <a:lnTo>
                      <a:pt x="2064" y="552"/>
                    </a:lnTo>
                    <a:lnTo>
                      <a:pt x="2010" y="564"/>
                    </a:lnTo>
                    <a:lnTo>
                      <a:pt x="1944" y="588"/>
                    </a:lnTo>
                    <a:lnTo>
                      <a:pt x="1962" y="600"/>
                    </a:lnTo>
                    <a:lnTo>
                      <a:pt x="1842" y="654"/>
                    </a:lnTo>
                    <a:lnTo>
                      <a:pt x="1854" y="654"/>
                    </a:lnTo>
                    <a:lnTo>
                      <a:pt x="1890" y="672"/>
                    </a:lnTo>
                    <a:lnTo>
                      <a:pt x="1896" y="678"/>
                    </a:lnTo>
                    <a:close/>
                    <a:moveTo>
                      <a:pt x="198" y="1968"/>
                    </a:moveTo>
                    <a:lnTo>
                      <a:pt x="192" y="1992"/>
                    </a:lnTo>
                    <a:lnTo>
                      <a:pt x="192" y="2010"/>
                    </a:lnTo>
                    <a:lnTo>
                      <a:pt x="216" y="1998"/>
                    </a:lnTo>
                    <a:lnTo>
                      <a:pt x="198" y="1968"/>
                    </a:lnTo>
                    <a:close/>
                    <a:moveTo>
                      <a:pt x="4182" y="600"/>
                    </a:moveTo>
                    <a:lnTo>
                      <a:pt x="4194" y="606"/>
                    </a:lnTo>
                    <a:lnTo>
                      <a:pt x="4206" y="600"/>
                    </a:lnTo>
                    <a:lnTo>
                      <a:pt x="4218" y="600"/>
                    </a:lnTo>
                    <a:lnTo>
                      <a:pt x="4242" y="588"/>
                    </a:lnTo>
                    <a:lnTo>
                      <a:pt x="4308" y="588"/>
                    </a:lnTo>
                    <a:lnTo>
                      <a:pt x="4314" y="594"/>
                    </a:lnTo>
                    <a:lnTo>
                      <a:pt x="4350" y="594"/>
                    </a:lnTo>
                    <a:lnTo>
                      <a:pt x="4356" y="588"/>
                    </a:lnTo>
                    <a:lnTo>
                      <a:pt x="4356" y="582"/>
                    </a:lnTo>
                    <a:lnTo>
                      <a:pt x="4344" y="558"/>
                    </a:lnTo>
                    <a:lnTo>
                      <a:pt x="4338" y="552"/>
                    </a:lnTo>
                    <a:lnTo>
                      <a:pt x="4326" y="546"/>
                    </a:lnTo>
                    <a:lnTo>
                      <a:pt x="4230" y="546"/>
                    </a:lnTo>
                    <a:lnTo>
                      <a:pt x="4224" y="540"/>
                    </a:lnTo>
                    <a:lnTo>
                      <a:pt x="4212" y="540"/>
                    </a:lnTo>
                    <a:lnTo>
                      <a:pt x="4200" y="534"/>
                    </a:lnTo>
                    <a:lnTo>
                      <a:pt x="4188" y="534"/>
                    </a:lnTo>
                    <a:lnTo>
                      <a:pt x="4176" y="540"/>
                    </a:lnTo>
                    <a:lnTo>
                      <a:pt x="4158" y="558"/>
                    </a:lnTo>
                    <a:lnTo>
                      <a:pt x="4158" y="564"/>
                    </a:lnTo>
                    <a:lnTo>
                      <a:pt x="4176" y="576"/>
                    </a:lnTo>
                    <a:lnTo>
                      <a:pt x="4170" y="582"/>
                    </a:lnTo>
                    <a:lnTo>
                      <a:pt x="4170" y="594"/>
                    </a:lnTo>
                    <a:lnTo>
                      <a:pt x="4176" y="594"/>
                    </a:lnTo>
                    <a:lnTo>
                      <a:pt x="4182" y="600"/>
                    </a:lnTo>
                    <a:close/>
                    <a:moveTo>
                      <a:pt x="3708" y="516"/>
                    </a:moveTo>
                    <a:lnTo>
                      <a:pt x="3678" y="516"/>
                    </a:lnTo>
                    <a:lnTo>
                      <a:pt x="3624" y="510"/>
                    </a:lnTo>
                    <a:lnTo>
                      <a:pt x="3564" y="504"/>
                    </a:lnTo>
                    <a:lnTo>
                      <a:pt x="3468" y="504"/>
                    </a:lnTo>
                    <a:lnTo>
                      <a:pt x="3468" y="516"/>
                    </a:lnTo>
                    <a:lnTo>
                      <a:pt x="3462" y="522"/>
                    </a:lnTo>
                    <a:lnTo>
                      <a:pt x="3426" y="540"/>
                    </a:lnTo>
                    <a:lnTo>
                      <a:pt x="3396" y="546"/>
                    </a:lnTo>
                    <a:lnTo>
                      <a:pt x="3378" y="552"/>
                    </a:lnTo>
                    <a:lnTo>
                      <a:pt x="3372" y="552"/>
                    </a:lnTo>
                    <a:lnTo>
                      <a:pt x="3372" y="558"/>
                    </a:lnTo>
                    <a:lnTo>
                      <a:pt x="3384" y="570"/>
                    </a:lnTo>
                    <a:lnTo>
                      <a:pt x="3390" y="582"/>
                    </a:lnTo>
                    <a:lnTo>
                      <a:pt x="3390" y="594"/>
                    </a:lnTo>
                    <a:lnTo>
                      <a:pt x="3372" y="618"/>
                    </a:lnTo>
                    <a:lnTo>
                      <a:pt x="3402" y="636"/>
                    </a:lnTo>
                    <a:lnTo>
                      <a:pt x="3480" y="606"/>
                    </a:lnTo>
                    <a:lnTo>
                      <a:pt x="3474" y="600"/>
                    </a:lnTo>
                    <a:lnTo>
                      <a:pt x="3468" y="600"/>
                    </a:lnTo>
                    <a:lnTo>
                      <a:pt x="3468" y="594"/>
                    </a:lnTo>
                    <a:lnTo>
                      <a:pt x="3474" y="588"/>
                    </a:lnTo>
                    <a:lnTo>
                      <a:pt x="3486" y="582"/>
                    </a:lnTo>
                    <a:lnTo>
                      <a:pt x="3522" y="582"/>
                    </a:lnTo>
                    <a:lnTo>
                      <a:pt x="3546" y="594"/>
                    </a:lnTo>
                    <a:lnTo>
                      <a:pt x="3552" y="600"/>
                    </a:lnTo>
                    <a:lnTo>
                      <a:pt x="3606" y="594"/>
                    </a:lnTo>
                    <a:lnTo>
                      <a:pt x="3600" y="570"/>
                    </a:lnTo>
                    <a:lnTo>
                      <a:pt x="3630" y="570"/>
                    </a:lnTo>
                    <a:lnTo>
                      <a:pt x="3648" y="564"/>
                    </a:lnTo>
                    <a:lnTo>
                      <a:pt x="3666" y="564"/>
                    </a:lnTo>
                    <a:lnTo>
                      <a:pt x="3690" y="552"/>
                    </a:lnTo>
                    <a:lnTo>
                      <a:pt x="3696" y="546"/>
                    </a:lnTo>
                    <a:lnTo>
                      <a:pt x="3702" y="534"/>
                    </a:lnTo>
                    <a:lnTo>
                      <a:pt x="3714" y="522"/>
                    </a:lnTo>
                    <a:lnTo>
                      <a:pt x="3720" y="522"/>
                    </a:lnTo>
                    <a:lnTo>
                      <a:pt x="3714" y="516"/>
                    </a:lnTo>
                    <a:lnTo>
                      <a:pt x="3708" y="516"/>
                    </a:lnTo>
                    <a:close/>
                    <a:moveTo>
                      <a:pt x="3792" y="150"/>
                    </a:moveTo>
                    <a:lnTo>
                      <a:pt x="3738" y="156"/>
                    </a:lnTo>
                    <a:lnTo>
                      <a:pt x="3756" y="180"/>
                    </a:lnTo>
                    <a:lnTo>
                      <a:pt x="3792" y="150"/>
                    </a:lnTo>
                    <a:close/>
                    <a:moveTo>
                      <a:pt x="3612" y="480"/>
                    </a:moveTo>
                    <a:lnTo>
                      <a:pt x="3636" y="468"/>
                    </a:lnTo>
                    <a:lnTo>
                      <a:pt x="3642" y="456"/>
                    </a:lnTo>
                    <a:lnTo>
                      <a:pt x="3654" y="450"/>
                    </a:lnTo>
                    <a:lnTo>
                      <a:pt x="3660" y="438"/>
                    </a:lnTo>
                    <a:lnTo>
                      <a:pt x="3660" y="432"/>
                    </a:lnTo>
                    <a:lnTo>
                      <a:pt x="3654" y="426"/>
                    </a:lnTo>
                    <a:lnTo>
                      <a:pt x="3642" y="426"/>
                    </a:lnTo>
                    <a:lnTo>
                      <a:pt x="3630" y="420"/>
                    </a:lnTo>
                    <a:lnTo>
                      <a:pt x="3588" y="420"/>
                    </a:lnTo>
                    <a:lnTo>
                      <a:pt x="3570" y="426"/>
                    </a:lnTo>
                    <a:lnTo>
                      <a:pt x="3552" y="426"/>
                    </a:lnTo>
                    <a:lnTo>
                      <a:pt x="3534" y="438"/>
                    </a:lnTo>
                    <a:lnTo>
                      <a:pt x="3516" y="444"/>
                    </a:lnTo>
                    <a:lnTo>
                      <a:pt x="3504" y="450"/>
                    </a:lnTo>
                    <a:lnTo>
                      <a:pt x="3504" y="462"/>
                    </a:lnTo>
                    <a:lnTo>
                      <a:pt x="3528" y="468"/>
                    </a:lnTo>
                    <a:lnTo>
                      <a:pt x="3600" y="480"/>
                    </a:lnTo>
                    <a:lnTo>
                      <a:pt x="3612" y="480"/>
                    </a:lnTo>
                    <a:close/>
                    <a:moveTo>
                      <a:pt x="3954" y="180"/>
                    </a:moveTo>
                    <a:lnTo>
                      <a:pt x="3900" y="192"/>
                    </a:lnTo>
                    <a:lnTo>
                      <a:pt x="3936" y="210"/>
                    </a:lnTo>
                    <a:lnTo>
                      <a:pt x="3924" y="216"/>
                    </a:lnTo>
                    <a:lnTo>
                      <a:pt x="3918" y="222"/>
                    </a:lnTo>
                    <a:lnTo>
                      <a:pt x="3918" y="228"/>
                    </a:lnTo>
                    <a:lnTo>
                      <a:pt x="3924" y="234"/>
                    </a:lnTo>
                    <a:lnTo>
                      <a:pt x="3936" y="240"/>
                    </a:lnTo>
                    <a:lnTo>
                      <a:pt x="3966" y="240"/>
                    </a:lnTo>
                    <a:lnTo>
                      <a:pt x="3942" y="252"/>
                    </a:lnTo>
                    <a:lnTo>
                      <a:pt x="3954" y="252"/>
                    </a:lnTo>
                    <a:lnTo>
                      <a:pt x="4002" y="276"/>
                    </a:lnTo>
                    <a:lnTo>
                      <a:pt x="4014" y="276"/>
                    </a:lnTo>
                    <a:lnTo>
                      <a:pt x="4026" y="270"/>
                    </a:lnTo>
                    <a:lnTo>
                      <a:pt x="4032" y="264"/>
                    </a:lnTo>
                    <a:lnTo>
                      <a:pt x="4044" y="258"/>
                    </a:lnTo>
                    <a:lnTo>
                      <a:pt x="4050" y="252"/>
                    </a:lnTo>
                    <a:lnTo>
                      <a:pt x="4074" y="246"/>
                    </a:lnTo>
                    <a:lnTo>
                      <a:pt x="4086" y="258"/>
                    </a:lnTo>
                    <a:lnTo>
                      <a:pt x="4092" y="270"/>
                    </a:lnTo>
                    <a:lnTo>
                      <a:pt x="4098" y="276"/>
                    </a:lnTo>
                    <a:lnTo>
                      <a:pt x="4104" y="270"/>
                    </a:lnTo>
                    <a:lnTo>
                      <a:pt x="4116" y="270"/>
                    </a:lnTo>
                    <a:lnTo>
                      <a:pt x="4128" y="264"/>
                    </a:lnTo>
                    <a:lnTo>
                      <a:pt x="4134" y="258"/>
                    </a:lnTo>
                    <a:lnTo>
                      <a:pt x="4146" y="258"/>
                    </a:lnTo>
                    <a:lnTo>
                      <a:pt x="4152" y="252"/>
                    </a:lnTo>
                    <a:lnTo>
                      <a:pt x="4158" y="252"/>
                    </a:lnTo>
                    <a:lnTo>
                      <a:pt x="4170" y="246"/>
                    </a:lnTo>
                    <a:lnTo>
                      <a:pt x="4176" y="234"/>
                    </a:lnTo>
                    <a:lnTo>
                      <a:pt x="4182" y="228"/>
                    </a:lnTo>
                    <a:lnTo>
                      <a:pt x="4194" y="246"/>
                    </a:lnTo>
                    <a:lnTo>
                      <a:pt x="4218" y="222"/>
                    </a:lnTo>
                    <a:lnTo>
                      <a:pt x="4218" y="216"/>
                    </a:lnTo>
                    <a:lnTo>
                      <a:pt x="4236" y="210"/>
                    </a:lnTo>
                    <a:lnTo>
                      <a:pt x="4326" y="210"/>
                    </a:lnTo>
                    <a:lnTo>
                      <a:pt x="4332" y="204"/>
                    </a:lnTo>
                    <a:lnTo>
                      <a:pt x="4332" y="192"/>
                    </a:lnTo>
                    <a:lnTo>
                      <a:pt x="4266" y="186"/>
                    </a:lnTo>
                    <a:lnTo>
                      <a:pt x="4302" y="174"/>
                    </a:lnTo>
                    <a:lnTo>
                      <a:pt x="4302" y="132"/>
                    </a:lnTo>
                    <a:lnTo>
                      <a:pt x="4278" y="132"/>
                    </a:lnTo>
                    <a:lnTo>
                      <a:pt x="4266" y="138"/>
                    </a:lnTo>
                    <a:lnTo>
                      <a:pt x="4260" y="144"/>
                    </a:lnTo>
                    <a:lnTo>
                      <a:pt x="4248" y="150"/>
                    </a:lnTo>
                    <a:lnTo>
                      <a:pt x="4242" y="126"/>
                    </a:lnTo>
                    <a:lnTo>
                      <a:pt x="4194" y="132"/>
                    </a:lnTo>
                    <a:lnTo>
                      <a:pt x="4194" y="120"/>
                    </a:lnTo>
                    <a:lnTo>
                      <a:pt x="4176" y="84"/>
                    </a:lnTo>
                    <a:lnTo>
                      <a:pt x="4140" y="84"/>
                    </a:lnTo>
                    <a:lnTo>
                      <a:pt x="4122" y="90"/>
                    </a:lnTo>
                    <a:lnTo>
                      <a:pt x="4110" y="96"/>
                    </a:lnTo>
                    <a:lnTo>
                      <a:pt x="4104" y="102"/>
                    </a:lnTo>
                    <a:lnTo>
                      <a:pt x="4098" y="102"/>
                    </a:lnTo>
                    <a:lnTo>
                      <a:pt x="4020" y="108"/>
                    </a:lnTo>
                    <a:lnTo>
                      <a:pt x="4044" y="126"/>
                    </a:lnTo>
                    <a:lnTo>
                      <a:pt x="3996" y="126"/>
                    </a:lnTo>
                    <a:lnTo>
                      <a:pt x="3984" y="132"/>
                    </a:lnTo>
                    <a:lnTo>
                      <a:pt x="3972" y="132"/>
                    </a:lnTo>
                    <a:lnTo>
                      <a:pt x="3966" y="138"/>
                    </a:lnTo>
                    <a:lnTo>
                      <a:pt x="3984" y="156"/>
                    </a:lnTo>
                    <a:lnTo>
                      <a:pt x="3972" y="156"/>
                    </a:lnTo>
                    <a:lnTo>
                      <a:pt x="3936" y="150"/>
                    </a:lnTo>
                    <a:lnTo>
                      <a:pt x="3906" y="156"/>
                    </a:lnTo>
                    <a:lnTo>
                      <a:pt x="3888" y="168"/>
                    </a:lnTo>
                    <a:lnTo>
                      <a:pt x="3888" y="174"/>
                    </a:lnTo>
                    <a:lnTo>
                      <a:pt x="3894" y="180"/>
                    </a:lnTo>
                    <a:lnTo>
                      <a:pt x="3954" y="180"/>
                    </a:lnTo>
                    <a:close/>
                    <a:moveTo>
                      <a:pt x="3972" y="294"/>
                    </a:moveTo>
                    <a:lnTo>
                      <a:pt x="3954" y="300"/>
                    </a:lnTo>
                    <a:lnTo>
                      <a:pt x="3942" y="306"/>
                    </a:lnTo>
                    <a:lnTo>
                      <a:pt x="3936" y="312"/>
                    </a:lnTo>
                    <a:lnTo>
                      <a:pt x="3936" y="318"/>
                    </a:lnTo>
                    <a:lnTo>
                      <a:pt x="3966" y="324"/>
                    </a:lnTo>
                    <a:lnTo>
                      <a:pt x="3972" y="324"/>
                    </a:lnTo>
                    <a:lnTo>
                      <a:pt x="3990" y="306"/>
                    </a:lnTo>
                    <a:lnTo>
                      <a:pt x="3990" y="300"/>
                    </a:lnTo>
                    <a:lnTo>
                      <a:pt x="3984" y="294"/>
                    </a:lnTo>
                    <a:lnTo>
                      <a:pt x="3972" y="294"/>
                    </a:lnTo>
                    <a:close/>
                    <a:moveTo>
                      <a:pt x="3738" y="336"/>
                    </a:moveTo>
                    <a:lnTo>
                      <a:pt x="3726" y="336"/>
                    </a:lnTo>
                    <a:lnTo>
                      <a:pt x="3720" y="330"/>
                    </a:lnTo>
                    <a:lnTo>
                      <a:pt x="3672" y="330"/>
                    </a:lnTo>
                    <a:lnTo>
                      <a:pt x="3636" y="336"/>
                    </a:lnTo>
                    <a:lnTo>
                      <a:pt x="3624" y="342"/>
                    </a:lnTo>
                    <a:lnTo>
                      <a:pt x="3642" y="360"/>
                    </a:lnTo>
                    <a:lnTo>
                      <a:pt x="3654" y="360"/>
                    </a:lnTo>
                    <a:lnTo>
                      <a:pt x="3660" y="378"/>
                    </a:lnTo>
                    <a:lnTo>
                      <a:pt x="3768" y="378"/>
                    </a:lnTo>
                    <a:lnTo>
                      <a:pt x="3768" y="390"/>
                    </a:lnTo>
                    <a:lnTo>
                      <a:pt x="3762" y="396"/>
                    </a:lnTo>
                    <a:lnTo>
                      <a:pt x="3762" y="408"/>
                    </a:lnTo>
                    <a:lnTo>
                      <a:pt x="3708" y="450"/>
                    </a:lnTo>
                    <a:lnTo>
                      <a:pt x="3732" y="456"/>
                    </a:lnTo>
                    <a:lnTo>
                      <a:pt x="3720" y="468"/>
                    </a:lnTo>
                    <a:lnTo>
                      <a:pt x="3714" y="468"/>
                    </a:lnTo>
                    <a:lnTo>
                      <a:pt x="3708" y="474"/>
                    </a:lnTo>
                    <a:lnTo>
                      <a:pt x="3708" y="480"/>
                    </a:lnTo>
                    <a:lnTo>
                      <a:pt x="3726" y="480"/>
                    </a:lnTo>
                    <a:lnTo>
                      <a:pt x="3738" y="474"/>
                    </a:lnTo>
                    <a:lnTo>
                      <a:pt x="3744" y="474"/>
                    </a:lnTo>
                    <a:lnTo>
                      <a:pt x="3756" y="468"/>
                    </a:lnTo>
                    <a:lnTo>
                      <a:pt x="3756" y="480"/>
                    </a:lnTo>
                    <a:lnTo>
                      <a:pt x="3792" y="480"/>
                    </a:lnTo>
                    <a:lnTo>
                      <a:pt x="3810" y="474"/>
                    </a:lnTo>
                    <a:lnTo>
                      <a:pt x="3822" y="468"/>
                    </a:lnTo>
                    <a:lnTo>
                      <a:pt x="3840" y="468"/>
                    </a:lnTo>
                    <a:lnTo>
                      <a:pt x="3846" y="462"/>
                    </a:lnTo>
                    <a:lnTo>
                      <a:pt x="3852" y="462"/>
                    </a:lnTo>
                    <a:lnTo>
                      <a:pt x="3858" y="486"/>
                    </a:lnTo>
                    <a:lnTo>
                      <a:pt x="3924" y="480"/>
                    </a:lnTo>
                    <a:lnTo>
                      <a:pt x="4002" y="498"/>
                    </a:lnTo>
                    <a:lnTo>
                      <a:pt x="4098" y="486"/>
                    </a:lnTo>
                    <a:lnTo>
                      <a:pt x="4128" y="468"/>
                    </a:lnTo>
                    <a:lnTo>
                      <a:pt x="4122" y="474"/>
                    </a:lnTo>
                    <a:lnTo>
                      <a:pt x="4122" y="486"/>
                    </a:lnTo>
                    <a:lnTo>
                      <a:pt x="4260" y="486"/>
                    </a:lnTo>
                    <a:lnTo>
                      <a:pt x="4272" y="468"/>
                    </a:lnTo>
                    <a:lnTo>
                      <a:pt x="4338" y="438"/>
                    </a:lnTo>
                    <a:lnTo>
                      <a:pt x="4320" y="432"/>
                    </a:lnTo>
                    <a:lnTo>
                      <a:pt x="4320" y="420"/>
                    </a:lnTo>
                    <a:lnTo>
                      <a:pt x="4314" y="420"/>
                    </a:lnTo>
                    <a:lnTo>
                      <a:pt x="4308" y="414"/>
                    </a:lnTo>
                    <a:lnTo>
                      <a:pt x="4290" y="414"/>
                    </a:lnTo>
                    <a:lnTo>
                      <a:pt x="4278" y="408"/>
                    </a:lnTo>
                    <a:lnTo>
                      <a:pt x="4260" y="408"/>
                    </a:lnTo>
                    <a:lnTo>
                      <a:pt x="4242" y="402"/>
                    </a:lnTo>
                    <a:lnTo>
                      <a:pt x="4206" y="402"/>
                    </a:lnTo>
                    <a:lnTo>
                      <a:pt x="4164" y="414"/>
                    </a:lnTo>
                    <a:lnTo>
                      <a:pt x="4116" y="420"/>
                    </a:lnTo>
                    <a:lnTo>
                      <a:pt x="4074" y="426"/>
                    </a:lnTo>
                    <a:lnTo>
                      <a:pt x="4038" y="438"/>
                    </a:lnTo>
                    <a:lnTo>
                      <a:pt x="4026" y="438"/>
                    </a:lnTo>
                    <a:lnTo>
                      <a:pt x="4014" y="432"/>
                    </a:lnTo>
                    <a:lnTo>
                      <a:pt x="4008" y="426"/>
                    </a:lnTo>
                    <a:lnTo>
                      <a:pt x="3996" y="420"/>
                    </a:lnTo>
                    <a:lnTo>
                      <a:pt x="3984" y="420"/>
                    </a:lnTo>
                    <a:lnTo>
                      <a:pt x="3972" y="426"/>
                    </a:lnTo>
                    <a:lnTo>
                      <a:pt x="3960" y="426"/>
                    </a:lnTo>
                    <a:lnTo>
                      <a:pt x="3948" y="432"/>
                    </a:lnTo>
                    <a:lnTo>
                      <a:pt x="3942" y="438"/>
                    </a:lnTo>
                    <a:lnTo>
                      <a:pt x="3936" y="438"/>
                    </a:lnTo>
                    <a:lnTo>
                      <a:pt x="3912" y="414"/>
                    </a:lnTo>
                    <a:lnTo>
                      <a:pt x="3894" y="426"/>
                    </a:lnTo>
                    <a:lnTo>
                      <a:pt x="3864" y="420"/>
                    </a:lnTo>
                    <a:lnTo>
                      <a:pt x="3894" y="408"/>
                    </a:lnTo>
                    <a:lnTo>
                      <a:pt x="3876" y="396"/>
                    </a:lnTo>
                    <a:lnTo>
                      <a:pt x="3822" y="408"/>
                    </a:lnTo>
                    <a:lnTo>
                      <a:pt x="3858" y="396"/>
                    </a:lnTo>
                    <a:lnTo>
                      <a:pt x="3858" y="390"/>
                    </a:lnTo>
                    <a:lnTo>
                      <a:pt x="3924" y="384"/>
                    </a:lnTo>
                    <a:lnTo>
                      <a:pt x="3888" y="372"/>
                    </a:lnTo>
                    <a:lnTo>
                      <a:pt x="3870" y="372"/>
                    </a:lnTo>
                    <a:lnTo>
                      <a:pt x="3876" y="366"/>
                    </a:lnTo>
                    <a:lnTo>
                      <a:pt x="3876" y="360"/>
                    </a:lnTo>
                    <a:lnTo>
                      <a:pt x="3870" y="354"/>
                    </a:lnTo>
                    <a:lnTo>
                      <a:pt x="3840" y="354"/>
                    </a:lnTo>
                    <a:lnTo>
                      <a:pt x="3822" y="360"/>
                    </a:lnTo>
                    <a:lnTo>
                      <a:pt x="3804" y="360"/>
                    </a:lnTo>
                    <a:lnTo>
                      <a:pt x="3786" y="366"/>
                    </a:lnTo>
                    <a:lnTo>
                      <a:pt x="3774" y="354"/>
                    </a:lnTo>
                    <a:lnTo>
                      <a:pt x="3762" y="348"/>
                    </a:lnTo>
                    <a:lnTo>
                      <a:pt x="3756" y="342"/>
                    </a:lnTo>
                    <a:lnTo>
                      <a:pt x="3744" y="336"/>
                    </a:lnTo>
                    <a:lnTo>
                      <a:pt x="3738" y="336"/>
                    </a:lnTo>
                    <a:close/>
                    <a:moveTo>
                      <a:pt x="3264" y="420"/>
                    </a:moveTo>
                    <a:lnTo>
                      <a:pt x="3282" y="420"/>
                    </a:lnTo>
                    <a:lnTo>
                      <a:pt x="3300" y="426"/>
                    </a:lnTo>
                    <a:lnTo>
                      <a:pt x="3318" y="426"/>
                    </a:lnTo>
                    <a:lnTo>
                      <a:pt x="3330" y="432"/>
                    </a:lnTo>
                    <a:lnTo>
                      <a:pt x="3342" y="432"/>
                    </a:lnTo>
                    <a:lnTo>
                      <a:pt x="3330" y="444"/>
                    </a:lnTo>
                    <a:lnTo>
                      <a:pt x="3324" y="444"/>
                    </a:lnTo>
                    <a:lnTo>
                      <a:pt x="3324" y="456"/>
                    </a:lnTo>
                    <a:lnTo>
                      <a:pt x="3438" y="456"/>
                    </a:lnTo>
                    <a:lnTo>
                      <a:pt x="3462" y="444"/>
                    </a:lnTo>
                    <a:lnTo>
                      <a:pt x="3462" y="432"/>
                    </a:lnTo>
                    <a:lnTo>
                      <a:pt x="3468" y="426"/>
                    </a:lnTo>
                    <a:lnTo>
                      <a:pt x="3480" y="426"/>
                    </a:lnTo>
                    <a:lnTo>
                      <a:pt x="3492" y="420"/>
                    </a:lnTo>
                    <a:lnTo>
                      <a:pt x="3504" y="420"/>
                    </a:lnTo>
                    <a:lnTo>
                      <a:pt x="3510" y="414"/>
                    </a:lnTo>
                    <a:lnTo>
                      <a:pt x="3510" y="408"/>
                    </a:lnTo>
                    <a:lnTo>
                      <a:pt x="3522" y="396"/>
                    </a:lnTo>
                    <a:lnTo>
                      <a:pt x="3534" y="390"/>
                    </a:lnTo>
                    <a:lnTo>
                      <a:pt x="3540" y="384"/>
                    </a:lnTo>
                    <a:lnTo>
                      <a:pt x="3552" y="378"/>
                    </a:lnTo>
                    <a:lnTo>
                      <a:pt x="3552" y="372"/>
                    </a:lnTo>
                    <a:lnTo>
                      <a:pt x="3546" y="366"/>
                    </a:lnTo>
                    <a:lnTo>
                      <a:pt x="3534" y="360"/>
                    </a:lnTo>
                    <a:lnTo>
                      <a:pt x="3510" y="360"/>
                    </a:lnTo>
                    <a:lnTo>
                      <a:pt x="3504" y="366"/>
                    </a:lnTo>
                    <a:lnTo>
                      <a:pt x="3492" y="366"/>
                    </a:lnTo>
                    <a:lnTo>
                      <a:pt x="3486" y="360"/>
                    </a:lnTo>
                    <a:lnTo>
                      <a:pt x="3474" y="360"/>
                    </a:lnTo>
                    <a:lnTo>
                      <a:pt x="3462" y="354"/>
                    </a:lnTo>
                    <a:lnTo>
                      <a:pt x="3450" y="354"/>
                    </a:lnTo>
                    <a:lnTo>
                      <a:pt x="3432" y="348"/>
                    </a:lnTo>
                    <a:lnTo>
                      <a:pt x="3426" y="354"/>
                    </a:lnTo>
                    <a:lnTo>
                      <a:pt x="3420" y="354"/>
                    </a:lnTo>
                    <a:lnTo>
                      <a:pt x="3414" y="366"/>
                    </a:lnTo>
                    <a:lnTo>
                      <a:pt x="3414" y="396"/>
                    </a:lnTo>
                    <a:lnTo>
                      <a:pt x="3396" y="378"/>
                    </a:lnTo>
                    <a:lnTo>
                      <a:pt x="3384" y="372"/>
                    </a:lnTo>
                    <a:lnTo>
                      <a:pt x="3366" y="372"/>
                    </a:lnTo>
                    <a:lnTo>
                      <a:pt x="3354" y="384"/>
                    </a:lnTo>
                    <a:lnTo>
                      <a:pt x="3348" y="396"/>
                    </a:lnTo>
                    <a:lnTo>
                      <a:pt x="3330" y="414"/>
                    </a:lnTo>
                    <a:lnTo>
                      <a:pt x="3324" y="414"/>
                    </a:lnTo>
                    <a:lnTo>
                      <a:pt x="3300" y="366"/>
                    </a:lnTo>
                    <a:lnTo>
                      <a:pt x="3288" y="360"/>
                    </a:lnTo>
                    <a:lnTo>
                      <a:pt x="3258" y="360"/>
                    </a:lnTo>
                    <a:lnTo>
                      <a:pt x="3246" y="366"/>
                    </a:lnTo>
                    <a:lnTo>
                      <a:pt x="3240" y="372"/>
                    </a:lnTo>
                    <a:lnTo>
                      <a:pt x="3240" y="396"/>
                    </a:lnTo>
                    <a:lnTo>
                      <a:pt x="3246" y="408"/>
                    </a:lnTo>
                    <a:lnTo>
                      <a:pt x="3258" y="414"/>
                    </a:lnTo>
                    <a:lnTo>
                      <a:pt x="3264" y="420"/>
                    </a:lnTo>
                    <a:close/>
                    <a:moveTo>
                      <a:pt x="3720" y="288"/>
                    </a:moveTo>
                    <a:lnTo>
                      <a:pt x="3726" y="288"/>
                    </a:lnTo>
                    <a:lnTo>
                      <a:pt x="3732" y="294"/>
                    </a:lnTo>
                    <a:lnTo>
                      <a:pt x="3738" y="306"/>
                    </a:lnTo>
                    <a:lnTo>
                      <a:pt x="3768" y="306"/>
                    </a:lnTo>
                    <a:lnTo>
                      <a:pt x="3780" y="300"/>
                    </a:lnTo>
                    <a:lnTo>
                      <a:pt x="3834" y="300"/>
                    </a:lnTo>
                    <a:lnTo>
                      <a:pt x="3834" y="294"/>
                    </a:lnTo>
                    <a:lnTo>
                      <a:pt x="3828" y="294"/>
                    </a:lnTo>
                    <a:lnTo>
                      <a:pt x="3822" y="288"/>
                    </a:lnTo>
                    <a:lnTo>
                      <a:pt x="3810" y="288"/>
                    </a:lnTo>
                    <a:lnTo>
                      <a:pt x="3804" y="282"/>
                    </a:lnTo>
                    <a:lnTo>
                      <a:pt x="3792" y="282"/>
                    </a:lnTo>
                    <a:lnTo>
                      <a:pt x="3804" y="270"/>
                    </a:lnTo>
                    <a:lnTo>
                      <a:pt x="3816" y="264"/>
                    </a:lnTo>
                    <a:lnTo>
                      <a:pt x="3822" y="264"/>
                    </a:lnTo>
                    <a:lnTo>
                      <a:pt x="3828" y="258"/>
                    </a:lnTo>
                    <a:lnTo>
                      <a:pt x="3822" y="258"/>
                    </a:lnTo>
                    <a:lnTo>
                      <a:pt x="3810" y="252"/>
                    </a:lnTo>
                    <a:lnTo>
                      <a:pt x="3738" y="228"/>
                    </a:lnTo>
                    <a:lnTo>
                      <a:pt x="3732" y="228"/>
                    </a:lnTo>
                    <a:lnTo>
                      <a:pt x="3726" y="234"/>
                    </a:lnTo>
                    <a:lnTo>
                      <a:pt x="3714" y="240"/>
                    </a:lnTo>
                    <a:lnTo>
                      <a:pt x="3702" y="240"/>
                    </a:lnTo>
                    <a:lnTo>
                      <a:pt x="3690" y="252"/>
                    </a:lnTo>
                    <a:lnTo>
                      <a:pt x="3690" y="258"/>
                    </a:lnTo>
                    <a:lnTo>
                      <a:pt x="3696" y="264"/>
                    </a:lnTo>
                    <a:lnTo>
                      <a:pt x="3702" y="276"/>
                    </a:lnTo>
                    <a:lnTo>
                      <a:pt x="3714" y="282"/>
                    </a:lnTo>
                    <a:lnTo>
                      <a:pt x="3720" y="288"/>
                    </a:lnTo>
                    <a:close/>
                    <a:moveTo>
                      <a:pt x="3288" y="504"/>
                    </a:moveTo>
                    <a:lnTo>
                      <a:pt x="3270" y="504"/>
                    </a:lnTo>
                    <a:lnTo>
                      <a:pt x="3234" y="510"/>
                    </a:lnTo>
                    <a:lnTo>
                      <a:pt x="3186" y="516"/>
                    </a:lnTo>
                    <a:lnTo>
                      <a:pt x="3144" y="528"/>
                    </a:lnTo>
                    <a:lnTo>
                      <a:pt x="3132" y="534"/>
                    </a:lnTo>
                    <a:lnTo>
                      <a:pt x="3126" y="540"/>
                    </a:lnTo>
                    <a:lnTo>
                      <a:pt x="3132" y="540"/>
                    </a:lnTo>
                    <a:lnTo>
                      <a:pt x="3150" y="558"/>
                    </a:lnTo>
                    <a:lnTo>
                      <a:pt x="3156" y="570"/>
                    </a:lnTo>
                    <a:lnTo>
                      <a:pt x="3156" y="576"/>
                    </a:lnTo>
                    <a:lnTo>
                      <a:pt x="3138" y="582"/>
                    </a:lnTo>
                    <a:lnTo>
                      <a:pt x="3120" y="570"/>
                    </a:lnTo>
                    <a:lnTo>
                      <a:pt x="3090" y="564"/>
                    </a:lnTo>
                    <a:lnTo>
                      <a:pt x="3048" y="570"/>
                    </a:lnTo>
                    <a:lnTo>
                      <a:pt x="3066" y="606"/>
                    </a:lnTo>
                    <a:lnTo>
                      <a:pt x="3072" y="612"/>
                    </a:lnTo>
                    <a:lnTo>
                      <a:pt x="3084" y="618"/>
                    </a:lnTo>
                    <a:lnTo>
                      <a:pt x="3102" y="624"/>
                    </a:lnTo>
                    <a:lnTo>
                      <a:pt x="3114" y="630"/>
                    </a:lnTo>
                    <a:lnTo>
                      <a:pt x="3120" y="642"/>
                    </a:lnTo>
                    <a:lnTo>
                      <a:pt x="3120" y="654"/>
                    </a:lnTo>
                    <a:lnTo>
                      <a:pt x="3126" y="666"/>
                    </a:lnTo>
                    <a:lnTo>
                      <a:pt x="3126" y="678"/>
                    </a:lnTo>
                    <a:lnTo>
                      <a:pt x="3144" y="678"/>
                    </a:lnTo>
                    <a:lnTo>
                      <a:pt x="3228" y="666"/>
                    </a:lnTo>
                    <a:lnTo>
                      <a:pt x="3264" y="660"/>
                    </a:lnTo>
                    <a:lnTo>
                      <a:pt x="3276" y="654"/>
                    </a:lnTo>
                    <a:lnTo>
                      <a:pt x="3282" y="642"/>
                    </a:lnTo>
                    <a:lnTo>
                      <a:pt x="3288" y="624"/>
                    </a:lnTo>
                    <a:lnTo>
                      <a:pt x="3300" y="600"/>
                    </a:lnTo>
                    <a:lnTo>
                      <a:pt x="3300" y="588"/>
                    </a:lnTo>
                    <a:lnTo>
                      <a:pt x="3228" y="576"/>
                    </a:lnTo>
                    <a:lnTo>
                      <a:pt x="3240" y="570"/>
                    </a:lnTo>
                    <a:lnTo>
                      <a:pt x="3348" y="534"/>
                    </a:lnTo>
                    <a:lnTo>
                      <a:pt x="3360" y="528"/>
                    </a:lnTo>
                    <a:lnTo>
                      <a:pt x="3354" y="522"/>
                    </a:lnTo>
                    <a:lnTo>
                      <a:pt x="3342" y="516"/>
                    </a:lnTo>
                    <a:lnTo>
                      <a:pt x="3324" y="510"/>
                    </a:lnTo>
                    <a:lnTo>
                      <a:pt x="3312" y="510"/>
                    </a:lnTo>
                    <a:lnTo>
                      <a:pt x="3300" y="504"/>
                    </a:lnTo>
                    <a:lnTo>
                      <a:pt x="3288" y="504"/>
                    </a:lnTo>
                    <a:close/>
                    <a:moveTo>
                      <a:pt x="2898" y="744"/>
                    </a:moveTo>
                    <a:lnTo>
                      <a:pt x="2880" y="738"/>
                    </a:lnTo>
                    <a:lnTo>
                      <a:pt x="2796" y="738"/>
                    </a:lnTo>
                    <a:lnTo>
                      <a:pt x="2874" y="696"/>
                    </a:lnTo>
                    <a:lnTo>
                      <a:pt x="2880" y="684"/>
                    </a:lnTo>
                    <a:lnTo>
                      <a:pt x="2886" y="654"/>
                    </a:lnTo>
                    <a:lnTo>
                      <a:pt x="2898" y="624"/>
                    </a:lnTo>
                    <a:lnTo>
                      <a:pt x="2898" y="588"/>
                    </a:lnTo>
                    <a:lnTo>
                      <a:pt x="2880" y="570"/>
                    </a:lnTo>
                    <a:lnTo>
                      <a:pt x="2850" y="570"/>
                    </a:lnTo>
                    <a:lnTo>
                      <a:pt x="2814" y="576"/>
                    </a:lnTo>
                    <a:lnTo>
                      <a:pt x="2796" y="582"/>
                    </a:lnTo>
                    <a:lnTo>
                      <a:pt x="2784" y="588"/>
                    </a:lnTo>
                    <a:lnTo>
                      <a:pt x="2784" y="594"/>
                    </a:lnTo>
                    <a:lnTo>
                      <a:pt x="2766" y="612"/>
                    </a:lnTo>
                    <a:lnTo>
                      <a:pt x="2760" y="630"/>
                    </a:lnTo>
                    <a:lnTo>
                      <a:pt x="2736" y="654"/>
                    </a:lnTo>
                    <a:lnTo>
                      <a:pt x="2718" y="666"/>
                    </a:lnTo>
                    <a:lnTo>
                      <a:pt x="2706" y="672"/>
                    </a:lnTo>
                    <a:lnTo>
                      <a:pt x="2700" y="672"/>
                    </a:lnTo>
                    <a:lnTo>
                      <a:pt x="2694" y="666"/>
                    </a:lnTo>
                    <a:lnTo>
                      <a:pt x="2694" y="660"/>
                    </a:lnTo>
                    <a:lnTo>
                      <a:pt x="2700" y="654"/>
                    </a:lnTo>
                    <a:lnTo>
                      <a:pt x="2706" y="642"/>
                    </a:lnTo>
                    <a:lnTo>
                      <a:pt x="2712" y="636"/>
                    </a:lnTo>
                    <a:lnTo>
                      <a:pt x="2718" y="624"/>
                    </a:lnTo>
                    <a:lnTo>
                      <a:pt x="2718" y="612"/>
                    </a:lnTo>
                    <a:lnTo>
                      <a:pt x="2724" y="606"/>
                    </a:lnTo>
                    <a:lnTo>
                      <a:pt x="2724" y="600"/>
                    </a:lnTo>
                    <a:lnTo>
                      <a:pt x="2706" y="594"/>
                    </a:lnTo>
                    <a:lnTo>
                      <a:pt x="2676" y="588"/>
                    </a:lnTo>
                    <a:lnTo>
                      <a:pt x="2628" y="588"/>
                    </a:lnTo>
                    <a:lnTo>
                      <a:pt x="2622" y="606"/>
                    </a:lnTo>
                    <a:lnTo>
                      <a:pt x="2610" y="612"/>
                    </a:lnTo>
                    <a:lnTo>
                      <a:pt x="2586" y="618"/>
                    </a:lnTo>
                    <a:lnTo>
                      <a:pt x="2550" y="624"/>
                    </a:lnTo>
                    <a:lnTo>
                      <a:pt x="2508" y="630"/>
                    </a:lnTo>
                    <a:lnTo>
                      <a:pt x="2490" y="630"/>
                    </a:lnTo>
                    <a:lnTo>
                      <a:pt x="2496" y="624"/>
                    </a:lnTo>
                    <a:lnTo>
                      <a:pt x="2508" y="618"/>
                    </a:lnTo>
                    <a:lnTo>
                      <a:pt x="2520" y="618"/>
                    </a:lnTo>
                    <a:lnTo>
                      <a:pt x="2538" y="612"/>
                    </a:lnTo>
                    <a:lnTo>
                      <a:pt x="2550" y="606"/>
                    </a:lnTo>
                    <a:lnTo>
                      <a:pt x="2586" y="594"/>
                    </a:lnTo>
                    <a:lnTo>
                      <a:pt x="2598" y="588"/>
                    </a:lnTo>
                    <a:lnTo>
                      <a:pt x="2604" y="588"/>
                    </a:lnTo>
                    <a:lnTo>
                      <a:pt x="2604" y="582"/>
                    </a:lnTo>
                    <a:lnTo>
                      <a:pt x="2592" y="576"/>
                    </a:lnTo>
                    <a:lnTo>
                      <a:pt x="2556" y="576"/>
                    </a:lnTo>
                    <a:lnTo>
                      <a:pt x="2496" y="594"/>
                    </a:lnTo>
                    <a:lnTo>
                      <a:pt x="2460" y="600"/>
                    </a:lnTo>
                    <a:lnTo>
                      <a:pt x="2466" y="594"/>
                    </a:lnTo>
                    <a:lnTo>
                      <a:pt x="2478" y="588"/>
                    </a:lnTo>
                    <a:lnTo>
                      <a:pt x="2490" y="576"/>
                    </a:lnTo>
                    <a:lnTo>
                      <a:pt x="2502" y="570"/>
                    </a:lnTo>
                    <a:lnTo>
                      <a:pt x="2514" y="558"/>
                    </a:lnTo>
                    <a:lnTo>
                      <a:pt x="2508" y="558"/>
                    </a:lnTo>
                    <a:lnTo>
                      <a:pt x="2508" y="552"/>
                    </a:lnTo>
                    <a:lnTo>
                      <a:pt x="2496" y="552"/>
                    </a:lnTo>
                    <a:lnTo>
                      <a:pt x="2346" y="600"/>
                    </a:lnTo>
                    <a:lnTo>
                      <a:pt x="2328" y="600"/>
                    </a:lnTo>
                    <a:lnTo>
                      <a:pt x="2244" y="624"/>
                    </a:lnTo>
                    <a:lnTo>
                      <a:pt x="2250" y="642"/>
                    </a:lnTo>
                    <a:lnTo>
                      <a:pt x="2190" y="660"/>
                    </a:lnTo>
                    <a:lnTo>
                      <a:pt x="2172" y="678"/>
                    </a:lnTo>
                    <a:lnTo>
                      <a:pt x="2202" y="690"/>
                    </a:lnTo>
                    <a:lnTo>
                      <a:pt x="2208" y="684"/>
                    </a:lnTo>
                    <a:lnTo>
                      <a:pt x="2220" y="678"/>
                    </a:lnTo>
                    <a:lnTo>
                      <a:pt x="2238" y="678"/>
                    </a:lnTo>
                    <a:lnTo>
                      <a:pt x="2244" y="684"/>
                    </a:lnTo>
                    <a:lnTo>
                      <a:pt x="2244" y="690"/>
                    </a:lnTo>
                    <a:lnTo>
                      <a:pt x="2238" y="696"/>
                    </a:lnTo>
                    <a:lnTo>
                      <a:pt x="2226" y="696"/>
                    </a:lnTo>
                    <a:lnTo>
                      <a:pt x="2208" y="702"/>
                    </a:lnTo>
                    <a:lnTo>
                      <a:pt x="2196" y="702"/>
                    </a:lnTo>
                    <a:lnTo>
                      <a:pt x="2160" y="720"/>
                    </a:lnTo>
                    <a:lnTo>
                      <a:pt x="2166" y="732"/>
                    </a:lnTo>
                    <a:lnTo>
                      <a:pt x="2196" y="732"/>
                    </a:lnTo>
                    <a:lnTo>
                      <a:pt x="2238" y="738"/>
                    </a:lnTo>
                    <a:lnTo>
                      <a:pt x="2322" y="738"/>
                    </a:lnTo>
                    <a:lnTo>
                      <a:pt x="2352" y="744"/>
                    </a:lnTo>
                    <a:lnTo>
                      <a:pt x="2352" y="750"/>
                    </a:lnTo>
                    <a:lnTo>
                      <a:pt x="2322" y="762"/>
                    </a:lnTo>
                    <a:lnTo>
                      <a:pt x="2280" y="762"/>
                    </a:lnTo>
                    <a:lnTo>
                      <a:pt x="2172" y="774"/>
                    </a:lnTo>
                    <a:lnTo>
                      <a:pt x="2136" y="774"/>
                    </a:lnTo>
                    <a:lnTo>
                      <a:pt x="2112" y="786"/>
                    </a:lnTo>
                    <a:lnTo>
                      <a:pt x="2106" y="792"/>
                    </a:lnTo>
                    <a:lnTo>
                      <a:pt x="2118" y="804"/>
                    </a:lnTo>
                    <a:lnTo>
                      <a:pt x="2130" y="810"/>
                    </a:lnTo>
                    <a:lnTo>
                      <a:pt x="2148" y="810"/>
                    </a:lnTo>
                    <a:lnTo>
                      <a:pt x="2160" y="816"/>
                    </a:lnTo>
                    <a:lnTo>
                      <a:pt x="2178" y="822"/>
                    </a:lnTo>
                    <a:lnTo>
                      <a:pt x="2190" y="828"/>
                    </a:lnTo>
                    <a:lnTo>
                      <a:pt x="2190" y="834"/>
                    </a:lnTo>
                    <a:lnTo>
                      <a:pt x="2184" y="840"/>
                    </a:lnTo>
                    <a:lnTo>
                      <a:pt x="2172" y="840"/>
                    </a:lnTo>
                    <a:lnTo>
                      <a:pt x="2154" y="858"/>
                    </a:lnTo>
                    <a:lnTo>
                      <a:pt x="2166" y="870"/>
                    </a:lnTo>
                    <a:lnTo>
                      <a:pt x="2322" y="870"/>
                    </a:lnTo>
                    <a:lnTo>
                      <a:pt x="2370" y="864"/>
                    </a:lnTo>
                    <a:lnTo>
                      <a:pt x="2436" y="858"/>
                    </a:lnTo>
                    <a:lnTo>
                      <a:pt x="2508" y="846"/>
                    </a:lnTo>
                    <a:lnTo>
                      <a:pt x="2574" y="840"/>
                    </a:lnTo>
                    <a:lnTo>
                      <a:pt x="2616" y="828"/>
                    </a:lnTo>
                    <a:lnTo>
                      <a:pt x="2652" y="828"/>
                    </a:lnTo>
                    <a:lnTo>
                      <a:pt x="2736" y="864"/>
                    </a:lnTo>
                    <a:lnTo>
                      <a:pt x="2778" y="876"/>
                    </a:lnTo>
                    <a:lnTo>
                      <a:pt x="2796" y="876"/>
                    </a:lnTo>
                    <a:lnTo>
                      <a:pt x="2814" y="870"/>
                    </a:lnTo>
                    <a:lnTo>
                      <a:pt x="2832" y="852"/>
                    </a:lnTo>
                    <a:lnTo>
                      <a:pt x="2838" y="840"/>
                    </a:lnTo>
                    <a:lnTo>
                      <a:pt x="2844" y="834"/>
                    </a:lnTo>
                    <a:lnTo>
                      <a:pt x="2844" y="822"/>
                    </a:lnTo>
                    <a:lnTo>
                      <a:pt x="2766" y="822"/>
                    </a:lnTo>
                    <a:lnTo>
                      <a:pt x="2802" y="798"/>
                    </a:lnTo>
                    <a:lnTo>
                      <a:pt x="2850" y="798"/>
                    </a:lnTo>
                    <a:lnTo>
                      <a:pt x="2898" y="792"/>
                    </a:lnTo>
                    <a:lnTo>
                      <a:pt x="2910" y="786"/>
                    </a:lnTo>
                    <a:lnTo>
                      <a:pt x="2916" y="786"/>
                    </a:lnTo>
                    <a:lnTo>
                      <a:pt x="2922" y="780"/>
                    </a:lnTo>
                    <a:lnTo>
                      <a:pt x="2916" y="768"/>
                    </a:lnTo>
                    <a:lnTo>
                      <a:pt x="2898" y="750"/>
                    </a:lnTo>
                    <a:lnTo>
                      <a:pt x="2898" y="744"/>
                    </a:lnTo>
                    <a:close/>
                    <a:moveTo>
                      <a:pt x="2868" y="882"/>
                    </a:moveTo>
                    <a:lnTo>
                      <a:pt x="2886" y="882"/>
                    </a:lnTo>
                    <a:lnTo>
                      <a:pt x="2904" y="876"/>
                    </a:lnTo>
                    <a:lnTo>
                      <a:pt x="2910" y="870"/>
                    </a:lnTo>
                    <a:lnTo>
                      <a:pt x="2910" y="864"/>
                    </a:lnTo>
                    <a:lnTo>
                      <a:pt x="2904" y="858"/>
                    </a:lnTo>
                    <a:lnTo>
                      <a:pt x="2880" y="858"/>
                    </a:lnTo>
                    <a:lnTo>
                      <a:pt x="2868" y="870"/>
                    </a:lnTo>
                    <a:lnTo>
                      <a:pt x="2868" y="882"/>
                    </a:lnTo>
                    <a:close/>
                    <a:moveTo>
                      <a:pt x="3276" y="330"/>
                    </a:moveTo>
                    <a:lnTo>
                      <a:pt x="3288" y="330"/>
                    </a:lnTo>
                    <a:lnTo>
                      <a:pt x="3294" y="324"/>
                    </a:lnTo>
                    <a:lnTo>
                      <a:pt x="3300" y="312"/>
                    </a:lnTo>
                    <a:lnTo>
                      <a:pt x="3300" y="306"/>
                    </a:lnTo>
                    <a:lnTo>
                      <a:pt x="3294" y="294"/>
                    </a:lnTo>
                    <a:lnTo>
                      <a:pt x="3288" y="288"/>
                    </a:lnTo>
                    <a:lnTo>
                      <a:pt x="3276" y="288"/>
                    </a:lnTo>
                    <a:lnTo>
                      <a:pt x="3270" y="300"/>
                    </a:lnTo>
                    <a:lnTo>
                      <a:pt x="3264" y="306"/>
                    </a:lnTo>
                    <a:lnTo>
                      <a:pt x="3264" y="324"/>
                    </a:lnTo>
                    <a:lnTo>
                      <a:pt x="3270" y="330"/>
                    </a:lnTo>
                    <a:lnTo>
                      <a:pt x="3276" y="330"/>
                    </a:lnTo>
                    <a:close/>
                    <a:moveTo>
                      <a:pt x="3462" y="228"/>
                    </a:moveTo>
                    <a:lnTo>
                      <a:pt x="3450" y="240"/>
                    </a:lnTo>
                    <a:lnTo>
                      <a:pt x="3450" y="252"/>
                    </a:lnTo>
                    <a:lnTo>
                      <a:pt x="3456" y="258"/>
                    </a:lnTo>
                    <a:lnTo>
                      <a:pt x="3528" y="258"/>
                    </a:lnTo>
                    <a:lnTo>
                      <a:pt x="3546" y="276"/>
                    </a:lnTo>
                    <a:lnTo>
                      <a:pt x="3558" y="282"/>
                    </a:lnTo>
                    <a:lnTo>
                      <a:pt x="3588" y="282"/>
                    </a:lnTo>
                    <a:lnTo>
                      <a:pt x="3612" y="270"/>
                    </a:lnTo>
                    <a:lnTo>
                      <a:pt x="3618" y="264"/>
                    </a:lnTo>
                    <a:lnTo>
                      <a:pt x="3606" y="252"/>
                    </a:lnTo>
                    <a:lnTo>
                      <a:pt x="3636" y="246"/>
                    </a:lnTo>
                    <a:lnTo>
                      <a:pt x="3594" y="210"/>
                    </a:lnTo>
                    <a:lnTo>
                      <a:pt x="3552" y="216"/>
                    </a:lnTo>
                    <a:lnTo>
                      <a:pt x="3534" y="198"/>
                    </a:lnTo>
                    <a:lnTo>
                      <a:pt x="3450" y="198"/>
                    </a:lnTo>
                    <a:lnTo>
                      <a:pt x="3438" y="204"/>
                    </a:lnTo>
                    <a:lnTo>
                      <a:pt x="3426" y="204"/>
                    </a:lnTo>
                    <a:lnTo>
                      <a:pt x="3420" y="210"/>
                    </a:lnTo>
                    <a:lnTo>
                      <a:pt x="3438" y="228"/>
                    </a:lnTo>
                    <a:lnTo>
                      <a:pt x="3462" y="228"/>
                    </a:lnTo>
                    <a:close/>
                    <a:moveTo>
                      <a:pt x="3432" y="1302"/>
                    </a:moveTo>
                    <a:lnTo>
                      <a:pt x="3408" y="1326"/>
                    </a:lnTo>
                    <a:lnTo>
                      <a:pt x="3408" y="1344"/>
                    </a:lnTo>
                    <a:lnTo>
                      <a:pt x="3438" y="1344"/>
                    </a:lnTo>
                    <a:lnTo>
                      <a:pt x="3462" y="1332"/>
                    </a:lnTo>
                    <a:lnTo>
                      <a:pt x="3468" y="1332"/>
                    </a:lnTo>
                    <a:lnTo>
                      <a:pt x="3480" y="1326"/>
                    </a:lnTo>
                    <a:lnTo>
                      <a:pt x="3486" y="1326"/>
                    </a:lnTo>
                    <a:lnTo>
                      <a:pt x="3504" y="1308"/>
                    </a:lnTo>
                    <a:lnTo>
                      <a:pt x="3516" y="1290"/>
                    </a:lnTo>
                    <a:lnTo>
                      <a:pt x="3516" y="1266"/>
                    </a:lnTo>
                    <a:lnTo>
                      <a:pt x="3510" y="1260"/>
                    </a:lnTo>
                    <a:lnTo>
                      <a:pt x="3498" y="1260"/>
                    </a:lnTo>
                    <a:lnTo>
                      <a:pt x="3480" y="1266"/>
                    </a:lnTo>
                    <a:lnTo>
                      <a:pt x="3432" y="1302"/>
                    </a:lnTo>
                    <a:close/>
                    <a:moveTo>
                      <a:pt x="4416" y="1392"/>
                    </a:moveTo>
                    <a:lnTo>
                      <a:pt x="4428" y="1380"/>
                    </a:lnTo>
                    <a:lnTo>
                      <a:pt x="4428" y="1374"/>
                    </a:lnTo>
                    <a:lnTo>
                      <a:pt x="4386" y="1374"/>
                    </a:lnTo>
                    <a:lnTo>
                      <a:pt x="4386" y="1380"/>
                    </a:lnTo>
                    <a:lnTo>
                      <a:pt x="4404" y="1398"/>
                    </a:lnTo>
                    <a:lnTo>
                      <a:pt x="4416" y="1392"/>
                    </a:lnTo>
                    <a:close/>
                    <a:moveTo>
                      <a:pt x="3120" y="2034"/>
                    </a:moveTo>
                    <a:lnTo>
                      <a:pt x="3132" y="2034"/>
                    </a:lnTo>
                    <a:lnTo>
                      <a:pt x="3138" y="2028"/>
                    </a:lnTo>
                    <a:lnTo>
                      <a:pt x="3132" y="2022"/>
                    </a:lnTo>
                    <a:lnTo>
                      <a:pt x="3120" y="2016"/>
                    </a:lnTo>
                    <a:lnTo>
                      <a:pt x="3114" y="2010"/>
                    </a:lnTo>
                    <a:lnTo>
                      <a:pt x="3108" y="2010"/>
                    </a:lnTo>
                    <a:lnTo>
                      <a:pt x="3090" y="2016"/>
                    </a:lnTo>
                    <a:lnTo>
                      <a:pt x="3078" y="2022"/>
                    </a:lnTo>
                    <a:lnTo>
                      <a:pt x="3072" y="2022"/>
                    </a:lnTo>
                    <a:lnTo>
                      <a:pt x="3072" y="2028"/>
                    </a:lnTo>
                    <a:lnTo>
                      <a:pt x="3078" y="2034"/>
                    </a:lnTo>
                    <a:lnTo>
                      <a:pt x="3120" y="2034"/>
                    </a:lnTo>
                    <a:close/>
                    <a:moveTo>
                      <a:pt x="4758" y="996"/>
                    </a:moveTo>
                    <a:lnTo>
                      <a:pt x="4746" y="996"/>
                    </a:lnTo>
                    <a:lnTo>
                      <a:pt x="4734" y="984"/>
                    </a:lnTo>
                    <a:lnTo>
                      <a:pt x="4704" y="1008"/>
                    </a:lnTo>
                    <a:lnTo>
                      <a:pt x="4704" y="978"/>
                    </a:lnTo>
                    <a:lnTo>
                      <a:pt x="4662" y="978"/>
                    </a:lnTo>
                    <a:lnTo>
                      <a:pt x="4668" y="978"/>
                    </a:lnTo>
                    <a:lnTo>
                      <a:pt x="4674" y="972"/>
                    </a:lnTo>
                    <a:lnTo>
                      <a:pt x="4686" y="972"/>
                    </a:lnTo>
                    <a:lnTo>
                      <a:pt x="4698" y="966"/>
                    </a:lnTo>
                    <a:lnTo>
                      <a:pt x="4704" y="954"/>
                    </a:lnTo>
                    <a:lnTo>
                      <a:pt x="4704" y="948"/>
                    </a:lnTo>
                    <a:lnTo>
                      <a:pt x="4698" y="942"/>
                    </a:lnTo>
                    <a:lnTo>
                      <a:pt x="4680" y="942"/>
                    </a:lnTo>
                    <a:lnTo>
                      <a:pt x="4668" y="936"/>
                    </a:lnTo>
                    <a:lnTo>
                      <a:pt x="4650" y="936"/>
                    </a:lnTo>
                    <a:lnTo>
                      <a:pt x="4632" y="930"/>
                    </a:lnTo>
                    <a:lnTo>
                      <a:pt x="4620" y="930"/>
                    </a:lnTo>
                    <a:lnTo>
                      <a:pt x="4614" y="918"/>
                    </a:lnTo>
                    <a:lnTo>
                      <a:pt x="4566" y="912"/>
                    </a:lnTo>
                    <a:lnTo>
                      <a:pt x="4500" y="870"/>
                    </a:lnTo>
                    <a:lnTo>
                      <a:pt x="4566" y="864"/>
                    </a:lnTo>
                    <a:lnTo>
                      <a:pt x="4536" y="840"/>
                    </a:lnTo>
                    <a:lnTo>
                      <a:pt x="4542" y="840"/>
                    </a:lnTo>
                    <a:lnTo>
                      <a:pt x="4548" y="834"/>
                    </a:lnTo>
                    <a:lnTo>
                      <a:pt x="4584" y="834"/>
                    </a:lnTo>
                    <a:lnTo>
                      <a:pt x="4596" y="840"/>
                    </a:lnTo>
                    <a:lnTo>
                      <a:pt x="4638" y="840"/>
                    </a:lnTo>
                    <a:lnTo>
                      <a:pt x="4638" y="834"/>
                    </a:lnTo>
                    <a:lnTo>
                      <a:pt x="4632" y="828"/>
                    </a:lnTo>
                    <a:lnTo>
                      <a:pt x="4614" y="822"/>
                    </a:lnTo>
                    <a:lnTo>
                      <a:pt x="4596" y="822"/>
                    </a:lnTo>
                    <a:lnTo>
                      <a:pt x="4578" y="816"/>
                    </a:lnTo>
                    <a:lnTo>
                      <a:pt x="4518" y="816"/>
                    </a:lnTo>
                    <a:lnTo>
                      <a:pt x="4536" y="816"/>
                    </a:lnTo>
                    <a:lnTo>
                      <a:pt x="4620" y="804"/>
                    </a:lnTo>
                    <a:lnTo>
                      <a:pt x="4638" y="798"/>
                    </a:lnTo>
                    <a:lnTo>
                      <a:pt x="4638" y="792"/>
                    </a:lnTo>
                    <a:lnTo>
                      <a:pt x="4632" y="792"/>
                    </a:lnTo>
                    <a:lnTo>
                      <a:pt x="4626" y="786"/>
                    </a:lnTo>
                    <a:lnTo>
                      <a:pt x="4608" y="786"/>
                    </a:lnTo>
                    <a:lnTo>
                      <a:pt x="4500" y="798"/>
                    </a:lnTo>
                    <a:lnTo>
                      <a:pt x="4560" y="762"/>
                    </a:lnTo>
                    <a:lnTo>
                      <a:pt x="4620" y="762"/>
                    </a:lnTo>
                    <a:lnTo>
                      <a:pt x="4626" y="756"/>
                    </a:lnTo>
                    <a:lnTo>
                      <a:pt x="4620" y="750"/>
                    </a:lnTo>
                    <a:lnTo>
                      <a:pt x="4584" y="738"/>
                    </a:lnTo>
                    <a:lnTo>
                      <a:pt x="4572" y="732"/>
                    </a:lnTo>
                    <a:lnTo>
                      <a:pt x="4554" y="732"/>
                    </a:lnTo>
                    <a:lnTo>
                      <a:pt x="4518" y="750"/>
                    </a:lnTo>
                    <a:lnTo>
                      <a:pt x="4500" y="744"/>
                    </a:lnTo>
                    <a:lnTo>
                      <a:pt x="4458" y="774"/>
                    </a:lnTo>
                    <a:lnTo>
                      <a:pt x="4464" y="756"/>
                    </a:lnTo>
                    <a:lnTo>
                      <a:pt x="4440" y="774"/>
                    </a:lnTo>
                    <a:lnTo>
                      <a:pt x="4464" y="744"/>
                    </a:lnTo>
                    <a:lnTo>
                      <a:pt x="4500" y="744"/>
                    </a:lnTo>
                    <a:lnTo>
                      <a:pt x="4506" y="738"/>
                    </a:lnTo>
                    <a:lnTo>
                      <a:pt x="4518" y="714"/>
                    </a:lnTo>
                    <a:lnTo>
                      <a:pt x="4518" y="708"/>
                    </a:lnTo>
                    <a:lnTo>
                      <a:pt x="4512" y="702"/>
                    </a:lnTo>
                    <a:lnTo>
                      <a:pt x="4506" y="708"/>
                    </a:lnTo>
                    <a:lnTo>
                      <a:pt x="4494" y="714"/>
                    </a:lnTo>
                    <a:lnTo>
                      <a:pt x="4488" y="726"/>
                    </a:lnTo>
                    <a:lnTo>
                      <a:pt x="4452" y="726"/>
                    </a:lnTo>
                    <a:lnTo>
                      <a:pt x="4428" y="738"/>
                    </a:lnTo>
                    <a:lnTo>
                      <a:pt x="4452" y="708"/>
                    </a:lnTo>
                    <a:lnTo>
                      <a:pt x="4482" y="708"/>
                    </a:lnTo>
                    <a:lnTo>
                      <a:pt x="4494" y="702"/>
                    </a:lnTo>
                    <a:lnTo>
                      <a:pt x="4500" y="702"/>
                    </a:lnTo>
                    <a:lnTo>
                      <a:pt x="4506" y="696"/>
                    </a:lnTo>
                    <a:lnTo>
                      <a:pt x="4506" y="690"/>
                    </a:lnTo>
                    <a:lnTo>
                      <a:pt x="4500" y="684"/>
                    </a:lnTo>
                    <a:lnTo>
                      <a:pt x="4458" y="684"/>
                    </a:lnTo>
                    <a:lnTo>
                      <a:pt x="4446" y="690"/>
                    </a:lnTo>
                    <a:lnTo>
                      <a:pt x="4428" y="696"/>
                    </a:lnTo>
                    <a:lnTo>
                      <a:pt x="4422" y="702"/>
                    </a:lnTo>
                    <a:lnTo>
                      <a:pt x="4416" y="702"/>
                    </a:lnTo>
                    <a:lnTo>
                      <a:pt x="4404" y="684"/>
                    </a:lnTo>
                    <a:lnTo>
                      <a:pt x="4380" y="702"/>
                    </a:lnTo>
                    <a:lnTo>
                      <a:pt x="4398" y="672"/>
                    </a:lnTo>
                    <a:lnTo>
                      <a:pt x="4344" y="696"/>
                    </a:lnTo>
                    <a:lnTo>
                      <a:pt x="4344" y="672"/>
                    </a:lnTo>
                    <a:lnTo>
                      <a:pt x="4350" y="672"/>
                    </a:lnTo>
                    <a:lnTo>
                      <a:pt x="4356" y="666"/>
                    </a:lnTo>
                    <a:lnTo>
                      <a:pt x="4368" y="666"/>
                    </a:lnTo>
                    <a:lnTo>
                      <a:pt x="4386" y="660"/>
                    </a:lnTo>
                    <a:lnTo>
                      <a:pt x="4392" y="660"/>
                    </a:lnTo>
                    <a:lnTo>
                      <a:pt x="4398" y="654"/>
                    </a:lnTo>
                    <a:lnTo>
                      <a:pt x="4356" y="654"/>
                    </a:lnTo>
                    <a:lnTo>
                      <a:pt x="4338" y="660"/>
                    </a:lnTo>
                    <a:lnTo>
                      <a:pt x="4326" y="660"/>
                    </a:lnTo>
                    <a:lnTo>
                      <a:pt x="4320" y="648"/>
                    </a:lnTo>
                    <a:lnTo>
                      <a:pt x="4332" y="648"/>
                    </a:lnTo>
                    <a:lnTo>
                      <a:pt x="4356" y="636"/>
                    </a:lnTo>
                    <a:lnTo>
                      <a:pt x="4368" y="636"/>
                    </a:lnTo>
                    <a:lnTo>
                      <a:pt x="4380" y="630"/>
                    </a:lnTo>
                    <a:lnTo>
                      <a:pt x="4386" y="624"/>
                    </a:lnTo>
                    <a:lnTo>
                      <a:pt x="4368" y="618"/>
                    </a:lnTo>
                    <a:lnTo>
                      <a:pt x="4326" y="612"/>
                    </a:lnTo>
                    <a:lnTo>
                      <a:pt x="4290" y="612"/>
                    </a:lnTo>
                    <a:lnTo>
                      <a:pt x="4266" y="606"/>
                    </a:lnTo>
                    <a:lnTo>
                      <a:pt x="4236" y="606"/>
                    </a:lnTo>
                    <a:lnTo>
                      <a:pt x="4230" y="612"/>
                    </a:lnTo>
                    <a:lnTo>
                      <a:pt x="4230" y="618"/>
                    </a:lnTo>
                    <a:lnTo>
                      <a:pt x="4236" y="624"/>
                    </a:lnTo>
                    <a:lnTo>
                      <a:pt x="4242" y="636"/>
                    </a:lnTo>
                    <a:lnTo>
                      <a:pt x="4206" y="630"/>
                    </a:lnTo>
                    <a:lnTo>
                      <a:pt x="4212" y="660"/>
                    </a:lnTo>
                    <a:lnTo>
                      <a:pt x="4194" y="636"/>
                    </a:lnTo>
                    <a:lnTo>
                      <a:pt x="4152" y="660"/>
                    </a:lnTo>
                    <a:lnTo>
                      <a:pt x="4158" y="654"/>
                    </a:lnTo>
                    <a:lnTo>
                      <a:pt x="4158" y="636"/>
                    </a:lnTo>
                    <a:lnTo>
                      <a:pt x="4152" y="630"/>
                    </a:lnTo>
                    <a:lnTo>
                      <a:pt x="4140" y="630"/>
                    </a:lnTo>
                    <a:lnTo>
                      <a:pt x="4122" y="636"/>
                    </a:lnTo>
                    <a:lnTo>
                      <a:pt x="4110" y="642"/>
                    </a:lnTo>
                    <a:lnTo>
                      <a:pt x="4098" y="642"/>
                    </a:lnTo>
                    <a:lnTo>
                      <a:pt x="4086" y="648"/>
                    </a:lnTo>
                    <a:lnTo>
                      <a:pt x="4080" y="654"/>
                    </a:lnTo>
                    <a:lnTo>
                      <a:pt x="4074" y="654"/>
                    </a:lnTo>
                    <a:lnTo>
                      <a:pt x="4092" y="618"/>
                    </a:lnTo>
                    <a:lnTo>
                      <a:pt x="4110" y="618"/>
                    </a:lnTo>
                    <a:lnTo>
                      <a:pt x="4122" y="612"/>
                    </a:lnTo>
                    <a:lnTo>
                      <a:pt x="4134" y="612"/>
                    </a:lnTo>
                    <a:lnTo>
                      <a:pt x="4146" y="606"/>
                    </a:lnTo>
                    <a:lnTo>
                      <a:pt x="4152" y="600"/>
                    </a:lnTo>
                    <a:lnTo>
                      <a:pt x="4152" y="594"/>
                    </a:lnTo>
                    <a:lnTo>
                      <a:pt x="4146" y="582"/>
                    </a:lnTo>
                    <a:lnTo>
                      <a:pt x="4134" y="570"/>
                    </a:lnTo>
                    <a:lnTo>
                      <a:pt x="4152" y="552"/>
                    </a:lnTo>
                    <a:lnTo>
                      <a:pt x="4152" y="540"/>
                    </a:lnTo>
                    <a:lnTo>
                      <a:pt x="4050" y="540"/>
                    </a:lnTo>
                    <a:lnTo>
                      <a:pt x="4026" y="558"/>
                    </a:lnTo>
                    <a:lnTo>
                      <a:pt x="3942" y="558"/>
                    </a:lnTo>
                    <a:lnTo>
                      <a:pt x="3948" y="576"/>
                    </a:lnTo>
                    <a:lnTo>
                      <a:pt x="3978" y="588"/>
                    </a:lnTo>
                    <a:lnTo>
                      <a:pt x="3936" y="576"/>
                    </a:lnTo>
                    <a:lnTo>
                      <a:pt x="3948" y="600"/>
                    </a:lnTo>
                    <a:lnTo>
                      <a:pt x="3936" y="594"/>
                    </a:lnTo>
                    <a:lnTo>
                      <a:pt x="3930" y="594"/>
                    </a:lnTo>
                    <a:lnTo>
                      <a:pt x="3918" y="588"/>
                    </a:lnTo>
                    <a:lnTo>
                      <a:pt x="3894" y="588"/>
                    </a:lnTo>
                    <a:lnTo>
                      <a:pt x="3882" y="594"/>
                    </a:lnTo>
                    <a:lnTo>
                      <a:pt x="3876" y="606"/>
                    </a:lnTo>
                    <a:lnTo>
                      <a:pt x="3882" y="612"/>
                    </a:lnTo>
                    <a:lnTo>
                      <a:pt x="3888" y="624"/>
                    </a:lnTo>
                    <a:lnTo>
                      <a:pt x="3894" y="630"/>
                    </a:lnTo>
                    <a:lnTo>
                      <a:pt x="3900" y="660"/>
                    </a:lnTo>
                    <a:lnTo>
                      <a:pt x="3894" y="660"/>
                    </a:lnTo>
                    <a:lnTo>
                      <a:pt x="3888" y="654"/>
                    </a:lnTo>
                    <a:lnTo>
                      <a:pt x="3864" y="642"/>
                    </a:lnTo>
                    <a:lnTo>
                      <a:pt x="3852" y="642"/>
                    </a:lnTo>
                    <a:lnTo>
                      <a:pt x="3828" y="666"/>
                    </a:lnTo>
                    <a:lnTo>
                      <a:pt x="3828" y="678"/>
                    </a:lnTo>
                    <a:lnTo>
                      <a:pt x="3846" y="678"/>
                    </a:lnTo>
                    <a:lnTo>
                      <a:pt x="3858" y="690"/>
                    </a:lnTo>
                    <a:lnTo>
                      <a:pt x="3810" y="714"/>
                    </a:lnTo>
                    <a:lnTo>
                      <a:pt x="3750" y="720"/>
                    </a:lnTo>
                    <a:lnTo>
                      <a:pt x="3762" y="720"/>
                    </a:lnTo>
                    <a:lnTo>
                      <a:pt x="3798" y="702"/>
                    </a:lnTo>
                    <a:lnTo>
                      <a:pt x="3810" y="690"/>
                    </a:lnTo>
                    <a:lnTo>
                      <a:pt x="3810" y="684"/>
                    </a:lnTo>
                    <a:lnTo>
                      <a:pt x="3804" y="684"/>
                    </a:lnTo>
                    <a:lnTo>
                      <a:pt x="3792" y="672"/>
                    </a:lnTo>
                    <a:lnTo>
                      <a:pt x="3786" y="672"/>
                    </a:lnTo>
                    <a:lnTo>
                      <a:pt x="3786" y="660"/>
                    </a:lnTo>
                    <a:lnTo>
                      <a:pt x="3804" y="642"/>
                    </a:lnTo>
                    <a:lnTo>
                      <a:pt x="3816" y="636"/>
                    </a:lnTo>
                    <a:lnTo>
                      <a:pt x="3828" y="636"/>
                    </a:lnTo>
                    <a:lnTo>
                      <a:pt x="3828" y="606"/>
                    </a:lnTo>
                    <a:lnTo>
                      <a:pt x="3840" y="600"/>
                    </a:lnTo>
                    <a:lnTo>
                      <a:pt x="3858" y="582"/>
                    </a:lnTo>
                    <a:lnTo>
                      <a:pt x="3876" y="576"/>
                    </a:lnTo>
                    <a:lnTo>
                      <a:pt x="3882" y="570"/>
                    </a:lnTo>
                    <a:lnTo>
                      <a:pt x="3894" y="564"/>
                    </a:lnTo>
                    <a:lnTo>
                      <a:pt x="3906" y="564"/>
                    </a:lnTo>
                    <a:lnTo>
                      <a:pt x="3918" y="558"/>
                    </a:lnTo>
                    <a:lnTo>
                      <a:pt x="3936" y="552"/>
                    </a:lnTo>
                    <a:lnTo>
                      <a:pt x="3954" y="552"/>
                    </a:lnTo>
                    <a:lnTo>
                      <a:pt x="3966" y="546"/>
                    </a:lnTo>
                    <a:lnTo>
                      <a:pt x="3972" y="540"/>
                    </a:lnTo>
                    <a:lnTo>
                      <a:pt x="3942" y="534"/>
                    </a:lnTo>
                    <a:lnTo>
                      <a:pt x="3852" y="534"/>
                    </a:lnTo>
                    <a:lnTo>
                      <a:pt x="3822" y="540"/>
                    </a:lnTo>
                    <a:lnTo>
                      <a:pt x="3786" y="558"/>
                    </a:lnTo>
                    <a:lnTo>
                      <a:pt x="3744" y="576"/>
                    </a:lnTo>
                    <a:lnTo>
                      <a:pt x="3720" y="594"/>
                    </a:lnTo>
                    <a:lnTo>
                      <a:pt x="3708" y="600"/>
                    </a:lnTo>
                    <a:lnTo>
                      <a:pt x="3702" y="600"/>
                    </a:lnTo>
                    <a:lnTo>
                      <a:pt x="3696" y="606"/>
                    </a:lnTo>
                    <a:lnTo>
                      <a:pt x="3684" y="606"/>
                    </a:lnTo>
                    <a:lnTo>
                      <a:pt x="3660" y="618"/>
                    </a:lnTo>
                    <a:lnTo>
                      <a:pt x="3654" y="618"/>
                    </a:lnTo>
                    <a:lnTo>
                      <a:pt x="3642" y="624"/>
                    </a:lnTo>
                    <a:lnTo>
                      <a:pt x="3630" y="636"/>
                    </a:lnTo>
                    <a:lnTo>
                      <a:pt x="3618" y="642"/>
                    </a:lnTo>
                    <a:lnTo>
                      <a:pt x="3600" y="660"/>
                    </a:lnTo>
                    <a:lnTo>
                      <a:pt x="3588" y="666"/>
                    </a:lnTo>
                    <a:lnTo>
                      <a:pt x="3582" y="678"/>
                    </a:lnTo>
                    <a:lnTo>
                      <a:pt x="3582" y="684"/>
                    </a:lnTo>
                    <a:lnTo>
                      <a:pt x="3588" y="690"/>
                    </a:lnTo>
                    <a:lnTo>
                      <a:pt x="3612" y="690"/>
                    </a:lnTo>
                    <a:lnTo>
                      <a:pt x="3648" y="696"/>
                    </a:lnTo>
                    <a:lnTo>
                      <a:pt x="3672" y="696"/>
                    </a:lnTo>
                    <a:lnTo>
                      <a:pt x="3684" y="708"/>
                    </a:lnTo>
                    <a:lnTo>
                      <a:pt x="3666" y="714"/>
                    </a:lnTo>
                    <a:lnTo>
                      <a:pt x="3594" y="726"/>
                    </a:lnTo>
                    <a:lnTo>
                      <a:pt x="3570" y="732"/>
                    </a:lnTo>
                    <a:lnTo>
                      <a:pt x="3576" y="738"/>
                    </a:lnTo>
                    <a:lnTo>
                      <a:pt x="3594" y="750"/>
                    </a:lnTo>
                    <a:lnTo>
                      <a:pt x="3630" y="762"/>
                    </a:lnTo>
                    <a:lnTo>
                      <a:pt x="3642" y="768"/>
                    </a:lnTo>
                    <a:lnTo>
                      <a:pt x="3648" y="768"/>
                    </a:lnTo>
                    <a:lnTo>
                      <a:pt x="3690" y="750"/>
                    </a:lnTo>
                    <a:lnTo>
                      <a:pt x="3690" y="762"/>
                    </a:lnTo>
                    <a:lnTo>
                      <a:pt x="3702" y="774"/>
                    </a:lnTo>
                    <a:lnTo>
                      <a:pt x="3744" y="774"/>
                    </a:lnTo>
                    <a:lnTo>
                      <a:pt x="3786" y="780"/>
                    </a:lnTo>
                    <a:lnTo>
                      <a:pt x="3834" y="786"/>
                    </a:lnTo>
                    <a:lnTo>
                      <a:pt x="3876" y="792"/>
                    </a:lnTo>
                    <a:lnTo>
                      <a:pt x="3894" y="792"/>
                    </a:lnTo>
                    <a:lnTo>
                      <a:pt x="3900" y="786"/>
                    </a:lnTo>
                    <a:lnTo>
                      <a:pt x="3894" y="780"/>
                    </a:lnTo>
                    <a:lnTo>
                      <a:pt x="3882" y="774"/>
                    </a:lnTo>
                    <a:lnTo>
                      <a:pt x="3876" y="768"/>
                    </a:lnTo>
                    <a:lnTo>
                      <a:pt x="3894" y="768"/>
                    </a:lnTo>
                    <a:lnTo>
                      <a:pt x="3930" y="774"/>
                    </a:lnTo>
                    <a:lnTo>
                      <a:pt x="3966" y="774"/>
                    </a:lnTo>
                    <a:lnTo>
                      <a:pt x="3990" y="780"/>
                    </a:lnTo>
                    <a:lnTo>
                      <a:pt x="4002" y="780"/>
                    </a:lnTo>
                    <a:lnTo>
                      <a:pt x="4020" y="786"/>
                    </a:lnTo>
                    <a:lnTo>
                      <a:pt x="4032" y="792"/>
                    </a:lnTo>
                    <a:lnTo>
                      <a:pt x="4050" y="792"/>
                    </a:lnTo>
                    <a:lnTo>
                      <a:pt x="4062" y="786"/>
                    </a:lnTo>
                    <a:lnTo>
                      <a:pt x="4062" y="774"/>
                    </a:lnTo>
                    <a:lnTo>
                      <a:pt x="4056" y="768"/>
                    </a:lnTo>
                    <a:lnTo>
                      <a:pt x="4050" y="756"/>
                    </a:lnTo>
                    <a:lnTo>
                      <a:pt x="4044" y="750"/>
                    </a:lnTo>
                    <a:lnTo>
                      <a:pt x="4092" y="738"/>
                    </a:lnTo>
                    <a:lnTo>
                      <a:pt x="4092" y="744"/>
                    </a:lnTo>
                    <a:lnTo>
                      <a:pt x="4098" y="750"/>
                    </a:lnTo>
                    <a:lnTo>
                      <a:pt x="4104" y="762"/>
                    </a:lnTo>
                    <a:lnTo>
                      <a:pt x="4104" y="768"/>
                    </a:lnTo>
                    <a:lnTo>
                      <a:pt x="4110" y="774"/>
                    </a:lnTo>
                    <a:lnTo>
                      <a:pt x="4116" y="774"/>
                    </a:lnTo>
                    <a:lnTo>
                      <a:pt x="4122" y="780"/>
                    </a:lnTo>
                    <a:lnTo>
                      <a:pt x="4134" y="786"/>
                    </a:lnTo>
                    <a:lnTo>
                      <a:pt x="4140" y="792"/>
                    </a:lnTo>
                    <a:lnTo>
                      <a:pt x="4170" y="786"/>
                    </a:lnTo>
                    <a:lnTo>
                      <a:pt x="4170" y="792"/>
                    </a:lnTo>
                    <a:lnTo>
                      <a:pt x="4164" y="798"/>
                    </a:lnTo>
                    <a:lnTo>
                      <a:pt x="4164" y="816"/>
                    </a:lnTo>
                    <a:lnTo>
                      <a:pt x="4170" y="816"/>
                    </a:lnTo>
                    <a:lnTo>
                      <a:pt x="4182" y="822"/>
                    </a:lnTo>
                    <a:lnTo>
                      <a:pt x="4200" y="822"/>
                    </a:lnTo>
                    <a:lnTo>
                      <a:pt x="4206" y="828"/>
                    </a:lnTo>
                    <a:lnTo>
                      <a:pt x="4212" y="828"/>
                    </a:lnTo>
                    <a:lnTo>
                      <a:pt x="4194" y="846"/>
                    </a:lnTo>
                    <a:lnTo>
                      <a:pt x="4194" y="858"/>
                    </a:lnTo>
                    <a:lnTo>
                      <a:pt x="4230" y="858"/>
                    </a:lnTo>
                    <a:lnTo>
                      <a:pt x="4224" y="882"/>
                    </a:lnTo>
                    <a:lnTo>
                      <a:pt x="4236" y="882"/>
                    </a:lnTo>
                    <a:lnTo>
                      <a:pt x="4248" y="888"/>
                    </a:lnTo>
                    <a:lnTo>
                      <a:pt x="4254" y="888"/>
                    </a:lnTo>
                    <a:lnTo>
                      <a:pt x="4278" y="900"/>
                    </a:lnTo>
                    <a:lnTo>
                      <a:pt x="4278" y="924"/>
                    </a:lnTo>
                    <a:lnTo>
                      <a:pt x="4266" y="948"/>
                    </a:lnTo>
                    <a:lnTo>
                      <a:pt x="4254" y="966"/>
                    </a:lnTo>
                    <a:lnTo>
                      <a:pt x="4248" y="978"/>
                    </a:lnTo>
                    <a:lnTo>
                      <a:pt x="4236" y="990"/>
                    </a:lnTo>
                    <a:lnTo>
                      <a:pt x="4218" y="996"/>
                    </a:lnTo>
                    <a:lnTo>
                      <a:pt x="4182" y="1014"/>
                    </a:lnTo>
                    <a:lnTo>
                      <a:pt x="4140" y="1026"/>
                    </a:lnTo>
                    <a:lnTo>
                      <a:pt x="4092" y="1050"/>
                    </a:lnTo>
                    <a:lnTo>
                      <a:pt x="4098" y="1056"/>
                    </a:lnTo>
                    <a:lnTo>
                      <a:pt x="4110" y="1062"/>
                    </a:lnTo>
                    <a:lnTo>
                      <a:pt x="4122" y="1074"/>
                    </a:lnTo>
                    <a:lnTo>
                      <a:pt x="4122" y="1080"/>
                    </a:lnTo>
                    <a:lnTo>
                      <a:pt x="4116" y="1086"/>
                    </a:lnTo>
                    <a:lnTo>
                      <a:pt x="4080" y="1098"/>
                    </a:lnTo>
                    <a:lnTo>
                      <a:pt x="4062" y="1098"/>
                    </a:lnTo>
                    <a:lnTo>
                      <a:pt x="3984" y="1110"/>
                    </a:lnTo>
                    <a:lnTo>
                      <a:pt x="3978" y="1128"/>
                    </a:lnTo>
                    <a:lnTo>
                      <a:pt x="3960" y="1110"/>
                    </a:lnTo>
                    <a:lnTo>
                      <a:pt x="3954" y="1110"/>
                    </a:lnTo>
                    <a:lnTo>
                      <a:pt x="3948" y="1104"/>
                    </a:lnTo>
                    <a:lnTo>
                      <a:pt x="3930" y="1104"/>
                    </a:lnTo>
                    <a:lnTo>
                      <a:pt x="3918" y="1098"/>
                    </a:lnTo>
                    <a:lnTo>
                      <a:pt x="3900" y="1098"/>
                    </a:lnTo>
                    <a:lnTo>
                      <a:pt x="3888" y="1104"/>
                    </a:lnTo>
                    <a:lnTo>
                      <a:pt x="3882" y="1110"/>
                    </a:lnTo>
                    <a:lnTo>
                      <a:pt x="3882" y="1122"/>
                    </a:lnTo>
                    <a:lnTo>
                      <a:pt x="3870" y="1122"/>
                    </a:lnTo>
                    <a:lnTo>
                      <a:pt x="3858" y="1128"/>
                    </a:lnTo>
                    <a:lnTo>
                      <a:pt x="3840" y="1134"/>
                    </a:lnTo>
                    <a:lnTo>
                      <a:pt x="3828" y="1140"/>
                    </a:lnTo>
                    <a:lnTo>
                      <a:pt x="3822" y="1146"/>
                    </a:lnTo>
                    <a:lnTo>
                      <a:pt x="3816" y="1158"/>
                    </a:lnTo>
                    <a:lnTo>
                      <a:pt x="3816" y="1170"/>
                    </a:lnTo>
                    <a:lnTo>
                      <a:pt x="3822" y="1182"/>
                    </a:lnTo>
                    <a:lnTo>
                      <a:pt x="3834" y="1188"/>
                    </a:lnTo>
                    <a:lnTo>
                      <a:pt x="3864" y="1188"/>
                    </a:lnTo>
                    <a:lnTo>
                      <a:pt x="3876" y="1182"/>
                    </a:lnTo>
                    <a:lnTo>
                      <a:pt x="3894" y="1182"/>
                    </a:lnTo>
                    <a:lnTo>
                      <a:pt x="3906" y="1176"/>
                    </a:lnTo>
                    <a:lnTo>
                      <a:pt x="3924" y="1170"/>
                    </a:lnTo>
                    <a:lnTo>
                      <a:pt x="3936" y="1164"/>
                    </a:lnTo>
                    <a:lnTo>
                      <a:pt x="3966" y="1164"/>
                    </a:lnTo>
                    <a:lnTo>
                      <a:pt x="3978" y="1176"/>
                    </a:lnTo>
                    <a:lnTo>
                      <a:pt x="3996" y="1176"/>
                    </a:lnTo>
                    <a:lnTo>
                      <a:pt x="4002" y="1170"/>
                    </a:lnTo>
                    <a:lnTo>
                      <a:pt x="4002" y="1152"/>
                    </a:lnTo>
                    <a:lnTo>
                      <a:pt x="4026" y="1128"/>
                    </a:lnTo>
                    <a:lnTo>
                      <a:pt x="4014" y="1140"/>
                    </a:lnTo>
                    <a:lnTo>
                      <a:pt x="4014" y="1146"/>
                    </a:lnTo>
                    <a:lnTo>
                      <a:pt x="4020" y="1152"/>
                    </a:lnTo>
                    <a:lnTo>
                      <a:pt x="4086" y="1152"/>
                    </a:lnTo>
                    <a:lnTo>
                      <a:pt x="4080" y="1158"/>
                    </a:lnTo>
                    <a:lnTo>
                      <a:pt x="4068" y="1164"/>
                    </a:lnTo>
                    <a:lnTo>
                      <a:pt x="4062" y="1170"/>
                    </a:lnTo>
                    <a:lnTo>
                      <a:pt x="4062" y="1176"/>
                    </a:lnTo>
                    <a:lnTo>
                      <a:pt x="4068" y="1182"/>
                    </a:lnTo>
                    <a:lnTo>
                      <a:pt x="4080" y="1182"/>
                    </a:lnTo>
                    <a:lnTo>
                      <a:pt x="4086" y="1188"/>
                    </a:lnTo>
                    <a:lnTo>
                      <a:pt x="4098" y="1188"/>
                    </a:lnTo>
                    <a:lnTo>
                      <a:pt x="4086" y="1200"/>
                    </a:lnTo>
                    <a:lnTo>
                      <a:pt x="4086" y="1206"/>
                    </a:lnTo>
                    <a:lnTo>
                      <a:pt x="4092" y="1212"/>
                    </a:lnTo>
                    <a:lnTo>
                      <a:pt x="4116" y="1224"/>
                    </a:lnTo>
                    <a:lnTo>
                      <a:pt x="4146" y="1224"/>
                    </a:lnTo>
                    <a:lnTo>
                      <a:pt x="4098" y="1242"/>
                    </a:lnTo>
                    <a:lnTo>
                      <a:pt x="4098" y="1248"/>
                    </a:lnTo>
                    <a:lnTo>
                      <a:pt x="4110" y="1260"/>
                    </a:lnTo>
                    <a:lnTo>
                      <a:pt x="4110" y="1266"/>
                    </a:lnTo>
                    <a:lnTo>
                      <a:pt x="4116" y="1272"/>
                    </a:lnTo>
                    <a:lnTo>
                      <a:pt x="4122" y="1266"/>
                    </a:lnTo>
                    <a:lnTo>
                      <a:pt x="4128" y="1266"/>
                    </a:lnTo>
                    <a:lnTo>
                      <a:pt x="4140" y="1260"/>
                    </a:lnTo>
                    <a:lnTo>
                      <a:pt x="4146" y="1272"/>
                    </a:lnTo>
                    <a:lnTo>
                      <a:pt x="4158" y="1284"/>
                    </a:lnTo>
                    <a:lnTo>
                      <a:pt x="4182" y="1284"/>
                    </a:lnTo>
                    <a:lnTo>
                      <a:pt x="4194" y="1290"/>
                    </a:lnTo>
                    <a:lnTo>
                      <a:pt x="4206" y="1290"/>
                    </a:lnTo>
                    <a:lnTo>
                      <a:pt x="4206" y="1308"/>
                    </a:lnTo>
                    <a:lnTo>
                      <a:pt x="4212" y="1314"/>
                    </a:lnTo>
                    <a:lnTo>
                      <a:pt x="4224" y="1320"/>
                    </a:lnTo>
                    <a:lnTo>
                      <a:pt x="4272" y="1320"/>
                    </a:lnTo>
                    <a:lnTo>
                      <a:pt x="4290" y="1326"/>
                    </a:lnTo>
                    <a:lnTo>
                      <a:pt x="4350" y="1356"/>
                    </a:lnTo>
                    <a:lnTo>
                      <a:pt x="4356" y="1362"/>
                    </a:lnTo>
                    <a:lnTo>
                      <a:pt x="4362" y="1362"/>
                    </a:lnTo>
                    <a:lnTo>
                      <a:pt x="4362" y="1356"/>
                    </a:lnTo>
                    <a:lnTo>
                      <a:pt x="4368" y="1350"/>
                    </a:lnTo>
                    <a:lnTo>
                      <a:pt x="4368" y="1320"/>
                    </a:lnTo>
                    <a:lnTo>
                      <a:pt x="4362" y="1308"/>
                    </a:lnTo>
                    <a:lnTo>
                      <a:pt x="4350" y="1296"/>
                    </a:lnTo>
                    <a:lnTo>
                      <a:pt x="4338" y="1290"/>
                    </a:lnTo>
                    <a:lnTo>
                      <a:pt x="4320" y="1272"/>
                    </a:lnTo>
                    <a:lnTo>
                      <a:pt x="4314" y="1272"/>
                    </a:lnTo>
                    <a:lnTo>
                      <a:pt x="4308" y="1260"/>
                    </a:lnTo>
                    <a:lnTo>
                      <a:pt x="4302" y="1254"/>
                    </a:lnTo>
                    <a:lnTo>
                      <a:pt x="4290" y="1230"/>
                    </a:lnTo>
                    <a:lnTo>
                      <a:pt x="4290" y="1224"/>
                    </a:lnTo>
                    <a:lnTo>
                      <a:pt x="4308" y="1224"/>
                    </a:lnTo>
                    <a:lnTo>
                      <a:pt x="4314" y="1230"/>
                    </a:lnTo>
                    <a:lnTo>
                      <a:pt x="4326" y="1236"/>
                    </a:lnTo>
                    <a:lnTo>
                      <a:pt x="4332" y="1242"/>
                    </a:lnTo>
                    <a:lnTo>
                      <a:pt x="4332" y="1212"/>
                    </a:lnTo>
                    <a:lnTo>
                      <a:pt x="4332" y="1218"/>
                    </a:lnTo>
                    <a:lnTo>
                      <a:pt x="4344" y="1230"/>
                    </a:lnTo>
                    <a:lnTo>
                      <a:pt x="4350" y="1242"/>
                    </a:lnTo>
                    <a:lnTo>
                      <a:pt x="4362" y="1254"/>
                    </a:lnTo>
                    <a:lnTo>
                      <a:pt x="4374" y="1254"/>
                    </a:lnTo>
                    <a:lnTo>
                      <a:pt x="4386" y="1248"/>
                    </a:lnTo>
                    <a:lnTo>
                      <a:pt x="4398" y="1248"/>
                    </a:lnTo>
                    <a:lnTo>
                      <a:pt x="4398" y="1272"/>
                    </a:lnTo>
                    <a:lnTo>
                      <a:pt x="4404" y="1278"/>
                    </a:lnTo>
                    <a:lnTo>
                      <a:pt x="4416" y="1278"/>
                    </a:lnTo>
                    <a:lnTo>
                      <a:pt x="4428" y="1290"/>
                    </a:lnTo>
                    <a:lnTo>
                      <a:pt x="4452" y="1272"/>
                    </a:lnTo>
                    <a:lnTo>
                      <a:pt x="4464" y="1284"/>
                    </a:lnTo>
                    <a:lnTo>
                      <a:pt x="4470" y="1284"/>
                    </a:lnTo>
                    <a:lnTo>
                      <a:pt x="4476" y="1278"/>
                    </a:lnTo>
                    <a:lnTo>
                      <a:pt x="4476" y="1260"/>
                    </a:lnTo>
                    <a:lnTo>
                      <a:pt x="4470" y="1254"/>
                    </a:lnTo>
                    <a:lnTo>
                      <a:pt x="4488" y="1212"/>
                    </a:lnTo>
                    <a:lnTo>
                      <a:pt x="4488" y="1236"/>
                    </a:lnTo>
                    <a:lnTo>
                      <a:pt x="4500" y="1248"/>
                    </a:lnTo>
                    <a:lnTo>
                      <a:pt x="4512" y="1236"/>
                    </a:lnTo>
                    <a:lnTo>
                      <a:pt x="4518" y="1218"/>
                    </a:lnTo>
                    <a:lnTo>
                      <a:pt x="4518" y="1206"/>
                    </a:lnTo>
                    <a:lnTo>
                      <a:pt x="4494" y="1182"/>
                    </a:lnTo>
                    <a:lnTo>
                      <a:pt x="4518" y="1176"/>
                    </a:lnTo>
                    <a:lnTo>
                      <a:pt x="4500" y="1164"/>
                    </a:lnTo>
                    <a:lnTo>
                      <a:pt x="4500" y="1146"/>
                    </a:lnTo>
                    <a:lnTo>
                      <a:pt x="4470" y="1146"/>
                    </a:lnTo>
                    <a:lnTo>
                      <a:pt x="4470" y="1134"/>
                    </a:lnTo>
                    <a:lnTo>
                      <a:pt x="4446" y="1134"/>
                    </a:lnTo>
                    <a:lnTo>
                      <a:pt x="4446" y="1080"/>
                    </a:lnTo>
                    <a:lnTo>
                      <a:pt x="4416" y="1086"/>
                    </a:lnTo>
                    <a:lnTo>
                      <a:pt x="4410" y="1080"/>
                    </a:lnTo>
                    <a:lnTo>
                      <a:pt x="4410" y="1056"/>
                    </a:lnTo>
                    <a:lnTo>
                      <a:pt x="4416" y="1050"/>
                    </a:lnTo>
                    <a:lnTo>
                      <a:pt x="4428" y="1050"/>
                    </a:lnTo>
                    <a:lnTo>
                      <a:pt x="4434" y="1056"/>
                    </a:lnTo>
                    <a:lnTo>
                      <a:pt x="4446" y="1062"/>
                    </a:lnTo>
                    <a:lnTo>
                      <a:pt x="4452" y="1068"/>
                    </a:lnTo>
                    <a:lnTo>
                      <a:pt x="4458" y="1068"/>
                    </a:lnTo>
                    <a:lnTo>
                      <a:pt x="4464" y="1062"/>
                    </a:lnTo>
                    <a:lnTo>
                      <a:pt x="4464" y="1026"/>
                    </a:lnTo>
                    <a:lnTo>
                      <a:pt x="4488" y="1032"/>
                    </a:lnTo>
                    <a:lnTo>
                      <a:pt x="4524" y="1014"/>
                    </a:lnTo>
                    <a:lnTo>
                      <a:pt x="4524" y="1026"/>
                    </a:lnTo>
                    <a:lnTo>
                      <a:pt x="4530" y="1038"/>
                    </a:lnTo>
                    <a:lnTo>
                      <a:pt x="4530" y="1044"/>
                    </a:lnTo>
                    <a:lnTo>
                      <a:pt x="4536" y="1050"/>
                    </a:lnTo>
                    <a:lnTo>
                      <a:pt x="4548" y="1044"/>
                    </a:lnTo>
                    <a:lnTo>
                      <a:pt x="4566" y="1044"/>
                    </a:lnTo>
                    <a:lnTo>
                      <a:pt x="4554" y="1062"/>
                    </a:lnTo>
                    <a:lnTo>
                      <a:pt x="4578" y="1062"/>
                    </a:lnTo>
                    <a:lnTo>
                      <a:pt x="4566" y="1092"/>
                    </a:lnTo>
                    <a:lnTo>
                      <a:pt x="4566" y="1098"/>
                    </a:lnTo>
                    <a:lnTo>
                      <a:pt x="4584" y="1116"/>
                    </a:lnTo>
                    <a:lnTo>
                      <a:pt x="4590" y="1128"/>
                    </a:lnTo>
                    <a:lnTo>
                      <a:pt x="4614" y="1140"/>
                    </a:lnTo>
                    <a:lnTo>
                      <a:pt x="4626" y="1134"/>
                    </a:lnTo>
                    <a:lnTo>
                      <a:pt x="4638" y="1122"/>
                    </a:lnTo>
                    <a:lnTo>
                      <a:pt x="4656" y="1086"/>
                    </a:lnTo>
                    <a:lnTo>
                      <a:pt x="4656" y="1080"/>
                    </a:lnTo>
                    <a:lnTo>
                      <a:pt x="4662" y="1068"/>
                    </a:lnTo>
                    <a:lnTo>
                      <a:pt x="4668" y="1074"/>
                    </a:lnTo>
                    <a:lnTo>
                      <a:pt x="4680" y="1080"/>
                    </a:lnTo>
                    <a:lnTo>
                      <a:pt x="4692" y="1080"/>
                    </a:lnTo>
                    <a:lnTo>
                      <a:pt x="4698" y="1086"/>
                    </a:lnTo>
                    <a:lnTo>
                      <a:pt x="4710" y="1080"/>
                    </a:lnTo>
                    <a:lnTo>
                      <a:pt x="4722" y="1068"/>
                    </a:lnTo>
                    <a:lnTo>
                      <a:pt x="4728" y="1056"/>
                    </a:lnTo>
                    <a:lnTo>
                      <a:pt x="4728" y="1038"/>
                    </a:lnTo>
                    <a:lnTo>
                      <a:pt x="4794" y="1038"/>
                    </a:lnTo>
                    <a:lnTo>
                      <a:pt x="4806" y="1026"/>
                    </a:lnTo>
                    <a:lnTo>
                      <a:pt x="4812" y="1014"/>
                    </a:lnTo>
                    <a:lnTo>
                      <a:pt x="4800" y="1002"/>
                    </a:lnTo>
                    <a:lnTo>
                      <a:pt x="4788" y="996"/>
                    </a:lnTo>
                    <a:lnTo>
                      <a:pt x="4758" y="996"/>
                    </a:lnTo>
                    <a:close/>
                    <a:moveTo>
                      <a:pt x="4476" y="1308"/>
                    </a:moveTo>
                    <a:lnTo>
                      <a:pt x="4446" y="1308"/>
                    </a:lnTo>
                    <a:lnTo>
                      <a:pt x="4440" y="1326"/>
                    </a:lnTo>
                    <a:lnTo>
                      <a:pt x="4476" y="1320"/>
                    </a:lnTo>
                    <a:lnTo>
                      <a:pt x="4476" y="1308"/>
                    </a:lnTo>
                    <a:close/>
                    <a:moveTo>
                      <a:pt x="4140" y="1290"/>
                    </a:moveTo>
                    <a:lnTo>
                      <a:pt x="4134" y="1290"/>
                    </a:lnTo>
                    <a:lnTo>
                      <a:pt x="4128" y="1296"/>
                    </a:lnTo>
                    <a:lnTo>
                      <a:pt x="4128" y="1308"/>
                    </a:lnTo>
                    <a:lnTo>
                      <a:pt x="4134" y="1314"/>
                    </a:lnTo>
                    <a:lnTo>
                      <a:pt x="4158" y="1314"/>
                    </a:lnTo>
                    <a:lnTo>
                      <a:pt x="4164" y="1308"/>
                    </a:lnTo>
                    <a:lnTo>
                      <a:pt x="4164" y="1296"/>
                    </a:lnTo>
                    <a:lnTo>
                      <a:pt x="4158" y="1290"/>
                    </a:lnTo>
                    <a:lnTo>
                      <a:pt x="4140" y="1290"/>
                    </a:lnTo>
                    <a:close/>
                    <a:moveTo>
                      <a:pt x="3834" y="1242"/>
                    </a:moveTo>
                    <a:lnTo>
                      <a:pt x="3840" y="1236"/>
                    </a:lnTo>
                    <a:lnTo>
                      <a:pt x="3834" y="1230"/>
                    </a:lnTo>
                    <a:lnTo>
                      <a:pt x="3828" y="1230"/>
                    </a:lnTo>
                    <a:lnTo>
                      <a:pt x="3822" y="1224"/>
                    </a:lnTo>
                    <a:lnTo>
                      <a:pt x="3810" y="1224"/>
                    </a:lnTo>
                    <a:lnTo>
                      <a:pt x="3810" y="1236"/>
                    </a:lnTo>
                    <a:lnTo>
                      <a:pt x="3816" y="1242"/>
                    </a:lnTo>
                    <a:lnTo>
                      <a:pt x="3816" y="1248"/>
                    </a:lnTo>
                    <a:lnTo>
                      <a:pt x="3828" y="1248"/>
                    </a:lnTo>
                    <a:lnTo>
                      <a:pt x="3834" y="1242"/>
                    </a:lnTo>
                    <a:close/>
                    <a:moveTo>
                      <a:pt x="4206" y="1452"/>
                    </a:moveTo>
                    <a:lnTo>
                      <a:pt x="4170" y="1452"/>
                    </a:lnTo>
                    <a:lnTo>
                      <a:pt x="4206" y="1476"/>
                    </a:lnTo>
                    <a:lnTo>
                      <a:pt x="4218" y="1470"/>
                    </a:lnTo>
                    <a:lnTo>
                      <a:pt x="4218" y="1458"/>
                    </a:lnTo>
                    <a:lnTo>
                      <a:pt x="4212" y="1458"/>
                    </a:lnTo>
                    <a:lnTo>
                      <a:pt x="4206" y="1452"/>
                    </a:lnTo>
                    <a:close/>
                    <a:moveTo>
                      <a:pt x="4170" y="870"/>
                    </a:moveTo>
                    <a:lnTo>
                      <a:pt x="4152" y="870"/>
                    </a:lnTo>
                    <a:lnTo>
                      <a:pt x="4152" y="876"/>
                    </a:lnTo>
                    <a:lnTo>
                      <a:pt x="4158" y="882"/>
                    </a:lnTo>
                    <a:lnTo>
                      <a:pt x="4164" y="882"/>
                    </a:lnTo>
                    <a:lnTo>
                      <a:pt x="4170" y="888"/>
                    </a:lnTo>
                    <a:lnTo>
                      <a:pt x="4182" y="882"/>
                    </a:lnTo>
                    <a:lnTo>
                      <a:pt x="4188" y="882"/>
                    </a:lnTo>
                    <a:lnTo>
                      <a:pt x="4194" y="876"/>
                    </a:lnTo>
                    <a:lnTo>
                      <a:pt x="4188" y="870"/>
                    </a:lnTo>
                    <a:lnTo>
                      <a:pt x="4170" y="870"/>
                    </a:lnTo>
                    <a:close/>
                    <a:moveTo>
                      <a:pt x="4170" y="936"/>
                    </a:moveTo>
                    <a:lnTo>
                      <a:pt x="4236" y="936"/>
                    </a:lnTo>
                    <a:lnTo>
                      <a:pt x="4236" y="918"/>
                    </a:lnTo>
                    <a:lnTo>
                      <a:pt x="4188" y="918"/>
                    </a:lnTo>
                    <a:lnTo>
                      <a:pt x="4170" y="936"/>
                    </a:lnTo>
                    <a:close/>
                    <a:moveTo>
                      <a:pt x="5574" y="36"/>
                    </a:moveTo>
                    <a:lnTo>
                      <a:pt x="5490" y="36"/>
                    </a:lnTo>
                    <a:lnTo>
                      <a:pt x="5496" y="24"/>
                    </a:lnTo>
                    <a:lnTo>
                      <a:pt x="5490" y="24"/>
                    </a:lnTo>
                    <a:lnTo>
                      <a:pt x="5484" y="18"/>
                    </a:lnTo>
                    <a:lnTo>
                      <a:pt x="5448" y="18"/>
                    </a:lnTo>
                    <a:lnTo>
                      <a:pt x="5430" y="12"/>
                    </a:lnTo>
                    <a:lnTo>
                      <a:pt x="5400" y="12"/>
                    </a:lnTo>
                    <a:lnTo>
                      <a:pt x="5364" y="18"/>
                    </a:lnTo>
                    <a:lnTo>
                      <a:pt x="5334" y="30"/>
                    </a:lnTo>
                    <a:lnTo>
                      <a:pt x="5304" y="36"/>
                    </a:lnTo>
                    <a:lnTo>
                      <a:pt x="5292" y="36"/>
                    </a:lnTo>
                    <a:lnTo>
                      <a:pt x="5346" y="12"/>
                    </a:lnTo>
                    <a:lnTo>
                      <a:pt x="5274" y="18"/>
                    </a:lnTo>
                    <a:lnTo>
                      <a:pt x="5268" y="18"/>
                    </a:lnTo>
                    <a:lnTo>
                      <a:pt x="5262" y="12"/>
                    </a:lnTo>
                    <a:lnTo>
                      <a:pt x="5250" y="12"/>
                    </a:lnTo>
                    <a:lnTo>
                      <a:pt x="5226" y="0"/>
                    </a:lnTo>
                    <a:lnTo>
                      <a:pt x="5196" y="0"/>
                    </a:lnTo>
                    <a:lnTo>
                      <a:pt x="5190" y="6"/>
                    </a:lnTo>
                    <a:lnTo>
                      <a:pt x="5184" y="18"/>
                    </a:lnTo>
                    <a:lnTo>
                      <a:pt x="5178" y="18"/>
                    </a:lnTo>
                    <a:lnTo>
                      <a:pt x="5172" y="12"/>
                    </a:lnTo>
                    <a:lnTo>
                      <a:pt x="5160" y="6"/>
                    </a:lnTo>
                    <a:lnTo>
                      <a:pt x="5148" y="6"/>
                    </a:lnTo>
                    <a:lnTo>
                      <a:pt x="5136" y="0"/>
                    </a:lnTo>
                    <a:lnTo>
                      <a:pt x="5124" y="0"/>
                    </a:lnTo>
                    <a:lnTo>
                      <a:pt x="5112" y="6"/>
                    </a:lnTo>
                    <a:lnTo>
                      <a:pt x="5106" y="12"/>
                    </a:lnTo>
                    <a:lnTo>
                      <a:pt x="5094" y="18"/>
                    </a:lnTo>
                    <a:lnTo>
                      <a:pt x="5088" y="24"/>
                    </a:lnTo>
                    <a:lnTo>
                      <a:pt x="5046" y="12"/>
                    </a:lnTo>
                    <a:lnTo>
                      <a:pt x="4938" y="6"/>
                    </a:lnTo>
                    <a:lnTo>
                      <a:pt x="4968" y="36"/>
                    </a:lnTo>
                    <a:lnTo>
                      <a:pt x="4902" y="12"/>
                    </a:lnTo>
                    <a:lnTo>
                      <a:pt x="4842" y="24"/>
                    </a:lnTo>
                    <a:lnTo>
                      <a:pt x="4830" y="24"/>
                    </a:lnTo>
                    <a:lnTo>
                      <a:pt x="4812" y="18"/>
                    </a:lnTo>
                    <a:lnTo>
                      <a:pt x="4746" y="18"/>
                    </a:lnTo>
                    <a:lnTo>
                      <a:pt x="4710" y="24"/>
                    </a:lnTo>
                    <a:lnTo>
                      <a:pt x="4686" y="36"/>
                    </a:lnTo>
                    <a:lnTo>
                      <a:pt x="4674" y="36"/>
                    </a:lnTo>
                    <a:lnTo>
                      <a:pt x="4764" y="60"/>
                    </a:lnTo>
                    <a:lnTo>
                      <a:pt x="4674" y="48"/>
                    </a:lnTo>
                    <a:lnTo>
                      <a:pt x="4662" y="48"/>
                    </a:lnTo>
                    <a:lnTo>
                      <a:pt x="4590" y="36"/>
                    </a:lnTo>
                    <a:lnTo>
                      <a:pt x="4542" y="36"/>
                    </a:lnTo>
                    <a:lnTo>
                      <a:pt x="4530" y="48"/>
                    </a:lnTo>
                    <a:lnTo>
                      <a:pt x="4530" y="60"/>
                    </a:lnTo>
                    <a:lnTo>
                      <a:pt x="4512" y="60"/>
                    </a:lnTo>
                    <a:lnTo>
                      <a:pt x="4482" y="54"/>
                    </a:lnTo>
                    <a:lnTo>
                      <a:pt x="4392" y="54"/>
                    </a:lnTo>
                    <a:lnTo>
                      <a:pt x="4350" y="60"/>
                    </a:lnTo>
                    <a:lnTo>
                      <a:pt x="4302" y="66"/>
                    </a:lnTo>
                    <a:lnTo>
                      <a:pt x="4260" y="66"/>
                    </a:lnTo>
                    <a:lnTo>
                      <a:pt x="4242" y="72"/>
                    </a:lnTo>
                    <a:lnTo>
                      <a:pt x="4260" y="72"/>
                    </a:lnTo>
                    <a:lnTo>
                      <a:pt x="4266" y="78"/>
                    </a:lnTo>
                    <a:lnTo>
                      <a:pt x="4278" y="78"/>
                    </a:lnTo>
                    <a:lnTo>
                      <a:pt x="4362" y="84"/>
                    </a:lnTo>
                    <a:lnTo>
                      <a:pt x="4278" y="96"/>
                    </a:lnTo>
                    <a:lnTo>
                      <a:pt x="4284" y="96"/>
                    </a:lnTo>
                    <a:lnTo>
                      <a:pt x="4290" y="102"/>
                    </a:lnTo>
                    <a:lnTo>
                      <a:pt x="4314" y="114"/>
                    </a:lnTo>
                    <a:lnTo>
                      <a:pt x="4338" y="114"/>
                    </a:lnTo>
                    <a:lnTo>
                      <a:pt x="4356" y="108"/>
                    </a:lnTo>
                    <a:lnTo>
                      <a:pt x="4392" y="108"/>
                    </a:lnTo>
                    <a:lnTo>
                      <a:pt x="4398" y="102"/>
                    </a:lnTo>
                    <a:lnTo>
                      <a:pt x="4410" y="102"/>
                    </a:lnTo>
                    <a:lnTo>
                      <a:pt x="4416" y="96"/>
                    </a:lnTo>
                    <a:lnTo>
                      <a:pt x="4440" y="96"/>
                    </a:lnTo>
                    <a:lnTo>
                      <a:pt x="4458" y="90"/>
                    </a:lnTo>
                    <a:lnTo>
                      <a:pt x="4500" y="90"/>
                    </a:lnTo>
                    <a:lnTo>
                      <a:pt x="4518" y="96"/>
                    </a:lnTo>
                    <a:lnTo>
                      <a:pt x="4536" y="96"/>
                    </a:lnTo>
                    <a:lnTo>
                      <a:pt x="4548" y="102"/>
                    </a:lnTo>
                    <a:lnTo>
                      <a:pt x="4560" y="102"/>
                    </a:lnTo>
                    <a:lnTo>
                      <a:pt x="4494" y="102"/>
                    </a:lnTo>
                    <a:lnTo>
                      <a:pt x="4482" y="108"/>
                    </a:lnTo>
                    <a:lnTo>
                      <a:pt x="4458" y="108"/>
                    </a:lnTo>
                    <a:lnTo>
                      <a:pt x="4446" y="114"/>
                    </a:lnTo>
                    <a:lnTo>
                      <a:pt x="4434" y="114"/>
                    </a:lnTo>
                    <a:lnTo>
                      <a:pt x="4422" y="120"/>
                    </a:lnTo>
                    <a:lnTo>
                      <a:pt x="4410" y="120"/>
                    </a:lnTo>
                    <a:lnTo>
                      <a:pt x="4404" y="126"/>
                    </a:lnTo>
                    <a:lnTo>
                      <a:pt x="4398" y="126"/>
                    </a:lnTo>
                    <a:lnTo>
                      <a:pt x="4434" y="126"/>
                    </a:lnTo>
                    <a:lnTo>
                      <a:pt x="4452" y="132"/>
                    </a:lnTo>
                    <a:lnTo>
                      <a:pt x="4488" y="132"/>
                    </a:lnTo>
                    <a:lnTo>
                      <a:pt x="4500" y="126"/>
                    </a:lnTo>
                    <a:lnTo>
                      <a:pt x="4506" y="126"/>
                    </a:lnTo>
                    <a:lnTo>
                      <a:pt x="4512" y="120"/>
                    </a:lnTo>
                    <a:lnTo>
                      <a:pt x="4638" y="120"/>
                    </a:lnTo>
                    <a:lnTo>
                      <a:pt x="4656" y="114"/>
                    </a:lnTo>
                    <a:lnTo>
                      <a:pt x="4680" y="114"/>
                    </a:lnTo>
                    <a:lnTo>
                      <a:pt x="4698" y="108"/>
                    </a:lnTo>
                    <a:lnTo>
                      <a:pt x="4710" y="108"/>
                    </a:lnTo>
                    <a:lnTo>
                      <a:pt x="4722" y="96"/>
                    </a:lnTo>
                    <a:lnTo>
                      <a:pt x="4734" y="96"/>
                    </a:lnTo>
                    <a:lnTo>
                      <a:pt x="4752" y="90"/>
                    </a:lnTo>
                    <a:lnTo>
                      <a:pt x="4770" y="90"/>
                    </a:lnTo>
                    <a:lnTo>
                      <a:pt x="4782" y="84"/>
                    </a:lnTo>
                    <a:lnTo>
                      <a:pt x="4830" y="84"/>
                    </a:lnTo>
                    <a:lnTo>
                      <a:pt x="4746" y="114"/>
                    </a:lnTo>
                    <a:lnTo>
                      <a:pt x="4782" y="114"/>
                    </a:lnTo>
                    <a:lnTo>
                      <a:pt x="4734" y="126"/>
                    </a:lnTo>
                    <a:lnTo>
                      <a:pt x="4716" y="126"/>
                    </a:lnTo>
                    <a:lnTo>
                      <a:pt x="4674" y="132"/>
                    </a:lnTo>
                    <a:lnTo>
                      <a:pt x="4620" y="132"/>
                    </a:lnTo>
                    <a:lnTo>
                      <a:pt x="4566" y="138"/>
                    </a:lnTo>
                    <a:lnTo>
                      <a:pt x="4536" y="138"/>
                    </a:lnTo>
                    <a:lnTo>
                      <a:pt x="4524" y="150"/>
                    </a:lnTo>
                    <a:lnTo>
                      <a:pt x="4524" y="156"/>
                    </a:lnTo>
                    <a:lnTo>
                      <a:pt x="4602" y="174"/>
                    </a:lnTo>
                    <a:lnTo>
                      <a:pt x="4596" y="174"/>
                    </a:lnTo>
                    <a:lnTo>
                      <a:pt x="4590" y="180"/>
                    </a:lnTo>
                    <a:lnTo>
                      <a:pt x="4578" y="180"/>
                    </a:lnTo>
                    <a:lnTo>
                      <a:pt x="4566" y="186"/>
                    </a:lnTo>
                    <a:lnTo>
                      <a:pt x="4542" y="186"/>
                    </a:lnTo>
                    <a:lnTo>
                      <a:pt x="4518" y="174"/>
                    </a:lnTo>
                    <a:lnTo>
                      <a:pt x="4500" y="162"/>
                    </a:lnTo>
                    <a:lnTo>
                      <a:pt x="4476" y="150"/>
                    </a:lnTo>
                    <a:lnTo>
                      <a:pt x="4470" y="144"/>
                    </a:lnTo>
                    <a:lnTo>
                      <a:pt x="4356" y="144"/>
                    </a:lnTo>
                    <a:lnTo>
                      <a:pt x="4350" y="150"/>
                    </a:lnTo>
                    <a:lnTo>
                      <a:pt x="4344" y="162"/>
                    </a:lnTo>
                    <a:lnTo>
                      <a:pt x="4338" y="168"/>
                    </a:lnTo>
                    <a:lnTo>
                      <a:pt x="4368" y="186"/>
                    </a:lnTo>
                    <a:lnTo>
                      <a:pt x="4386" y="204"/>
                    </a:lnTo>
                    <a:lnTo>
                      <a:pt x="4410" y="216"/>
                    </a:lnTo>
                    <a:lnTo>
                      <a:pt x="4458" y="216"/>
                    </a:lnTo>
                    <a:lnTo>
                      <a:pt x="4476" y="210"/>
                    </a:lnTo>
                    <a:lnTo>
                      <a:pt x="4488" y="210"/>
                    </a:lnTo>
                    <a:lnTo>
                      <a:pt x="4476" y="216"/>
                    </a:lnTo>
                    <a:lnTo>
                      <a:pt x="4470" y="228"/>
                    </a:lnTo>
                    <a:lnTo>
                      <a:pt x="4398" y="228"/>
                    </a:lnTo>
                    <a:lnTo>
                      <a:pt x="4380" y="222"/>
                    </a:lnTo>
                    <a:lnTo>
                      <a:pt x="4350" y="222"/>
                    </a:lnTo>
                    <a:lnTo>
                      <a:pt x="4314" y="228"/>
                    </a:lnTo>
                    <a:lnTo>
                      <a:pt x="4272" y="234"/>
                    </a:lnTo>
                    <a:lnTo>
                      <a:pt x="4230" y="234"/>
                    </a:lnTo>
                    <a:lnTo>
                      <a:pt x="4218" y="240"/>
                    </a:lnTo>
                    <a:lnTo>
                      <a:pt x="4200" y="246"/>
                    </a:lnTo>
                    <a:lnTo>
                      <a:pt x="4188" y="258"/>
                    </a:lnTo>
                    <a:lnTo>
                      <a:pt x="4176" y="264"/>
                    </a:lnTo>
                    <a:lnTo>
                      <a:pt x="4170" y="270"/>
                    </a:lnTo>
                    <a:lnTo>
                      <a:pt x="4164" y="270"/>
                    </a:lnTo>
                    <a:lnTo>
                      <a:pt x="4236" y="258"/>
                    </a:lnTo>
                    <a:lnTo>
                      <a:pt x="4236" y="276"/>
                    </a:lnTo>
                    <a:lnTo>
                      <a:pt x="4296" y="258"/>
                    </a:lnTo>
                    <a:lnTo>
                      <a:pt x="4224" y="288"/>
                    </a:lnTo>
                    <a:lnTo>
                      <a:pt x="4230" y="288"/>
                    </a:lnTo>
                    <a:lnTo>
                      <a:pt x="4236" y="294"/>
                    </a:lnTo>
                    <a:lnTo>
                      <a:pt x="4248" y="300"/>
                    </a:lnTo>
                    <a:lnTo>
                      <a:pt x="4278" y="300"/>
                    </a:lnTo>
                    <a:lnTo>
                      <a:pt x="4314" y="288"/>
                    </a:lnTo>
                    <a:lnTo>
                      <a:pt x="4326" y="288"/>
                    </a:lnTo>
                    <a:lnTo>
                      <a:pt x="4344" y="282"/>
                    </a:lnTo>
                    <a:lnTo>
                      <a:pt x="4350" y="276"/>
                    </a:lnTo>
                    <a:lnTo>
                      <a:pt x="4356" y="276"/>
                    </a:lnTo>
                    <a:lnTo>
                      <a:pt x="4254" y="312"/>
                    </a:lnTo>
                    <a:lnTo>
                      <a:pt x="4188" y="312"/>
                    </a:lnTo>
                    <a:lnTo>
                      <a:pt x="4176" y="288"/>
                    </a:lnTo>
                    <a:lnTo>
                      <a:pt x="4164" y="288"/>
                    </a:lnTo>
                    <a:lnTo>
                      <a:pt x="4146" y="282"/>
                    </a:lnTo>
                    <a:lnTo>
                      <a:pt x="4110" y="282"/>
                    </a:lnTo>
                    <a:lnTo>
                      <a:pt x="4104" y="288"/>
                    </a:lnTo>
                    <a:lnTo>
                      <a:pt x="4104" y="300"/>
                    </a:lnTo>
                    <a:lnTo>
                      <a:pt x="4110" y="312"/>
                    </a:lnTo>
                    <a:lnTo>
                      <a:pt x="4110" y="318"/>
                    </a:lnTo>
                    <a:lnTo>
                      <a:pt x="4116" y="324"/>
                    </a:lnTo>
                    <a:lnTo>
                      <a:pt x="4092" y="324"/>
                    </a:lnTo>
                    <a:lnTo>
                      <a:pt x="4074" y="330"/>
                    </a:lnTo>
                    <a:lnTo>
                      <a:pt x="4032" y="330"/>
                    </a:lnTo>
                    <a:lnTo>
                      <a:pt x="4020" y="336"/>
                    </a:lnTo>
                    <a:lnTo>
                      <a:pt x="4002" y="342"/>
                    </a:lnTo>
                    <a:lnTo>
                      <a:pt x="3990" y="348"/>
                    </a:lnTo>
                    <a:lnTo>
                      <a:pt x="3972" y="354"/>
                    </a:lnTo>
                    <a:lnTo>
                      <a:pt x="3936" y="354"/>
                    </a:lnTo>
                    <a:lnTo>
                      <a:pt x="3924" y="360"/>
                    </a:lnTo>
                    <a:lnTo>
                      <a:pt x="3918" y="360"/>
                    </a:lnTo>
                    <a:lnTo>
                      <a:pt x="3924" y="360"/>
                    </a:lnTo>
                    <a:lnTo>
                      <a:pt x="3936" y="366"/>
                    </a:lnTo>
                    <a:lnTo>
                      <a:pt x="3978" y="366"/>
                    </a:lnTo>
                    <a:lnTo>
                      <a:pt x="3990" y="360"/>
                    </a:lnTo>
                    <a:lnTo>
                      <a:pt x="3996" y="354"/>
                    </a:lnTo>
                    <a:lnTo>
                      <a:pt x="3984" y="372"/>
                    </a:lnTo>
                    <a:lnTo>
                      <a:pt x="4020" y="366"/>
                    </a:lnTo>
                    <a:lnTo>
                      <a:pt x="4044" y="354"/>
                    </a:lnTo>
                    <a:lnTo>
                      <a:pt x="4044" y="372"/>
                    </a:lnTo>
                    <a:lnTo>
                      <a:pt x="4074" y="366"/>
                    </a:lnTo>
                    <a:lnTo>
                      <a:pt x="4098" y="366"/>
                    </a:lnTo>
                    <a:lnTo>
                      <a:pt x="4098" y="372"/>
                    </a:lnTo>
                    <a:lnTo>
                      <a:pt x="4104" y="378"/>
                    </a:lnTo>
                    <a:lnTo>
                      <a:pt x="4122" y="378"/>
                    </a:lnTo>
                    <a:lnTo>
                      <a:pt x="4146" y="366"/>
                    </a:lnTo>
                    <a:lnTo>
                      <a:pt x="4152" y="366"/>
                    </a:lnTo>
                    <a:lnTo>
                      <a:pt x="4164" y="360"/>
                    </a:lnTo>
                    <a:lnTo>
                      <a:pt x="4170" y="372"/>
                    </a:lnTo>
                    <a:lnTo>
                      <a:pt x="4200" y="354"/>
                    </a:lnTo>
                    <a:lnTo>
                      <a:pt x="4206" y="360"/>
                    </a:lnTo>
                    <a:lnTo>
                      <a:pt x="4212" y="372"/>
                    </a:lnTo>
                    <a:lnTo>
                      <a:pt x="4224" y="372"/>
                    </a:lnTo>
                    <a:lnTo>
                      <a:pt x="4236" y="366"/>
                    </a:lnTo>
                    <a:lnTo>
                      <a:pt x="4242" y="360"/>
                    </a:lnTo>
                    <a:lnTo>
                      <a:pt x="4248" y="360"/>
                    </a:lnTo>
                    <a:lnTo>
                      <a:pt x="4254" y="366"/>
                    </a:lnTo>
                    <a:lnTo>
                      <a:pt x="4266" y="372"/>
                    </a:lnTo>
                    <a:lnTo>
                      <a:pt x="4284" y="372"/>
                    </a:lnTo>
                    <a:lnTo>
                      <a:pt x="4290" y="366"/>
                    </a:lnTo>
                    <a:lnTo>
                      <a:pt x="4290" y="360"/>
                    </a:lnTo>
                    <a:lnTo>
                      <a:pt x="4284" y="354"/>
                    </a:lnTo>
                    <a:lnTo>
                      <a:pt x="4338" y="372"/>
                    </a:lnTo>
                    <a:lnTo>
                      <a:pt x="4344" y="378"/>
                    </a:lnTo>
                    <a:lnTo>
                      <a:pt x="4350" y="390"/>
                    </a:lnTo>
                    <a:lnTo>
                      <a:pt x="4374" y="390"/>
                    </a:lnTo>
                    <a:lnTo>
                      <a:pt x="4410" y="378"/>
                    </a:lnTo>
                    <a:lnTo>
                      <a:pt x="4440" y="372"/>
                    </a:lnTo>
                    <a:lnTo>
                      <a:pt x="4476" y="372"/>
                    </a:lnTo>
                    <a:lnTo>
                      <a:pt x="4494" y="366"/>
                    </a:lnTo>
                    <a:lnTo>
                      <a:pt x="4506" y="360"/>
                    </a:lnTo>
                    <a:lnTo>
                      <a:pt x="4524" y="342"/>
                    </a:lnTo>
                    <a:lnTo>
                      <a:pt x="4464" y="342"/>
                    </a:lnTo>
                    <a:lnTo>
                      <a:pt x="4470" y="336"/>
                    </a:lnTo>
                    <a:lnTo>
                      <a:pt x="4470" y="330"/>
                    </a:lnTo>
                    <a:lnTo>
                      <a:pt x="4416" y="330"/>
                    </a:lnTo>
                    <a:lnTo>
                      <a:pt x="4362" y="318"/>
                    </a:lnTo>
                    <a:lnTo>
                      <a:pt x="4380" y="300"/>
                    </a:lnTo>
                    <a:lnTo>
                      <a:pt x="4440" y="318"/>
                    </a:lnTo>
                    <a:lnTo>
                      <a:pt x="4452" y="318"/>
                    </a:lnTo>
                    <a:lnTo>
                      <a:pt x="4488" y="312"/>
                    </a:lnTo>
                    <a:lnTo>
                      <a:pt x="4566" y="312"/>
                    </a:lnTo>
                    <a:lnTo>
                      <a:pt x="4578" y="300"/>
                    </a:lnTo>
                    <a:lnTo>
                      <a:pt x="4578" y="288"/>
                    </a:lnTo>
                    <a:lnTo>
                      <a:pt x="4584" y="288"/>
                    </a:lnTo>
                    <a:lnTo>
                      <a:pt x="4590" y="282"/>
                    </a:lnTo>
                    <a:lnTo>
                      <a:pt x="4608" y="282"/>
                    </a:lnTo>
                    <a:lnTo>
                      <a:pt x="4626" y="276"/>
                    </a:lnTo>
                    <a:lnTo>
                      <a:pt x="4662" y="276"/>
                    </a:lnTo>
                    <a:lnTo>
                      <a:pt x="4680" y="270"/>
                    </a:lnTo>
                    <a:lnTo>
                      <a:pt x="4710" y="270"/>
                    </a:lnTo>
                    <a:lnTo>
                      <a:pt x="4722" y="264"/>
                    </a:lnTo>
                    <a:lnTo>
                      <a:pt x="4728" y="264"/>
                    </a:lnTo>
                    <a:lnTo>
                      <a:pt x="4704" y="246"/>
                    </a:lnTo>
                    <a:lnTo>
                      <a:pt x="4746" y="246"/>
                    </a:lnTo>
                    <a:lnTo>
                      <a:pt x="4770" y="240"/>
                    </a:lnTo>
                    <a:lnTo>
                      <a:pt x="4782" y="234"/>
                    </a:lnTo>
                    <a:lnTo>
                      <a:pt x="4776" y="228"/>
                    </a:lnTo>
                    <a:lnTo>
                      <a:pt x="4770" y="228"/>
                    </a:lnTo>
                    <a:lnTo>
                      <a:pt x="4758" y="222"/>
                    </a:lnTo>
                    <a:lnTo>
                      <a:pt x="4746" y="222"/>
                    </a:lnTo>
                    <a:lnTo>
                      <a:pt x="4734" y="216"/>
                    </a:lnTo>
                    <a:lnTo>
                      <a:pt x="4686" y="216"/>
                    </a:lnTo>
                    <a:lnTo>
                      <a:pt x="4674" y="210"/>
                    </a:lnTo>
                    <a:lnTo>
                      <a:pt x="4662" y="210"/>
                    </a:lnTo>
                    <a:lnTo>
                      <a:pt x="4662" y="204"/>
                    </a:lnTo>
                    <a:lnTo>
                      <a:pt x="4674" y="198"/>
                    </a:lnTo>
                    <a:lnTo>
                      <a:pt x="4686" y="198"/>
                    </a:lnTo>
                    <a:lnTo>
                      <a:pt x="4704" y="192"/>
                    </a:lnTo>
                    <a:lnTo>
                      <a:pt x="4716" y="186"/>
                    </a:lnTo>
                    <a:lnTo>
                      <a:pt x="4764" y="186"/>
                    </a:lnTo>
                    <a:lnTo>
                      <a:pt x="4782" y="192"/>
                    </a:lnTo>
                    <a:lnTo>
                      <a:pt x="4860" y="192"/>
                    </a:lnTo>
                    <a:lnTo>
                      <a:pt x="4878" y="186"/>
                    </a:lnTo>
                    <a:lnTo>
                      <a:pt x="4902" y="186"/>
                    </a:lnTo>
                    <a:lnTo>
                      <a:pt x="4896" y="180"/>
                    </a:lnTo>
                    <a:lnTo>
                      <a:pt x="4878" y="180"/>
                    </a:lnTo>
                    <a:lnTo>
                      <a:pt x="4866" y="174"/>
                    </a:lnTo>
                    <a:lnTo>
                      <a:pt x="4872" y="168"/>
                    </a:lnTo>
                    <a:lnTo>
                      <a:pt x="4902" y="162"/>
                    </a:lnTo>
                    <a:lnTo>
                      <a:pt x="4944" y="168"/>
                    </a:lnTo>
                    <a:lnTo>
                      <a:pt x="4974" y="174"/>
                    </a:lnTo>
                    <a:lnTo>
                      <a:pt x="4986" y="174"/>
                    </a:lnTo>
                    <a:lnTo>
                      <a:pt x="4992" y="168"/>
                    </a:lnTo>
                    <a:lnTo>
                      <a:pt x="4992" y="150"/>
                    </a:lnTo>
                    <a:lnTo>
                      <a:pt x="5070" y="156"/>
                    </a:lnTo>
                    <a:lnTo>
                      <a:pt x="5070" y="132"/>
                    </a:lnTo>
                    <a:lnTo>
                      <a:pt x="5082" y="132"/>
                    </a:lnTo>
                    <a:lnTo>
                      <a:pt x="5094" y="138"/>
                    </a:lnTo>
                    <a:lnTo>
                      <a:pt x="5112" y="138"/>
                    </a:lnTo>
                    <a:lnTo>
                      <a:pt x="5136" y="126"/>
                    </a:lnTo>
                    <a:lnTo>
                      <a:pt x="5148" y="126"/>
                    </a:lnTo>
                    <a:lnTo>
                      <a:pt x="5154" y="120"/>
                    </a:lnTo>
                    <a:lnTo>
                      <a:pt x="5172" y="120"/>
                    </a:lnTo>
                    <a:lnTo>
                      <a:pt x="5208" y="114"/>
                    </a:lnTo>
                    <a:lnTo>
                      <a:pt x="5256" y="102"/>
                    </a:lnTo>
                    <a:lnTo>
                      <a:pt x="5298" y="96"/>
                    </a:lnTo>
                    <a:lnTo>
                      <a:pt x="5322" y="90"/>
                    </a:lnTo>
                    <a:lnTo>
                      <a:pt x="5340" y="90"/>
                    </a:lnTo>
                    <a:lnTo>
                      <a:pt x="5346" y="84"/>
                    </a:lnTo>
                    <a:lnTo>
                      <a:pt x="5238" y="84"/>
                    </a:lnTo>
                    <a:lnTo>
                      <a:pt x="5214" y="96"/>
                    </a:lnTo>
                    <a:lnTo>
                      <a:pt x="5142" y="96"/>
                    </a:lnTo>
                    <a:lnTo>
                      <a:pt x="5226" y="90"/>
                    </a:lnTo>
                    <a:lnTo>
                      <a:pt x="5220" y="78"/>
                    </a:lnTo>
                    <a:lnTo>
                      <a:pt x="5268" y="84"/>
                    </a:lnTo>
                    <a:lnTo>
                      <a:pt x="5274" y="78"/>
                    </a:lnTo>
                    <a:lnTo>
                      <a:pt x="5286" y="72"/>
                    </a:lnTo>
                    <a:lnTo>
                      <a:pt x="5358" y="72"/>
                    </a:lnTo>
                    <a:lnTo>
                      <a:pt x="5406" y="66"/>
                    </a:lnTo>
                    <a:lnTo>
                      <a:pt x="5454" y="66"/>
                    </a:lnTo>
                    <a:lnTo>
                      <a:pt x="5484" y="60"/>
                    </a:lnTo>
                    <a:lnTo>
                      <a:pt x="5496" y="60"/>
                    </a:lnTo>
                    <a:lnTo>
                      <a:pt x="5514" y="54"/>
                    </a:lnTo>
                    <a:lnTo>
                      <a:pt x="5532" y="54"/>
                    </a:lnTo>
                    <a:lnTo>
                      <a:pt x="5550" y="48"/>
                    </a:lnTo>
                    <a:lnTo>
                      <a:pt x="5562" y="42"/>
                    </a:lnTo>
                    <a:lnTo>
                      <a:pt x="5574" y="42"/>
                    </a:lnTo>
                    <a:lnTo>
                      <a:pt x="5574" y="36"/>
                    </a:lnTo>
                    <a:close/>
                    <a:moveTo>
                      <a:pt x="4032" y="966"/>
                    </a:moveTo>
                    <a:lnTo>
                      <a:pt x="4086" y="966"/>
                    </a:lnTo>
                    <a:lnTo>
                      <a:pt x="4134" y="942"/>
                    </a:lnTo>
                    <a:lnTo>
                      <a:pt x="4140" y="930"/>
                    </a:lnTo>
                    <a:lnTo>
                      <a:pt x="4134" y="918"/>
                    </a:lnTo>
                    <a:lnTo>
                      <a:pt x="4134" y="912"/>
                    </a:lnTo>
                    <a:lnTo>
                      <a:pt x="4122" y="906"/>
                    </a:lnTo>
                    <a:lnTo>
                      <a:pt x="4074" y="906"/>
                    </a:lnTo>
                    <a:lnTo>
                      <a:pt x="4062" y="912"/>
                    </a:lnTo>
                    <a:lnTo>
                      <a:pt x="4050" y="912"/>
                    </a:lnTo>
                    <a:lnTo>
                      <a:pt x="4026" y="924"/>
                    </a:lnTo>
                    <a:lnTo>
                      <a:pt x="4014" y="936"/>
                    </a:lnTo>
                    <a:lnTo>
                      <a:pt x="4002" y="942"/>
                    </a:lnTo>
                    <a:lnTo>
                      <a:pt x="4002" y="954"/>
                    </a:lnTo>
                    <a:lnTo>
                      <a:pt x="4014" y="960"/>
                    </a:lnTo>
                    <a:lnTo>
                      <a:pt x="4032" y="966"/>
                    </a:lnTo>
                    <a:close/>
                    <a:moveTo>
                      <a:pt x="4014" y="840"/>
                    </a:moveTo>
                    <a:lnTo>
                      <a:pt x="4002" y="840"/>
                    </a:lnTo>
                    <a:lnTo>
                      <a:pt x="3990" y="846"/>
                    </a:lnTo>
                    <a:lnTo>
                      <a:pt x="3984" y="852"/>
                    </a:lnTo>
                    <a:lnTo>
                      <a:pt x="3972" y="852"/>
                    </a:lnTo>
                    <a:lnTo>
                      <a:pt x="3990" y="852"/>
                    </a:lnTo>
                    <a:lnTo>
                      <a:pt x="4008" y="846"/>
                    </a:lnTo>
                    <a:lnTo>
                      <a:pt x="4026" y="846"/>
                    </a:lnTo>
                    <a:lnTo>
                      <a:pt x="4044" y="840"/>
                    </a:lnTo>
                    <a:lnTo>
                      <a:pt x="4050" y="834"/>
                    </a:lnTo>
                    <a:lnTo>
                      <a:pt x="4056" y="834"/>
                    </a:lnTo>
                    <a:lnTo>
                      <a:pt x="4068" y="822"/>
                    </a:lnTo>
                    <a:lnTo>
                      <a:pt x="4050" y="822"/>
                    </a:lnTo>
                    <a:lnTo>
                      <a:pt x="4044" y="828"/>
                    </a:lnTo>
                    <a:lnTo>
                      <a:pt x="4032" y="828"/>
                    </a:lnTo>
                    <a:lnTo>
                      <a:pt x="4020" y="834"/>
                    </a:lnTo>
                    <a:lnTo>
                      <a:pt x="4014" y="840"/>
                    </a:lnTo>
                    <a:close/>
                    <a:moveTo>
                      <a:pt x="4122" y="822"/>
                    </a:moveTo>
                    <a:lnTo>
                      <a:pt x="4104" y="822"/>
                    </a:lnTo>
                    <a:lnTo>
                      <a:pt x="4098" y="828"/>
                    </a:lnTo>
                    <a:lnTo>
                      <a:pt x="4098" y="840"/>
                    </a:lnTo>
                    <a:lnTo>
                      <a:pt x="4104" y="846"/>
                    </a:lnTo>
                    <a:lnTo>
                      <a:pt x="4110" y="840"/>
                    </a:lnTo>
                    <a:lnTo>
                      <a:pt x="4116" y="840"/>
                    </a:lnTo>
                    <a:lnTo>
                      <a:pt x="4128" y="828"/>
                    </a:lnTo>
                    <a:lnTo>
                      <a:pt x="4122" y="822"/>
                    </a:lnTo>
                    <a:close/>
                    <a:moveTo>
                      <a:pt x="3528" y="1062"/>
                    </a:moveTo>
                    <a:lnTo>
                      <a:pt x="3522" y="1062"/>
                    </a:lnTo>
                    <a:lnTo>
                      <a:pt x="3504" y="1080"/>
                    </a:lnTo>
                    <a:lnTo>
                      <a:pt x="3504" y="1086"/>
                    </a:lnTo>
                    <a:lnTo>
                      <a:pt x="3510" y="1092"/>
                    </a:lnTo>
                    <a:lnTo>
                      <a:pt x="3528" y="1092"/>
                    </a:lnTo>
                    <a:lnTo>
                      <a:pt x="3534" y="1086"/>
                    </a:lnTo>
                    <a:lnTo>
                      <a:pt x="3540" y="1074"/>
                    </a:lnTo>
                    <a:lnTo>
                      <a:pt x="3540" y="1068"/>
                    </a:lnTo>
                    <a:lnTo>
                      <a:pt x="3534" y="1062"/>
                    </a:lnTo>
                    <a:lnTo>
                      <a:pt x="3528" y="1062"/>
                    </a:lnTo>
                    <a:close/>
                    <a:moveTo>
                      <a:pt x="3588" y="1062"/>
                    </a:moveTo>
                    <a:lnTo>
                      <a:pt x="3582" y="1062"/>
                    </a:lnTo>
                    <a:lnTo>
                      <a:pt x="3576" y="1068"/>
                    </a:lnTo>
                    <a:lnTo>
                      <a:pt x="3576" y="1080"/>
                    </a:lnTo>
                    <a:lnTo>
                      <a:pt x="3582" y="1086"/>
                    </a:lnTo>
                    <a:lnTo>
                      <a:pt x="3594" y="1086"/>
                    </a:lnTo>
                    <a:lnTo>
                      <a:pt x="3600" y="1080"/>
                    </a:lnTo>
                    <a:lnTo>
                      <a:pt x="3600" y="1068"/>
                    </a:lnTo>
                    <a:lnTo>
                      <a:pt x="3588" y="1062"/>
                    </a:lnTo>
                    <a:close/>
                    <a:moveTo>
                      <a:pt x="3756" y="1242"/>
                    </a:moveTo>
                    <a:lnTo>
                      <a:pt x="3744" y="1248"/>
                    </a:lnTo>
                    <a:lnTo>
                      <a:pt x="3744" y="1260"/>
                    </a:lnTo>
                    <a:lnTo>
                      <a:pt x="3750" y="1266"/>
                    </a:lnTo>
                    <a:lnTo>
                      <a:pt x="3762" y="1272"/>
                    </a:lnTo>
                    <a:lnTo>
                      <a:pt x="3768" y="1272"/>
                    </a:lnTo>
                    <a:lnTo>
                      <a:pt x="3786" y="1254"/>
                    </a:lnTo>
                    <a:lnTo>
                      <a:pt x="3786" y="1242"/>
                    </a:lnTo>
                    <a:lnTo>
                      <a:pt x="3780" y="1236"/>
                    </a:lnTo>
                    <a:lnTo>
                      <a:pt x="3768" y="1236"/>
                    </a:lnTo>
                    <a:lnTo>
                      <a:pt x="3756" y="1242"/>
                    </a:lnTo>
                    <a:close/>
                    <a:moveTo>
                      <a:pt x="3984" y="2532"/>
                    </a:moveTo>
                    <a:lnTo>
                      <a:pt x="3948" y="2520"/>
                    </a:lnTo>
                    <a:lnTo>
                      <a:pt x="3942" y="2514"/>
                    </a:lnTo>
                    <a:lnTo>
                      <a:pt x="3936" y="2514"/>
                    </a:lnTo>
                    <a:lnTo>
                      <a:pt x="3924" y="2526"/>
                    </a:lnTo>
                    <a:lnTo>
                      <a:pt x="3930" y="2532"/>
                    </a:lnTo>
                    <a:lnTo>
                      <a:pt x="3942" y="2538"/>
                    </a:lnTo>
                    <a:lnTo>
                      <a:pt x="3948" y="2544"/>
                    </a:lnTo>
                    <a:lnTo>
                      <a:pt x="3954" y="2544"/>
                    </a:lnTo>
                    <a:lnTo>
                      <a:pt x="3960" y="2550"/>
                    </a:lnTo>
                    <a:lnTo>
                      <a:pt x="3996" y="2550"/>
                    </a:lnTo>
                    <a:lnTo>
                      <a:pt x="4008" y="2556"/>
                    </a:lnTo>
                    <a:lnTo>
                      <a:pt x="4020" y="2556"/>
                    </a:lnTo>
                    <a:lnTo>
                      <a:pt x="4038" y="2538"/>
                    </a:lnTo>
                    <a:lnTo>
                      <a:pt x="4008" y="2538"/>
                    </a:lnTo>
                    <a:lnTo>
                      <a:pt x="3984" y="2532"/>
                    </a:lnTo>
                    <a:close/>
                    <a:moveTo>
                      <a:pt x="4098" y="2280"/>
                    </a:moveTo>
                    <a:lnTo>
                      <a:pt x="4092" y="2280"/>
                    </a:lnTo>
                    <a:lnTo>
                      <a:pt x="4086" y="2274"/>
                    </a:lnTo>
                    <a:lnTo>
                      <a:pt x="4050" y="2274"/>
                    </a:lnTo>
                    <a:lnTo>
                      <a:pt x="4032" y="2268"/>
                    </a:lnTo>
                    <a:lnTo>
                      <a:pt x="3996" y="2268"/>
                    </a:lnTo>
                    <a:lnTo>
                      <a:pt x="4002" y="2274"/>
                    </a:lnTo>
                    <a:lnTo>
                      <a:pt x="4008" y="2274"/>
                    </a:lnTo>
                    <a:lnTo>
                      <a:pt x="4014" y="2280"/>
                    </a:lnTo>
                    <a:lnTo>
                      <a:pt x="4026" y="2286"/>
                    </a:lnTo>
                    <a:lnTo>
                      <a:pt x="4032" y="2286"/>
                    </a:lnTo>
                    <a:lnTo>
                      <a:pt x="4032" y="2304"/>
                    </a:lnTo>
                    <a:lnTo>
                      <a:pt x="4044" y="2304"/>
                    </a:lnTo>
                    <a:lnTo>
                      <a:pt x="4080" y="2310"/>
                    </a:lnTo>
                    <a:lnTo>
                      <a:pt x="4128" y="2316"/>
                    </a:lnTo>
                    <a:lnTo>
                      <a:pt x="4164" y="2316"/>
                    </a:lnTo>
                    <a:lnTo>
                      <a:pt x="4170" y="2310"/>
                    </a:lnTo>
                    <a:lnTo>
                      <a:pt x="4170" y="2304"/>
                    </a:lnTo>
                    <a:lnTo>
                      <a:pt x="4164" y="2304"/>
                    </a:lnTo>
                    <a:lnTo>
                      <a:pt x="4152" y="2292"/>
                    </a:lnTo>
                    <a:lnTo>
                      <a:pt x="4128" y="2286"/>
                    </a:lnTo>
                    <a:lnTo>
                      <a:pt x="4098" y="2280"/>
                    </a:lnTo>
                    <a:close/>
                    <a:moveTo>
                      <a:pt x="4194" y="2550"/>
                    </a:moveTo>
                    <a:lnTo>
                      <a:pt x="4164" y="2550"/>
                    </a:lnTo>
                    <a:lnTo>
                      <a:pt x="4152" y="2556"/>
                    </a:lnTo>
                    <a:lnTo>
                      <a:pt x="4146" y="2562"/>
                    </a:lnTo>
                    <a:lnTo>
                      <a:pt x="4182" y="2526"/>
                    </a:lnTo>
                    <a:lnTo>
                      <a:pt x="4176" y="2520"/>
                    </a:lnTo>
                    <a:lnTo>
                      <a:pt x="4152" y="2520"/>
                    </a:lnTo>
                    <a:lnTo>
                      <a:pt x="4140" y="2526"/>
                    </a:lnTo>
                    <a:lnTo>
                      <a:pt x="4128" y="2538"/>
                    </a:lnTo>
                    <a:lnTo>
                      <a:pt x="4104" y="2574"/>
                    </a:lnTo>
                    <a:lnTo>
                      <a:pt x="4164" y="2568"/>
                    </a:lnTo>
                    <a:lnTo>
                      <a:pt x="4176" y="2568"/>
                    </a:lnTo>
                    <a:lnTo>
                      <a:pt x="4182" y="2562"/>
                    </a:lnTo>
                    <a:lnTo>
                      <a:pt x="4194" y="2562"/>
                    </a:lnTo>
                    <a:lnTo>
                      <a:pt x="4200" y="2556"/>
                    </a:lnTo>
                    <a:lnTo>
                      <a:pt x="4200" y="2550"/>
                    </a:lnTo>
                    <a:lnTo>
                      <a:pt x="4194" y="2550"/>
                    </a:lnTo>
                    <a:close/>
                    <a:moveTo>
                      <a:pt x="4590" y="1962"/>
                    </a:moveTo>
                    <a:lnTo>
                      <a:pt x="4578" y="1974"/>
                    </a:lnTo>
                    <a:lnTo>
                      <a:pt x="4578" y="1980"/>
                    </a:lnTo>
                    <a:lnTo>
                      <a:pt x="4572" y="1986"/>
                    </a:lnTo>
                    <a:lnTo>
                      <a:pt x="4566" y="1986"/>
                    </a:lnTo>
                    <a:lnTo>
                      <a:pt x="4554" y="1974"/>
                    </a:lnTo>
                    <a:lnTo>
                      <a:pt x="4554" y="1962"/>
                    </a:lnTo>
                    <a:lnTo>
                      <a:pt x="4566" y="1962"/>
                    </a:lnTo>
                    <a:lnTo>
                      <a:pt x="4572" y="1956"/>
                    </a:lnTo>
                    <a:lnTo>
                      <a:pt x="4566" y="1932"/>
                    </a:lnTo>
                    <a:lnTo>
                      <a:pt x="4536" y="1926"/>
                    </a:lnTo>
                    <a:lnTo>
                      <a:pt x="4530" y="1926"/>
                    </a:lnTo>
                    <a:lnTo>
                      <a:pt x="4524" y="1932"/>
                    </a:lnTo>
                    <a:lnTo>
                      <a:pt x="4512" y="1938"/>
                    </a:lnTo>
                    <a:lnTo>
                      <a:pt x="4494" y="1944"/>
                    </a:lnTo>
                    <a:lnTo>
                      <a:pt x="4470" y="1956"/>
                    </a:lnTo>
                    <a:lnTo>
                      <a:pt x="4464" y="1962"/>
                    </a:lnTo>
                    <a:lnTo>
                      <a:pt x="4458" y="1962"/>
                    </a:lnTo>
                    <a:lnTo>
                      <a:pt x="4446" y="1968"/>
                    </a:lnTo>
                    <a:lnTo>
                      <a:pt x="4434" y="1968"/>
                    </a:lnTo>
                    <a:lnTo>
                      <a:pt x="4416" y="1974"/>
                    </a:lnTo>
                    <a:lnTo>
                      <a:pt x="4404" y="1974"/>
                    </a:lnTo>
                    <a:lnTo>
                      <a:pt x="4374" y="1998"/>
                    </a:lnTo>
                    <a:lnTo>
                      <a:pt x="4386" y="1974"/>
                    </a:lnTo>
                    <a:lnTo>
                      <a:pt x="4362" y="1956"/>
                    </a:lnTo>
                    <a:lnTo>
                      <a:pt x="4398" y="1968"/>
                    </a:lnTo>
                    <a:lnTo>
                      <a:pt x="4410" y="1956"/>
                    </a:lnTo>
                    <a:lnTo>
                      <a:pt x="4440" y="1950"/>
                    </a:lnTo>
                    <a:lnTo>
                      <a:pt x="4440" y="1932"/>
                    </a:lnTo>
                    <a:lnTo>
                      <a:pt x="4494" y="1932"/>
                    </a:lnTo>
                    <a:lnTo>
                      <a:pt x="4518" y="1920"/>
                    </a:lnTo>
                    <a:lnTo>
                      <a:pt x="4524" y="1914"/>
                    </a:lnTo>
                    <a:lnTo>
                      <a:pt x="4536" y="1908"/>
                    </a:lnTo>
                    <a:lnTo>
                      <a:pt x="4608" y="1908"/>
                    </a:lnTo>
                    <a:lnTo>
                      <a:pt x="4602" y="1902"/>
                    </a:lnTo>
                    <a:lnTo>
                      <a:pt x="4596" y="1902"/>
                    </a:lnTo>
                    <a:lnTo>
                      <a:pt x="4584" y="1896"/>
                    </a:lnTo>
                    <a:lnTo>
                      <a:pt x="4578" y="1890"/>
                    </a:lnTo>
                    <a:lnTo>
                      <a:pt x="4578" y="1866"/>
                    </a:lnTo>
                    <a:lnTo>
                      <a:pt x="4572" y="1866"/>
                    </a:lnTo>
                    <a:lnTo>
                      <a:pt x="4566" y="1872"/>
                    </a:lnTo>
                    <a:lnTo>
                      <a:pt x="4542" y="1872"/>
                    </a:lnTo>
                    <a:lnTo>
                      <a:pt x="4530" y="1878"/>
                    </a:lnTo>
                    <a:lnTo>
                      <a:pt x="4518" y="1878"/>
                    </a:lnTo>
                    <a:lnTo>
                      <a:pt x="4518" y="1866"/>
                    </a:lnTo>
                    <a:lnTo>
                      <a:pt x="4512" y="1860"/>
                    </a:lnTo>
                    <a:lnTo>
                      <a:pt x="4452" y="1878"/>
                    </a:lnTo>
                    <a:lnTo>
                      <a:pt x="4458" y="1848"/>
                    </a:lnTo>
                    <a:lnTo>
                      <a:pt x="4410" y="1860"/>
                    </a:lnTo>
                    <a:lnTo>
                      <a:pt x="4416" y="1854"/>
                    </a:lnTo>
                    <a:lnTo>
                      <a:pt x="4422" y="1842"/>
                    </a:lnTo>
                    <a:lnTo>
                      <a:pt x="4440" y="1824"/>
                    </a:lnTo>
                    <a:lnTo>
                      <a:pt x="4446" y="1812"/>
                    </a:lnTo>
                    <a:lnTo>
                      <a:pt x="4446" y="1800"/>
                    </a:lnTo>
                    <a:lnTo>
                      <a:pt x="4434" y="1800"/>
                    </a:lnTo>
                    <a:lnTo>
                      <a:pt x="4422" y="1794"/>
                    </a:lnTo>
                    <a:lnTo>
                      <a:pt x="4398" y="1794"/>
                    </a:lnTo>
                    <a:lnTo>
                      <a:pt x="4404" y="1770"/>
                    </a:lnTo>
                    <a:lnTo>
                      <a:pt x="4368" y="1770"/>
                    </a:lnTo>
                    <a:lnTo>
                      <a:pt x="4380" y="1752"/>
                    </a:lnTo>
                    <a:lnTo>
                      <a:pt x="4356" y="1728"/>
                    </a:lnTo>
                    <a:lnTo>
                      <a:pt x="4368" y="1728"/>
                    </a:lnTo>
                    <a:lnTo>
                      <a:pt x="4380" y="1734"/>
                    </a:lnTo>
                    <a:lnTo>
                      <a:pt x="4404" y="1734"/>
                    </a:lnTo>
                    <a:lnTo>
                      <a:pt x="4410" y="1728"/>
                    </a:lnTo>
                    <a:lnTo>
                      <a:pt x="4422" y="1722"/>
                    </a:lnTo>
                    <a:lnTo>
                      <a:pt x="4434" y="1710"/>
                    </a:lnTo>
                    <a:lnTo>
                      <a:pt x="4440" y="1710"/>
                    </a:lnTo>
                    <a:lnTo>
                      <a:pt x="4398" y="1686"/>
                    </a:lnTo>
                    <a:lnTo>
                      <a:pt x="4446" y="1656"/>
                    </a:lnTo>
                    <a:lnTo>
                      <a:pt x="4398" y="1632"/>
                    </a:lnTo>
                    <a:lnTo>
                      <a:pt x="4350" y="1638"/>
                    </a:lnTo>
                    <a:lnTo>
                      <a:pt x="4404" y="1614"/>
                    </a:lnTo>
                    <a:lnTo>
                      <a:pt x="4368" y="1608"/>
                    </a:lnTo>
                    <a:lnTo>
                      <a:pt x="4410" y="1584"/>
                    </a:lnTo>
                    <a:lnTo>
                      <a:pt x="4404" y="1560"/>
                    </a:lnTo>
                    <a:lnTo>
                      <a:pt x="4374" y="1560"/>
                    </a:lnTo>
                    <a:lnTo>
                      <a:pt x="4380" y="1554"/>
                    </a:lnTo>
                    <a:lnTo>
                      <a:pt x="4392" y="1530"/>
                    </a:lnTo>
                    <a:lnTo>
                      <a:pt x="4374" y="1494"/>
                    </a:lnTo>
                    <a:lnTo>
                      <a:pt x="4362" y="1494"/>
                    </a:lnTo>
                    <a:lnTo>
                      <a:pt x="4374" y="1470"/>
                    </a:lnTo>
                    <a:lnTo>
                      <a:pt x="4362" y="1476"/>
                    </a:lnTo>
                    <a:lnTo>
                      <a:pt x="4356" y="1482"/>
                    </a:lnTo>
                    <a:lnTo>
                      <a:pt x="4344" y="1488"/>
                    </a:lnTo>
                    <a:lnTo>
                      <a:pt x="4332" y="1500"/>
                    </a:lnTo>
                    <a:lnTo>
                      <a:pt x="4332" y="1518"/>
                    </a:lnTo>
                    <a:lnTo>
                      <a:pt x="4302" y="1506"/>
                    </a:lnTo>
                    <a:lnTo>
                      <a:pt x="4308" y="1542"/>
                    </a:lnTo>
                    <a:lnTo>
                      <a:pt x="4284" y="1542"/>
                    </a:lnTo>
                    <a:lnTo>
                      <a:pt x="4272" y="1560"/>
                    </a:lnTo>
                    <a:lnTo>
                      <a:pt x="4278" y="1572"/>
                    </a:lnTo>
                    <a:lnTo>
                      <a:pt x="4254" y="1572"/>
                    </a:lnTo>
                    <a:lnTo>
                      <a:pt x="4230" y="1614"/>
                    </a:lnTo>
                    <a:lnTo>
                      <a:pt x="4218" y="1614"/>
                    </a:lnTo>
                    <a:lnTo>
                      <a:pt x="4236" y="1578"/>
                    </a:lnTo>
                    <a:lnTo>
                      <a:pt x="4224" y="1566"/>
                    </a:lnTo>
                    <a:lnTo>
                      <a:pt x="4212" y="1566"/>
                    </a:lnTo>
                    <a:lnTo>
                      <a:pt x="4194" y="1584"/>
                    </a:lnTo>
                    <a:lnTo>
                      <a:pt x="4182" y="1590"/>
                    </a:lnTo>
                    <a:lnTo>
                      <a:pt x="4176" y="1596"/>
                    </a:lnTo>
                    <a:lnTo>
                      <a:pt x="4164" y="1602"/>
                    </a:lnTo>
                    <a:lnTo>
                      <a:pt x="4158" y="1608"/>
                    </a:lnTo>
                    <a:lnTo>
                      <a:pt x="4146" y="1614"/>
                    </a:lnTo>
                    <a:lnTo>
                      <a:pt x="4140" y="1620"/>
                    </a:lnTo>
                    <a:lnTo>
                      <a:pt x="4116" y="1632"/>
                    </a:lnTo>
                    <a:lnTo>
                      <a:pt x="4110" y="1638"/>
                    </a:lnTo>
                    <a:lnTo>
                      <a:pt x="4116" y="1614"/>
                    </a:lnTo>
                    <a:lnTo>
                      <a:pt x="4116" y="1596"/>
                    </a:lnTo>
                    <a:lnTo>
                      <a:pt x="4080" y="1632"/>
                    </a:lnTo>
                    <a:lnTo>
                      <a:pt x="4014" y="1644"/>
                    </a:lnTo>
                    <a:lnTo>
                      <a:pt x="4074" y="1626"/>
                    </a:lnTo>
                    <a:lnTo>
                      <a:pt x="4080" y="1620"/>
                    </a:lnTo>
                    <a:lnTo>
                      <a:pt x="4092" y="1596"/>
                    </a:lnTo>
                    <a:lnTo>
                      <a:pt x="4098" y="1590"/>
                    </a:lnTo>
                    <a:lnTo>
                      <a:pt x="4098" y="1578"/>
                    </a:lnTo>
                    <a:lnTo>
                      <a:pt x="4092" y="1572"/>
                    </a:lnTo>
                    <a:lnTo>
                      <a:pt x="4050" y="1572"/>
                    </a:lnTo>
                    <a:lnTo>
                      <a:pt x="4038" y="1578"/>
                    </a:lnTo>
                    <a:lnTo>
                      <a:pt x="4032" y="1578"/>
                    </a:lnTo>
                    <a:lnTo>
                      <a:pt x="4020" y="1584"/>
                    </a:lnTo>
                    <a:lnTo>
                      <a:pt x="4002" y="1584"/>
                    </a:lnTo>
                    <a:lnTo>
                      <a:pt x="4002" y="1578"/>
                    </a:lnTo>
                    <a:lnTo>
                      <a:pt x="4008" y="1572"/>
                    </a:lnTo>
                    <a:lnTo>
                      <a:pt x="4020" y="1566"/>
                    </a:lnTo>
                    <a:lnTo>
                      <a:pt x="4026" y="1560"/>
                    </a:lnTo>
                    <a:lnTo>
                      <a:pt x="4032" y="1560"/>
                    </a:lnTo>
                    <a:lnTo>
                      <a:pt x="4032" y="1572"/>
                    </a:lnTo>
                    <a:lnTo>
                      <a:pt x="4050" y="1560"/>
                    </a:lnTo>
                    <a:lnTo>
                      <a:pt x="4044" y="1536"/>
                    </a:lnTo>
                    <a:lnTo>
                      <a:pt x="4050" y="1530"/>
                    </a:lnTo>
                    <a:lnTo>
                      <a:pt x="4062" y="1524"/>
                    </a:lnTo>
                    <a:lnTo>
                      <a:pt x="4074" y="1512"/>
                    </a:lnTo>
                    <a:lnTo>
                      <a:pt x="4074" y="1506"/>
                    </a:lnTo>
                    <a:lnTo>
                      <a:pt x="4068" y="1500"/>
                    </a:lnTo>
                    <a:lnTo>
                      <a:pt x="4056" y="1494"/>
                    </a:lnTo>
                    <a:lnTo>
                      <a:pt x="4044" y="1494"/>
                    </a:lnTo>
                    <a:lnTo>
                      <a:pt x="4032" y="1488"/>
                    </a:lnTo>
                    <a:lnTo>
                      <a:pt x="4014" y="1488"/>
                    </a:lnTo>
                    <a:lnTo>
                      <a:pt x="4044" y="1488"/>
                    </a:lnTo>
                    <a:lnTo>
                      <a:pt x="4056" y="1482"/>
                    </a:lnTo>
                    <a:lnTo>
                      <a:pt x="4074" y="1482"/>
                    </a:lnTo>
                    <a:lnTo>
                      <a:pt x="4086" y="1470"/>
                    </a:lnTo>
                    <a:lnTo>
                      <a:pt x="4098" y="1446"/>
                    </a:lnTo>
                    <a:lnTo>
                      <a:pt x="4104" y="1440"/>
                    </a:lnTo>
                    <a:lnTo>
                      <a:pt x="4110" y="1440"/>
                    </a:lnTo>
                    <a:lnTo>
                      <a:pt x="4122" y="1434"/>
                    </a:lnTo>
                    <a:lnTo>
                      <a:pt x="4128" y="1434"/>
                    </a:lnTo>
                    <a:lnTo>
                      <a:pt x="4134" y="1428"/>
                    </a:lnTo>
                    <a:lnTo>
                      <a:pt x="4122" y="1416"/>
                    </a:lnTo>
                    <a:lnTo>
                      <a:pt x="4110" y="1422"/>
                    </a:lnTo>
                    <a:lnTo>
                      <a:pt x="4098" y="1434"/>
                    </a:lnTo>
                    <a:lnTo>
                      <a:pt x="4092" y="1404"/>
                    </a:lnTo>
                    <a:lnTo>
                      <a:pt x="4068" y="1404"/>
                    </a:lnTo>
                    <a:lnTo>
                      <a:pt x="4050" y="1410"/>
                    </a:lnTo>
                    <a:lnTo>
                      <a:pt x="4026" y="1410"/>
                    </a:lnTo>
                    <a:lnTo>
                      <a:pt x="4020" y="1404"/>
                    </a:lnTo>
                    <a:lnTo>
                      <a:pt x="4020" y="1386"/>
                    </a:lnTo>
                    <a:lnTo>
                      <a:pt x="4038" y="1368"/>
                    </a:lnTo>
                    <a:lnTo>
                      <a:pt x="4032" y="1362"/>
                    </a:lnTo>
                    <a:lnTo>
                      <a:pt x="4014" y="1362"/>
                    </a:lnTo>
                    <a:lnTo>
                      <a:pt x="4008" y="1368"/>
                    </a:lnTo>
                    <a:lnTo>
                      <a:pt x="4020" y="1344"/>
                    </a:lnTo>
                    <a:lnTo>
                      <a:pt x="3984" y="1350"/>
                    </a:lnTo>
                    <a:lnTo>
                      <a:pt x="3984" y="1326"/>
                    </a:lnTo>
                    <a:lnTo>
                      <a:pt x="3978" y="1314"/>
                    </a:lnTo>
                    <a:lnTo>
                      <a:pt x="3972" y="1308"/>
                    </a:lnTo>
                    <a:lnTo>
                      <a:pt x="3948" y="1308"/>
                    </a:lnTo>
                    <a:lnTo>
                      <a:pt x="3930" y="1314"/>
                    </a:lnTo>
                    <a:lnTo>
                      <a:pt x="3906" y="1326"/>
                    </a:lnTo>
                    <a:lnTo>
                      <a:pt x="3900" y="1332"/>
                    </a:lnTo>
                    <a:lnTo>
                      <a:pt x="3894" y="1332"/>
                    </a:lnTo>
                    <a:lnTo>
                      <a:pt x="3888" y="1326"/>
                    </a:lnTo>
                    <a:lnTo>
                      <a:pt x="3876" y="1320"/>
                    </a:lnTo>
                    <a:lnTo>
                      <a:pt x="3864" y="1320"/>
                    </a:lnTo>
                    <a:lnTo>
                      <a:pt x="3852" y="1326"/>
                    </a:lnTo>
                    <a:lnTo>
                      <a:pt x="3846" y="1326"/>
                    </a:lnTo>
                    <a:lnTo>
                      <a:pt x="3834" y="1332"/>
                    </a:lnTo>
                    <a:lnTo>
                      <a:pt x="3822" y="1326"/>
                    </a:lnTo>
                    <a:lnTo>
                      <a:pt x="3762" y="1302"/>
                    </a:lnTo>
                    <a:lnTo>
                      <a:pt x="3738" y="1302"/>
                    </a:lnTo>
                    <a:lnTo>
                      <a:pt x="3714" y="1314"/>
                    </a:lnTo>
                    <a:lnTo>
                      <a:pt x="3708" y="1326"/>
                    </a:lnTo>
                    <a:lnTo>
                      <a:pt x="3702" y="1326"/>
                    </a:lnTo>
                    <a:lnTo>
                      <a:pt x="3684" y="1344"/>
                    </a:lnTo>
                    <a:lnTo>
                      <a:pt x="3684" y="1350"/>
                    </a:lnTo>
                    <a:lnTo>
                      <a:pt x="3696" y="1356"/>
                    </a:lnTo>
                    <a:lnTo>
                      <a:pt x="3702" y="1362"/>
                    </a:lnTo>
                    <a:lnTo>
                      <a:pt x="3708" y="1374"/>
                    </a:lnTo>
                    <a:lnTo>
                      <a:pt x="3708" y="1380"/>
                    </a:lnTo>
                    <a:lnTo>
                      <a:pt x="3702" y="1386"/>
                    </a:lnTo>
                    <a:lnTo>
                      <a:pt x="3690" y="1392"/>
                    </a:lnTo>
                    <a:lnTo>
                      <a:pt x="3672" y="1410"/>
                    </a:lnTo>
                    <a:lnTo>
                      <a:pt x="3660" y="1416"/>
                    </a:lnTo>
                    <a:lnTo>
                      <a:pt x="3636" y="1422"/>
                    </a:lnTo>
                    <a:lnTo>
                      <a:pt x="3660" y="1440"/>
                    </a:lnTo>
                    <a:lnTo>
                      <a:pt x="3654" y="1446"/>
                    </a:lnTo>
                    <a:lnTo>
                      <a:pt x="3642" y="1446"/>
                    </a:lnTo>
                    <a:lnTo>
                      <a:pt x="3636" y="1452"/>
                    </a:lnTo>
                    <a:lnTo>
                      <a:pt x="3636" y="1470"/>
                    </a:lnTo>
                    <a:lnTo>
                      <a:pt x="3642" y="1482"/>
                    </a:lnTo>
                    <a:lnTo>
                      <a:pt x="3642" y="1488"/>
                    </a:lnTo>
                    <a:lnTo>
                      <a:pt x="3636" y="1500"/>
                    </a:lnTo>
                    <a:lnTo>
                      <a:pt x="3624" y="1506"/>
                    </a:lnTo>
                    <a:lnTo>
                      <a:pt x="3618" y="1512"/>
                    </a:lnTo>
                    <a:lnTo>
                      <a:pt x="3606" y="1512"/>
                    </a:lnTo>
                    <a:lnTo>
                      <a:pt x="3582" y="1524"/>
                    </a:lnTo>
                    <a:lnTo>
                      <a:pt x="3576" y="1536"/>
                    </a:lnTo>
                    <a:lnTo>
                      <a:pt x="3576" y="1548"/>
                    </a:lnTo>
                    <a:lnTo>
                      <a:pt x="3570" y="1548"/>
                    </a:lnTo>
                    <a:lnTo>
                      <a:pt x="3564" y="1554"/>
                    </a:lnTo>
                    <a:lnTo>
                      <a:pt x="3552" y="1554"/>
                    </a:lnTo>
                    <a:lnTo>
                      <a:pt x="3540" y="1560"/>
                    </a:lnTo>
                    <a:lnTo>
                      <a:pt x="3534" y="1566"/>
                    </a:lnTo>
                    <a:lnTo>
                      <a:pt x="3522" y="1572"/>
                    </a:lnTo>
                    <a:lnTo>
                      <a:pt x="3504" y="1590"/>
                    </a:lnTo>
                    <a:lnTo>
                      <a:pt x="3510" y="1596"/>
                    </a:lnTo>
                    <a:lnTo>
                      <a:pt x="3522" y="1602"/>
                    </a:lnTo>
                    <a:lnTo>
                      <a:pt x="3534" y="1614"/>
                    </a:lnTo>
                    <a:lnTo>
                      <a:pt x="3552" y="1620"/>
                    </a:lnTo>
                    <a:lnTo>
                      <a:pt x="3558" y="1632"/>
                    </a:lnTo>
                    <a:lnTo>
                      <a:pt x="3564" y="1638"/>
                    </a:lnTo>
                    <a:lnTo>
                      <a:pt x="3564" y="1662"/>
                    </a:lnTo>
                    <a:lnTo>
                      <a:pt x="3558" y="1698"/>
                    </a:lnTo>
                    <a:lnTo>
                      <a:pt x="3540" y="1746"/>
                    </a:lnTo>
                    <a:lnTo>
                      <a:pt x="3510" y="1776"/>
                    </a:lnTo>
                    <a:lnTo>
                      <a:pt x="3468" y="1800"/>
                    </a:lnTo>
                    <a:lnTo>
                      <a:pt x="3426" y="1830"/>
                    </a:lnTo>
                    <a:lnTo>
                      <a:pt x="3390" y="1854"/>
                    </a:lnTo>
                    <a:lnTo>
                      <a:pt x="3366" y="1860"/>
                    </a:lnTo>
                    <a:lnTo>
                      <a:pt x="3336" y="1860"/>
                    </a:lnTo>
                    <a:lnTo>
                      <a:pt x="3300" y="1866"/>
                    </a:lnTo>
                    <a:lnTo>
                      <a:pt x="3276" y="1872"/>
                    </a:lnTo>
                    <a:lnTo>
                      <a:pt x="3258" y="1878"/>
                    </a:lnTo>
                    <a:lnTo>
                      <a:pt x="3258" y="1902"/>
                    </a:lnTo>
                    <a:lnTo>
                      <a:pt x="3264" y="1914"/>
                    </a:lnTo>
                    <a:lnTo>
                      <a:pt x="3264" y="1926"/>
                    </a:lnTo>
                    <a:lnTo>
                      <a:pt x="3270" y="1938"/>
                    </a:lnTo>
                    <a:lnTo>
                      <a:pt x="3270" y="1950"/>
                    </a:lnTo>
                    <a:lnTo>
                      <a:pt x="3252" y="1968"/>
                    </a:lnTo>
                    <a:lnTo>
                      <a:pt x="3234" y="2004"/>
                    </a:lnTo>
                    <a:lnTo>
                      <a:pt x="3234" y="2076"/>
                    </a:lnTo>
                    <a:lnTo>
                      <a:pt x="3210" y="2088"/>
                    </a:lnTo>
                    <a:lnTo>
                      <a:pt x="3204" y="2094"/>
                    </a:lnTo>
                    <a:lnTo>
                      <a:pt x="3180" y="2106"/>
                    </a:lnTo>
                    <a:lnTo>
                      <a:pt x="3180" y="2142"/>
                    </a:lnTo>
                    <a:lnTo>
                      <a:pt x="3156" y="2166"/>
                    </a:lnTo>
                    <a:lnTo>
                      <a:pt x="3156" y="2154"/>
                    </a:lnTo>
                    <a:lnTo>
                      <a:pt x="3162" y="2148"/>
                    </a:lnTo>
                    <a:lnTo>
                      <a:pt x="3162" y="2142"/>
                    </a:lnTo>
                    <a:lnTo>
                      <a:pt x="3156" y="2130"/>
                    </a:lnTo>
                    <a:lnTo>
                      <a:pt x="3138" y="2130"/>
                    </a:lnTo>
                    <a:lnTo>
                      <a:pt x="3126" y="2136"/>
                    </a:lnTo>
                    <a:lnTo>
                      <a:pt x="3108" y="2154"/>
                    </a:lnTo>
                    <a:lnTo>
                      <a:pt x="3108" y="2166"/>
                    </a:lnTo>
                    <a:lnTo>
                      <a:pt x="3114" y="2178"/>
                    </a:lnTo>
                    <a:lnTo>
                      <a:pt x="3114" y="2190"/>
                    </a:lnTo>
                    <a:lnTo>
                      <a:pt x="3108" y="2196"/>
                    </a:lnTo>
                    <a:lnTo>
                      <a:pt x="3108" y="2178"/>
                    </a:lnTo>
                    <a:lnTo>
                      <a:pt x="3102" y="2166"/>
                    </a:lnTo>
                    <a:lnTo>
                      <a:pt x="3090" y="2154"/>
                    </a:lnTo>
                    <a:lnTo>
                      <a:pt x="3078" y="2154"/>
                    </a:lnTo>
                    <a:lnTo>
                      <a:pt x="3066" y="2160"/>
                    </a:lnTo>
                    <a:lnTo>
                      <a:pt x="3042" y="2160"/>
                    </a:lnTo>
                    <a:lnTo>
                      <a:pt x="3036" y="2166"/>
                    </a:lnTo>
                    <a:lnTo>
                      <a:pt x="3030" y="2166"/>
                    </a:lnTo>
                    <a:lnTo>
                      <a:pt x="3042" y="2160"/>
                    </a:lnTo>
                    <a:lnTo>
                      <a:pt x="3060" y="2142"/>
                    </a:lnTo>
                    <a:lnTo>
                      <a:pt x="3072" y="2136"/>
                    </a:lnTo>
                    <a:lnTo>
                      <a:pt x="3078" y="2124"/>
                    </a:lnTo>
                    <a:lnTo>
                      <a:pt x="3078" y="2118"/>
                    </a:lnTo>
                    <a:lnTo>
                      <a:pt x="3072" y="2106"/>
                    </a:lnTo>
                    <a:lnTo>
                      <a:pt x="3060" y="2100"/>
                    </a:lnTo>
                    <a:lnTo>
                      <a:pt x="3048" y="2088"/>
                    </a:lnTo>
                    <a:lnTo>
                      <a:pt x="3030" y="2088"/>
                    </a:lnTo>
                    <a:lnTo>
                      <a:pt x="3024" y="2082"/>
                    </a:lnTo>
                    <a:lnTo>
                      <a:pt x="3018" y="2082"/>
                    </a:lnTo>
                    <a:lnTo>
                      <a:pt x="3024" y="2082"/>
                    </a:lnTo>
                    <a:lnTo>
                      <a:pt x="3042" y="2064"/>
                    </a:lnTo>
                    <a:lnTo>
                      <a:pt x="3042" y="2058"/>
                    </a:lnTo>
                    <a:lnTo>
                      <a:pt x="3030" y="2034"/>
                    </a:lnTo>
                    <a:lnTo>
                      <a:pt x="3030" y="2028"/>
                    </a:lnTo>
                    <a:lnTo>
                      <a:pt x="3024" y="2016"/>
                    </a:lnTo>
                    <a:lnTo>
                      <a:pt x="3060" y="1992"/>
                    </a:lnTo>
                    <a:lnTo>
                      <a:pt x="3060" y="1968"/>
                    </a:lnTo>
                    <a:lnTo>
                      <a:pt x="3084" y="1956"/>
                    </a:lnTo>
                    <a:lnTo>
                      <a:pt x="3084" y="1914"/>
                    </a:lnTo>
                    <a:lnTo>
                      <a:pt x="3090" y="1914"/>
                    </a:lnTo>
                    <a:lnTo>
                      <a:pt x="3102" y="1902"/>
                    </a:lnTo>
                    <a:lnTo>
                      <a:pt x="3114" y="1896"/>
                    </a:lnTo>
                    <a:lnTo>
                      <a:pt x="3132" y="1878"/>
                    </a:lnTo>
                    <a:lnTo>
                      <a:pt x="3126" y="1866"/>
                    </a:lnTo>
                    <a:lnTo>
                      <a:pt x="3120" y="1860"/>
                    </a:lnTo>
                    <a:lnTo>
                      <a:pt x="3084" y="1848"/>
                    </a:lnTo>
                    <a:lnTo>
                      <a:pt x="2976" y="1848"/>
                    </a:lnTo>
                    <a:lnTo>
                      <a:pt x="2940" y="1860"/>
                    </a:lnTo>
                    <a:lnTo>
                      <a:pt x="2946" y="1848"/>
                    </a:lnTo>
                    <a:lnTo>
                      <a:pt x="2952" y="1842"/>
                    </a:lnTo>
                    <a:lnTo>
                      <a:pt x="2952" y="1830"/>
                    </a:lnTo>
                    <a:lnTo>
                      <a:pt x="2958" y="1824"/>
                    </a:lnTo>
                    <a:lnTo>
                      <a:pt x="2952" y="1818"/>
                    </a:lnTo>
                    <a:lnTo>
                      <a:pt x="2940" y="1812"/>
                    </a:lnTo>
                    <a:lnTo>
                      <a:pt x="2928" y="1812"/>
                    </a:lnTo>
                    <a:lnTo>
                      <a:pt x="2892" y="1800"/>
                    </a:lnTo>
                    <a:lnTo>
                      <a:pt x="2874" y="1800"/>
                    </a:lnTo>
                    <a:lnTo>
                      <a:pt x="2868" y="1794"/>
                    </a:lnTo>
                    <a:lnTo>
                      <a:pt x="2862" y="1794"/>
                    </a:lnTo>
                    <a:lnTo>
                      <a:pt x="2862" y="1770"/>
                    </a:lnTo>
                    <a:lnTo>
                      <a:pt x="2856" y="1752"/>
                    </a:lnTo>
                    <a:lnTo>
                      <a:pt x="2844" y="1740"/>
                    </a:lnTo>
                    <a:lnTo>
                      <a:pt x="2790" y="1722"/>
                    </a:lnTo>
                    <a:lnTo>
                      <a:pt x="2778" y="1722"/>
                    </a:lnTo>
                    <a:lnTo>
                      <a:pt x="2778" y="1716"/>
                    </a:lnTo>
                    <a:lnTo>
                      <a:pt x="2766" y="1704"/>
                    </a:lnTo>
                    <a:lnTo>
                      <a:pt x="2754" y="1704"/>
                    </a:lnTo>
                    <a:lnTo>
                      <a:pt x="2736" y="1698"/>
                    </a:lnTo>
                    <a:lnTo>
                      <a:pt x="2694" y="1698"/>
                    </a:lnTo>
                    <a:lnTo>
                      <a:pt x="2646" y="1704"/>
                    </a:lnTo>
                    <a:lnTo>
                      <a:pt x="2610" y="1716"/>
                    </a:lnTo>
                    <a:lnTo>
                      <a:pt x="2592" y="1716"/>
                    </a:lnTo>
                    <a:lnTo>
                      <a:pt x="2598" y="1716"/>
                    </a:lnTo>
                    <a:lnTo>
                      <a:pt x="2604" y="1710"/>
                    </a:lnTo>
                    <a:lnTo>
                      <a:pt x="2616" y="1710"/>
                    </a:lnTo>
                    <a:lnTo>
                      <a:pt x="2628" y="1704"/>
                    </a:lnTo>
                    <a:lnTo>
                      <a:pt x="2634" y="1692"/>
                    </a:lnTo>
                    <a:lnTo>
                      <a:pt x="2640" y="1686"/>
                    </a:lnTo>
                    <a:lnTo>
                      <a:pt x="2646" y="1662"/>
                    </a:lnTo>
                    <a:lnTo>
                      <a:pt x="2658" y="1632"/>
                    </a:lnTo>
                    <a:lnTo>
                      <a:pt x="2664" y="1602"/>
                    </a:lnTo>
                    <a:lnTo>
                      <a:pt x="2670" y="1590"/>
                    </a:lnTo>
                    <a:lnTo>
                      <a:pt x="2658" y="1590"/>
                    </a:lnTo>
                    <a:lnTo>
                      <a:pt x="2646" y="1584"/>
                    </a:lnTo>
                    <a:lnTo>
                      <a:pt x="2616" y="1584"/>
                    </a:lnTo>
                    <a:lnTo>
                      <a:pt x="2610" y="1590"/>
                    </a:lnTo>
                    <a:lnTo>
                      <a:pt x="2598" y="1596"/>
                    </a:lnTo>
                    <a:lnTo>
                      <a:pt x="2592" y="1602"/>
                    </a:lnTo>
                    <a:lnTo>
                      <a:pt x="2580" y="1608"/>
                    </a:lnTo>
                    <a:lnTo>
                      <a:pt x="2598" y="1578"/>
                    </a:lnTo>
                    <a:lnTo>
                      <a:pt x="2592" y="1560"/>
                    </a:lnTo>
                    <a:lnTo>
                      <a:pt x="2610" y="1542"/>
                    </a:lnTo>
                    <a:lnTo>
                      <a:pt x="2616" y="1530"/>
                    </a:lnTo>
                    <a:lnTo>
                      <a:pt x="2640" y="1506"/>
                    </a:lnTo>
                    <a:lnTo>
                      <a:pt x="2646" y="1494"/>
                    </a:lnTo>
                    <a:lnTo>
                      <a:pt x="2664" y="1476"/>
                    </a:lnTo>
                    <a:lnTo>
                      <a:pt x="2694" y="1452"/>
                    </a:lnTo>
                    <a:lnTo>
                      <a:pt x="2730" y="1428"/>
                    </a:lnTo>
                    <a:lnTo>
                      <a:pt x="2754" y="1410"/>
                    </a:lnTo>
                    <a:lnTo>
                      <a:pt x="2766" y="1404"/>
                    </a:lnTo>
                    <a:lnTo>
                      <a:pt x="2760" y="1392"/>
                    </a:lnTo>
                    <a:lnTo>
                      <a:pt x="2826" y="1368"/>
                    </a:lnTo>
                    <a:lnTo>
                      <a:pt x="2826" y="1350"/>
                    </a:lnTo>
                    <a:lnTo>
                      <a:pt x="2868" y="1344"/>
                    </a:lnTo>
                    <a:lnTo>
                      <a:pt x="2868" y="1326"/>
                    </a:lnTo>
                    <a:lnTo>
                      <a:pt x="2898" y="1320"/>
                    </a:lnTo>
                    <a:lnTo>
                      <a:pt x="2952" y="1284"/>
                    </a:lnTo>
                    <a:lnTo>
                      <a:pt x="3006" y="1284"/>
                    </a:lnTo>
                    <a:lnTo>
                      <a:pt x="3042" y="1278"/>
                    </a:lnTo>
                    <a:lnTo>
                      <a:pt x="3060" y="1266"/>
                    </a:lnTo>
                    <a:lnTo>
                      <a:pt x="3060" y="1254"/>
                    </a:lnTo>
                    <a:lnTo>
                      <a:pt x="3030" y="1224"/>
                    </a:lnTo>
                    <a:lnTo>
                      <a:pt x="2970" y="1230"/>
                    </a:lnTo>
                    <a:lnTo>
                      <a:pt x="2982" y="1218"/>
                    </a:lnTo>
                    <a:lnTo>
                      <a:pt x="2928" y="1194"/>
                    </a:lnTo>
                    <a:lnTo>
                      <a:pt x="2952" y="1188"/>
                    </a:lnTo>
                    <a:lnTo>
                      <a:pt x="3036" y="1212"/>
                    </a:lnTo>
                    <a:lnTo>
                      <a:pt x="3054" y="1230"/>
                    </a:lnTo>
                    <a:lnTo>
                      <a:pt x="3066" y="1236"/>
                    </a:lnTo>
                    <a:lnTo>
                      <a:pt x="3096" y="1236"/>
                    </a:lnTo>
                    <a:lnTo>
                      <a:pt x="3108" y="1230"/>
                    </a:lnTo>
                    <a:lnTo>
                      <a:pt x="3114" y="1218"/>
                    </a:lnTo>
                    <a:lnTo>
                      <a:pt x="3126" y="1206"/>
                    </a:lnTo>
                    <a:lnTo>
                      <a:pt x="3132" y="1194"/>
                    </a:lnTo>
                    <a:lnTo>
                      <a:pt x="3144" y="1188"/>
                    </a:lnTo>
                    <a:lnTo>
                      <a:pt x="3150" y="1182"/>
                    </a:lnTo>
                    <a:lnTo>
                      <a:pt x="3156" y="1182"/>
                    </a:lnTo>
                    <a:lnTo>
                      <a:pt x="3180" y="1194"/>
                    </a:lnTo>
                    <a:lnTo>
                      <a:pt x="3198" y="1200"/>
                    </a:lnTo>
                    <a:lnTo>
                      <a:pt x="3210" y="1200"/>
                    </a:lnTo>
                    <a:lnTo>
                      <a:pt x="3246" y="1182"/>
                    </a:lnTo>
                    <a:lnTo>
                      <a:pt x="3282" y="1170"/>
                    </a:lnTo>
                    <a:lnTo>
                      <a:pt x="3318" y="1152"/>
                    </a:lnTo>
                    <a:lnTo>
                      <a:pt x="3336" y="1146"/>
                    </a:lnTo>
                    <a:lnTo>
                      <a:pt x="3360" y="1134"/>
                    </a:lnTo>
                    <a:lnTo>
                      <a:pt x="3372" y="1122"/>
                    </a:lnTo>
                    <a:lnTo>
                      <a:pt x="3366" y="1116"/>
                    </a:lnTo>
                    <a:lnTo>
                      <a:pt x="3342" y="1110"/>
                    </a:lnTo>
                    <a:lnTo>
                      <a:pt x="3264" y="1110"/>
                    </a:lnTo>
                    <a:lnTo>
                      <a:pt x="3258" y="1086"/>
                    </a:lnTo>
                    <a:lnTo>
                      <a:pt x="3174" y="1056"/>
                    </a:lnTo>
                    <a:lnTo>
                      <a:pt x="3186" y="1056"/>
                    </a:lnTo>
                    <a:lnTo>
                      <a:pt x="3216" y="1050"/>
                    </a:lnTo>
                    <a:lnTo>
                      <a:pt x="3252" y="1050"/>
                    </a:lnTo>
                    <a:lnTo>
                      <a:pt x="3282" y="1056"/>
                    </a:lnTo>
                    <a:lnTo>
                      <a:pt x="3294" y="1062"/>
                    </a:lnTo>
                    <a:lnTo>
                      <a:pt x="3306" y="1074"/>
                    </a:lnTo>
                    <a:lnTo>
                      <a:pt x="3324" y="1086"/>
                    </a:lnTo>
                    <a:lnTo>
                      <a:pt x="3336" y="1098"/>
                    </a:lnTo>
                    <a:lnTo>
                      <a:pt x="3348" y="1104"/>
                    </a:lnTo>
                    <a:lnTo>
                      <a:pt x="3372" y="1098"/>
                    </a:lnTo>
                    <a:lnTo>
                      <a:pt x="3408" y="1080"/>
                    </a:lnTo>
                    <a:lnTo>
                      <a:pt x="3444" y="1068"/>
                    </a:lnTo>
                    <a:lnTo>
                      <a:pt x="3474" y="1050"/>
                    </a:lnTo>
                    <a:lnTo>
                      <a:pt x="3486" y="1044"/>
                    </a:lnTo>
                    <a:lnTo>
                      <a:pt x="3462" y="1032"/>
                    </a:lnTo>
                    <a:lnTo>
                      <a:pt x="3468" y="1026"/>
                    </a:lnTo>
                    <a:lnTo>
                      <a:pt x="3492" y="1014"/>
                    </a:lnTo>
                    <a:lnTo>
                      <a:pt x="3522" y="1014"/>
                    </a:lnTo>
                    <a:lnTo>
                      <a:pt x="3528" y="1020"/>
                    </a:lnTo>
                    <a:lnTo>
                      <a:pt x="3534" y="1032"/>
                    </a:lnTo>
                    <a:lnTo>
                      <a:pt x="3540" y="1038"/>
                    </a:lnTo>
                    <a:lnTo>
                      <a:pt x="3570" y="1050"/>
                    </a:lnTo>
                    <a:lnTo>
                      <a:pt x="3576" y="1026"/>
                    </a:lnTo>
                    <a:lnTo>
                      <a:pt x="3594" y="1044"/>
                    </a:lnTo>
                    <a:lnTo>
                      <a:pt x="3600" y="1038"/>
                    </a:lnTo>
                    <a:lnTo>
                      <a:pt x="3600" y="1026"/>
                    </a:lnTo>
                    <a:lnTo>
                      <a:pt x="3594" y="1014"/>
                    </a:lnTo>
                    <a:lnTo>
                      <a:pt x="3582" y="1002"/>
                    </a:lnTo>
                    <a:lnTo>
                      <a:pt x="3564" y="990"/>
                    </a:lnTo>
                    <a:lnTo>
                      <a:pt x="3606" y="984"/>
                    </a:lnTo>
                    <a:lnTo>
                      <a:pt x="3606" y="990"/>
                    </a:lnTo>
                    <a:lnTo>
                      <a:pt x="3612" y="996"/>
                    </a:lnTo>
                    <a:lnTo>
                      <a:pt x="3612" y="1008"/>
                    </a:lnTo>
                    <a:lnTo>
                      <a:pt x="3624" y="1032"/>
                    </a:lnTo>
                    <a:lnTo>
                      <a:pt x="3630" y="1038"/>
                    </a:lnTo>
                    <a:lnTo>
                      <a:pt x="3636" y="1038"/>
                    </a:lnTo>
                    <a:lnTo>
                      <a:pt x="3654" y="1032"/>
                    </a:lnTo>
                    <a:lnTo>
                      <a:pt x="3690" y="1026"/>
                    </a:lnTo>
                    <a:lnTo>
                      <a:pt x="3732" y="1008"/>
                    </a:lnTo>
                    <a:lnTo>
                      <a:pt x="3768" y="990"/>
                    </a:lnTo>
                    <a:lnTo>
                      <a:pt x="3798" y="972"/>
                    </a:lnTo>
                    <a:lnTo>
                      <a:pt x="3798" y="960"/>
                    </a:lnTo>
                    <a:lnTo>
                      <a:pt x="3786" y="942"/>
                    </a:lnTo>
                    <a:lnTo>
                      <a:pt x="3780" y="930"/>
                    </a:lnTo>
                    <a:lnTo>
                      <a:pt x="3774" y="912"/>
                    </a:lnTo>
                    <a:lnTo>
                      <a:pt x="3774" y="900"/>
                    </a:lnTo>
                    <a:lnTo>
                      <a:pt x="3780" y="894"/>
                    </a:lnTo>
                    <a:lnTo>
                      <a:pt x="3792" y="894"/>
                    </a:lnTo>
                    <a:lnTo>
                      <a:pt x="3804" y="888"/>
                    </a:lnTo>
                    <a:lnTo>
                      <a:pt x="3822" y="888"/>
                    </a:lnTo>
                    <a:lnTo>
                      <a:pt x="3840" y="882"/>
                    </a:lnTo>
                    <a:lnTo>
                      <a:pt x="3858" y="882"/>
                    </a:lnTo>
                    <a:lnTo>
                      <a:pt x="3864" y="876"/>
                    </a:lnTo>
                    <a:lnTo>
                      <a:pt x="3870" y="876"/>
                    </a:lnTo>
                    <a:lnTo>
                      <a:pt x="3870" y="858"/>
                    </a:lnTo>
                    <a:lnTo>
                      <a:pt x="3864" y="846"/>
                    </a:lnTo>
                    <a:lnTo>
                      <a:pt x="3864" y="840"/>
                    </a:lnTo>
                    <a:lnTo>
                      <a:pt x="3858" y="828"/>
                    </a:lnTo>
                    <a:lnTo>
                      <a:pt x="3840" y="804"/>
                    </a:lnTo>
                    <a:lnTo>
                      <a:pt x="3822" y="798"/>
                    </a:lnTo>
                    <a:lnTo>
                      <a:pt x="3786" y="792"/>
                    </a:lnTo>
                    <a:lnTo>
                      <a:pt x="3744" y="792"/>
                    </a:lnTo>
                    <a:lnTo>
                      <a:pt x="3708" y="804"/>
                    </a:lnTo>
                    <a:lnTo>
                      <a:pt x="3690" y="822"/>
                    </a:lnTo>
                    <a:lnTo>
                      <a:pt x="3690" y="840"/>
                    </a:lnTo>
                    <a:lnTo>
                      <a:pt x="3696" y="840"/>
                    </a:lnTo>
                    <a:lnTo>
                      <a:pt x="3702" y="846"/>
                    </a:lnTo>
                    <a:lnTo>
                      <a:pt x="3666" y="870"/>
                    </a:lnTo>
                    <a:lnTo>
                      <a:pt x="3642" y="870"/>
                    </a:lnTo>
                    <a:lnTo>
                      <a:pt x="3576" y="918"/>
                    </a:lnTo>
                    <a:lnTo>
                      <a:pt x="3552" y="930"/>
                    </a:lnTo>
                    <a:lnTo>
                      <a:pt x="3546" y="936"/>
                    </a:lnTo>
                    <a:lnTo>
                      <a:pt x="3540" y="948"/>
                    </a:lnTo>
                    <a:lnTo>
                      <a:pt x="3522" y="966"/>
                    </a:lnTo>
                    <a:lnTo>
                      <a:pt x="3492" y="966"/>
                    </a:lnTo>
                    <a:lnTo>
                      <a:pt x="3456" y="984"/>
                    </a:lnTo>
                    <a:lnTo>
                      <a:pt x="3456" y="972"/>
                    </a:lnTo>
                    <a:lnTo>
                      <a:pt x="3450" y="954"/>
                    </a:lnTo>
                    <a:lnTo>
                      <a:pt x="3450" y="918"/>
                    </a:lnTo>
                    <a:lnTo>
                      <a:pt x="3456" y="912"/>
                    </a:lnTo>
                    <a:lnTo>
                      <a:pt x="3480" y="900"/>
                    </a:lnTo>
                    <a:lnTo>
                      <a:pt x="3498" y="900"/>
                    </a:lnTo>
                    <a:lnTo>
                      <a:pt x="3510" y="894"/>
                    </a:lnTo>
                    <a:lnTo>
                      <a:pt x="3516" y="882"/>
                    </a:lnTo>
                    <a:lnTo>
                      <a:pt x="3516" y="870"/>
                    </a:lnTo>
                    <a:lnTo>
                      <a:pt x="3510" y="852"/>
                    </a:lnTo>
                    <a:lnTo>
                      <a:pt x="3504" y="846"/>
                    </a:lnTo>
                    <a:lnTo>
                      <a:pt x="3498" y="834"/>
                    </a:lnTo>
                    <a:lnTo>
                      <a:pt x="3486" y="834"/>
                    </a:lnTo>
                    <a:lnTo>
                      <a:pt x="3450" y="852"/>
                    </a:lnTo>
                    <a:lnTo>
                      <a:pt x="3432" y="858"/>
                    </a:lnTo>
                    <a:lnTo>
                      <a:pt x="3420" y="864"/>
                    </a:lnTo>
                    <a:lnTo>
                      <a:pt x="3414" y="870"/>
                    </a:lnTo>
                    <a:lnTo>
                      <a:pt x="3408" y="870"/>
                    </a:lnTo>
                    <a:lnTo>
                      <a:pt x="3378" y="900"/>
                    </a:lnTo>
                    <a:lnTo>
                      <a:pt x="3372" y="888"/>
                    </a:lnTo>
                    <a:lnTo>
                      <a:pt x="3396" y="858"/>
                    </a:lnTo>
                    <a:lnTo>
                      <a:pt x="3396" y="840"/>
                    </a:lnTo>
                    <a:lnTo>
                      <a:pt x="3438" y="822"/>
                    </a:lnTo>
                    <a:lnTo>
                      <a:pt x="3402" y="816"/>
                    </a:lnTo>
                    <a:lnTo>
                      <a:pt x="3408" y="804"/>
                    </a:lnTo>
                    <a:lnTo>
                      <a:pt x="3360" y="816"/>
                    </a:lnTo>
                    <a:lnTo>
                      <a:pt x="3336" y="804"/>
                    </a:lnTo>
                    <a:lnTo>
                      <a:pt x="3378" y="792"/>
                    </a:lnTo>
                    <a:lnTo>
                      <a:pt x="3378" y="774"/>
                    </a:lnTo>
                    <a:lnTo>
                      <a:pt x="3390" y="774"/>
                    </a:lnTo>
                    <a:lnTo>
                      <a:pt x="3396" y="780"/>
                    </a:lnTo>
                    <a:lnTo>
                      <a:pt x="3420" y="780"/>
                    </a:lnTo>
                    <a:lnTo>
                      <a:pt x="3426" y="774"/>
                    </a:lnTo>
                    <a:lnTo>
                      <a:pt x="3426" y="762"/>
                    </a:lnTo>
                    <a:lnTo>
                      <a:pt x="3420" y="756"/>
                    </a:lnTo>
                    <a:lnTo>
                      <a:pt x="3408" y="756"/>
                    </a:lnTo>
                    <a:lnTo>
                      <a:pt x="3396" y="744"/>
                    </a:lnTo>
                    <a:lnTo>
                      <a:pt x="3396" y="738"/>
                    </a:lnTo>
                    <a:lnTo>
                      <a:pt x="3420" y="690"/>
                    </a:lnTo>
                    <a:lnTo>
                      <a:pt x="3426" y="684"/>
                    </a:lnTo>
                    <a:lnTo>
                      <a:pt x="3426" y="672"/>
                    </a:lnTo>
                    <a:lnTo>
                      <a:pt x="3420" y="666"/>
                    </a:lnTo>
                    <a:lnTo>
                      <a:pt x="3414" y="666"/>
                    </a:lnTo>
                    <a:lnTo>
                      <a:pt x="3372" y="648"/>
                    </a:lnTo>
                    <a:lnTo>
                      <a:pt x="3348" y="660"/>
                    </a:lnTo>
                    <a:lnTo>
                      <a:pt x="3336" y="660"/>
                    </a:lnTo>
                    <a:lnTo>
                      <a:pt x="3318" y="666"/>
                    </a:lnTo>
                    <a:lnTo>
                      <a:pt x="3312" y="666"/>
                    </a:lnTo>
                    <a:lnTo>
                      <a:pt x="3306" y="672"/>
                    </a:lnTo>
                    <a:lnTo>
                      <a:pt x="3306" y="690"/>
                    </a:lnTo>
                    <a:lnTo>
                      <a:pt x="3240" y="690"/>
                    </a:lnTo>
                    <a:lnTo>
                      <a:pt x="3228" y="696"/>
                    </a:lnTo>
                    <a:lnTo>
                      <a:pt x="3222" y="702"/>
                    </a:lnTo>
                    <a:lnTo>
                      <a:pt x="3210" y="708"/>
                    </a:lnTo>
                    <a:lnTo>
                      <a:pt x="3198" y="720"/>
                    </a:lnTo>
                    <a:lnTo>
                      <a:pt x="3204" y="726"/>
                    </a:lnTo>
                    <a:lnTo>
                      <a:pt x="3216" y="732"/>
                    </a:lnTo>
                    <a:lnTo>
                      <a:pt x="3228" y="732"/>
                    </a:lnTo>
                    <a:lnTo>
                      <a:pt x="3234" y="738"/>
                    </a:lnTo>
                    <a:lnTo>
                      <a:pt x="3228" y="738"/>
                    </a:lnTo>
                    <a:lnTo>
                      <a:pt x="3222" y="744"/>
                    </a:lnTo>
                    <a:lnTo>
                      <a:pt x="3204" y="744"/>
                    </a:lnTo>
                    <a:lnTo>
                      <a:pt x="3180" y="756"/>
                    </a:lnTo>
                    <a:lnTo>
                      <a:pt x="3168" y="768"/>
                    </a:lnTo>
                    <a:lnTo>
                      <a:pt x="3168" y="774"/>
                    </a:lnTo>
                    <a:lnTo>
                      <a:pt x="3174" y="786"/>
                    </a:lnTo>
                    <a:lnTo>
                      <a:pt x="3186" y="798"/>
                    </a:lnTo>
                    <a:lnTo>
                      <a:pt x="3198" y="804"/>
                    </a:lnTo>
                    <a:lnTo>
                      <a:pt x="3204" y="810"/>
                    </a:lnTo>
                    <a:lnTo>
                      <a:pt x="3210" y="810"/>
                    </a:lnTo>
                    <a:lnTo>
                      <a:pt x="3234" y="798"/>
                    </a:lnTo>
                    <a:lnTo>
                      <a:pt x="3234" y="822"/>
                    </a:lnTo>
                    <a:lnTo>
                      <a:pt x="3240" y="828"/>
                    </a:lnTo>
                    <a:lnTo>
                      <a:pt x="3246" y="828"/>
                    </a:lnTo>
                    <a:lnTo>
                      <a:pt x="3258" y="822"/>
                    </a:lnTo>
                    <a:lnTo>
                      <a:pt x="3282" y="822"/>
                    </a:lnTo>
                    <a:lnTo>
                      <a:pt x="3276" y="828"/>
                    </a:lnTo>
                    <a:lnTo>
                      <a:pt x="3252" y="840"/>
                    </a:lnTo>
                    <a:lnTo>
                      <a:pt x="3246" y="840"/>
                    </a:lnTo>
                    <a:lnTo>
                      <a:pt x="3228" y="828"/>
                    </a:lnTo>
                    <a:lnTo>
                      <a:pt x="3222" y="846"/>
                    </a:lnTo>
                    <a:lnTo>
                      <a:pt x="3204" y="846"/>
                    </a:lnTo>
                    <a:lnTo>
                      <a:pt x="3192" y="852"/>
                    </a:lnTo>
                    <a:lnTo>
                      <a:pt x="3186" y="852"/>
                    </a:lnTo>
                    <a:lnTo>
                      <a:pt x="3180" y="858"/>
                    </a:lnTo>
                    <a:lnTo>
                      <a:pt x="3204" y="858"/>
                    </a:lnTo>
                    <a:lnTo>
                      <a:pt x="3228" y="846"/>
                    </a:lnTo>
                    <a:lnTo>
                      <a:pt x="3240" y="846"/>
                    </a:lnTo>
                    <a:lnTo>
                      <a:pt x="3240" y="852"/>
                    </a:lnTo>
                    <a:lnTo>
                      <a:pt x="3228" y="870"/>
                    </a:lnTo>
                    <a:lnTo>
                      <a:pt x="3210" y="882"/>
                    </a:lnTo>
                    <a:lnTo>
                      <a:pt x="3198" y="888"/>
                    </a:lnTo>
                    <a:lnTo>
                      <a:pt x="3180" y="894"/>
                    </a:lnTo>
                    <a:lnTo>
                      <a:pt x="3168" y="900"/>
                    </a:lnTo>
                    <a:lnTo>
                      <a:pt x="3162" y="906"/>
                    </a:lnTo>
                    <a:lnTo>
                      <a:pt x="3138" y="918"/>
                    </a:lnTo>
                    <a:lnTo>
                      <a:pt x="3132" y="924"/>
                    </a:lnTo>
                    <a:lnTo>
                      <a:pt x="3120" y="918"/>
                    </a:lnTo>
                    <a:lnTo>
                      <a:pt x="3114" y="918"/>
                    </a:lnTo>
                    <a:lnTo>
                      <a:pt x="3102" y="912"/>
                    </a:lnTo>
                    <a:lnTo>
                      <a:pt x="3090" y="912"/>
                    </a:lnTo>
                    <a:lnTo>
                      <a:pt x="3072" y="930"/>
                    </a:lnTo>
                    <a:lnTo>
                      <a:pt x="3060" y="936"/>
                    </a:lnTo>
                    <a:lnTo>
                      <a:pt x="3054" y="948"/>
                    </a:lnTo>
                    <a:lnTo>
                      <a:pt x="3054" y="972"/>
                    </a:lnTo>
                    <a:lnTo>
                      <a:pt x="3048" y="978"/>
                    </a:lnTo>
                    <a:lnTo>
                      <a:pt x="3042" y="966"/>
                    </a:lnTo>
                    <a:lnTo>
                      <a:pt x="3030" y="966"/>
                    </a:lnTo>
                    <a:lnTo>
                      <a:pt x="3018" y="960"/>
                    </a:lnTo>
                    <a:lnTo>
                      <a:pt x="3012" y="960"/>
                    </a:lnTo>
                    <a:lnTo>
                      <a:pt x="3006" y="954"/>
                    </a:lnTo>
                    <a:lnTo>
                      <a:pt x="3030" y="930"/>
                    </a:lnTo>
                    <a:lnTo>
                      <a:pt x="3042" y="924"/>
                    </a:lnTo>
                    <a:lnTo>
                      <a:pt x="3060" y="906"/>
                    </a:lnTo>
                    <a:lnTo>
                      <a:pt x="3072" y="900"/>
                    </a:lnTo>
                    <a:lnTo>
                      <a:pt x="3036" y="900"/>
                    </a:lnTo>
                    <a:lnTo>
                      <a:pt x="3030" y="888"/>
                    </a:lnTo>
                    <a:lnTo>
                      <a:pt x="3018" y="882"/>
                    </a:lnTo>
                    <a:lnTo>
                      <a:pt x="2994" y="882"/>
                    </a:lnTo>
                    <a:lnTo>
                      <a:pt x="2988" y="888"/>
                    </a:lnTo>
                    <a:lnTo>
                      <a:pt x="2946" y="888"/>
                    </a:lnTo>
                    <a:lnTo>
                      <a:pt x="2946" y="894"/>
                    </a:lnTo>
                    <a:lnTo>
                      <a:pt x="2940" y="906"/>
                    </a:lnTo>
                    <a:lnTo>
                      <a:pt x="2940" y="918"/>
                    </a:lnTo>
                    <a:lnTo>
                      <a:pt x="2946" y="918"/>
                    </a:lnTo>
                    <a:lnTo>
                      <a:pt x="2952" y="924"/>
                    </a:lnTo>
                    <a:lnTo>
                      <a:pt x="2964" y="924"/>
                    </a:lnTo>
                    <a:lnTo>
                      <a:pt x="2976" y="936"/>
                    </a:lnTo>
                    <a:lnTo>
                      <a:pt x="2982" y="936"/>
                    </a:lnTo>
                    <a:lnTo>
                      <a:pt x="2976" y="942"/>
                    </a:lnTo>
                    <a:lnTo>
                      <a:pt x="2958" y="942"/>
                    </a:lnTo>
                    <a:lnTo>
                      <a:pt x="2952" y="936"/>
                    </a:lnTo>
                    <a:lnTo>
                      <a:pt x="2940" y="930"/>
                    </a:lnTo>
                    <a:lnTo>
                      <a:pt x="2934" y="924"/>
                    </a:lnTo>
                    <a:lnTo>
                      <a:pt x="2916" y="912"/>
                    </a:lnTo>
                    <a:lnTo>
                      <a:pt x="2910" y="942"/>
                    </a:lnTo>
                    <a:lnTo>
                      <a:pt x="2904" y="942"/>
                    </a:lnTo>
                    <a:lnTo>
                      <a:pt x="2898" y="948"/>
                    </a:lnTo>
                    <a:lnTo>
                      <a:pt x="2862" y="948"/>
                    </a:lnTo>
                    <a:lnTo>
                      <a:pt x="2844" y="942"/>
                    </a:lnTo>
                    <a:lnTo>
                      <a:pt x="2826" y="942"/>
                    </a:lnTo>
                    <a:lnTo>
                      <a:pt x="2808" y="936"/>
                    </a:lnTo>
                    <a:lnTo>
                      <a:pt x="2718" y="936"/>
                    </a:lnTo>
                    <a:lnTo>
                      <a:pt x="2706" y="930"/>
                    </a:lnTo>
                    <a:lnTo>
                      <a:pt x="2700" y="918"/>
                    </a:lnTo>
                    <a:lnTo>
                      <a:pt x="2688" y="912"/>
                    </a:lnTo>
                    <a:lnTo>
                      <a:pt x="2628" y="918"/>
                    </a:lnTo>
                    <a:lnTo>
                      <a:pt x="2622" y="912"/>
                    </a:lnTo>
                    <a:lnTo>
                      <a:pt x="2616" y="900"/>
                    </a:lnTo>
                    <a:lnTo>
                      <a:pt x="2604" y="894"/>
                    </a:lnTo>
                    <a:lnTo>
                      <a:pt x="2598" y="894"/>
                    </a:lnTo>
                    <a:lnTo>
                      <a:pt x="2586" y="888"/>
                    </a:lnTo>
                    <a:lnTo>
                      <a:pt x="2568" y="888"/>
                    </a:lnTo>
                    <a:lnTo>
                      <a:pt x="2556" y="894"/>
                    </a:lnTo>
                    <a:lnTo>
                      <a:pt x="2538" y="900"/>
                    </a:lnTo>
                    <a:lnTo>
                      <a:pt x="2532" y="906"/>
                    </a:lnTo>
                    <a:lnTo>
                      <a:pt x="2526" y="906"/>
                    </a:lnTo>
                    <a:lnTo>
                      <a:pt x="2526" y="912"/>
                    </a:lnTo>
                    <a:lnTo>
                      <a:pt x="2484" y="912"/>
                    </a:lnTo>
                    <a:lnTo>
                      <a:pt x="2472" y="906"/>
                    </a:lnTo>
                    <a:lnTo>
                      <a:pt x="2442" y="906"/>
                    </a:lnTo>
                    <a:lnTo>
                      <a:pt x="2430" y="918"/>
                    </a:lnTo>
                    <a:lnTo>
                      <a:pt x="2430" y="930"/>
                    </a:lnTo>
                    <a:lnTo>
                      <a:pt x="2418" y="954"/>
                    </a:lnTo>
                    <a:lnTo>
                      <a:pt x="2412" y="960"/>
                    </a:lnTo>
                    <a:lnTo>
                      <a:pt x="2412" y="966"/>
                    </a:lnTo>
                    <a:lnTo>
                      <a:pt x="2400" y="996"/>
                    </a:lnTo>
                    <a:lnTo>
                      <a:pt x="2364" y="996"/>
                    </a:lnTo>
                    <a:lnTo>
                      <a:pt x="2358" y="1026"/>
                    </a:lnTo>
                    <a:lnTo>
                      <a:pt x="2334" y="978"/>
                    </a:lnTo>
                    <a:lnTo>
                      <a:pt x="2340" y="978"/>
                    </a:lnTo>
                    <a:lnTo>
                      <a:pt x="2352" y="984"/>
                    </a:lnTo>
                    <a:lnTo>
                      <a:pt x="2376" y="984"/>
                    </a:lnTo>
                    <a:lnTo>
                      <a:pt x="2388" y="972"/>
                    </a:lnTo>
                    <a:lnTo>
                      <a:pt x="2358" y="942"/>
                    </a:lnTo>
                    <a:lnTo>
                      <a:pt x="2340" y="942"/>
                    </a:lnTo>
                    <a:lnTo>
                      <a:pt x="2328" y="936"/>
                    </a:lnTo>
                    <a:lnTo>
                      <a:pt x="2316" y="936"/>
                    </a:lnTo>
                    <a:lnTo>
                      <a:pt x="2322" y="918"/>
                    </a:lnTo>
                    <a:lnTo>
                      <a:pt x="2304" y="924"/>
                    </a:lnTo>
                    <a:lnTo>
                      <a:pt x="2262" y="930"/>
                    </a:lnTo>
                    <a:lnTo>
                      <a:pt x="2208" y="936"/>
                    </a:lnTo>
                    <a:lnTo>
                      <a:pt x="2160" y="942"/>
                    </a:lnTo>
                    <a:lnTo>
                      <a:pt x="2112" y="942"/>
                    </a:lnTo>
                    <a:lnTo>
                      <a:pt x="2064" y="936"/>
                    </a:lnTo>
                    <a:lnTo>
                      <a:pt x="2034" y="930"/>
                    </a:lnTo>
                    <a:lnTo>
                      <a:pt x="2028" y="924"/>
                    </a:lnTo>
                    <a:lnTo>
                      <a:pt x="2052" y="918"/>
                    </a:lnTo>
                    <a:lnTo>
                      <a:pt x="2082" y="918"/>
                    </a:lnTo>
                    <a:lnTo>
                      <a:pt x="2118" y="912"/>
                    </a:lnTo>
                    <a:lnTo>
                      <a:pt x="2142" y="900"/>
                    </a:lnTo>
                    <a:lnTo>
                      <a:pt x="2142" y="888"/>
                    </a:lnTo>
                    <a:lnTo>
                      <a:pt x="2112" y="864"/>
                    </a:lnTo>
                    <a:lnTo>
                      <a:pt x="2082" y="852"/>
                    </a:lnTo>
                    <a:lnTo>
                      <a:pt x="2004" y="852"/>
                    </a:lnTo>
                    <a:lnTo>
                      <a:pt x="1968" y="840"/>
                    </a:lnTo>
                    <a:lnTo>
                      <a:pt x="1944" y="834"/>
                    </a:lnTo>
                    <a:lnTo>
                      <a:pt x="1938" y="828"/>
                    </a:lnTo>
                    <a:lnTo>
                      <a:pt x="1908" y="828"/>
                    </a:lnTo>
                    <a:lnTo>
                      <a:pt x="1896" y="822"/>
                    </a:lnTo>
                    <a:lnTo>
                      <a:pt x="1866" y="804"/>
                    </a:lnTo>
                    <a:lnTo>
                      <a:pt x="1836" y="792"/>
                    </a:lnTo>
                    <a:lnTo>
                      <a:pt x="1812" y="786"/>
                    </a:lnTo>
                    <a:lnTo>
                      <a:pt x="1800" y="792"/>
                    </a:lnTo>
                    <a:lnTo>
                      <a:pt x="1782" y="798"/>
                    </a:lnTo>
                    <a:lnTo>
                      <a:pt x="1770" y="804"/>
                    </a:lnTo>
                    <a:lnTo>
                      <a:pt x="1758" y="816"/>
                    </a:lnTo>
                    <a:lnTo>
                      <a:pt x="1734" y="828"/>
                    </a:lnTo>
                    <a:lnTo>
                      <a:pt x="1680" y="828"/>
                    </a:lnTo>
                    <a:lnTo>
                      <a:pt x="1710" y="810"/>
                    </a:lnTo>
                    <a:lnTo>
                      <a:pt x="1710" y="798"/>
                    </a:lnTo>
                    <a:lnTo>
                      <a:pt x="1734" y="768"/>
                    </a:lnTo>
                    <a:lnTo>
                      <a:pt x="1728" y="768"/>
                    </a:lnTo>
                    <a:lnTo>
                      <a:pt x="1722" y="774"/>
                    </a:lnTo>
                    <a:lnTo>
                      <a:pt x="1674" y="798"/>
                    </a:lnTo>
                    <a:lnTo>
                      <a:pt x="1650" y="822"/>
                    </a:lnTo>
                    <a:lnTo>
                      <a:pt x="1638" y="828"/>
                    </a:lnTo>
                    <a:lnTo>
                      <a:pt x="1620" y="834"/>
                    </a:lnTo>
                    <a:lnTo>
                      <a:pt x="1608" y="828"/>
                    </a:lnTo>
                    <a:lnTo>
                      <a:pt x="1602" y="816"/>
                    </a:lnTo>
                    <a:lnTo>
                      <a:pt x="1602" y="798"/>
                    </a:lnTo>
                    <a:lnTo>
                      <a:pt x="1614" y="774"/>
                    </a:lnTo>
                    <a:lnTo>
                      <a:pt x="1614" y="762"/>
                    </a:lnTo>
                    <a:lnTo>
                      <a:pt x="1608" y="750"/>
                    </a:lnTo>
                    <a:lnTo>
                      <a:pt x="1596" y="744"/>
                    </a:lnTo>
                    <a:lnTo>
                      <a:pt x="1590" y="738"/>
                    </a:lnTo>
                    <a:lnTo>
                      <a:pt x="1578" y="738"/>
                    </a:lnTo>
                    <a:lnTo>
                      <a:pt x="1572" y="744"/>
                    </a:lnTo>
                    <a:lnTo>
                      <a:pt x="1572" y="750"/>
                    </a:lnTo>
                    <a:lnTo>
                      <a:pt x="1578" y="762"/>
                    </a:lnTo>
                    <a:lnTo>
                      <a:pt x="1584" y="768"/>
                    </a:lnTo>
                    <a:lnTo>
                      <a:pt x="1542" y="768"/>
                    </a:lnTo>
                    <a:lnTo>
                      <a:pt x="1530" y="774"/>
                    </a:lnTo>
                    <a:lnTo>
                      <a:pt x="1512" y="780"/>
                    </a:lnTo>
                    <a:lnTo>
                      <a:pt x="1494" y="798"/>
                    </a:lnTo>
                    <a:lnTo>
                      <a:pt x="1446" y="798"/>
                    </a:lnTo>
                    <a:lnTo>
                      <a:pt x="1428" y="804"/>
                    </a:lnTo>
                    <a:lnTo>
                      <a:pt x="1416" y="804"/>
                    </a:lnTo>
                    <a:lnTo>
                      <a:pt x="1398" y="810"/>
                    </a:lnTo>
                    <a:lnTo>
                      <a:pt x="1380" y="810"/>
                    </a:lnTo>
                    <a:lnTo>
                      <a:pt x="1374" y="816"/>
                    </a:lnTo>
                    <a:lnTo>
                      <a:pt x="1368" y="816"/>
                    </a:lnTo>
                    <a:lnTo>
                      <a:pt x="1356" y="822"/>
                    </a:lnTo>
                    <a:lnTo>
                      <a:pt x="1350" y="828"/>
                    </a:lnTo>
                    <a:lnTo>
                      <a:pt x="1338" y="834"/>
                    </a:lnTo>
                    <a:lnTo>
                      <a:pt x="1314" y="816"/>
                    </a:lnTo>
                    <a:lnTo>
                      <a:pt x="1302" y="822"/>
                    </a:lnTo>
                    <a:lnTo>
                      <a:pt x="1296" y="828"/>
                    </a:lnTo>
                    <a:lnTo>
                      <a:pt x="1272" y="840"/>
                    </a:lnTo>
                    <a:lnTo>
                      <a:pt x="1260" y="840"/>
                    </a:lnTo>
                    <a:lnTo>
                      <a:pt x="1254" y="846"/>
                    </a:lnTo>
                    <a:lnTo>
                      <a:pt x="1242" y="846"/>
                    </a:lnTo>
                    <a:lnTo>
                      <a:pt x="1230" y="852"/>
                    </a:lnTo>
                    <a:lnTo>
                      <a:pt x="1224" y="858"/>
                    </a:lnTo>
                    <a:lnTo>
                      <a:pt x="1212" y="864"/>
                    </a:lnTo>
                    <a:lnTo>
                      <a:pt x="1176" y="864"/>
                    </a:lnTo>
                    <a:lnTo>
                      <a:pt x="1188" y="858"/>
                    </a:lnTo>
                    <a:lnTo>
                      <a:pt x="1194" y="846"/>
                    </a:lnTo>
                    <a:lnTo>
                      <a:pt x="1212" y="840"/>
                    </a:lnTo>
                    <a:lnTo>
                      <a:pt x="1236" y="828"/>
                    </a:lnTo>
                    <a:lnTo>
                      <a:pt x="1254" y="828"/>
                    </a:lnTo>
                    <a:lnTo>
                      <a:pt x="1266" y="822"/>
                    </a:lnTo>
                    <a:lnTo>
                      <a:pt x="1284" y="816"/>
                    </a:lnTo>
                    <a:lnTo>
                      <a:pt x="1290" y="810"/>
                    </a:lnTo>
                    <a:lnTo>
                      <a:pt x="1362" y="810"/>
                    </a:lnTo>
                    <a:lnTo>
                      <a:pt x="1386" y="798"/>
                    </a:lnTo>
                    <a:lnTo>
                      <a:pt x="1422" y="792"/>
                    </a:lnTo>
                    <a:lnTo>
                      <a:pt x="1458" y="780"/>
                    </a:lnTo>
                    <a:lnTo>
                      <a:pt x="1470" y="780"/>
                    </a:lnTo>
                    <a:lnTo>
                      <a:pt x="1476" y="774"/>
                    </a:lnTo>
                    <a:lnTo>
                      <a:pt x="1482" y="774"/>
                    </a:lnTo>
                    <a:lnTo>
                      <a:pt x="1476" y="768"/>
                    </a:lnTo>
                    <a:lnTo>
                      <a:pt x="1410" y="768"/>
                    </a:lnTo>
                    <a:lnTo>
                      <a:pt x="1398" y="774"/>
                    </a:lnTo>
                    <a:lnTo>
                      <a:pt x="1392" y="774"/>
                    </a:lnTo>
                    <a:lnTo>
                      <a:pt x="1380" y="780"/>
                    </a:lnTo>
                    <a:lnTo>
                      <a:pt x="1374" y="786"/>
                    </a:lnTo>
                    <a:lnTo>
                      <a:pt x="1368" y="786"/>
                    </a:lnTo>
                    <a:lnTo>
                      <a:pt x="1362" y="792"/>
                    </a:lnTo>
                    <a:lnTo>
                      <a:pt x="1278" y="792"/>
                    </a:lnTo>
                    <a:lnTo>
                      <a:pt x="1254" y="804"/>
                    </a:lnTo>
                    <a:lnTo>
                      <a:pt x="1248" y="810"/>
                    </a:lnTo>
                    <a:lnTo>
                      <a:pt x="1236" y="816"/>
                    </a:lnTo>
                    <a:lnTo>
                      <a:pt x="1230" y="822"/>
                    </a:lnTo>
                    <a:lnTo>
                      <a:pt x="1212" y="822"/>
                    </a:lnTo>
                    <a:lnTo>
                      <a:pt x="1158" y="846"/>
                    </a:lnTo>
                    <a:lnTo>
                      <a:pt x="1140" y="846"/>
                    </a:lnTo>
                    <a:lnTo>
                      <a:pt x="1128" y="858"/>
                    </a:lnTo>
                    <a:lnTo>
                      <a:pt x="1122" y="870"/>
                    </a:lnTo>
                    <a:lnTo>
                      <a:pt x="1122" y="876"/>
                    </a:lnTo>
                    <a:lnTo>
                      <a:pt x="1116" y="876"/>
                    </a:lnTo>
                    <a:lnTo>
                      <a:pt x="1110" y="870"/>
                    </a:lnTo>
                    <a:lnTo>
                      <a:pt x="1110" y="846"/>
                    </a:lnTo>
                    <a:lnTo>
                      <a:pt x="1116" y="846"/>
                    </a:lnTo>
                    <a:lnTo>
                      <a:pt x="1152" y="834"/>
                    </a:lnTo>
                    <a:lnTo>
                      <a:pt x="1176" y="822"/>
                    </a:lnTo>
                    <a:lnTo>
                      <a:pt x="1194" y="816"/>
                    </a:lnTo>
                    <a:lnTo>
                      <a:pt x="1188" y="810"/>
                    </a:lnTo>
                    <a:lnTo>
                      <a:pt x="1176" y="810"/>
                    </a:lnTo>
                    <a:lnTo>
                      <a:pt x="1164" y="804"/>
                    </a:lnTo>
                    <a:lnTo>
                      <a:pt x="1140" y="804"/>
                    </a:lnTo>
                    <a:lnTo>
                      <a:pt x="1122" y="822"/>
                    </a:lnTo>
                    <a:lnTo>
                      <a:pt x="1110" y="828"/>
                    </a:lnTo>
                    <a:lnTo>
                      <a:pt x="1092" y="828"/>
                    </a:lnTo>
                    <a:lnTo>
                      <a:pt x="1080" y="834"/>
                    </a:lnTo>
                    <a:lnTo>
                      <a:pt x="1068" y="834"/>
                    </a:lnTo>
                    <a:lnTo>
                      <a:pt x="1068" y="840"/>
                    </a:lnTo>
                    <a:lnTo>
                      <a:pt x="1062" y="846"/>
                    </a:lnTo>
                    <a:lnTo>
                      <a:pt x="1062" y="876"/>
                    </a:lnTo>
                    <a:lnTo>
                      <a:pt x="1038" y="858"/>
                    </a:lnTo>
                    <a:lnTo>
                      <a:pt x="972" y="852"/>
                    </a:lnTo>
                    <a:lnTo>
                      <a:pt x="960" y="846"/>
                    </a:lnTo>
                    <a:lnTo>
                      <a:pt x="948" y="834"/>
                    </a:lnTo>
                    <a:lnTo>
                      <a:pt x="936" y="834"/>
                    </a:lnTo>
                    <a:lnTo>
                      <a:pt x="936" y="828"/>
                    </a:lnTo>
                    <a:lnTo>
                      <a:pt x="942" y="822"/>
                    </a:lnTo>
                    <a:lnTo>
                      <a:pt x="942" y="810"/>
                    </a:lnTo>
                    <a:lnTo>
                      <a:pt x="948" y="804"/>
                    </a:lnTo>
                    <a:lnTo>
                      <a:pt x="834" y="804"/>
                    </a:lnTo>
                    <a:lnTo>
                      <a:pt x="852" y="804"/>
                    </a:lnTo>
                    <a:lnTo>
                      <a:pt x="78" y="1440"/>
                    </a:lnTo>
                    <a:lnTo>
                      <a:pt x="72" y="1446"/>
                    </a:lnTo>
                    <a:lnTo>
                      <a:pt x="60" y="1452"/>
                    </a:lnTo>
                    <a:lnTo>
                      <a:pt x="54" y="1464"/>
                    </a:lnTo>
                    <a:lnTo>
                      <a:pt x="54" y="1476"/>
                    </a:lnTo>
                    <a:lnTo>
                      <a:pt x="108" y="1476"/>
                    </a:lnTo>
                    <a:lnTo>
                      <a:pt x="120" y="1464"/>
                    </a:lnTo>
                    <a:lnTo>
                      <a:pt x="156" y="1464"/>
                    </a:lnTo>
                    <a:lnTo>
                      <a:pt x="132" y="1488"/>
                    </a:lnTo>
                    <a:lnTo>
                      <a:pt x="132" y="1494"/>
                    </a:lnTo>
                    <a:lnTo>
                      <a:pt x="138" y="1506"/>
                    </a:lnTo>
                    <a:lnTo>
                      <a:pt x="138" y="1524"/>
                    </a:lnTo>
                    <a:lnTo>
                      <a:pt x="144" y="1530"/>
                    </a:lnTo>
                    <a:lnTo>
                      <a:pt x="156" y="1536"/>
                    </a:lnTo>
                    <a:lnTo>
                      <a:pt x="162" y="1542"/>
                    </a:lnTo>
                    <a:lnTo>
                      <a:pt x="144" y="1560"/>
                    </a:lnTo>
                    <a:lnTo>
                      <a:pt x="144" y="1572"/>
                    </a:lnTo>
                    <a:lnTo>
                      <a:pt x="150" y="1572"/>
                    </a:lnTo>
                    <a:lnTo>
                      <a:pt x="156" y="1566"/>
                    </a:lnTo>
                    <a:lnTo>
                      <a:pt x="168" y="1560"/>
                    </a:lnTo>
                    <a:lnTo>
                      <a:pt x="174" y="1554"/>
                    </a:lnTo>
                    <a:lnTo>
                      <a:pt x="180" y="1554"/>
                    </a:lnTo>
                    <a:lnTo>
                      <a:pt x="186" y="1548"/>
                    </a:lnTo>
                    <a:lnTo>
                      <a:pt x="198" y="1548"/>
                    </a:lnTo>
                    <a:lnTo>
                      <a:pt x="210" y="1542"/>
                    </a:lnTo>
                    <a:lnTo>
                      <a:pt x="222" y="1542"/>
                    </a:lnTo>
                    <a:lnTo>
                      <a:pt x="234" y="1536"/>
                    </a:lnTo>
                    <a:lnTo>
                      <a:pt x="240" y="1530"/>
                    </a:lnTo>
                    <a:lnTo>
                      <a:pt x="258" y="1530"/>
                    </a:lnTo>
                    <a:lnTo>
                      <a:pt x="258" y="1518"/>
                    </a:lnTo>
                    <a:lnTo>
                      <a:pt x="264" y="1518"/>
                    </a:lnTo>
                    <a:lnTo>
                      <a:pt x="270" y="1512"/>
                    </a:lnTo>
                    <a:lnTo>
                      <a:pt x="282" y="1512"/>
                    </a:lnTo>
                    <a:lnTo>
                      <a:pt x="300" y="1506"/>
                    </a:lnTo>
                    <a:lnTo>
                      <a:pt x="312" y="1506"/>
                    </a:lnTo>
                    <a:lnTo>
                      <a:pt x="330" y="1512"/>
                    </a:lnTo>
                    <a:lnTo>
                      <a:pt x="336" y="1518"/>
                    </a:lnTo>
                    <a:lnTo>
                      <a:pt x="330" y="1524"/>
                    </a:lnTo>
                    <a:lnTo>
                      <a:pt x="324" y="1524"/>
                    </a:lnTo>
                    <a:lnTo>
                      <a:pt x="318" y="1530"/>
                    </a:lnTo>
                    <a:lnTo>
                      <a:pt x="318" y="1560"/>
                    </a:lnTo>
                    <a:lnTo>
                      <a:pt x="306" y="1572"/>
                    </a:lnTo>
                    <a:lnTo>
                      <a:pt x="324" y="1590"/>
                    </a:lnTo>
                    <a:lnTo>
                      <a:pt x="330" y="1602"/>
                    </a:lnTo>
                    <a:lnTo>
                      <a:pt x="330" y="1620"/>
                    </a:lnTo>
                    <a:lnTo>
                      <a:pt x="312" y="1656"/>
                    </a:lnTo>
                    <a:lnTo>
                      <a:pt x="312" y="1698"/>
                    </a:lnTo>
                    <a:lnTo>
                      <a:pt x="306" y="1704"/>
                    </a:lnTo>
                    <a:lnTo>
                      <a:pt x="300" y="1716"/>
                    </a:lnTo>
                    <a:lnTo>
                      <a:pt x="300" y="1728"/>
                    </a:lnTo>
                    <a:lnTo>
                      <a:pt x="294" y="1740"/>
                    </a:lnTo>
                    <a:lnTo>
                      <a:pt x="294" y="1746"/>
                    </a:lnTo>
                    <a:lnTo>
                      <a:pt x="300" y="1752"/>
                    </a:lnTo>
                    <a:lnTo>
                      <a:pt x="312" y="1758"/>
                    </a:lnTo>
                    <a:lnTo>
                      <a:pt x="318" y="1764"/>
                    </a:lnTo>
                    <a:lnTo>
                      <a:pt x="324" y="1764"/>
                    </a:lnTo>
                    <a:lnTo>
                      <a:pt x="330" y="1770"/>
                    </a:lnTo>
                    <a:lnTo>
                      <a:pt x="330" y="1776"/>
                    </a:lnTo>
                    <a:lnTo>
                      <a:pt x="348" y="1776"/>
                    </a:lnTo>
                    <a:lnTo>
                      <a:pt x="354" y="1782"/>
                    </a:lnTo>
                    <a:lnTo>
                      <a:pt x="354" y="1794"/>
                    </a:lnTo>
                    <a:lnTo>
                      <a:pt x="342" y="1800"/>
                    </a:lnTo>
                    <a:lnTo>
                      <a:pt x="330" y="1812"/>
                    </a:lnTo>
                    <a:lnTo>
                      <a:pt x="318" y="1818"/>
                    </a:lnTo>
                    <a:lnTo>
                      <a:pt x="318" y="1830"/>
                    </a:lnTo>
                    <a:lnTo>
                      <a:pt x="312" y="1842"/>
                    </a:lnTo>
                    <a:lnTo>
                      <a:pt x="294" y="1860"/>
                    </a:lnTo>
                    <a:lnTo>
                      <a:pt x="282" y="1866"/>
                    </a:lnTo>
                    <a:lnTo>
                      <a:pt x="270" y="1878"/>
                    </a:lnTo>
                    <a:lnTo>
                      <a:pt x="252" y="1884"/>
                    </a:lnTo>
                    <a:lnTo>
                      <a:pt x="234" y="1896"/>
                    </a:lnTo>
                    <a:lnTo>
                      <a:pt x="228" y="1902"/>
                    </a:lnTo>
                    <a:lnTo>
                      <a:pt x="222" y="1914"/>
                    </a:lnTo>
                    <a:lnTo>
                      <a:pt x="222" y="1926"/>
                    </a:lnTo>
                    <a:lnTo>
                      <a:pt x="216" y="1932"/>
                    </a:lnTo>
                    <a:lnTo>
                      <a:pt x="216" y="1944"/>
                    </a:lnTo>
                    <a:lnTo>
                      <a:pt x="204" y="1956"/>
                    </a:lnTo>
                    <a:lnTo>
                      <a:pt x="210" y="1962"/>
                    </a:lnTo>
                    <a:lnTo>
                      <a:pt x="216" y="1962"/>
                    </a:lnTo>
                    <a:lnTo>
                      <a:pt x="216" y="1974"/>
                    </a:lnTo>
                    <a:lnTo>
                      <a:pt x="228" y="1986"/>
                    </a:lnTo>
                    <a:lnTo>
                      <a:pt x="240" y="1980"/>
                    </a:lnTo>
                    <a:lnTo>
                      <a:pt x="246" y="1968"/>
                    </a:lnTo>
                    <a:lnTo>
                      <a:pt x="258" y="1962"/>
                    </a:lnTo>
                    <a:lnTo>
                      <a:pt x="276" y="1956"/>
                    </a:lnTo>
                    <a:lnTo>
                      <a:pt x="294" y="1938"/>
                    </a:lnTo>
                    <a:lnTo>
                      <a:pt x="306" y="1938"/>
                    </a:lnTo>
                    <a:lnTo>
                      <a:pt x="306" y="1944"/>
                    </a:lnTo>
                    <a:lnTo>
                      <a:pt x="300" y="1950"/>
                    </a:lnTo>
                    <a:lnTo>
                      <a:pt x="288" y="1956"/>
                    </a:lnTo>
                    <a:lnTo>
                      <a:pt x="282" y="1956"/>
                    </a:lnTo>
                    <a:lnTo>
                      <a:pt x="276" y="1962"/>
                    </a:lnTo>
                    <a:lnTo>
                      <a:pt x="276" y="1974"/>
                    </a:lnTo>
                    <a:lnTo>
                      <a:pt x="282" y="1986"/>
                    </a:lnTo>
                    <a:lnTo>
                      <a:pt x="294" y="1998"/>
                    </a:lnTo>
                    <a:lnTo>
                      <a:pt x="252" y="1992"/>
                    </a:lnTo>
                    <a:lnTo>
                      <a:pt x="246" y="1998"/>
                    </a:lnTo>
                    <a:lnTo>
                      <a:pt x="240" y="2010"/>
                    </a:lnTo>
                    <a:lnTo>
                      <a:pt x="234" y="2016"/>
                    </a:lnTo>
                    <a:lnTo>
                      <a:pt x="228" y="2028"/>
                    </a:lnTo>
                    <a:lnTo>
                      <a:pt x="228" y="2034"/>
                    </a:lnTo>
                    <a:lnTo>
                      <a:pt x="234" y="2034"/>
                    </a:lnTo>
                    <a:lnTo>
                      <a:pt x="240" y="2040"/>
                    </a:lnTo>
                    <a:lnTo>
                      <a:pt x="252" y="2040"/>
                    </a:lnTo>
                    <a:lnTo>
                      <a:pt x="258" y="2046"/>
                    </a:lnTo>
                    <a:lnTo>
                      <a:pt x="252" y="2052"/>
                    </a:lnTo>
                    <a:lnTo>
                      <a:pt x="252" y="2058"/>
                    </a:lnTo>
                    <a:lnTo>
                      <a:pt x="246" y="2070"/>
                    </a:lnTo>
                    <a:lnTo>
                      <a:pt x="246" y="2076"/>
                    </a:lnTo>
                    <a:lnTo>
                      <a:pt x="252" y="2070"/>
                    </a:lnTo>
                    <a:lnTo>
                      <a:pt x="288" y="2052"/>
                    </a:lnTo>
                    <a:lnTo>
                      <a:pt x="306" y="2034"/>
                    </a:lnTo>
                    <a:lnTo>
                      <a:pt x="318" y="2028"/>
                    </a:lnTo>
                    <a:lnTo>
                      <a:pt x="318" y="2040"/>
                    </a:lnTo>
                    <a:lnTo>
                      <a:pt x="288" y="2058"/>
                    </a:lnTo>
                    <a:lnTo>
                      <a:pt x="312" y="2064"/>
                    </a:lnTo>
                    <a:lnTo>
                      <a:pt x="312" y="2076"/>
                    </a:lnTo>
                    <a:lnTo>
                      <a:pt x="294" y="2094"/>
                    </a:lnTo>
                    <a:lnTo>
                      <a:pt x="276" y="2076"/>
                    </a:lnTo>
                    <a:lnTo>
                      <a:pt x="270" y="2076"/>
                    </a:lnTo>
                    <a:lnTo>
                      <a:pt x="264" y="2082"/>
                    </a:lnTo>
                    <a:lnTo>
                      <a:pt x="240" y="2094"/>
                    </a:lnTo>
                    <a:lnTo>
                      <a:pt x="228" y="2094"/>
                    </a:lnTo>
                    <a:lnTo>
                      <a:pt x="216" y="2106"/>
                    </a:lnTo>
                    <a:lnTo>
                      <a:pt x="210" y="2118"/>
                    </a:lnTo>
                    <a:lnTo>
                      <a:pt x="204" y="2124"/>
                    </a:lnTo>
                    <a:lnTo>
                      <a:pt x="210" y="2118"/>
                    </a:lnTo>
                    <a:lnTo>
                      <a:pt x="222" y="2118"/>
                    </a:lnTo>
                    <a:lnTo>
                      <a:pt x="228" y="2112"/>
                    </a:lnTo>
                    <a:lnTo>
                      <a:pt x="276" y="2112"/>
                    </a:lnTo>
                    <a:lnTo>
                      <a:pt x="270" y="2112"/>
                    </a:lnTo>
                    <a:lnTo>
                      <a:pt x="264" y="2118"/>
                    </a:lnTo>
                    <a:lnTo>
                      <a:pt x="252" y="2118"/>
                    </a:lnTo>
                    <a:lnTo>
                      <a:pt x="240" y="2124"/>
                    </a:lnTo>
                    <a:lnTo>
                      <a:pt x="228" y="2124"/>
                    </a:lnTo>
                    <a:lnTo>
                      <a:pt x="216" y="2130"/>
                    </a:lnTo>
                    <a:lnTo>
                      <a:pt x="210" y="2130"/>
                    </a:lnTo>
                    <a:lnTo>
                      <a:pt x="210" y="2148"/>
                    </a:lnTo>
                    <a:lnTo>
                      <a:pt x="204" y="2148"/>
                    </a:lnTo>
                    <a:lnTo>
                      <a:pt x="198" y="2142"/>
                    </a:lnTo>
                    <a:lnTo>
                      <a:pt x="174" y="2142"/>
                    </a:lnTo>
                    <a:lnTo>
                      <a:pt x="174" y="2154"/>
                    </a:lnTo>
                    <a:lnTo>
                      <a:pt x="180" y="2166"/>
                    </a:lnTo>
                    <a:lnTo>
                      <a:pt x="192" y="2172"/>
                    </a:lnTo>
                    <a:lnTo>
                      <a:pt x="198" y="2178"/>
                    </a:lnTo>
                    <a:lnTo>
                      <a:pt x="246" y="2160"/>
                    </a:lnTo>
                    <a:lnTo>
                      <a:pt x="264" y="2184"/>
                    </a:lnTo>
                    <a:lnTo>
                      <a:pt x="300" y="2166"/>
                    </a:lnTo>
                    <a:lnTo>
                      <a:pt x="294" y="2172"/>
                    </a:lnTo>
                    <a:lnTo>
                      <a:pt x="288" y="2184"/>
                    </a:lnTo>
                    <a:lnTo>
                      <a:pt x="276" y="2190"/>
                    </a:lnTo>
                    <a:lnTo>
                      <a:pt x="270" y="2196"/>
                    </a:lnTo>
                    <a:lnTo>
                      <a:pt x="264" y="2208"/>
                    </a:lnTo>
                    <a:lnTo>
                      <a:pt x="264" y="2214"/>
                    </a:lnTo>
                    <a:lnTo>
                      <a:pt x="276" y="2214"/>
                    </a:lnTo>
                    <a:lnTo>
                      <a:pt x="282" y="2208"/>
                    </a:lnTo>
                    <a:lnTo>
                      <a:pt x="300" y="2202"/>
                    </a:lnTo>
                    <a:lnTo>
                      <a:pt x="318" y="2184"/>
                    </a:lnTo>
                    <a:lnTo>
                      <a:pt x="330" y="2178"/>
                    </a:lnTo>
                    <a:lnTo>
                      <a:pt x="306" y="2202"/>
                    </a:lnTo>
                    <a:lnTo>
                      <a:pt x="300" y="2214"/>
                    </a:lnTo>
                    <a:lnTo>
                      <a:pt x="294" y="2220"/>
                    </a:lnTo>
                    <a:lnTo>
                      <a:pt x="300" y="2220"/>
                    </a:lnTo>
                    <a:lnTo>
                      <a:pt x="312" y="2214"/>
                    </a:lnTo>
                    <a:lnTo>
                      <a:pt x="324" y="2214"/>
                    </a:lnTo>
                    <a:lnTo>
                      <a:pt x="318" y="2220"/>
                    </a:lnTo>
                    <a:lnTo>
                      <a:pt x="306" y="2226"/>
                    </a:lnTo>
                    <a:lnTo>
                      <a:pt x="300" y="2238"/>
                    </a:lnTo>
                    <a:lnTo>
                      <a:pt x="282" y="2256"/>
                    </a:lnTo>
                    <a:lnTo>
                      <a:pt x="288" y="2262"/>
                    </a:lnTo>
                    <a:lnTo>
                      <a:pt x="294" y="2262"/>
                    </a:lnTo>
                    <a:lnTo>
                      <a:pt x="342" y="2238"/>
                    </a:lnTo>
                    <a:lnTo>
                      <a:pt x="348" y="2232"/>
                    </a:lnTo>
                    <a:lnTo>
                      <a:pt x="324" y="2256"/>
                    </a:lnTo>
                    <a:lnTo>
                      <a:pt x="318" y="2268"/>
                    </a:lnTo>
                    <a:lnTo>
                      <a:pt x="318" y="2274"/>
                    </a:lnTo>
                    <a:lnTo>
                      <a:pt x="330" y="2280"/>
                    </a:lnTo>
                    <a:lnTo>
                      <a:pt x="342" y="2280"/>
                    </a:lnTo>
                    <a:lnTo>
                      <a:pt x="354" y="2292"/>
                    </a:lnTo>
                    <a:lnTo>
                      <a:pt x="354" y="2298"/>
                    </a:lnTo>
                    <a:lnTo>
                      <a:pt x="348" y="2304"/>
                    </a:lnTo>
                    <a:lnTo>
                      <a:pt x="348" y="2340"/>
                    </a:lnTo>
                    <a:lnTo>
                      <a:pt x="2058" y="2340"/>
                    </a:lnTo>
                    <a:lnTo>
                      <a:pt x="2064" y="2328"/>
                    </a:lnTo>
                    <a:lnTo>
                      <a:pt x="2064" y="2322"/>
                    </a:lnTo>
                    <a:lnTo>
                      <a:pt x="2070" y="2310"/>
                    </a:lnTo>
                    <a:lnTo>
                      <a:pt x="2076" y="2304"/>
                    </a:lnTo>
                    <a:lnTo>
                      <a:pt x="2088" y="2298"/>
                    </a:lnTo>
                    <a:lnTo>
                      <a:pt x="2100" y="2310"/>
                    </a:lnTo>
                    <a:lnTo>
                      <a:pt x="2088" y="2322"/>
                    </a:lnTo>
                    <a:lnTo>
                      <a:pt x="2082" y="2334"/>
                    </a:lnTo>
                    <a:lnTo>
                      <a:pt x="2082" y="2346"/>
                    </a:lnTo>
                    <a:lnTo>
                      <a:pt x="2094" y="2352"/>
                    </a:lnTo>
                    <a:lnTo>
                      <a:pt x="2112" y="2358"/>
                    </a:lnTo>
                    <a:lnTo>
                      <a:pt x="2124" y="2358"/>
                    </a:lnTo>
                    <a:lnTo>
                      <a:pt x="2142" y="2376"/>
                    </a:lnTo>
                    <a:lnTo>
                      <a:pt x="2154" y="2376"/>
                    </a:lnTo>
                    <a:lnTo>
                      <a:pt x="2154" y="2370"/>
                    </a:lnTo>
                    <a:lnTo>
                      <a:pt x="2166" y="2358"/>
                    </a:lnTo>
                    <a:lnTo>
                      <a:pt x="2178" y="2358"/>
                    </a:lnTo>
                    <a:lnTo>
                      <a:pt x="2190" y="2364"/>
                    </a:lnTo>
                    <a:lnTo>
                      <a:pt x="2202" y="2376"/>
                    </a:lnTo>
                    <a:lnTo>
                      <a:pt x="2202" y="2382"/>
                    </a:lnTo>
                    <a:lnTo>
                      <a:pt x="2208" y="2388"/>
                    </a:lnTo>
                    <a:lnTo>
                      <a:pt x="2238" y="2388"/>
                    </a:lnTo>
                    <a:lnTo>
                      <a:pt x="2256" y="2406"/>
                    </a:lnTo>
                    <a:lnTo>
                      <a:pt x="2268" y="2406"/>
                    </a:lnTo>
                    <a:lnTo>
                      <a:pt x="2280" y="2394"/>
                    </a:lnTo>
                    <a:lnTo>
                      <a:pt x="2292" y="2388"/>
                    </a:lnTo>
                    <a:lnTo>
                      <a:pt x="2298" y="2382"/>
                    </a:lnTo>
                    <a:lnTo>
                      <a:pt x="2298" y="2400"/>
                    </a:lnTo>
                    <a:lnTo>
                      <a:pt x="2346" y="2394"/>
                    </a:lnTo>
                    <a:lnTo>
                      <a:pt x="2346" y="2400"/>
                    </a:lnTo>
                    <a:lnTo>
                      <a:pt x="2352" y="2400"/>
                    </a:lnTo>
                    <a:lnTo>
                      <a:pt x="2364" y="2406"/>
                    </a:lnTo>
                    <a:lnTo>
                      <a:pt x="2382" y="2406"/>
                    </a:lnTo>
                    <a:lnTo>
                      <a:pt x="2394" y="2394"/>
                    </a:lnTo>
                    <a:lnTo>
                      <a:pt x="2406" y="2388"/>
                    </a:lnTo>
                    <a:lnTo>
                      <a:pt x="2412" y="2376"/>
                    </a:lnTo>
                    <a:lnTo>
                      <a:pt x="2412" y="2370"/>
                    </a:lnTo>
                    <a:lnTo>
                      <a:pt x="2430" y="2370"/>
                    </a:lnTo>
                    <a:lnTo>
                      <a:pt x="2436" y="2376"/>
                    </a:lnTo>
                    <a:lnTo>
                      <a:pt x="2442" y="2376"/>
                    </a:lnTo>
                    <a:lnTo>
                      <a:pt x="2454" y="2364"/>
                    </a:lnTo>
                    <a:lnTo>
                      <a:pt x="2460" y="2352"/>
                    </a:lnTo>
                    <a:lnTo>
                      <a:pt x="2466" y="2346"/>
                    </a:lnTo>
                    <a:lnTo>
                      <a:pt x="2472" y="2346"/>
                    </a:lnTo>
                    <a:lnTo>
                      <a:pt x="2472" y="2352"/>
                    </a:lnTo>
                    <a:lnTo>
                      <a:pt x="2478" y="2358"/>
                    </a:lnTo>
                    <a:lnTo>
                      <a:pt x="2502" y="2352"/>
                    </a:lnTo>
                    <a:lnTo>
                      <a:pt x="2496" y="2346"/>
                    </a:lnTo>
                    <a:lnTo>
                      <a:pt x="2496" y="2334"/>
                    </a:lnTo>
                    <a:lnTo>
                      <a:pt x="2502" y="2328"/>
                    </a:lnTo>
                    <a:lnTo>
                      <a:pt x="2514" y="2322"/>
                    </a:lnTo>
                    <a:lnTo>
                      <a:pt x="2532" y="2340"/>
                    </a:lnTo>
                    <a:lnTo>
                      <a:pt x="2556" y="2340"/>
                    </a:lnTo>
                    <a:lnTo>
                      <a:pt x="2562" y="2346"/>
                    </a:lnTo>
                    <a:lnTo>
                      <a:pt x="2580" y="2346"/>
                    </a:lnTo>
                    <a:lnTo>
                      <a:pt x="2604" y="2358"/>
                    </a:lnTo>
                    <a:lnTo>
                      <a:pt x="2604" y="2370"/>
                    </a:lnTo>
                    <a:lnTo>
                      <a:pt x="2598" y="2382"/>
                    </a:lnTo>
                    <a:lnTo>
                      <a:pt x="2598" y="2388"/>
                    </a:lnTo>
                    <a:lnTo>
                      <a:pt x="2592" y="2400"/>
                    </a:lnTo>
                    <a:lnTo>
                      <a:pt x="2604" y="2412"/>
                    </a:lnTo>
                    <a:lnTo>
                      <a:pt x="2592" y="2436"/>
                    </a:lnTo>
                    <a:lnTo>
                      <a:pt x="2598" y="2436"/>
                    </a:lnTo>
                    <a:lnTo>
                      <a:pt x="2604" y="2430"/>
                    </a:lnTo>
                    <a:lnTo>
                      <a:pt x="2616" y="2424"/>
                    </a:lnTo>
                    <a:lnTo>
                      <a:pt x="2634" y="2418"/>
                    </a:lnTo>
                    <a:lnTo>
                      <a:pt x="2646" y="2412"/>
                    </a:lnTo>
                    <a:lnTo>
                      <a:pt x="2670" y="2412"/>
                    </a:lnTo>
                    <a:lnTo>
                      <a:pt x="2670" y="2424"/>
                    </a:lnTo>
                    <a:lnTo>
                      <a:pt x="2658" y="2430"/>
                    </a:lnTo>
                    <a:lnTo>
                      <a:pt x="2652" y="2436"/>
                    </a:lnTo>
                    <a:lnTo>
                      <a:pt x="2646" y="2436"/>
                    </a:lnTo>
                    <a:lnTo>
                      <a:pt x="2640" y="2442"/>
                    </a:lnTo>
                    <a:lnTo>
                      <a:pt x="2646" y="2448"/>
                    </a:lnTo>
                    <a:lnTo>
                      <a:pt x="2652" y="2448"/>
                    </a:lnTo>
                    <a:lnTo>
                      <a:pt x="2664" y="2460"/>
                    </a:lnTo>
                    <a:lnTo>
                      <a:pt x="2640" y="2484"/>
                    </a:lnTo>
                    <a:lnTo>
                      <a:pt x="2640" y="2490"/>
                    </a:lnTo>
                    <a:lnTo>
                      <a:pt x="2652" y="2490"/>
                    </a:lnTo>
                    <a:lnTo>
                      <a:pt x="2652" y="2502"/>
                    </a:lnTo>
                    <a:lnTo>
                      <a:pt x="2640" y="2514"/>
                    </a:lnTo>
                    <a:lnTo>
                      <a:pt x="2640" y="2526"/>
                    </a:lnTo>
                    <a:lnTo>
                      <a:pt x="2658" y="2526"/>
                    </a:lnTo>
                    <a:lnTo>
                      <a:pt x="2652" y="2544"/>
                    </a:lnTo>
                    <a:lnTo>
                      <a:pt x="2658" y="2544"/>
                    </a:lnTo>
                    <a:lnTo>
                      <a:pt x="2670" y="2550"/>
                    </a:lnTo>
                    <a:lnTo>
                      <a:pt x="2754" y="2550"/>
                    </a:lnTo>
                    <a:lnTo>
                      <a:pt x="2766" y="2556"/>
                    </a:lnTo>
                    <a:lnTo>
                      <a:pt x="2784" y="2568"/>
                    </a:lnTo>
                    <a:lnTo>
                      <a:pt x="2838" y="2568"/>
                    </a:lnTo>
                    <a:lnTo>
                      <a:pt x="2850" y="2574"/>
                    </a:lnTo>
                    <a:lnTo>
                      <a:pt x="2856" y="2580"/>
                    </a:lnTo>
                    <a:lnTo>
                      <a:pt x="2856" y="2610"/>
                    </a:lnTo>
                    <a:lnTo>
                      <a:pt x="2874" y="2610"/>
                    </a:lnTo>
                    <a:lnTo>
                      <a:pt x="2874" y="2628"/>
                    </a:lnTo>
                    <a:lnTo>
                      <a:pt x="2862" y="2640"/>
                    </a:lnTo>
                    <a:lnTo>
                      <a:pt x="2862" y="2652"/>
                    </a:lnTo>
                    <a:lnTo>
                      <a:pt x="2874" y="2664"/>
                    </a:lnTo>
                    <a:lnTo>
                      <a:pt x="2880" y="2664"/>
                    </a:lnTo>
                    <a:lnTo>
                      <a:pt x="2856" y="2658"/>
                    </a:lnTo>
                    <a:lnTo>
                      <a:pt x="2856" y="2670"/>
                    </a:lnTo>
                    <a:lnTo>
                      <a:pt x="2850" y="2676"/>
                    </a:lnTo>
                    <a:lnTo>
                      <a:pt x="2844" y="2688"/>
                    </a:lnTo>
                    <a:lnTo>
                      <a:pt x="2838" y="2694"/>
                    </a:lnTo>
                    <a:lnTo>
                      <a:pt x="2832" y="2688"/>
                    </a:lnTo>
                    <a:lnTo>
                      <a:pt x="2820" y="2682"/>
                    </a:lnTo>
                    <a:lnTo>
                      <a:pt x="2802" y="2670"/>
                    </a:lnTo>
                    <a:lnTo>
                      <a:pt x="2790" y="2664"/>
                    </a:lnTo>
                    <a:lnTo>
                      <a:pt x="2784" y="2652"/>
                    </a:lnTo>
                    <a:lnTo>
                      <a:pt x="2784" y="2628"/>
                    </a:lnTo>
                    <a:lnTo>
                      <a:pt x="2766" y="2622"/>
                    </a:lnTo>
                    <a:lnTo>
                      <a:pt x="2772" y="2640"/>
                    </a:lnTo>
                    <a:lnTo>
                      <a:pt x="2772" y="2646"/>
                    </a:lnTo>
                    <a:lnTo>
                      <a:pt x="2778" y="2652"/>
                    </a:lnTo>
                    <a:lnTo>
                      <a:pt x="2778" y="2664"/>
                    </a:lnTo>
                    <a:lnTo>
                      <a:pt x="2772" y="2676"/>
                    </a:lnTo>
                    <a:lnTo>
                      <a:pt x="2760" y="2688"/>
                    </a:lnTo>
                    <a:lnTo>
                      <a:pt x="2754" y="2700"/>
                    </a:lnTo>
                    <a:lnTo>
                      <a:pt x="2736" y="2706"/>
                    </a:lnTo>
                    <a:lnTo>
                      <a:pt x="2718" y="2724"/>
                    </a:lnTo>
                    <a:lnTo>
                      <a:pt x="2712" y="2742"/>
                    </a:lnTo>
                    <a:lnTo>
                      <a:pt x="2700" y="2760"/>
                    </a:lnTo>
                    <a:lnTo>
                      <a:pt x="2694" y="2778"/>
                    </a:lnTo>
                    <a:lnTo>
                      <a:pt x="2688" y="2784"/>
                    </a:lnTo>
                    <a:lnTo>
                      <a:pt x="2664" y="2796"/>
                    </a:lnTo>
                    <a:lnTo>
                      <a:pt x="2652" y="2796"/>
                    </a:lnTo>
                    <a:lnTo>
                      <a:pt x="2646" y="2790"/>
                    </a:lnTo>
                    <a:lnTo>
                      <a:pt x="2640" y="2802"/>
                    </a:lnTo>
                    <a:lnTo>
                      <a:pt x="2634" y="2808"/>
                    </a:lnTo>
                    <a:lnTo>
                      <a:pt x="2634" y="2832"/>
                    </a:lnTo>
                    <a:lnTo>
                      <a:pt x="2628" y="2838"/>
                    </a:lnTo>
                    <a:lnTo>
                      <a:pt x="2622" y="2838"/>
                    </a:lnTo>
                    <a:lnTo>
                      <a:pt x="2586" y="2856"/>
                    </a:lnTo>
                    <a:lnTo>
                      <a:pt x="2562" y="2880"/>
                    </a:lnTo>
                    <a:lnTo>
                      <a:pt x="2562" y="2886"/>
                    </a:lnTo>
                    <a:lnTo>
                      <a:pt x="2568" y="2886"/>
                    </a:lnTo>
                    <a:lnTo>
                      <a:pt x="2580" y="2880"/>
                    </a:lnTo>
                    <a:lnTo>
                      <a:pt x="2592" y="2880"/>
                    </a:lnTo>
                    <a:lnTo>
                      <a:pt x="2598" y="2886"/>
                    </a:lnTo>
                    <a:lnTo>
                      <a:pt x="2610" y="2880"/>
                    </a:lnTo>
                    <a:lnTo>
                      <a:pt x="2616" y="2868"/>
                    </a:lnTo>
                    <a:lnTo>
                      <a:pt x="2628" y="2862"/>
                    </a:lnTo>
                    <a:lnTo>
                      <a:pt x="2658" y="2862"/>
                    </a:lnTo>
                    <a:lnTo>
                      <a:pt x="2658" y="2856"/>
                    </a:lnTo>
                    <a:lnTo>
                      <a:pt x="2664" y="2844"/>
                    </a:lnTo>
                    <a:lnTo>
                      <a:pt x="2676" y="2838"/>
                    </a:lnTo>
                    <a:lnTo>
                      <a:pt x="2682" y="2832"/>
                    </a:lnTo>
                    <a:lnTo>
                      <a:pt x="2754" y="2832"/>
                    </a:lnTo>
                    <a:lnTo>
                      <a:pt x="2766" y="2838"/>
                    </a:lnTo>
                    <a:lnTo>
                      <a:pt x="2790" y="2820"/>
                    </a:lnTo>
                    <a:lnTo>
                      <a:pt x="2856" y="2820"/>
                    </a:lnTo>
                    <a:lnTo>
                      <a:pt x="2862" y="2814"/>
                    </a:lnTo>
                    <a:lnTo>
                      <a:pt x="2862" y="2790"/>
                    </a:lnTo>
                    <a:lnTo>
                      <a:pt x="2844" y="2796"/>
                    </a:lnTo>
                    <a:lnTo>
                      <a:pt x="2832" y="2796"/>
                    </a:lnTo>
                    <a:lnTo>
                      <a:pt x="2826" y="2790"/>
                    </a:lnTo>
                    <a:lnTo>
                      <a:pt x="2826" y="2784"/>
                    </a:lnTo>
                    <a:lnTo>
                      <a:pt x="2832" y="2772"/>
                    </a:lnTo>
                    <a:lnTo>
                      <a:pt x="2850" y="2754"/>
                    </a:lnTo>
                    <a:lnTo>
                      <a:pt x="2868" y="2742"/>
                    </a:lnTo>
                    <a:lnTo>
                      <a:pt x="2880" y="2736"/>
                    </a:lnTo>
                    <a:lnTo>
                      <a:pt x="2910" y="2736"/>
                    </a:lnTo>
                    <a:lnTo>
                      <a:pt x="2928" y="2730"/>
                    </a:lnTo>
                    <a:lnTo>
                      <a:pt x="2952" y="2730"/>
                    </a:lnTo>
                    <a:lnTo>
                      <a:pt x="2964" y="2724"/>
                    </a:lnTo>
                    <a:lnTo>
                      <a:pt x="2970" y="2724"/>
                    </a:lnTo>
                    <a:lnTo>
                      <a:pt x="2976" y="2718"/>
                    </a:lnTo>
                    <a:lnTo>
                      <a:pt x="2982" y="2718"/>
                    </a:lnTo>
                    <a:lnTo>
                      <a:pt x="2994" y="2724"/>
                    </a:lnTo>
                    <a:lnTo>
                      <a:pt x="3000" y="2724"/>
                    </a:lnTo>
                    <a:lnTo>
                      <a:pt x="3012" y="2730"/>
                    </a:lnTo>
                    <a:lnTo>
                      <a:pt x="3018" y="2736"/>
                    </a:lnTo>
                    <a:lnTo>
                      <a:pt x="3024" y="2736"/>
                    </a:lnTo>
                    <a:lnTo>
                      <a:pt x="3030" y="2730"/>
                    </a:lnTo>
                    <a:lnTo>
                      <a:pt x="3030" y="2712"/>
                    </a:lnTo>
                    <a:lnTo>
                      <a:pt x="3036" y="2706"/>
                    </a:lnTo>
                    <a:lnTo>
                      <a:pt x="3048" y="2700"/>
                    </a:lnTo>
                    <a:lnTo>
                      <a:pt x="3060" y="2700"/>
                    </a:lnTo>
                    <a:lnTo>
                      <a:pt x="3066" y="2706"/>
                    </a:lnTo>
                    <a:lnTo>
                      <a:pt x="3072" y="2706"/>
                    </a:lnTo>
                    <a:lnTo>
                      <a:pt x="3072" y="2700"/>
                    </a:lnTo>
                    <a:lnTo>
                      <a:pt x="3102" y="2700"/>
                    </a:lnTo>
                    <a:lnTo>
                      <a:pt x="3114" y="2688"/>
                    </a:lnTo>
                    <a:lnTo>
                      <a:pt x="3126" y="2682"/>
                    </a:lnTo>
                    <a:lnTo>
                      <a:pt x="3150" y="2658"/>
                    </a:lnTo>
                    <a:lnTo>
                      <a:pt x="3162" y="2652"/>
                    </a:lnTo>
                    <a:lnTo>
                      <a:pt x="3174" y="2640"/>
                    </a:lnTo>
                    <a:lnTo>
                      <a:pt x="3408" y="2640"/>
                    </a:lnTo>
                    <a:lnTo>
                      <a:pt x="3408" y="2634"/>
                    </a:lnTo>
                    <a:lnTo>
                      <a:pt x="3420" y="2622"/>
                    </a:lnTo>
                    <a:lnTo>
                      <a:pt x="3438" y="2622"/>
                    </a:lnTo>
                    <a:lnTo>
                      <a:pt x="3450" y="2616"/>
                    </a:lnTo>
                    <a:lnTo>
                      <a:pt x="3456" y="2616"/>
                    </a:lnTo>
                    <a:lnTo>
                      <a:pt x="3456" y="2610"/>
                    </a:lnTo>
                    <a:lnTo>
                      <a:pt x="3468" y="2598"/>
                    </a:lnTo>
                    <a:lnTo>
                      <a:pt x="3480" y="2592"/>
                    </a:lnTo>
                    <a:lnTo>
                      <a:pt x="3486" y="2586"/>
                    </a:lnTo>
                    <a:lnTo>
                      <a:pt x="3498" y="2586"/>
                    </a:lnTo>
                    <a:lnTo>
                      <a:pt x="3504" y="2592"/>
                    </a:lnTo>
                    <a:lnTo>
                      <a:pt x="3510" y="2592"/>
                    </a:lnTo>
                    <a:lnTo>
                      <a:pt x="3510" y="2568"/>
                    </a:lnTo>
                    <a:lnTo>
                      <a:pt x="3516" y="2556"/>
                    </a:lnTo>
                    <a:lnTo>
                      <a:pt x="3528" y="2544"/>
                    </a:lnTo>
                    <a:lnTo>
                      <a:pt x="3534" y="2544"/>
                    </a:lnTo>
                    <a:lnTo>
                      <a:pt x="3546" y="2532"/>
                    </a:lnTo>
                    <a:lnTo>
                      <a:pt x="3546" y="2508"/>
                    </a:lnTo>
                    <a:lnTo>
                      <a:pt x="3588" y="2484"/>
                    </a:lnTo>
                    <a:lnTo>
                      <a:pt x="3594" y="2472"/>
                    </a:lnTo>
                    <a:lnTo>
                      <a:pt x="3618" y="2448"/>
                    </a:lnTo>
                    <a:lnTo>
                      <a:pt x="3630" y="2448"/>
                    </a:lnTo>
                    <a:lnTo>
                      <a:pt x="3636" y="2454"/>
                    </a:lnTo>
                    <a:lnTo>
                      <a:pt x="3636" y="2460"/>
                    </a:lnTo>
                    <a:lnTo>
                      <a:pt x="3642" y="2466"/>
                    </a:lnTo>
                    <a:lnTo>
                      <a:pt x="3654" y="2466"/>
                    </a:lnTo>
                    <a:lnTo>
                      <a:pt x="3666" y="2460"/>
                    </a:lnTo>
                    <a:lnTo>
                      <a:pt x="3702" y="2460"/>
                    </a:lnTo>
                    <a:lnTo>
                      <a:pt x="3708" y="2466"/>
                    </a:lnTo>
                    <a:lnTo>
                      <a:pt x="3708" y="2472"/>
                    </a:lnTo>
                    <a:lnTo>
                      <a:pt x="3702" y="2496"/>
                    </a:lnTo>
                    <a:lnTo>
                      <a:pt x="3690" y="2520"/>
                    </a:lnTo>
                    <a:lnTo>
                      <a:pt x="3678" y="2550"/>
                    </a:lnTo>
                    <a:lnTo>
                      <a:pt x="3666" y="2574"/>
                    </a:lnTo>
                    <a:lnTo>
                      <a:pt x="3666" y="2586"/>
                    </a:lnTo>
                    <a:lnTo>
                      <a:pt x="3672" y="2592"/>
                    </a:lnTo>
                    <a:lnTo>
                      <a:pt x="3678" y="2592"/>
                    </a:lnTo>
                    <a:lnTo>
                      <a:pt x="3684" y="2598"/>
                    </a:lnTo>
                    <a:lnTo>
                      <a:pt x="3672" y="2610"/>
                    </a:lnTo>
                    <a:lnTo>
                      <a:pt x="3666" y="2622"/>
                    </a:lnTo>
                    <a:lnTo>
                      <a:pt x="3666" y="2628"/>
                    </a:lnTo>
                    <a:lnTo>
                      <a:pt x="3690" y="2628"/>
                    </a:lnTo>
                    <a:lnTo>
                      <a:pt x="3690" y="2634"/>
                    </a:lnTo>
                    <a:lnTo>
                      <a:pt x="3696" y="2640"/>
                    </a:lnTo>
                    <a:lnTo>
                      <a:pt x="3714" y="2640"/>
                    </a:lnTo>
                    <a:lnTo>
                      <a:pt x="3750" y="2622"/>
                    </a:lnTo>
                    <a:lnTo>
                      <a:pt x="3768" y="2604"/>
                    </a:lnTo>
                    <a:lnTo>
                      <a:pt x="3780" y="2622"/>
                    </a:lnTo>
                    <a:lnTo>
                      <a:pt x="3786" y="2622"/>
                    </a:lnTo>
                    <a:lnTo>
                      <a:pt x="3792" y="2616"/>
                    </a:lnTo>
                    <a:lnTo>
                      <a:pt x="3816" y="2604"/>
                    </a:lnTo>
                    <a:lnTo>
                      <a:pt x="3828" y="2604"/>
                    </a:lnTo>
                    <a:lnTo>
                      <a:pt x="3840" y="2592"/>
                    </a:lnTo>
                    <a:lnTo>
                      <a:pt x="3852" y="2592"/>
                    </a:lnTo>
                    <a:lnTo>
                      <a:pt x="3864" y="2580"/>
                    </a:lnTo>
                    <a:lnTo>
                      <a:pt x="3870" y="2580"/>
                    </a:lnTo>
                    <a:lnTo>
                      <a:pt x="3888" y="2586"/>
                    </a:lnTo>
                    <a:lnTo>
                      <a:pt x="3846" y="2616"/>
                    </a:lnTo>
                    <a:lnTo>
                      <a:pt x="3936" y="2610"/>
                    </a:lnTo>
                    <a:lnTo>
                      <a:pt x="3918" y="2610"/>
                    </a:lnTo>
                    <a:lnTo>
                      <a:pt x="3906" y="2616"/>
                    </a:lnTo>
                    <a:lnTo>
                      <a:pt x="3894" y="2616"/>
                    </a:lnTo>
                    <a:lnTo>
                      <a:pt x="3888" y="2622"/>
                    </a:lnTo>
                    <a:lnTo>
                      <a:pt x="3888" y="2634"/>
                    </a:lnTo>
                    <a:lnTo>
                      <a:pt x="3882" y="2640"/>
                    </a:lnTo>
                    <a:lnTo>
                      <a:pt x="3876" y="2640"/>
                    </a:lnTo>
                    <a:lnTo>
                      <a:pt x="3870" y="2634"/>
                    </a:lnTo>
                    <a:lnTo>
                      <a:pt x="3864" y="2634"/>
                    </a:lnTo>
                    <a:lnTo>
                      <a:pt x="3852" y="2628"/>
                    </a:lnTo>
                    <a:lnTo>
                      <a:pt x="3846" y="2628"/>
                    </a:lnTo>
                    <a:lnTo>
                      <a:pt x="3828" y="2634"/>
                    </a:lnTo>
                    <a:lnTo>
                      <a:pt x="3738" y="2688"/>
                    </a:lnTo>
                    <a:lnTo>
                      <a:pt x="3726" y="2700"/>
                    </a:lnTo>
                    <a:lnTo>
                      <a:pt x="3720" y="2712"/>
                    </a:lnTo>
                    <a:lnTo>
                      <a:pt x="3720" y="2748"/>
                    </a:lnTo>
                    <a:lnTo>
                      <a:pt x="3726" y="2748"/>
                    </a:lnTo>
                    <a:lnTo>
                      <a:pt x="3732" y="2742"/>
                    </a:lnTo>
                    <a:lnTo>
                      <a:pt x="3738" y="2742"/>
                    </a:lnTo>
                    <a:lnTo>
                      <a:pt x="3738" y="2754"/>
                    </a:lnTo>
                    <a:lnTo>
                      <a:pt x="3744" y="2760"/>
                    </a:lnTo>
                    <a:lnTo>
                      <a:pt x="3756" y="2760"/>
                    </a:lnTo>
                    <a:lnTo>
                      <a:pt x="3762" y="2754"/>
                    </a:lnTo>
                    <a:lnTo>
                      <a:pt x="3768" y="2742"/>
                    </a:lnTo>
                    <a:lnTo>
                      <a:pt x="3774" y="2736"/>
                    </a:lnTo>
                    <a:lnTo>
                      <a:pt x="3786" y="2736"/>
                    </a:lnTo>
                    <a:lnTo>
                      <a:pt x="3804" y="2730"/>
                    </a:lnTo>
                    <a:lnTo>
                      <a:pt x="3816" y="2724"/>
                    </a:lnTo>
                    <a:lnTo>
                      <a:pt x="3834" y="2718"/>
                    </a:lnTo>
                    <a:lnTo>
                      <a:pt x="3846" y="2706"/>
                    </a:lnTo>
                    <a:lnTo>
                      <a:pt x="3852" y="2694"/>
                    </a:lnTo>
                    <a:lnTo>
                      <a:pt x="3870" y="2676"/>
                    </a:lnTo>
                    <a:lnTo>
                      <a:pt x="3876" y="2664"/>
                    </a:lnTo>
                    <a:lnTo>
                      <a:pt x="3876" y="2670"/>
                    </a:lnTo>
                    <a:lnTo>
                      <a:pt x="3882" y="2682"/>
                    </a:lnTo>
                    <a:lnTo>
                      <a:pt x="3888" y="2688"/>
                    </a:lnTo>
                    <a:lnTo>
                      <a:pt x="3894" y="2688"/>
                    </a:lnTo>
                    <a:lnTo>
                      <a:pt x="3930" y="2676"/>
                    </a:lnTo>
                    <a:lnTo>
                      <a:pt x="3954" y="2664"/>
                    </a:lnTo>
                    <a:lnTo>
                      <a:pt x="3972" y="2658"/>
                    </a:lnTo>
                    <a:lnTo>
                      <a:pt x="3984" y="2652"/>
                    </a:lnTo>
                    <a:lnTo>
                      <a:pt x="4008" y="2646"/>
                    </a:lnTo>
                    <a:lnTo>
                      <a:pt x="4068" y="2634"/>
                    </a:lnTo>
                    <a:lnTo>
                      <a:pt x="4080" y="2628"/>
                    </a:lnTo>
                    <a:lnTo>
                      <a:pt x="4068" y="2616"/>
                    </a:lnTo>
                    <a:lnTo>
                      <a:pt x="4074" y="2598"/>
                    </a:lnTo>
                    <a:lnTo>
                      <a:pt x="4038" y="2604"/>
                    </a:lnTo>
                    <a:lnTo>
                      <a:pt x="4038" y="2580"/>
                    </a:lnTo>
                    <a:lnTo>
                      <a:pt x="4026" y="2586"/>
                    </a:lnTo>
                    <a:lnTo>
                      <a:pt x="4020" y="2586"/>
                    </a:lnTo>
                    <a:lnTo>
                      <a:pt x="4008" y="2592"/>
                    </a:lnTo>
                    <a:lnTo>
                      <a:pt x="4002" y="2598"/>
                    </a:lnTo>
                    <a:lnTo>
                      <a:pt x="3990" y="2598"/>
                    </a:lnTo>
                    <a:lnTo>
                      <a:pt x="3990" y="2580"/>
                    </a:lnTo>
                    <a:lnTo>
                      <a:pt x="3930" y="2580"/>
                    </a:lnTo>
                    <a:lnTo>
                      <a:pt x="3924" y="2574"/>
                    </a:lnTo>
                    <a:lnTo>
                      <a:pt x="3924" y="2568"/>
                    </a:lnTo>
                    <a:lnTo>
                      <a:pt x="3918" y="2562"/>
                    </a:lnTo>
                    <a:lnTo>
                      <a:pt x="3918" y="2556"/>
                    </a:lnTo>
                    <a:lnTo>
                      <a:pt x="3930" y="2556"/>
                    </a:lnTo>
                    <a:lnTo>
                      <a:pt x="3918" y="2544"/>
                    </a:lnTo>
                    <a:lnTo>
                      <a:pt x="3888" y="2544"/>
                    </a:lnTo>
                    <a:lnTo>
                      <a:pt x="3882" y="2532"/>
                    </a:lnTo>
                    <a:lnTo>
                      <a:pt x="3882" y="2526"/>
                    </a:lnTo>
                    <a:lnTo>
                      <a:pt x="3876" y="2514"/>
                    </a:lnTo>
                    <a:lnTo>
                      <a:pt x="3876" y="2502"/>
                    </a:lnTo>
                    <a:lnTo>
                      <a:pt x="3894" y="2484"/>
                    </a:lnTo>
                    <a:lnTo>
                      <a:pt x="3870" y="2484"/>
                    </a:lnTo>
                    <a:lnTo>
                      <a:pt x="3876" y="2478"/>
                    </a:lnTo>
                    <a:lnTo>
                      <a:pt x="3888" y="2472"/>
                    </a:lnTo>
                    <a:lnTo>
                      <a:pt x="3894" y="2460"/>
                    </a:lnTo>
                    <a:lnTo>
                      <a:pt x="3906" y="2454"/>
                    </a:lnTo>
                    <a:lnTo>
                      <a:pt x="3918" y="2442"/>
                    </a:lnTo>
                    <a:lnTo>
                      <a:pt x="3924" y="2430"/>
                    </a:lnTo>
                    <a:lnTo>
                      <a:pt x="3936" y="2424"/>
                    </a:lnTo>
                    <a:lnTo>
                      <a:pt x="3942" y="2412"/>
                    </a:lnTo>
                    <a:lnTo>
                      <a:pt x="3948" y="2406"/>
                    </a:lnTo>
                    <a:lnTo>
                      <a:pt x="3936" y="2400"/>
                    </a:lnTo>
                    <a:lnTo>
                      <a:pt x="3912" y="2430"/>
                    </a:lnTo>
                    <a:lnTo>
                      <a:pt x="3894" y="2418"/>
                    </a:lnTo>
                    <a:lnTo>
                      <a:pt x="3864" y="2436"/>
                    </a:lnTo>
                    <a:lnTo>
                      <a:pt x="3858" y="2418"/>
                    </a:lnTo>
                    <a:lnTo>
                      <a:pt x="3828" y="2406"/>
                    </a:lnTo>
                    <a:lnTo>
                      <a:pt x="3810" y="2412"/>
                    </a:lnTo>
                    <a:lnTo>
                      <a:pt x="3864" y="2394"/>
                    </a:lnTo>
                    <a:lnTo>
                      <a:pt x="3870" y="2400"/>
                    </a:lnTo>
                    <a:lnTo>
                      <a:pt x="3882" y="2406"/>
                    </a:lnTo>
                    <a:lnTo>
                      <a:pt x="3900" y="2406"/>
                    </a:lnTo>
                    <a:lnTo>
                      <a:pt x="3918" y="2388"/>
                    </a:lnTo>
                    <a:lnTo>
                      <a:pt x="3930" y="2382"/>
                    </a:lnTo>
                    <a:lnTo>
                      <a:pt x="3936" y="2376"/>
                    </a:lnTo>
                    <a:lnTo>
                      <a:pt x="3978" y="2376"/>
                    </a:lnTo>
                    <a:lnTo>
                      <a:pt x="3978" y="2364"/>
                    </a:lnTo>
                    <a:lnTo>
                      <a:pt x="3972" y="2358"/>
                    </a:lnTo>
                    <a:lnTo>
                      <a:pt x="3966" y="2346"/>
                    </a:lnTo>
                    <a:lnTo>
                      <a:pt x="3990" y="2346"/>
                    </a:lnTo>
                    <a:lnTo>
                      <a:pt x="3978" y="2334"/>
                    </a:lnTo>
                    <a:lnTo>
                      <a:pt x="3972" y="2322"/>
                    </a:lnTo>
                    <a:lnTo>
                      <a:pt x="3960" y="2316"/>
                    </a:lnTo>
                    <a:lnTo>
                      <a:pt x="3942" y="2310"/>
                    </a:lnTo>
                    <a:lnTo>
                      <a:pt x="3918" y="2310"/>
                    </a:lnTo>
                    <a:lnTo>
                      <a:pt x="3852" y="2316"/>
                    </a:lnTo>
                    <a:lnTo>
                      <a:pt x="3792" y="2334"/>
                    </a:lnTo>
                    <a:lnTo>
                      <a:pt x="3744" y="2352"/>
                    </a:lnTo>
                    <a:lnTo>
                      <a:pt x="3684" y="2376"/>
                    </a:lnTo>
                    <a:lnTo>
                      <a:pt x="3660" y="2388"/>
                    </a:lnTo>
                    <a:lnTo>
                      <a:pt x="3642" y="2400"/>
                    </a:lnTo>
                    <a:lnTo>
                      <a:pt x="3624" y="2418"/>
                    </a:lnTo>
                    <a:lnTo>
                      <a:pt x="3606" y="2430"/>
                    </a:lnTo>
                    <a:lnTo>
                      <a:pt x="3594" y="2442"/>
                    </a:lnTo>
                    <a:lnTo>
                      <a:pt x="3576" y="2454"/>
                    </a:lnTo>
                    <a:lnTo>
                      <a:pt x="3564" y="2466"/>
                    </a:lnTo>
                    <a:lnTo>
                      <a:pt x="3528" y="2484"/>
                    </a:lnTo>
                    <a:lnTo>
                      <a:pt x="3516" y="2484"/>
                    </a:lnTo>
                    <a:lnTo>
                      <a:pt x="3498" y="2490"/>
                    </a:lnTo>
                    <a:lnTo>
                      <a:pt x="3486" y="2490"/>
                    </a:lnTo>
                    <a:lnTo>
                      <a:pt x="3492" y="2490"/>
                    </a:lnTo>
                    <a:lnTo>
                      <a:pt x="3498" y="2484"/>
                    </a:lnTo>
                    <a:lnTo>
                      <a:pt x="3510" y="2478"/>
                    </a:lnTo>
                    <a:lnTo>
                      <a:pt x="3522" y="2466"/>
                    </a:lnTo>
                    <a:lnTo>
                      <a:pt x="3540" y="2460"/>
                    </a:lnTo>
                    <a:lnTo>
                      <a:pt x="3552" y="2448"/>
                    </a:lnTo>
                    <a:lnTo>
                      <a:pt x="3576" y="2436"/>
                    </a:lnTo>
                    <a:lnTo>
                      <a:pt x="3600" y="2412"/>
                    </a:lnTo>
                    <a:lnTo>
                      <a:pt x="3606" y="2400"/>
                    </a:lnTo>
                    <a:lnTo>
                      <a:pt x="3582" y="2388"/>
                    </a:lnTo>
                    <a:lnTo>
                      <a:pt x="3588" y="2388"/>
                    </a:lnTo>
                    <a:lnTo>
                      <a:pt x="3594" y="2394"/>
                    </a:lnTo>
                    <a:lnTo>
                      <a:pt x="3624" y="2394"/>
                    </a:lnTo>
                    <a:lnTo>
                      <a:pt x="3642" y="2382"/>
                    </a:lnTo>
                    <a:lnTo>
                      <a:pt x="3702" y="2334"/>
                    </a:lnTo>
                    <a:lnTo>
                      <a:pt x="3750" y="2310"/>
                    </a:lnTo>
                    <a:lnTo>
                      <a:pt x="3768" y="2304"/>
                    </a:lnTo>
                    <a:lnTo>
                      <a:pt x="3804" y="2304"/>
                    </a:lnTo>
                    <a:lnTo>
                      <a:pt x="3852" y="2256"/>
                    </a:lnTo>
                    <a:lnTo>
                      <a:pt x="3870" y="2244"/>
                    </a:lnTo>
                    <a:lnTo>
                      <a:pt x="3888" y="2238"/>
                    </a:lnTo>
                    <a:lnTo>
                      <a:pt x="3936" y="2232"/>
                    </a:lnTo>
                    <a:lnTo>
                      <a:pt x="3990" y="2232"/>
                    </a:lnTo>
                    <a:lnTo>
                      <a:pt x="4044" y="2226"/>
                    </a:lnTo>
                    <a:lnTo>
                      <a:pt x="4074" y="2226"/>
                    </a:lnTo>
                    <a:lnTo>
                      <a:pt x="4104" y="2232"/>
                    </a:lnTo>
                    <a:lnTo>
                      <a:pt x="4176" y="2244"/>
                    </a:lnTo>
                    <a:lnTo>
                      <a:pt x="4200" y="2250"/>
                    </a:lnTo>
                    <a:lnTo>
                      <a:pt x="4212" y="2244"/>
                    </a:lnTo>
                    <a:lnTo>
                      <a:pt x="4248" y="2232"/>
                    </a:lnTo>
                    <a:lnTo>
                      <a:pt x="4260" y="2226"/>
                    </a:lnTo>
                    <a:lnTo>
                      <a:pt x="4278" y="2226"/>
                    </a:lnTo>
                    <a:lnTo>
                      <a:pt x="4296" y="2220"/>
                    </a:lnTo>
                    <a:lnTo>
                      <a:pt x="4320" y="2214"/>
                    </a:lnTo>
                    <a:lnTo>
                      <a:pt x="4338" y="2208"/>
                    </a:lnTo>
                    <a:lnTo>
                      <a:pt x="4374" y="2172"/>
                    </a:lnTo>
                    <a:lnTo>
                      <a:pt x="4392" y="2166"/>
                    </a:lnTo>
                    <a:lnTo>
                      <a:pt x="4404" y="2154"/>
                    </a:lnTo>
                    <a:lnTo>
                      <a:pt x="4410" y="2154"/>
                    </a:lnTo>
                    <a:lnTo>
                      <a:pt x="4422" y="2148"/>
                    </a:lnTo>
                    <a:lnTo>
                      <a:pt x="4452" y="2148"/>
                    </a:lnTo>
                    <a:lnTo>
                      <a:pt x="4458" y="2142"/>
                    </a:lnTo>
                    <a:lnTo>
                      <a:pt x="4470" y="2136"/>
                    </a:lnTo>
                    <a:lnTo>
                      <a:pt x="4476" y="2130"/>
                    </a:lnTo>
                    <a:lnTo>
                      <a:pt x="4494" y="2130"/>
                    </a:lnTo>
                    <a:lnTo>
                      <a:pt x="4500" y="2136"/>
                    </a:lnTo>
                    <a:lnTo>
                      <a:pt x="4518" y="2136"/>
                    </a:lnTo>
                    <a:lnTo>
                      <a:pt x="4530" y="2130"/>
                    </a:lnTo>
                    <a:lnTo>
                      <a:pt x="4536" y="2130"/>
                    </a:lnTo>
                    <a:lnTo>
                      <a:pt x="4542" y="2124"/>
                    </a:lnTo>
                    <a:lnTo>
                      <a:pt x="4596" y="2106"/>
                    </a:lnTo>
                    <a:lnTo>
                      <a:pt x="4620" y="2094"/>
                    </a:lnTo>
                    <a:lnTo>
                      <a:pt x="4620" y="2088"/>
                    </a:lnTo>
                    <a:lnTo>
                      <a:pt x="4614" y="2076"/>
                    </a:lnTo>
                    <a:lnTo>
                      <a:pt x="4602" y="2070"/>
                    </a:lnTo>
                    <a:lnTo>
                      <a:pt x="4584" y="2052"/>
                    </a:lnTo>
                    <a:lnTo>
                      <a:pt x="4578" y="2052"/>
                    </a:lnTo>
                    <a:lnTo>
                      <a:pt x="4602" y="2052"/>
                    </a:lnTo>
                    <a:lnTo>
                      <a:pt x="4614" y="2046"/>
                    </a:lnTo>
                    <a:lnTo>
                      <a:pt x="4614" y="2028"/>
                    </a:lnTo>
                    <a:lnTo>
                      <a:pt x="4608" y="2022"/>
                    </a:lnTo>
                    <a:lnTo>
                      <a:pt x="4608" y="2010"/>
                    </a:lnTo>
                    <a:lnTo>
                      <a:pt x="4632" y="2010"/>
                    </a:lnTo>
                    <a:lnTo>
                      <a:pt x="4644" y="1998"/>
                    </a:lnTo>
                    <a:lnTo>
                      <a:pt x="4644" y="1992"/>
                    </a:lnTo>
                    <a:lnTo>
                      <a:pt x="4632" y="1980"/>
                    </a:lnTo>
                    <a:lnTo>
                      <a:pt x="4626" y="1968"/>
                    </a:lnTo>
                    <a:lnTo>
                      <a:pt x="4608" y="1962"/>
                    </a:lnTo>
                    <a:lnTo>
                      <a:pt x="4602" y="1956"/>
                    </a:lnTo>
                    <a:lnTo>
                      <a:pt x="4590" y="196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4" name="Cameroon" descr="© INSCALE GmbH, 05.05.2010&#10;http://www.presentationload.com/">
                <a:extLst>
                  <a:ext uri="{FF2B5EF4-FFF2-40B4-BE49-F238E27FC236}">
                    <a16:creationId xmlns:a16="http://schemas.microsoft.com/office/drawing/2014/main" id="{AFDD6E46-3498-3308-71A2-93198F444CDC}"/>
                  </a:ext>
                </a:extLst>
              </p:cNvPr>
              <p:cNvSpPr>
                <a:spLocks/>
              </p:cNvSpPr>
              <p:nvPr/>
            </p:nvSpPr>
            <p:spPr bwMode="gray">
              <a:xfrm>
                <a:off x="4465160" y="2816755"/>
                <a:ext cx="207532" cy="351324"/>
              </a:xfrm>
              <a:custGeom>
                <a:avLst/>
                <a:gdLst>
                  <a:gd name="T0" fmla="*/ 2147483647 w 546"/>
                  <a:gd name="T1" fmla="*/ 0 h 924"/>
                  <a:gd name="T2" fmla="*/ 2147483647 w 546"/>
                  <a:gd name="T3" fmla="*/ 2147483647 h 924"/>
                  <a:gd name="T4" fmla="*/ 2147483647 w 546"/>
                  <a:gd name="T5" fmla="*/ 2147483647 h 924"/>
                  <a:gd name="T6" fmla="*/ 2147483647 w 546"/>
                  <a:gd name="T7" fmla="*/ 2147483647 h 924"/>
                  <a:gd name="T8" fmla="*/ 2147483647 w 546"/>
                  <a:gd name="T9" fmla="*/ 2147483647 h 924"/>
                  <a:gd name="T10" fmla="*/ 2147483647 w 546"/>
                  <a:gd name="T11" fmla="*/ 2147483647 h 924"/>
                  <a:gd name="T12" fmla="*/ 2147483647 w 546"/>
                  <a:gd name="T13" fmla="*/ 2147483647 h 924"/>
                  <a:gd name="T14" fmla="*/ 2147483647 w 546"/>
                  <a:gd name="T15" fmla="*/ 2147483647 h 924"/>
                  <a:gd name="T16" fmla="*/ 2147483647 w 546"/>
                  <a:gd name="T17" fmla="*/ 2147483647 h 924"/>
                  <a:gd name="T18" fmla="*/ 2147483647 w 546"/>
                  <a:gd name="T19" fmla="*/ 2147483647 h 924"/>
                  <a:gd name="T20" fmla="*/ 2147483647 w 546"/>
                  <a:gd name="T21" fmla="*/ 2147483647 h 924"/>
                  <a:gd name="T22" fmla="*/ 2147483647 w 546"/>
                  <a:gd name="T23" fmla="*/ 2147483647 h 924"/>
                  <a:gd name="T24" fmla="*/ 2147483647 w 546"/>
                  <a:gd name="T25" fmla="*/ 2147483647 h 924"/>
                  <a:gd name="T26" fmla="*/ 2147483647 w 546"/>
                  <a:gd name="T27" fmla="*/ 2147483647 h 924"/>
                  <a:gd name="T28" fmla="*/ 2147483647 w 546"/>
                  <a:gd name="T29" fmla="*/ 2147483647 h 924"/>
                  <a:gd name="T30" fmla="*/ 2147483647 w 546"/>
                  <a:gd name="T31" fmla="*/ 2147483647 h 924"/>
                  <a:gd name="T32" fmla="*/ 2147483647 w 546"/>
                  <a:gd name="T33" fmla="*/ 2147483647 h 924"/>
                  <a:gd name="T34" fmla="*/ 2147483647 w 546"/>
                  <a:gd name="T35" fmla="*/ 2147483647 h 924"/>
                  <a:gd name="T36" fmla="*/ 2147483647 w 546"/>
                  <a:gd name="T37" fmla="*/ 2147483647 h 924"/>
                  <a:gd name="T38" fmla="*/ 2147483647 w 546"/>
                  <a:gd name="T39" fmla="*/ 2147483647 h 924"/>
                  <a:gd name="T40" fmla="*/ 2147483647 w 546"/>
                  <a:gd name="T41" fmla="*/ 2147483647 h 924"/>
                  <a:gd name="T42" fmla="*/ 2147483647 w 546"/>
                  <a:gd name="T43" fmla="*/ 2147483647 h 924"/>
                  <a:gd name="T44" fmla="*/ 2147483647 w 546"/>
                  <a:gd name="T45" fmla="*/ 2147483647 h 924"/>
                  <a:gd name="T46" fmla="*/ 2147483647 w 546"/>
                  <a:gd name="T47" fmla="*/ 2147483647 h 924"/>
                  <a:gd name="T48" fmla="*/ 2147483647 w 546"/>
                  <a:gd name="T49" fmla="*/ 2147483647 h 924"/>
                  <a:gd name="T50" fmla="*/ 2147483647 w 546"/>
                  <a:gd name="T51" fmla="*/ 2147483647 h 924"/>
                  <a:gd name="T52" fmla="*/ 2147483647 w 546"/>
                  <a:gd name="T53" fmla="*/ 2147483647 h 924"/>
                  <a:gd name="T54" fmla="*/ 2147483647 w 546"/>
                  <a:gd name="T55" fmla="*/ 2147483647 h 924"/>
                  <a:gd name="T56" fmla="*/ 2147483647 w 546"/>
                  <a:gd name="T57" fmla="*/ 2147483647 h 924"/>
                  <a:gd name="T58" fmla="*/ 2147483647 w 546"/>
                  <a:gd name="T59" fmla="*/ 2147483647 h 924"/>
                  <a:gd name="T60" fmla="*/ 2147483647 w 546"/>
                  <a:gd name="T61" fmla="*/ 2147483647 h 924"/>
                  <a:gd name="T62" fmla="*/ 2147483647 w 546"/>
                  <a:gd name="T63" fmla="*/ 2147483647 h 924"/>
                  <a:gd name="T64" fmla="*/ 2147483647 w 546"/>
                  <a:gd name="T65" fmla="*/ 2147483647 h 924"/>
                  <a:gd name="T66" fmla="*/ 2147483647 w 546"/>
                  <a:gd name="T67" fmla="*/ 2147483647 h 924"/>
                  <a:gd name="T68" fmla="*/ 2147483647 w 546"/>
                  <a:gd name="T69" fmla="*/ 2147483647 h 924"/>
                  <a:gd name="T70" fmla="*/ 2147483647 w 546"/>
                  <a:gd name="T71" fmla="*/ 2147483647 h 924"/>
                  <a:gd name="T72" fmla="*/ 2147483647 w 546"/>
                  <a:gd name="T73" fmla="*/ 2147483647 h 924"/>
                  <a:gd name="T74" fmla="*/ 2147483647 w 546"/>
                  <a:gd name="T75" fmla="*/ 2147483647 h 924"/>
                  <a:gd name="T76" fmla="*/ 2147483647 w 546"/>
                  <a:gd name="T77" fmla="*/ 2147483647 h 924"/>
                  <a:gd name="T78" fmla="*/ 2147483647 w 546"/>
                  <a:gd name="T79" fmla="*/ 2147483647 h 924"/>
                  <a:gd name="T80" fmla="*/ 2147483647 w 546"/>
                  <a:gd name="T81" fmla="*/ 2147483647 h 924"/>
                  <a:gd name="T82" fmla="*/ 2147483647 w 546"/>
                  <a:gd name="T83" fmla="*/ 2147483647 h 924"/>
                  <a:gd name="T84" fmla="*/ 2147483647 w 546"/>
                  <a:gd name="T85" fmla="*/ 2147483647 h 924"/>
                  <a:gd name="T86" fmla="*/ 2147483647 w 546"/>
                  <a:gd name="T87" fmla="*/ 2147483647 h 924"/>
                  <a:gd name="T88" fmla="*/ 2147483647 w 546"/>
                  <a:gd name="T89" fmla="*/ 2147483647 h 924"/>
                  <a:gd name="T90" fmla="*/ 2147483647 w 546"/>
                  <a:gd name="T91" fmla="*/ 2147483647 h 924"/>
                  <a:gd name="T92" fmla="*/ 2147483647 w 546"/>
                  <a:gd name="T93" fmla="*/ 2147483647 h 924"/>
                  <a:gd name="T94" fmla="*/ 2147483647 w 546"/>
                  <a:gd name="T95" fmla="*/ 2147483647 h 924"/>
                  <a:gd name="T96" fmla="*/ 2147483647 w 546"/>
                  <a:gd name="T97" fmla="*/ 2147483647 h 924"/>
                  <a:gd name="T98" fmla="*/ 2147483647 w 546"/>
                  <a:gd name="T99" fmla="*/ 2147483647 h 924"/>
                  <a:gd name="T100" fmla="*/ 2147483647 w 546"/>
                  <a:gd name="T101" fmla="*/ 2147483647 h 924"/>
                  <a:gd name="T102" fmla="*/ 2147483647 w 546"/>
                  <a:gd name="T103" fmla="*/ 2147483647 h 924"/>
                  <a:gd name="T104" fmla="*/ 2147483647 w 546"/>
                  <a:gd name="T105" fmla="*/ 2147483647 h 924"/>
                  <a:gd name="T106" fmla="*/ 2147483647 w 546"/>
                  <a:gd name="T107" fmla="*/ 2147483647 h 924"/>
                  <a:gd name="T108" fmla="*/ 2147483647 w 546"/>
                  <a:gd name="T109" fmla="*/ 2147483647 h 924"/>
                  <a:gd name="T110" fmla="*/ 2147483647 w 546"/>
                  <a:gd name="T111" fmla="*/ 2147483647 h 924"/>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46"/>
                  <a:gd name="T169" fmla="*/ 0 h 924"/>
                  <a:gd name="T170" fmla="*/ 546 w 546"/>
                  <a:gd name="T171" fmla="*/ 924 h 924"/>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46" h="924">
                    <a:moveTo>
                      <a:pt x="420" y="30"/>
                    </a:moveTo>
                    <a:lnTo>
                      <a:pt x="414" y="18"/>
                    </a:lnTo>
                    <a:lnTo>
                      <a:pt x="414" y="0"/>
                    </a:lnTo>
                    <a:lnTo>
                      <a:pt x="390" y="6"/>
                    </a:lnTo>
                    <a:lnTo>
                      <a:pt x="390" y="54"/>
                    </a:lnTo>
                    <a:lnTo>
                      <a:pt x="396" y="60"/>
                    </a:lnTo>
                    <a:lnTo>
                      <a:pt x="396" y="66"/>
                    </a:lnTo>
                    <a:lnTo>
                      <a:pt x="426" y="66"/>
                    </a:lnTo>
                    <a:lnTo>
                      <a:pt x="426" y="96"/>
                    </a:lnTo>
                    <a:lnTo>
                      <a:pt x="420" y="102"/>
                    </a:lnTo>
                    <a:lnTo>
                      <a:pt x="420" y="108"/>
                    </a:lnTo>
                    <a:lnTo>
                      <a:pt x="426" y="114"/>
                    </a:lnTo>
                    <a:lnTo>
                      <a:pt x="426" y="126"/>
                    </a:lnTo>
                    <a:lnTo>
                      <a:pt x="408" y="144"/>
                    </a:lnTo>
                    <a:lnTo>
                      <a:pt x="396" y="150"/>
                    </a:lnTo>
                    <a:lnTo>
                      <a:pt x="384" y="150"/>
                    </a:lnTo>
                    <a:lnTo>
                      <a:pt x="384" y="156"/>
                    </a:lnTo>
                    <a:lnTo>
                      <a:pt x="378" y="162"/>
                    </a:lnTo>
                    <a:lnTo>
                      <a:pt x="378" y="168"/>
                    </a:lnTo>
                    <a:lnTo>
                      <a:pt x="372" y="174"/>
                    </a:lnTo>
                    <a:lnTo>
                      <a:pt x="372" y="180"/>
                    </a:lnTo>
                    <a:lnTo>
                      <a:pt x="360" y="192"/>
                    </a:lnTo>
                    <a:lnTo>
                      <a:pt x="354" y="204"/>
                    </a:lnTo>
                    <a:lnTo>
                      <a:pt x="348" y="234"/>
                    </a:lnTo>
                    <a:lnTo>
                      <a:pt x="342" y="240"/>
                    </a:lnTo>
                    <a:lnTo>
                      <a:pt x="342" y="270"/>
                    </a:lnTo>
                    <a:lnTo>
                      <a:pt x="336" y="288"/>
                    </a:lnTo>
                    <a:lnTo>
                      <a:pt x="330" y="294"/>
                    </a:lnTo>
                    <a:lnTo>
                      <a:pt x="312" y="294"/>
                    </a:lnTo>
                    <a:lnTo>
                      <a:pt x="312" y="324"/>
                    </a:lnTo>
                    <a:lnTo>
                      <a:pt x="306" y="342"/>
                    </a:lnTo>
                    <a:lnTo>
                      <a:pt x="306" y="354"/>
                    </a:lnTo>
                    <a:lnTo>
                      <a:pt x="300" y="360"/>
                    </a:lnTo>
                    <a:lnTo>
                      <a:pt x="288" y="366"/>
                    </a:lnTo>
                    <a:lnTo>
                      <a:pt x="282" y="372"/>
                    </a:lnTo>
                    <a:lnTo>
                      <a:pt x="270" y="378"/>
                    </a:lnTo>
                    <a:lnTo>
                      <a:pt x="258" y="426"/>
                    </a:lnTo>
                    <a:lnTo>
                      <a:pt x="234" y="456"/>
                    </a:lnTo>
                    <a:lnTo>
                      <a:pt x="234" y="486"/>
                    </a:lnTo>
                    <a:lnTo>
                      <a:pt x="228" y="492"/>
                    </a:lnTo>
                    <a:lnTo>
                      <a:pt x="216" y="498"/>
                    </a:lnTo>
                    <a:lnTo>
                      <a:pt x="210" y="510"/>
                    </a:lnTo>
                    <a:lnTo>
                      <a:pt x="210" y="522"/>
                    </a:lnTo>
                    <a:lnTo>
                      <a:pt x="192" y="540"/>
                    </a:lnTo>
                    <a:lnTo>
                      <a:pt x="186" y="540"/>
                    </a:lnTo>
                    <a:lnTo>
                      <a:pt x="180" y="534"/>
                    </a:lnTo>
                    <a:lnTo>
                      <a:pt x="174" y="522"/>
                    </a:lnTo>
                    <a:lnTo>
                      <a:pt x="174" y="516"/>
                    </a:lnTo>
                    <a:lnTo>
                      <a:pt x="168" y="504"/>
                    </a:lnTo>
                    <a:lnTo>
                      <a:pt x="156" y="492"/>
                    </a:lnTo>
                    <a:lnTo>
                      <a:pt x="150" y="480"/>
                    </a:lnTo>
                    <a:lnTo>
                      <a:pt x="138" y="480"/>
                    </a:lnTo>
                    <a:lnTo>
                      <a:pt x="144" y="486"/>
                    </a:lnTo>
                    <a:lnTo>
                      <a:pt x="144" y="498"/>
                    </a:lnTo>
                    <a:lnTo>
                      <a:pt x="138" y="504"/>
                    </a:lnTo>
                    <a:lnTo>
                      <a:pt x="132" y="504"/>
                    </a:lnTo>
                    <a:lnTo>
                      <a:pt x="120" y="498"/>
                    </a:lnTo>
                    <a:lnTo>
                      <a:pt x="114" y="492"/>
                    </a:lnTo>
                    <a:lnTo>
                      <a:pt x="108" y="492"/>
                    </a:lnTo>
                    <a:lnTo>
                      <a:pt x="102" y="498"/>
                    </a:lnTo>
                    <a:lnTo>
                      <a:pt x="90" y="522"/>
                    </a:lnTo>
                    <a:lnTo>
                      <a:pt x="84" y="528"/>
                    </a:lnTo>
                    <a:lnTo>
                      <a:pt x="84" y="534"/>
                    </a:lnTo>
                    <a:lnTo>
                      <a:pt x="18" y="588"/>
                    </a:lnTo>
                    <a:lnTo>
                      <a:pt x="18" y="642"/>
                    </a:lnTo>
                    <a:lnTo>
                      <a:pt x="12" y="654"/>
                    </a:lnTo>
                    <a:lnTo>
                      <a:pt x="12" y="666"/>
                    </a:lnTo>
                    <a:lnTo>
                      <a:pt x="6" y="672"/>
                    </a:lnTo>
                    <a:lnTo>
                      <a:pt x="6" y="678"/>
                    </a:lnTo>
                    <a:lnTo>
                      <a:pt x="0" y="690"/>
                    </a:lnTo>
                    <a:lnTo>
                      <a:pt x="24" y="684"/>
                    </a:lnTo>
                    <a:lnTo>
                      <a:pt x="24" y="708"/>
                    </a:lnTo>
                    <a:lnTo>
                      <a:pt x="36" y="732"/>
                    </a:lnTo>
                    <a:lnTo>
                      <a:pt x="60" y="744"/>
                    </a:lnTo>
                    <a:lnTo>
                      <a:pt x="66" y="750"/>
                    </a:lnTo>
                    <a:lnTo>
                      <a:pt x="84" y="726"/>
                    </a:lnTo>
                    <a:lnTo>
                      <a:pt x="66" y="756"/>
                    </a:lnTo>
                    <a:lnTo>
                      <a:pt x="84" y="786"/>
                    </a:lnTo>
                    <a:lnTo>
                      <a:pt x="102" y="792"/>
                    </a:lnTo>
                    <a:lnTo>
                      <a:pt x="102" y="840"/>
                    </a:lnTo>
                    <a:lnTo>
                      <a:pt x="90" y="840"/>
                    </a:lnTo>
                    <a:lnTo>
                      <a:pt x="90" y="870"/>
                    </a:lnTo>
                    <a:lnTo>
                      <a:pt x="102" y="882"/>
                    </a:lnTo>
                    <a:lnTo>
                      <a:pt x="198" y="882"/>
                    </a:lnTo>
                    <a:lnTo>
                      <a:pt x="216" y="864"/>
                    </a:lnTo>
                    <a:lnTo>
                      <a:pt x="228" y="882"/>
                    </a:lnTo>
                    <a:lnTo>
                      <a:pt x="258" y="882"/>
                    </a:lnTo>
                    <a:lnTo>
                      <a:pt x="270" y="870"/>
                    </a:lnTo>
                    <a:lnTo>
                      <a:pt x="276" y="870"/>
                    </a:lnTo>
                    <a:lnTo>
                      <a:pt x="288" y="876"/>
                    </a:lnTo>
                    <a:lnTo>
                      <a:pt x="294" y="876"/>
                    </a:lnTo>
                    <a:lnTo>
                      <a:pt x="342" y="870"/>
                    </a:lnTo>
                    <a:lnTo>
                      <a:pt x="342" y="888"/>
                    </a:lnTo>
                    <a:lnTo>
                      <a:pt x="372" y="888"/>
                    </a:lnTo>
                    <a:lnTo>
                      <a:pt x="390" y="882"/>
                    </a:lnTo>
                    <a:lnTo>
                      <a:pt x="438" y="882"/>
                    </a:lnTo>
                    <a:lnTo>
                      <a:pt x="450" y="888"/>
                    </a:lnTo>
                    <a:lnTo>
                      <a:pt x="456" y="894"/>
                    </a:lnTo>
                    <a:lnTo>
                      <a:pt x="468" y="894"/>
                    </a:lnTo>
                    <a:lnTo>
                      <a:pt x="474" y="900"/>
                    </a:lnTo>
                    <a:lnTo>
                      <a:pt x="510" y="900"/>
                    </a:lnTo>
                    <a:lnTo>
                      <a:pt x="534" y="924"/>
                    </a:lnTo>
                    <a:lnTo>
                      <a:pt x="540" y="882"/>
                    </a:lnTo>
                    <a:lnTo>
                      <a:pt x="546" y="876"/>
                    </a:lnTo>
                    <a:lnTo>
                      <a:pt x="534" y="864"/>
                    </a:lnTo>
                    <a:lnTo>
                      <a:pt x="534" y="834"/>
                    </a:lnTo>
                    <a:lnTo>
                      <a:pt x="528" y="816"/>
                    </a:lnTo>
                    <a:lnTo>
                      <a:pt x="516" y="810"/>
                    </a:lnTo>
                    <a:lnTo>
                      <a:pt x="510" y="798"/>
                    </a:lnTo>
                    <a:lnTo>
                      <a:pt x="498" y="792"/>
                    </a:lnTo>
                    <a:lnTo>
                      <a:pt x="486" y="780"/>
                    </a:lnTo>
                    <a:lnTo>
                      <a:pt x="474" y="756"/>
                    </a:lnTo>
                    <a:lnTo>
                      <a:pt x="468" y="750"/>
                    </a:lnTo>
                    <a:lnTo>
                      <a:pt x="468" y="708"/>
                    </a:lnTo>
                    <a:lnTo>
                      <a:pt x="462" y="708"/>
                    </a:lnTo>
                    <a:lnTo>
                      <a:pt x="444" y="690"/>
                    </a:lnTo>
                    <a:lnTo>
                      <a:pt x="438" y="690"/>
                    </a:lnTo>
                    <a:lnTo>
                      <a:pt x="438" y="642"/>
                    </a:lnTo>
                    <a:lnTo>
                      <a:pt x="420" y="630"/>
                    </a:lnTo>
                    <a:lnTo>
                      <a:pt x="432" y="618"/>
                    </a:lnTo>
                    <a:lnTo>
                      <a:pt x="432" y="582"/>
                    </a:lnTo>
                    <a:lnTo>
                      <a:pt x="426" y="582"/>
                    </a:lnTo>
                    <a:lnTo>
                      <a:pt x="414" y="576"/>
                    </a:lnTo>
                    <a:lnTo>
                      <a:pt x="414" y="570"/>
                    </a:lnTo>
                    <a:lnTo>
                      <a:pt x="426" y="558"/>
                    </a:lnTo>
                    <a:lnTo>
                      <a:pt x="438" y="552"/>
                    </a:lnTo>
                    <a:lnTo>
                      <a:pt x="444" y="546"/>
                    </a:lnTo>
                    <a:lnTo>
                      <a:pt x="450" y="546"/>
                    </a:lnTo>
                    <a:lnTo>
                      <a:pt x="456" y="510"/>
                    </a:lnTo>
                    <a:lnTo>
                      <a:pt x="462" y="510"/>
                    </a:lnTo>
                    <a:lnTo>
                      <a:pt x="468" y="498"/>
                    </a:lnTo>
                    <a:lnTo>
                      <a:pt x="468" y="480"/>
                    </a:lnTo>
                    <a:lnTo>
                      <a:pt x="474" y="474"/>
                    </a:lnTo>
                    <a:lnTo>
                      <a:pt x="480" y="462"/>
                    </a:lnTo>
                    <a:lnTo>
                      <a:pt x="492" y="450"/>
                    </a:lnTo>
                    <a:lnTo>
                      <a:pt x="498" y="450"/>
                    </a:lnTo>
                    <a:lnTo>
                      <a:pt x="498" y="438"/>
                    </a:lnTo>
                    <a:lnTo>
                      <a:pt x="492" y="420"/>
                    </a:lnTo>
                    <a:lnTo>
                      <a:pt x="486" y="408"/>
                    </a:lnTo>
                    <a:lnTo>
                      <a:pt x="486" y="390"/>
                    </a:lnTo>
                    <a:lnTo>
                      <a:pt x="474" y="366"/>
                    </a:lnTo>
                    <a:lnTo>
                      <a:pt x="462" y="354"/>
                    </a:lnTo>
                    <a:lnTo>
                      <a:pt x="450" y="348"/>
                    </a:lnTo>
                    <a:lnTo>
                      <a:pt x="432" y="336"/>
                    </a:lnTo>
                    <a:lnTo>
                      <a:pt x="420" y="324"/>
                    </a:lnTo>
                    <a:lnTo>
                      <a:pt x="414" y="312"/>
                    </a:lnTo>
                    <a:lnTo>
                      <a:pt x="402" y="300"/>
                    </a:lnTo>
                    <a:lnTo>
                      <a:pt x="390" y="276"/>
                    </a:lnTo>
                    <a:lnTo>
                      <a:pt x="390" y="264"/>
                    </a:lnTo>
                    <a:lnTo>
                      <a:pt x="396" y="258"/>
                    </a:lnTo>
                    <a:lnTo>
                      <a:pt x="408" y="252"/>
                    </a:lnTo>
                    <a:lnTo>
                      <a:pt x="504" y="252"/>
                    </a:lnTo>
                    <a:lnTo>
                      <a:pt x="486" y="234"/>
                    </a:lnTo>
                    <a:lnTo>
                      <a:pt x="480" y="222"/>
                    </a:lnTo>
                    <a:lnTo>
                      <a:pt x="468" y="216"/>
                    </a:lnTo>
                    <a:lnTo>
                      <a:pt x="462" y="204"/>
                    </a:lnTo>
                    <a:lnTo>
                      <a:pt x="462" y="186"/>
                    </a:lnTo>
                    <a:lnTo>
                      <a:pt x="456" y="168"/>
                    </a:lnTo>
                    <a:lnTo>
                      <a:pt x="456" y="132"/>
                    </a:lnTo>
                    <a:lnTo>
                      <a:pt x="462" y="132"/>
                    </a:lnTo>
                    <a:lnTo>
                      <a:pt x="462" y="96"/>
                    </a:lnTo>
                    <a:lnTo>
                      <a:pt x="456" y="84"/>
                    </a:lnTo>
                    <a:lnTo>
                      <a:pt x="444" y="78"/>
                    </a:lnTo>
                    <a:lnTo>
                      <a:pt x="450" y="42"/>
                    </a:lnTo>
                    <a:lnTo>
                      <a:pt x="444" y="42"/>
                    </a:lnTo>
                    <a:lnTo>
                      <a:pt x="438" y="36"/>
                    </a:lnTo>
                    <a:lnTo>
                      <a:pt x="426" y="36"/>
                    </a:lnTo>
                    <a:lnTo>
                      <a:pt x="420" y="3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5" name="Cambodia" descr="© INSCALE GmbH, 05.05.2010&#10;http://www.presentationload.com/">
                <a:extLst>
                  <a:ext uri="{FF2B5EF4-FFF2-40B4-BE49-F238E27FC236}">
                    <a16:creationId xmlns:a16="http://schemas.microsoft.com/office/drawing/2014/main" id="{A743B730-0710-BC9A-7607-A490AFD8DD4A}"/>
                  </a:ext>
                </a:extLst>
              </p:cNvPr>
              <p:cNvSpPr>
                <a:spLocks/>
              </p:cNvSpPr>
              <p:nvPr/>
            </p:nvSpPr>
            <p:spPr bwMode="gray">
              <a:xfrm>
                <a:off x="6979264" y="2773765"/>
                <a:ext cx="143790" cy="127485"/>
              </a:xfrm>
              <a:custGeom>
                <a:avLst/>
                <a:gdLst>
                  <a:gd name="T0" fmla="*/ 2147483647 w 378"/>
                  <a:gd name="T1" fmla="*/ 2147483647 h 336"/>
                  <a:gd name="T2" fmla="*/ 2147483647 w 378"/>
                  <a:gd name="T3" fmla="*/ 2147483647 h 336"/>
                  <a:gd name="T4" fmla="*/ 2147483647 w 378"/>
                  <a:gd name="T5" fmla="*/ 2147483647 h 336"/>
                  <a:gd name="T6" fmla="*/ 2147483647 w 378"/>
                  <a:gd name="T7" fmla="*/ 2147483647 h 336"/>
                  <a:gd name="T8" fmla="*/ 2147483647 w 378"/>
                  <a:gd name="T9" fmla="*/ 2147483647 h 336"/>
                  <a:gd name="T10" fmla="*/ 2147483647 w 378"/>
                  <a:gd name="T11" fmla="*/ 2147483647 h 336"/>
                  <a:gd name="T12" fmla="*/ 2147483647 w 378"/>
                  <a:gd name="T13" fmla="*/ 2147483647 h 336"/>
                  <a:gd name="T14" fmla="*/ 2147483647 w 378"/>
                  <a:gd name="T15" fmla="*/ 2147483647 h 336"/>
                  <a:gd name="T16" fmla="*/ 2147483647 w 378"/>
                  <a:gd name="T17" fmla="*/ 2147483647 h 336"/>
                  <a:gd name="T18" fmla="*/ 2147483647 w 378"/>
                  <a:gd name="T19" fmla="*/ 2147483647 h 336"/>
                  <a:gd name="T20" fmla="*/ 2147483647 w 378"/>
                  <a:gd name="T21" fmla="*/ 2147483647 h 336"/>
                  <a:gd name="T22" fmla="*/ 2147483647 w 378"/>
                  <a:gd name="T23" fmla="*/ 2147483647 h 336"/>
                  <a:gd name="T24" fmla="*/ 2147483647 w 378"/>
                  <a:gd name="T25" fmla="*/ 2147483647 h 336"/>
                  <a:gd name="T26" fmla="*/ 2147483647 w 378"/>
                  <a:gd name="T27" fmla="*/ 2147483647 h 336"/>
                  <a:gd name="T28" fmla="*/ 0 w 378"/>
                  <a:gd name="T29" fmla="*/ 2147483647 h 336"/>
                  <a:gd name="T30" fmla="*/ 2147483647 w 378"/>
                  <a:gd name="T31" fmla="*/ 2147483647 h 336"/>
                  <a:gd name="T32" fmla="*/ 2147483647 w 378"/>
                  <a:gd name="T33" fmla="*/ 2147483647 h 336"/>
                  <a:gd name="T34" fmla="*/ 2147483647 w 378"/>
                  <a:gd name="T35" fmla="*/ 2147483647 h 336"/>
                  <a:gd name="T36" fmla="*/ 2147483647 w 378"/>
                  <a:gd name="T37" fmla="*/ 2147483647 h 336"/>
                  <a:gd name="T38" fmla="*/ 2147483647 w 378"/>
                  <a:gd name="T39" fmla="*/ 2147483647 h 336"/>
                  <a:gd name="T40" fmla="*/ 2147483647 w 378"/>
                  <a:gd name="T41" fmla="*/ 2147483647 h 336"/>
                  <a:gd name="T42" fmla="*/ 2147483647 w 378"/>
                  <a:gd name="T43" fmla="*/ 2147483647 h 336"/>
                  <a:gd name="T44" fmla="*/ 2147483647 w 378"/>
                  <a:gd name="T45" fmla="*/ 2147483647 h 336"/>
                  <a:gd name="T46" fmla="*/ 2147483647 w 378"/>
                  <a:gd name="T47" fmla="*/ 2147483647 h 336"/>
                  <a:gd name="T48" fmla="*/ 2147483647 w 378"/>
                  <a:gd name="T49" fmla="*/ 2147483647 h 336"/>
                  <a:gd name="T50" fmla="*/ 2147483647 w 378"/>
                  <a:gd name="T51" fmla="*/ 2147483647 h 336"/>
                  <a:gd name="T52" fmla="*/ 2147483647 w 378"/>
                  <a:gd name="T53" fmla="*/ 2147483647 h 336"/>
                  <a:gd name="T54" fmla="*/ 2147483647 w 378"/>
                  <a:gd name="T55" fmla="*/ 2147483647 h 336"/>
                  <a:gd name="T56" fmla="*/ 2147483647 w 378"/>
                  <a:gd name="T57" fmla="*/ 2147483647 h 336"/>
                  <a:gd name="T58" fmla="*/ 2147483647 w 378"/>
                  <a:gd name="T59" fmla="*/ 2147483647 h 336"/>
                  <a:gd name="T60" fmla="*/ 2147483647 w 378"/>
                  <a:gd name="T61" fmla="*/ 2147483647 h 336"/>
                  <a:gd name="T62" fmla="*/ 2147483647 w 378"/>
                  <a:gd name="T63" fmla="*/ 2147483647 h 336"/>
                  <a:gd name="T64" fmla="*/ 2147483647 w 378"/>
                  <a:gd name="T65" fmla="*/ 2147483647 h 336"/>
                  <a:gd name="T66" fmla="*/ 2147483647 w 378"/>
                  <a:gd name="T67" fmla="*/ 2147483647 h 336"/>
                  <a:gd name="T68" fmla="*/ 2147483647 w 378"/>
                  <a:gd name="T69" fmla="*/ 2147483647 h 336"/>
                  <a:gd name="T70" fmla="*/ 2147483647 w 378"/>
                  <a:gd name="T71" fmla="*/ 2147483647 h 336"/>
                  <a:gd name="T72" fmla="*/ 2147483647 w 378"/>
                  <a:gd name="T73" fmla="*/ 2147483647 h 336"/>
                  <a:gd name="T74" fmla="*/ 2147483647 w 378"/>
                  <a:gd name="T75" fmla="*/ 2147483647 h 336"/>
                  <a:gd name="T76" fmla="*/ 2147483647 w 378"/>
                  <a:gd name="T77" fmla="*/ 2147483647 h 336"/>
                  <a:gd name="T78" fmla="*/ 2147483647 w 378"/>
                  <a:gd name="T79" fmla="*/ 2147483647 h 336"/>
                  <a:gd name="T80" fmla="*/ 2147483647 w 378"/>
                  <a:gd name="T81" fmla="*/ 2147483647 h 336"/>
                  <a:gd name="T82" fmla="*/ 2147483647 w 378"/>
                  <a:gd name="T83" fmla="*/ 2147483647 h 336"/>
                  <a:gd name="T84" fmla="*/ 2147483647 w 378"/>
                  <a:gd name="T85" fmla="*/ 2147483647 h 336"/>
                  <a:gd name="T86" fmla="*/ 2147483647 w 378"/>
                  <a:gd name="T87" fmla="*/ 2147483647 h 336"/>
                  <a:gd name="T88" fmla="*/ 2147483647 w 378"/>
                  <a:gd name="T89" fmla="*/ 2147483647 h 336"/>
                  <a:gd name="T90" fmla="*/ 2147483647 w 378"/>
                  <a:gd name="T91" fmla="*/ 2147483647 h 336"/>
                  <a:gd name="T92" fmla="*/ 2147483647 w 378"/>
                  <a:gd name="T93" fmla="*/ 2147483647 h 336"/>
                  <a:gd name="T94" fmla="*/ 2147483647 w 378"/>
                  <a:gd name="T95" fmla="*/ 0 h 3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378"/>
                  <a:gd name="T145" fmla="*/ 0 h 336"/>
                  <a:gd name="T146" fmla="*/ 378 w 378"/>
                  <a:gd name="T147" fmla="*/ 336 h 3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378" h="336">
                    <a:moveTo>
                      <a:pt x="324" y="0"/>
                    </a:moveTo>
                    <a:lnTo>
                      <a:pt x="312" y="12"/>
                    </a:lnTo>
                    <a:lnTo>
                      <a:pt x="276" y="0"/>
                    </a:lnTo>
                    <a:lnTo>
                      <a:pt x="264" y="12"/>
                    </a:lnTo>
                    <a:lnTo>
                      <a:pt x="246" y="24"/>
                    </a:lnTo>
                    <a:lnTo>
                      <a:pt x="258" y="36"/>
                    </a:lnTo>
                    <a:lnTo>
                      <a:pt x="258" y="48"/>
                    </a:lnTo>
                    <a:lnTo>
                      <a:pt x="252" y="54"/>
                    </a:lnTo>
                    <a:lnTo>
                      <a:pt x="240" y="54"/>
                    </a:lnTo>
                    <a:lnTo>
                      <a:pt x="228" y="42"/>
                    </a:lnTo>
                    <a:lnTo>
                      <a:pt x="228" y="36"/>
                    </a:lnTo>
                    <a:lnTo>
                      <a:pt x="222" y="36"/>
                    </a:lnTo>
                    <a:lnTo>
                      <a:pt x="216" y="30"/>
                    </a:lnTo>
                    <a:lnTo>
                      <a:pt x="192" y="30"/>
                    </a:lnTo>
                    <a:lnTo>
                      <a:pt x="192" y="18"/>
                    </a:lnTo>
                    <a:lnTo>
                      <a:pt x="186" y="18"/>
                    </a:lnTo>
                    <a:lnTo>
                      <a:pt x="186" y="24"/>
                    </a:lnTo>
                    <a:lnTo>
                      <a:pt x="180" y="18"/>
                    </a:lnTo>
                    <a:lnTo>
                      <a:pt x="168" y="12"/>
                    </a:lnTo>
                    <a:lnTo>
                      <a:pt x="138" y="12"/>
                    </a:lnTo>
                    <a:lnTo>
                      <a:pt x="126" y="18"/>
                    </a:lnTo>
                    <a:lnTo>
                      <a:pt x="114" y="18"/>
                    </a:lnTo>
                    <a:lnTo>
                      <a:pt x="108" y="12"/>
                    </a:lnTo>
                    <a:lnTo>
                      <a:pt x="72" y="12"/>
                    </a:lnTo>
                    <a:lnTo>
                      <a:pt x="54" y="18"/>
                    </a:lnTo>
                    <a:lnTo>
                      <a:pt x="42" y="24"/>
                    </a:lnTo>
                    <a:lnTo>
                      <a:pt x="36" y="30"/>
                    </a:lnTo>
                    <a:lnTo>
                      <a:pt x="30" y="42"/>
                    </a:lnTo>
                    <a:lnTo>
                      <a:pt x="30" y="48"/>
                    </a:lnTo>
                    <a:lnTo>
                      <a:pt x="0" y="78"/>
                    </a:lnTo>
                    <a:lnTo>
                      <a:pt x="6" y="114"/>
                    </a:lnTo>
                    <a:lnTo>
                      <a:pt x="18" y="126"/>
                    </a:lnTo>
                    <a:lnTo>
                      <a:pt x="18" y="156"/>
                    </a:lnTo>
                    <a:lnTo>
                      <a:pt x="30" y="168"/>
                    </a:lnTo>
                    <a:lnTo>
                      <a:pt x="30" y="198"/>
                    </a:lnTo>
                    <a:lnTo>
                      <a:pt x="42" y="210"/>
                    </a:lnTo>
                    <a:lnTo>
                      <a:pt x="48" y="222"/>
                    </a:lnTo>
                    <a:lnTo>
                      <a:pt x="54" y="228"/>
                    </a:lnTo>
                    <a:lnTo>
                      <a:pt x="54" y="234"/>
                    </a:lnTo>
                    <a:lnTo>
                      <a:pt x="42" y="246"/>
                    </a:lnTo>
                    <a:lnTo>
                      <a:pt x="54" y="270"/>
                    </a:lnTo>
                    <a:lnTo>
                      <a:pt x="60" y="276"/>
                    </a:lnTo>
                    <a:lnTo>
                      <a:pt x="72" y="282"/>
                    </a:lnTo>
                    <a:lnTo>
                      <a:pt x="78" y="282"/>
                    </a:lnTo>
                    <a:lnTo>
                      <a:pt x="90" y="270"/>
                    </a:lnTo>
                    <a:lnTo>
                      <a:pt x="90" y="264"/>
                    </a:lnTo>
                    <a:lnTo>
                      <a:pt x="90" y="288"/>
                    </a:lnTo>
                    <a:lnTo>
                      <a:pt x="96" y="300"/>
                    </a:lnTo>
                    <a:lnTo>
                      <a:pt x="102" y="306"/>
                    </a:lnTo>
                    <a:lnTo>
                      <a:pt x="114" y="306"/>
                    </a:lnTo>
                    <a:lnTo>
                      <a:pt x="120" y="300"/>
                    </a:lnTo>
                    <a:lnTo>
                      <a:pt x="132" y="300"/>
                    </a:lnTo>
                    <a:lnTo>
                      <a:pt x="138" y="306"/>
                    </a:lnTo>
                    <a:lnTo>
                      <a:pt x="138" y="312"/>
                    </a:lnTo>
                    <a:lnTo>
                      <a:pt x="150" y="336"/>
                    </a:lnTo>
                    <a:lnTo>
                      <a:pt x="168" y="336"/>
                    </a:lnTo>
                    <a:lnTo>
                      <a:pt x="180" y="324"/>
                    </a:lnTo>
                    <a:lnTo>
                      <a:pt x="192" y="318"/>
                    </a:lnTo>
                    <a:lnTo>
                      <a:pt x="210" y="318"/>
                    </a:lnTo>
                    <a:lnTo>
                      <a:pt x="222" y="312"/>
                    </a:lnTo>
                    <a:lnTo>
                      <a:pt x="222" y="306"/>
                    </a:lnTo>
                    <a:lnTo>
                      <a:pt x="216" y="300"/>
                    </a:lnTo>
                    <a:lnTo>
                      <a:pt x="210" y="300"/>
                    </a:lnTo>
                    <a:lnTo>
                      <a:pt x="204" y="294"/>
                    </a:lnTo>
                    <a:lnTo>
                      <a:pt x="240" y="294"/>
                    </a:lnTo>
                    <a:lnTo>
                      <a:pt x="240" y="288"/>
                    </a:lnTo>
                    <a:lnTo>
                      <a:pt x="246" y="282"/>
                    </a:lnTo>
                    <a:lnTo>
                      <a:pt x="258" y="282"/>
                    </a:lnTo>
                    <a:lnTo>
                      <a:pt x="270" y="288"/>
                    </a:lnTo>
                    <a:lnTo>
                      <a:pt x="276" y="294"/>
                    </a:lnTo>
                    <a:lnTo>
                      <a:pt x="288" y="300"/>
                    </a:lnTo>
                    <a:lnTo>
                      <a:pt x="294" y="306"/>
                    </a:lnTo>
                    <a:lnTo>
                      <a:pt x="294" y="294"/>
                    </a:lnTo>
                    <a:lnTo>
                      <a:pt x="276" y="276"/>
                    </a:lnTo>
                    <a:lnTo>
                      <a:pt x="264" y="252"/>
                    </a:lnTo>
                    <a:lnTo>
                      <a:pt x="264" y="228"/>
                    </a:lnTo>
                    <a:lnTo>
                      <a:pt x="306" y="228"/>
                    </a:lnTo>
                    <a:lnTo>
                      <a:pt x="306" y="204"/>
                    </a:lnTo>
                    <a:lnTo>
                      <a:pt x="336" y="204"/>
                    </a:lnTo>
                    <a:lnTo>
                      <a:pt x="336" y="186"/>
                    </a:lnTo>
                    <a:lnTo>
                      <a:pt x="342" y="180"/>
                    </a:lnTo>
                    <a:lnTo>
                      <a:pt x="360" y="180"/>
                    </a:lnTo>
                    <a:lnTo>
                      <a:pt x="372" y="186"/>
                    </a:lnTo>
                    <a:lnTo>
                      <a:pt x="372" y="156"/>
                    </a:lnTo>
                    <a:lnTo>
                      <a:pt x="366" y="150"/>
                    </a:lnTo>
                    <a:lnTo>
                      <a:pt x="366" y="120"/>
                    </a:lnTo>
                    <a:lnTo>
                      <a:pt x="360" y="114"/>
                    </a:lnTo>
                    <a:lnTo>
                      <a:pt x="360" y="102"/>
                    </a:lnTo>
                    <a:lnTo>
                      <a:pt x="366" y="102"/>
                    </a:lnTo>
                    <a:lnTo>
                      <a:pt x="378" y="90"/>
                    </a:lnTo>
                    <a:lnTo>
                      <a:pt x="378" y="84"/>
                    </a:lnTo>
                    <a:lnTo>
                      <a:pt x="366" y="60"/>
                    </a:lnTo>
                    <a:lnTo>
                      <a:pt x="354" y="48"/>
                    </a:lnTo>
                    <a:lnTo>
                      <a:pt x="348" y="48"/>
                    </a:lnTo>
                    <a:lnTo>
                      <a:pt x="348" y="6"/>
                    </a:lnTo>
                    <a:lnTo>
                      <a:pt x="324" y="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6" name="Burundi" descr="© INSCALE GmbH, 05.05.2010&#10;http://www.presentationload.com/">
                <a:extLst>
                  <a:ext uri="{FF2B5EF4-FFF2-40B4-BE49-F238E27FC236}">
                    <a16:creationId xmlns:a16="http://schemas.microsoft.com/office/drawing/2014/main" id="{93148B6A-2F65-E65F-261A-4491D165F731}"/>
                  </a:ext>
                </a:extLst>
              </p:cNvPr>
              <p:cNvSpPr>
                <a:spLocks/>
              </p:cNvSpPr>
              <p:nvPr/>
            </p:nvSpPr>
            <p:spPr bwMode="gray">
              <a:xfrm>
                <a:off x="5016603" y="3292597"/>
                <a:ext cx="50401" cy="63743"/>
              </a:xfrm>
              <a:custGeom>
                <a:avLst/>
                <a:gdLst>
                  <a:gd name="T0" fmla="*/ 2147483647 w 132"/>
                  <a:gd name="T1" fmla="*/ 2147483647 h 168"/>
                  <a:gd name="T2" fmla="*/ 2147483647 w 132"/>
                  <a:gd name="T3" fmla="*/ 2147483647 h 168"/>
                  <a:gd name="T4" fmla="*/ 2147483647 w 132"/>
                  <a:gd name="T5" fmla="*/ 2147483647 h 168"/>
                  <a:gd name="T6" fmla="*/ 2147483647 w 132"/>
                  <a:gd name="T7" fmla="*/ 2147483647 h 168"/>
                  <a:gd name="T8" fmla="*/ 2147483647 w 132"/>
                  <a:gd name="T9" fmla="*/ 2147483647 h 168"/>
                  <a:gd name="T10" fmla="*/ 2147483647 w 132"/>
                  <a:gd name="T11" fmla="*/ 2147483647 h 168"/>
                  <a:gd name="T12" fmla="*/ 2147483647 w 132"/>
                  <a:gd name="T13" fmla="*/ 2147483647 h 168"/>
                  <a:gd name="T14" fmla="*/ 2147483647 w 132"/>
                  <a:gd name="T15" fmla="*/ 2147483647 h 168"/>
                  <a:gd name="T16" fmla="*/ 2147483647 w 132"/>
                  <a:gd name="T17" fmla="*/ 2147483647 h 168"/>
                  <a:gd name="T18" fmla="*/ 2147483647 w 132"/>
                  <a:gd name="T19" fmla="*/ 2147483647 h 168"/>
                  <a:gd name="T20" fmla="*/ 2147483647 w 132"/>
                  <a:gd name="T21" fmla="*/ 2147483647 h 168"/>
                  <a:gd name="T22" fmla="*/ 2147483647 w 132"/>
                  <a:gd name="T23" fmla="*/ 2147483647 h 168"/>
                  <a:gd name="T24" fmla="*/ 2147483647 w 132"/>
                  <a:gd name="T25" fmla="*/ 2147483647 h 168"/>
                  <a:gd name="T26" fmla="*/ 2147483647 w 132"/>
                  <a:gd name="T27" fmla="*/ 2147483647 h 168"/>
                  <a:gd name="T28" fmla="*/ 2147483647 w 132"/>
                  <a:gd name="T29" fmla="*/ 2147483647 h 168"/>
                  <a:gd name="T30" fmla="*/ 2147483647 w 132"/>
                  <a:gd name="T31" fmla="*/ 2147483647 h 168"/>
                  <a:gd name="T32" fmla="*/ 2147483647 w 132"/>
                  <a:gd name="T33" fmla="*/ 2147483647 h 168"/>
                  <a:gd name="T34" fmla="*/ 2147483647 w 132"/>
                  <a:gd name="T35" fmla="*/ 2147483647 h 168"/>
                  <a:gd name="T36" fmla="*/ 2147483647 w 132"/>
                  <a:gd name="T37" fmla="*/ 2147483647 h 168"/>
                  <a:gd name="T38" fmla="*/ 2147483647 w 132"/>
                  <a:gd name="T39" fmla="*/ 2147483647 h 168"/>
                  <a:gd name="T40" fmla="*/ 2147483647 w 132"/>
                  <a:gd name="T41" fmla="*/ 2147483647 h 168"/>
                  <a:gd name="T42" fmla="*/ 2147483647 w 132"/>
                  <a:gd name="T43" fmla="*/ 2147483647 h 168"/>
                  <a:gd name="T44" fmla="*/ 2147483647 w 132"/>
                  <a:gd name="T45" fmla="*/ 2147483647 h 168"/>
                  <a:gd name="T46" fmla="*/ 2147483647 w 132"/>
                  <a:gd name="T47" fmla="*/ 0 h 168"/>
                  <a:gd name="T48" fmla="*/ 2147483647 w 132"/>
                  <a:gd name="T49" fmla="*/ 0 h 168"/>
                  <a:gd name="T50" fmla="*/ 2147483647 w 132"/>
                  <a:gd name="T51" fmla="*/ 0 h 168"/>
                  <a:gd name="T52" fmla="*/ 2147483647 w 132"/>
                  <a:gd name="T53" fmla="*/ 2147483647 h 168"/>
                  <a:gd name="T54" fmla="*/ 2147483647 w 132"/>
                  <a:gd name="T55" fmla="*/ 2147483647 h 168"/>
                  <a:gd name="T56" fmla="*/ 2147483647 w 132"/>
                  <a:gd name="T57" fmla="*/ 2147483647 h 168"/>
                  <a:gd name="T58" fmla="*/ 2147483647 w 132"/>
                  <a:gd name="T59" fmla="*/ 2147483647 h 168"/>
                  <a:gd name="T60" fmla="*/ 2147483647 w 132"/>
                  <a:gd name="T61" fmla="*/ 2147483647 h 168"/>
                  <a:gd name="T62" fmla="*/ 2147483647 w 132"/>
                  <a:gd name="T63" fmla="*/ 2147483647 h 168"/>
                  <a:gd name="T64" fmla="*/ 0 w 132"/>
                  <a:gd name="T65" fmla="*/ 2147483647 h 168"/>
                  <a:gd name="T66" fmla="*/ 2147483647 w 132"/>
                  <a:gd name="T67" fmla="*/ 2147483647 h 168"/>
                  <a:gd name="T68" fmla="*/ 2147483647 w 132"/>
                  <a:gd name="T69" fmla="*/ 2147483647 h 168"/>
                  <a:gd name="T70" fmla="*/ 2147483647 w 132"/>
                  <a:gd name="T71" fmla="*/ 2147483647 h 168"/>
                  <a:gd name="T72" fmla="*/ 2147483647 w 132"/>
                  <a:gd name="T73" fmla="*/ 2147483647 h 168"/>
                  <a:gd name="T74" fmla="*/ 2147483647 w 132"/>
                  <a:gd name="T75" fmla="*/ 2147483647 h 16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32"/>
                  <a:gd name="T115" fmla="*/ 0 h 168"/>
                  <a:gd name="T116" fmla="*/ 132 w 132"/>
                  <a:gd name="T117" fmla="*/ 168 h 168"/>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32" h="168">
                    <a:moveTo>
                      <a:pt x="36" y="72"/>
                    </a:moveTo>
                    <a:lnTo>
                      <a:pt x="36" y="96"/>
                    </a:lnTo>
                    <a:lnTo>
                      <a:pt x="30" y="102"/>
                    </a:lnTo>
                    <a:lnTo>
                      <a:pt x="30" y="138"/>
                    </a:lnTo>
                    <a:lnTo>
                      <a:pt x="36" y="156"/>
                    </a:lnTo>
                    <a:lnTo>
                      <a:pt x="42" y="168"/>
                    </a:lnTo>
                    <a:lnTo>
                      <a:pt x="54" y="168"/>
                    </a:lnTo>
                    <a:lnTo>
                      <a:pt x="60" y="162"/>
                    </a:lnTo>
                    <a:lnTo>
                      <a:pt x="72" y="156"/>
                    </a:lnTo>
                    <a:lnTo>
                      <a:pt x="84" y="144"/>
                    </a:lnTo>
                    <a:lnTo>
                      <a:pt x="90" y="132"/>
                    </a:lnTo>
                    <a:lnTo>
                      <a:pt x="90" y="114"/>
                    </a:lnTo>
                    <a:lnTo>
                      <a:pt x="96" y="102"/>
                    </a:lnTo>
                    <a:lnTo>
                      <a:pt x="114" y="84"/>
                    </a:lnTo>
                    <a:lnTo>
                      <a:pt x="126" y="84"/>
                    </a:lnTo>
                    <a:lnTo>
                      <a:pt x="120" y="72"/>
                    </a:lnTo>
                    <a:lnTo>
                      <a:pt x="132" y="66"/>
                    </a:lnTo>
                    <a:lnTo>
                      <a:pt x="132" y="48"/>
                    </a:lnTo>
                    <a:lnTo>
                      <a:pt x="114" y="48"/>
                    </a:lnTo>
                    <a:lnTo>
                      <a:pt x="108" y="42"/>
                    </a:lnTo>
                    <a:lnTo>
                      <a:pt x="102" y="42"/>
                    </a:lnTo>
                    <a:lnTo>
                      <a:pt x="102" y="24"/>
                    </a:lnTo>
                    <a:lnTo>
                      <a:pt x="108" y="12"/>
                    </a:lnTo>
                    <a:lnTo>
                      <a:pt x="108" y="0"/>
                    </a:lnTo>
                    <a:lnTo>
                      <a:pt x="120" y="0"/>
                    </a:lnTo>
                    <a:lnTo>
                      <a:pt x="66" y="0"/>
                    </a:lnTo>
                    <a:lnTo>
                      <a:pt x="60" y="24"/>
                    </a:lnTo>
                    <a:lnTo>
                      <a:pt x="48" y="30"/>
                    </a:lnTo>
                    <a:lnTo>
                      <a:pt x="42" y="36"/>
                    </a:lnTo>
                    <a:lnTo>
                      <a:pt x="30" y="36"/>
                    </a:lnTo>
                    <a:lnTo>
                      <a:pt x="24" y="30"/>
                    </a:lnTo>
                    <a:lnTo>
                      <a:pt x="18" y="18"/>
                    </a:lnTo>
                    <a:lnTo>
                      <a:pt x="0" y="18"/>
                    </a:lnTo>
                    <a:lnTo>
                      <a:pt x="12" y="48"/>
                    </a:lnTo>
                    <a:lnTo>
                      <a:pt x="18" y="54"/>
                    </a:lnTo>
                    <a:lnTo>
                      <a:pt x="30" y="60"/>
                    </a:lnTo>
                    <a:lnTo>
                      <a:pt x="36" y="66"/>
                    </a:lnTo>
                    <a:lnTo>
                      <a:pt x="36" y="7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7" name="Burkina Faso" descr="© INSCALE GmbH, 05.05.2010&#10;http://www.presentationload.com/">
                <a:extLst>
                  <a:ext uri="{FF2B5EF4-FFF2-40B4-BE49-F238E27FC236}">
                    <a16:creationId xmlns:a16="http://schemas.microsoft.com/office/drawing/2014/main" id="{A940535C-EDDE-0C2F-F3B6-31B9831309A1}"/>
                  </a:ext>
                </a:extLst>
              </p:cNvPr>
              <p:cNvSpPr>
                <a:spLocks/>
              </p:cNvSpPr>
              <p:nvPr/>
            </p:nvSpPr>
            <p:spPr bwMode="gray">
              <a:xfrm>
                <a:off x="4085673" y="2758941"/>
                <a:ext cx="216427" cy="170474"/>
              </a:xfrm>
              <a:custGeom>
                <a:avLst/>
                <a:gdLst>
                  <a:gd name="T0" fmla="*/ 2147483647 w 570"/>
                  <a:gd name="T1" fmla="*/ 2147483647 h 450"/>
                  <a:gd name="T2" fmla="*/ 2147483647 w 570"/>
                  <a:gd name="T3" fmla="*/ 2147483647 h 450"/>
                  <a:gd name="T4" fmla="*/ 2147483647 w 570"/>
                  <a:gd name="T5" fmla="*/ 2147483647 h 450"/>
                  <a:gd name="T6" fmla="*/ 2147483647 w 570"/>
                  <a:gd name="T7" fmla="*/ 2147483647 h 450"/>
                  <a:gd name="T8" fmla="*/ 2147483647 w 570"/>
                  <a:gd name="T9" fmla="*/ 2147483647 h 450"/>
                  <a:gd name="T10" fmla="*/ 2147483647 w 570"/>
                  <a:gd name="T11" fmla="*/ 2147483647 h 450"/>
                  <a:gd name="T12" fmla="*/ 2147483647 w 570"/>
                  <a:gd name="T13" fmla="*/ 2147483647 h 450"/>
                  <a:gd name="T14" fmla="*/ 2147483647 w 570"/>
                  <a:gd name="T15" fmla="*/ 2147483647 h 450"/>
                  <a:gd name="T16" fmla="*/ 2147483647 w 570"/>
                  <a:gd name="T17" fmla="*/ 2147483647 h 450"/>
                  <a:gd name="T18" fmla="*/ 2147483647 w 570"/>
                  <a:gd name="T19" fmla="*/ 2147483647 h 450"/>
                  <a:gd name="T20" fmla="*/ 2147483647 w 570"/>
                  <a:gd name="T21" fmla="*/ 2147483647 h 450"/>
                  <a:gd name="T22" fmla="*/ 2147483647 w 570"/>
                  <a:gd name="T23" fmla="*/ 2147483647 h 450"/>
                  <a:gd name="T24" fmla="*/ 2147483647 w 570"/>
                  <a:gd name="T25" fmla="*/ 2147483647 h 450"/>
                  <a:gd name="T26" fmla="*/ 2147483647 w 570"/>
                  <a:gd name="T27" fmla="*/ 2147483647 h 450"/>
                  <a:gd name="T28" fmla="*/ 2147483647 w 570"/>
                  <a:gd name="T29" fmla="*/ 2147483647 h 450"/>
                  <a:gd name="T30" fmla="*/ 2147483647 w 570"/>
                  <a:gd name="T31" fmla="*/ 2147483647 h 450"/>
                  <a:gd name="T32" fmla="*/ 2147483647 w 570"/>
                  <a:gd name="T33" fmla="*/ 2147483647 h 450"/>
                  <a:gd name="T34" fmla="*/ 2147483647 w 570"/>
                  <a:gd name="T35" fmla="*/ 2147483647 h 450"/>
                  <a:gd name="T36" fmla="*/ 2147483647 w 570"/>
                  <a:gd name="T37" fmla="*/ 2147483647 h 450"/>
                  <a:gd name="T38" fmla="*/ 2147483647 w 570"/>
                  <a:gd name="T39" fmla="*/ 2147483647 h 450"/>
                  <a:gd name="T40" fmla="*/ 2147483647 w 570"/>
                  <a:gd name="T41" fmla="*/ 2147483647 h 450"/>
                  <a:gd name="T42" fmla="*/ 2147483647 w 570"/>
                  <a:gd name="T43" fmla="*/ 2147483647 h 450"/>
                  <a:gd name="T44" fmla="*/ 2147483647 w 570"/>
                  <a:gd name="T45" fmla="*/ 2147483647 h 450"/>
                  <a:gd name="T46" fmla="*/ 2147483647 w 570"/>
                  <a:gd name="T47" fmla="*/ 2147483647 h 450"/>
                  <a:gd name="T48" fmla="*/ 2147483647 w 570"/>
                  <a:gd name="T49" fmla="*/ 2147483647 h 450"/>
                  <a:gd name="T50" fmla="*/ 2147483647 w 570"/>
                  <a:gd name="T51" fmla="*/ 2147483647 h 450"/>
                  <a:gd name="T52" fmla="*/ 2147483647 w 570"/>
                  <a:gd name="T53" fmla="*/ 2147483647 h 450"/>
                  <a:gd name="T54" fmla="*/ 2147483647 w 570"/>
                  <a:gd name="T55" fmla="*/ 2147483647 h 450"/>
                  <a:gd name="T56" fmla="*/ 2147483647 w 570"/>
                  <a:gd name="T57" fmla="*/ 2147483647 h 450"/>
                  <a:gd name="T58" fmla="*/ 2147483647 w 570"/>
                  <a:gd name="T59" fmla="*/ 2147483647 h 450"/>
                  <a:gd name="T60" fmla="*/ 2147483647 w 570"/>
                  <a:gd name="T61" fmla="*/ 2147483647 h 450"/>
                  <a:gd name="T62" fmla="*/ 2147483647 w 570"/>
                  <a:gd name="T63" fmla="*/ 2147483647 h 450"/>
                  <a:gd name="T64" fmla="*/ 2147483647 w 570"/>
                  <a:gd name="T65" fmla="*/ 2147483647 h 450"/>
                  <a:gd name="T66" fmla="*/ 2147483647 w 570"/>
                  <a:gd name="T67" fmla="*/ 0 h 450"/>
                  <a:gd name="T68" fmla="*/ 2147483647 w 570"/>
                  <a:gd name="T69" fmla="*/ 2147483647 h 450"/>
                  <a:gd name="T70" fmla="*/ 2147483647 w 570"/>
                  <a:gd name="T71" fmla="*/ 2147483647 h 450"/>
                  <a:gd name="T72" fmla="*/ 2147483647 w 570"/>
                  <a:gd name="T73" fmla="*/ 2147483647 h 450"/>
                  <a:gd name="T74" fmla="*/ 2147483647 w 570"/>
                  <a:gd name="T75" fmla="*/ 2147483647 h 450"/>
                  <a:gd name="T76" fmla="*/ 2147483647 w 570"/>
                  <a:gd name="T77" fmla="*/ 2147483647 h 450"/>
                  <a:gd name="T78" fmla="*/ 2147483647 w 570"/>
                  <a:gd name="T79" fmla="*/ 2147483647 h 450"/>
                  <a:gd name="T80" fmla="*/ 2147483647 w 570"/>
                  <a:gd name="T81" fmla="*/ 2147483647 h 450"/>
                  <a:gd name="T82" fmla="*/ 2147483647 w 570"/>
                  <a:gd name="T83" fmla="*/ 2147483647 h 450"/>
                  <a:gd name="T84" fmla="*/ 2147483647 w 570"/>
                  <a:gd name="T85" fmla="*/ 2147483647 h 450"/>
                  <a:gd name="T86" fmla="*/ 2147483647 w 570"/>
                  <a:gd name="T87" fmla="*/ 2147483647 h 450"/>
                  <a:gd name="T88" fmla="*/ 2147483647 w 570"/>
                  <a:gd name="T89" fmla="*/ 2147483647 h 450"/>
                  <a:gd name="T90" fmla="*/ 2147483647 w 570"/>
                  <a:gd name="T91" fmla="*/ 2147483647 h 450"/>
                  <a:gd name="T92" fmla="*/ 2147483647 w 570"/>
                  <a:gd name="T93" fmla="*/ 2147483647 h 450"/>
                  <a:gd name="T94" fmla="*/ 2147483647 w 570"/>
                  <a:gd name="T95" fmla="*/ 2147483647 h 450"/>
                  <a:gd name="T96" fmla="*/ 2147483647 w 570"/>
                  <a:gd name="T97" fmla="*/ 2147483647 h 450"/>
                  <a:gd name="T98" fmla="*/ 2147483647 w 570"/>
                  <a:gd name="T99" fmla="*/ 2147483647 h 450"/>
                  <a:gd name="T100" fmla="*/ 2147483647 w 570"/>
                  <a:gd name="T101" fmla="*/ 2147483647 h 450"/>
                  <a:gd name="T102" fmla="*/ 2147483647 w 570"/>
                  <a:gd name="T103" fmla="*/ 2147483647 h 45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70"/>
                  <a:gd name="T157" fmla="*/ 0 h 450"/>
                  <a:gd name="T158" fmla="*/ 570 w 570"/>
                  <a:gd name="T159" fmla="*/ 450 h 45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70" h="450">
                    <a:moveTo>
                      <a:pt x="0" y="312"/>
                    </a:moveTo>
                    <a:lnTo>
                      <a:pt x="6" y="366"/>
                    </a:lnTo>
                    <a:lnTo>
                      <a:pt x="6" y="390"/>
                    </a:lnTo>
                    <a:lnTo>
                      <a:pt x="30" y="384"/>
                    </a:lnTo>
                    <a:lnTo>
                      <a:pt x="30" y="390"/>
                    </a:lnTo>
                    <a:lnTo>
                      <a:pt x="36" y="396"/>
                    </a:lnTo>
                    <a:lnTo>
                      <a:pt x="36" y="408"/>
                    </a:lnTo>
                    <a:lnTo>
                      <a:pt x="42" y="420"/>
                    </a:lnTo>
                    <a:lnTo>
                      <a:pt x="54" y="426"/>
                    </a:lnTo>
                    <a:lnTo>
                      <a:pt x="60" y="432"/>
                    </a:lnTo>
                    <a:lnTo>
                      <a:pt x="72" y="432"/>
                    </a:lnTo>
                    <a:lnTo>
                      <a:pt x="78" y="438"/>
                    </a:lnTo>
                    <a:lnTo>
                      <a:pt x="90" y="438"/>
                    </a:lnTo>
                    <a:lnTo>
                      <a:pt x="96" y="432"/>
                    </a:lnTo>
                    <a:lnTo>
                      <a:pt x="96" y="426"/>
                    </a:lnTo>
                    <a:lnTo>
                      <a:pt x="120" y="414"/>
                    </a:lnTo>
                    <a:lnTo>
                      <a:pt x="150" y="414"/>
                    </a:lnTo>
                    <a:lnTo>
                      <a:pt x="168" y="420"/>
                    </a:lnTo>
                    <a:lnTo>
                      <a:pt x="186" y="438"/>
                    </a:lnTo>
                    <a:lnTo>
                      <a:pt x="186" y="450"/>
                    </a:lnTo>
                    <a:lnTo>
                      <a:pt x="204" y="444"/>
                    </a:lnTo>
                    <a:lnTo>
                      <a:pt x="198" y="450"/>
                    </a:lnTo>
                    <a:lnTo>
                      <a:pt x="198" y="396"/>
                    </a:lnTo>
                    <a:lnTo>
                      <a:pt x="192" y="366"/>
                    </a:lnTo>
                    <a:lnTo>
                      <a:pt x="186" y="366"/>
                    </a:lnTo>
                    <a:lnTo>
                      <a:pt x="186" y="348"/>
                    </a:lnTo>
                    <a:lnTo>
                      <a:pt x="192" y="336"/>
                    </a:lnTo>
                    <a:lnTo>
                      <a:pt x="198" y="330"/>
                    </a:lnTo>
                    <a:lnTo>
                      <a:pt x="354" y="330"/>
                    </a:lnTo>
                    <a:lnTo>
                      <a:pt x="378" y="318"/>
                    </a:lnTo>
                    <a:lnTo>
                      <a:pt x="396" y="324"/>
                    </a:lnTo>
                    <a:lnTo>
                      <a:pt x="414" y="324"/>
                    </a:lnTo>
                    <a:lnTo>
                      <a:pt x="438" y="330"/>
                    </a:lnTo>
                    <a:lnTo>
                      <a:pt x="456" y="330"/>
                    </a:lnTo>
                    <a:lnTo>
                      <a:pt x="462" y="318"/>
                    </a:lnTo>
                    <a:lnTo>
                      <a:pt x="474" y="318"/>
                    </a:lnTo>
                    <a:lnTo>
                      <a:pt x="480" y="306"/>
                    </a:lnTo>
                    <a:lnTo>
                      <a:pt x="498" y="288"/>
                    </a:lnTo>
                    <a:lnTo>
                      <a:pt x="528" y="288"/>
                    </a:lnTo>
                    <a:lnTo>
                      <a:pt x="534" y="294"/>
                    </a:lnTo>
                    <a:lnTo>
                      <a:pt x="534" y="282"/>
                    </a:lnTo>
                    <a:lnTo>
                      <a:pt x="540" y="282"/>
                    </a:lnTo>
                    <a:lnTo>
                      <a:pt x="546" y="276"/>
                    </a:lnTo>
                    <a:lnTo>
                      <a:pt x="558" y="276"/>
                    </a:lnTo>
                    <a:lnTo>
                      <a:pt x="564" y="258"/>
                    </a:lnTo>
                    <a:lnTo>
                      <a:pt x="570" y="252"/>
                    </a:lnTo>
                    <a:lnTo>
                      <a:pt x="564" y="252"/>
                    </a:lnTo>
                    <a:lnTo>
                      <a:pt x="540" y="216"/>
                    </a:lnTo>
                    <a:lnTo>
                      <a:pt x="564" y="210"/>
                    </a:lnTo>
                    <a:lnTo>
                      <a:pt x="558" y="198"/>
                    </a:lnTo>
                    <a:lnTo>
                      <a:pt x="546" y="186"/>
                    </a:lnTo>
                    <a:lnTo>
                      <a:pt x="534" y="186"/>
                    </a:lnTo>
                    <a:lnTo>
                      <a:pt x="522" y="198"/>
                    </a:lnTo>
                    <a:lnTo>
                      <a:pt x="504" y="198"/>
                    </a:lnTo>
                    <a:lnTo>
                      <a:pt x="498" y="186"/>
                    </a:lnTo>
                    <a:lnTo>
                      <a:pt x="486" y="180"/>
                    </a:lnTo>
                    <a:lnTo>
                      <a:pt x="462" y="156"/>
                    </a:lnTo>
                    <a:lnTo>
                      <a:pt x="462" y="150"/>
                    </a:lnTo>
                    <a:lnTo>
                      <a:pt x="480" y="132"/>
                    </a:lnTo>
                    <a:lnTo>
                      <a:pt x="468" y="132"/>
                    </a:lnTo>
                    <a:lnTo>
                      <a:pt x="468" y="114"/>
                    </a:lnTo>
                    <a:lnTo>
                      <a:pt x="444" y="114"/>
                    </a:lnTo>
                    <a:lnTo>
                      <a:pt x="432" y="108"/>
                    </a:lnTo>
                    <a:lnTo>
                      <a:pt x="420" y="84"/>
                    </a:lnTo>
                    <a:lnTo>
                      <a:pt x="420" y="60"/>
                    </a:lnTo>
                    <a:lnTo>
                      <a:pt x="414" y="48"/>
                    </a:lnTo>
                    <a:lnTo>
                      <a:pt x="414" y="12"/>
                    </a:lnTo>
                    <a:lnTo>
                      <a:pt x="390" y="0"/>
                    </a:lnTo>
                    <a:lnTo>
                      <a:pt x="342" y="0"/>
                    </a:lnTo>
                    <a:lnTo>
                      <a:pt x="324" y="18"/>
                    </a:lnTo>
                    <a:lnTo>
                      <a:pt x="300" y="18"/>
                    </a:lnTo>
                    <a:lnTo>
                      <a:pt x="282" y="42"/>
                    </a:lnTo>
                    <a:lnTo>
                      <a:pt x="258" y="42"/>
                    </a:lnTo>
                    <a:lnTo>
                      <a:pt x="258" y="60"/>
                    </a:lnTo>
                    <a:lnTo>
                      <a:pt x="252" y="66"/>
                    </a:lnTo>
                    <a:lnTo>
                      <a:pt x="252" y="72"/>
                    </a:lnTo>
                    <a:lnTo>
                      <a:pt x="240" y="72"/>
                    </a:lnTo>
                    <a:lnTo>
                      <a:pt x="228" y="60"/>
                    </a:lnTo>
                    <a:lnTo>
                      <a:pt x="222" y="60"/>
                    </a:lnTo>
                    <a:lnTo>
                      <a:pt x="216" y="66"/>
                    </a:lnTo>
                    <a:lnTo>
                      <a:pt x="210" y="78"/>
                    </a:lnTo>
                    <a:lnTo>
                      <a:pt x="198" y="84"/>
                    </a:lnTo>
                    <a:lnTo>
                      <a:pt x="192" y="96"/>
                    </a:lnTo>
                    <a:lnTo>
                      <a:pt x="186" y="102"/>
                    </a:lnTo>
                    <a:lnTo>
                      <a:pt x="186" y="108"/>
                    </a:lnTo>
                    <a:lnTo>
                      <a:pt x="168" y="108"/>
                    </a:lnTo>
                    <a:lnTo>
                      <a:pt x="168" y="144"/>
                    </a:lnTo>
                    <a:lnTo>
                      <a:pt x="144" y="150"/>
                    </a:lnTo>
                    <a:lnTo>
                      <a:pt x="114" y="120"/>
                    </a:lnTo>
                    <a:lnTo>
                      <a:pt x="96" y="150"/>
                    </a:lnTo>
                    <a:lnTo>
                      <a:pt x="102" y="156"/>
                    </a:lnTo>
                    <a:lnTo>
                      <a:pt x="102" y="186"/>
                    </a:lnTo>
                    <a:lnTo>
                      <a:pt x="84" y="186"/>
                    </a:lnTo>
                    <a:lnTo>
                      <a:pt x="84" y="216"/>
                    </a:lnTo>
                    <a:lnTo>
                      <a:pt x="78" y="222"/>
                    </a:lnTo>
                    <a:lnTo>
                      <a:pt x="72" y="222"/>
                    </a:lnTo>
                    <a:lnTo>
                      <a:pt x="78" y="228"/>
                    </a:lnTo>
                    <a:lnTo>
                      <a:pt x="78" y="240"/>
                    </a:lnTo>
                    <a:lnTo>
                      <a:pt x="42" y="240"/>
                    </a:lnTo>
                    <a:lnTo>
                      <a:pt x="36" y="246"/>
                    </a:lnTo>
                    <a:lnTo>
                      <a:pt x="30" y="246"/>
                    </a:lnTo>
                    <a:lnTo>
                      <a:pt x="12" y="258"/>
                    </a:lnTo>
                    <a:lnTo>
                      <a:pt x="36" y="288"/>
                    </a:lnTo>
                    <a:lnTo>
                      <a:pt x="24" y="312"/>
                    </a:lnTo>
                    <a:lnTo>
                      <a:pt x="0" y="31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8" name="Bulgaria" descr="© INSCALE GmbH, 05.05.2010&#10;http://www.presentationload.com/">
                <a:extLst>
                  <a:ext uri="{FF2B5EF4-FFF2-40B4-BE49-F238E27FC236}">
                    <a16:creationId xmlns:a16="http://schemas.microsoft.com/office/drawing/2014/main" id="{C6E1BA29-5D6C-2CC6-7696-6F7D493486DD}"/>
                  </a:ext>
                </a:extLst>
              </p:cNvPr>
              <p:cNvSpPr>
                <a:spLocks/>
              </p:cNvSpPr>
              <p:nvPr/>
            </p:nvSpPr>
            <p:spPr bwMode="gray">
              <a:xfrm>
                <a:off x="4807587" y="1870997"/>
                <a:ext cx="149720" cy="85978"/>
              </a:xfrm>
              <a:custGeom>
                <a:avLst/>
                <a:gdLst>
                  <a:gd name="T0" fmla="*/ 2147483647 w 396"/>
                  <a:gd name="T1" fmla="*/ 2147483647 h 228"/>
                  <a:gd name="T2" fmla="*/ 2147483647 w 396"/>
                  <a:gd name="T3" fmla="*/ 2147483647 h 228"/>
                  <a:gd name="T4" fmla="*/ 2147483647 w 396"/>
                  <a:gd name="T5" fmla="*/ 2147483647 h 228"/>
                  <a:gd name="T6" fmla="*/ 2147483647 w 396"/>
                  <a:gd name="T7" fmla="*/ 2147483647 h 228"/>
                  <a:gd name="T8" fmla="*/ 2147483647 w 396"/>
                  <a:gd name="T9" fmla="*/ 2147483647 h 228"/>
                  <a:gd name="T10" fmla="*/ 2147483647 w 396"/>
                  <a:gd name="T11" fmla="*/ 2147483647 h 228"/>
                  <a:gd name="T12" fmla="*/ 2147483647 w 396"/>
                  <a:gd name="T13" fmla="*/ 2147483647 h 228"/>
                  <a:gd name="T14" fmla="*/ 2147483647 w 396"/>
                  <a:gd name="T15" fmla="*/ 0 h 228"/>
                  <a:gd name="T16" fmla="*/ 2147483647 w 396"/>
                  <a:gd name="T17" fmla="*/ 2147483647 h 228"/>
                  <a:gd name="T18" fmla="*/ 2147483647 w 396"/>
                  <a:gd name="T19" fmla="*/ 2147483647 h 228"/>
                  <a:gd name="T20" fmla="*/ 2147483647 w 396"/>
                  <a:gd name="T21" fmla="*/ 2147483647 h 228"/>
                  <a:gd name="T22" fmla="*/ 2147483647 w 396"/>
                  <a:gd name="T23" fmla="*/ 2147483647 h 228"/>
                  <a:gd name="T24" fmla="*/ 2147483647 w 396"/>
                  <a:gd name="T25" fmla="*/ 2147483647 h 228"/>
                  <a:gd name="T26" fmla="*/ 2147483647 w 396"/>
                  <a:gd name="T27" fmla="*/ 2147483647 h 228"/>
                  <a:gd name="T28" fmla="*/ 2147483647 w 396"/>
                  <a:gd name="T29" fmla="*/ 2147483647 h 228"/>
                  <a:gd name="T30" fmla="*/ 2147483647 w 396"/>
                  <a:gd name="T31" fmla="*/ 2147483647 h 228"/>
                  <a:gd name="T32" fmla="*/ 2147483647 w 396"/>
                  <a:gd name="T33" fmla="*/ 2147483647 h 228"/>
                  <a:gd name="T34" fmla="*/ 2147483647 w 396"/>
                  <a:gd name="T35" fmla="*/ 2147483647 h 228"/>
                  <a:gd name="T36" fmla="*/ 2147483647 w 396"/>
                  <a:gd name="T37" fmla="*/ 2147483647 h 228"/>
                  <a:gd name="T38" fmla="*/ 2147483647 w 396"/>
                  <a:gd name="T39" fmla="*/ 2147483647 h 228"/>
                  <a:gd name="T40" fmla="*/ 2147483647 w 396"/>
                  <a:gd name="T41" fmla="*/ 2147483647 h 228"/>
                  <a:gd name="T42" fmla="*/ 2147483647 w 396"/>
                  <a:gd name="T43" fmla="*/ 0 h 228"/>
                  <a:gd name="T44" fmla="*/ 0 w 396"/>
                  <a:gd name="T45" fmla="*/ 2147483647 h 228"/>
                  <a:gd name="T46" fmla="*/ 2147483647 w 396"/>
                  <a:gd name="T47" fmla="*/ 2147483647 h 228"/>
                  <a:gd name="T48" fmla="*/ 2147483647 w 396"/>
                  <a:gd name="T49" fmla="*/ 2147483647 h 228"/>
                  <a:gd name="T50" fmla="*/ 2147483647 w 396"/>
                  <a:gd name="T51" fmla="*/ 2147483647 h 228"/>
                  <a:gd name="T52" fmla="*/ 2147483647 w 396"/>
                  <a:gd name="T53" fmla="*/ 2147483647 h 228"/>
                  <a:gd name="T54" fmla="*/ 2147483647 w 396"/>
                  <a:gd name="T55" fmla="*/ 2147483647 h 228"/>
                  <a:gd name="T56" fmla="*/ 0 w 396"/>
                  <a:gd name="T57" fmla="*/ 2147483647 h 228"/>
                  <a:gd name="T58" fmla="*/ 2147483647 w 396"/>
                  <a:gd name="T59" fmla="*/ 2147483647 h 228"/>
                  <a:gd name="T60" fmla="*/ 2147483647 w 396"/>
                  <a:gd name="T61" fmla="*/ 2147483647 h 228"/>
                  <a:gd name="T62" fmla="*/ 2147483647 w 396"/>
                  <a:gd name="T63" fmla="*/ 2147483647 h 228"/>
                  <a:gd name="T64" fmla="*/ 2147483647 w 396"/>
                  <a:gd name="T65" fmla="*/ 2147483647 h 228"/>
                  <a:gd name="T66" fmla="*/ 2147483647 w 396"/>
                  <a:gd name="T67" fmla="*/ 2147483647 h 228"/>
                  <a:gd name="T68" fmla="*/ 2147483647 w 396"/>
                  <a:gd name="T69" fmla="*/ 2147483647 h 228"/>
                  <a:gd name="T70" fmla="*/ 2147483647 w 396"/>
                  <a:gd name="T71" fmla="*/ 2147483647 h 228"/>
                  <a:gd name="T72" fmla="*/ 2147483647 w 396"/>
                  <a:gd name="T73" fmla="*/ 2147483647 h 228"/>
                  <a:gd name="T74" fmla="*/ 2147483647 w 396"/>
                  <a:gd name="T75" fmla="*/ 2147483647 h 228"/>
                  <a:gd name="T76" fmla="*/ 2147483647 w 396"/>
                  <a:gd name="T77" fmla="*/ 2147483647 h 228"/>
                  <a:gd name="T78" fmla="*/ 2147483647 w 396"/>
                  <a:gd name="T79" fmla="*/ 2147483647 h 228"/>
                  <a:gd name="T80" fmla="*/ 2147483647 w 396"/>
                  <a:gd name="T81" fmla="*/ 2147483647 h 228"/>
                  <a:gd name="T82" fmla="*/ 2147483647 w 396"/>
                  <a:gd name="T83" fmla="*/ 2147483647 h 228"/>
                  <a:gd name="T84" fmla="*/ 2147483647 w 396"/>
                  <a:gd name="T85" fmla="*/ 2147483647 h 228"/>
                  <a:gd name="T86" fmla="*/ 2147483647 w 396"/>
                  <a:gd name="T87" fmla="*/ 2147483647 h 228"/>
                  <a:gd name="T88" fmla="*/ 2147483647 w 396"/>
                  <a:gd name="T89" fmla="*/ 2147483647 h 228"/>
                  <a:gd name="T90" fmla="*/ 2147483647 w 396"/>
                  <a:gd name="T91" fmla="*/ 2147483647 h 228"/>
                  <a:gd name="T92" fmla="*/ 2147483647 w 396"/>
                  <a:gd name="T93" fmla="*/ 2147483647 h 22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396"/>
                  <a:gd name="T142" fmla="*/ 0 h 228"/>
                  <a:gd name="T143" fmla="*/ 396 w 396"/>
                  <a:gd name="T144" fmla="*/ 228 h 22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396" h="228">
                    <a:moveTo>
                      <a:pt x="372" y="168"/>
                    </a:moveTo>
                    <a:lnTo>
                      <a:pt x="336" y="126"/>
                    </a:lnTo>
                    <a:lnTo>
                      <a:pt x="354" y="108"/>
                    </a:lnTo>
                    <a:lnTo>
                      <a:pt x="354" y="78"/>
                    </a:lnTo>
                    <a:lnTo>
                      <a:pt x="360" y="72"/>
                    </a:lnTo>
                    <a:lnTo>
                      <a:pt x="372" y="66"/>
                    </a:lnTo>
                    <a:lnTo>
                      <a:pt x="396" y="66"/>
                    </a:lnTo>
                    <a:lnTo>
                      <a:pt x="396" y="48"/>
                    </a:lnTo>
                    <a:lnTo>
                      <a:pt x="390" y="36"/>
                    </a:lnTo>
                    <a:lnTo>
                      <a:pt x="372" y="36"/>
                    </a:lnTo>
                    <a:lnTo>
                      <a:pt x="348" y="12"/>
                    </a:lnTo>
                    <a:lnTo>
                      <a:pt x="324" y="12"/>
                    </a:lnTo>
                    <a:lnTo>
                      <a:pt x="312" y="6"/>
                    </a:lnTo>
                    <a:lnTo>
                      <a:pt x="300" y="6"/>
                    </a:lnTo>
                    <a:lnTo>
                      <a:pt x="288" y="0"/>
                    </a:lnTo>
                    <a:lnTo>
                      <a:pt x="282" y="0"/>
                    </a:lnTo>
                    <a:lnTo>
                      <a:pt x="282" y="12"/>
                    </a:lnTo>
                    <a:lnTo>
                      <a:pt x="252" y="6"/>
                    </a:lnTo>
                    <a:lnTo>
                      <a:pt x="252" y="12"/>
                    </a:lnTo>
                    <a:lnTo>
                      <a:pt x="246" y="12"/>
                    </a:lnTo>
                    <a:lnTo>
                      <a:pt x="234" y="18"/>
                    </a:lnTo>
                    <a:lnTo>
                      <a:pt x="228" y="18"/>
                    </a:lnTo>
                    <a:lnTo>
                      <a:pt x="222" y="24"/>
                    </a:lnTo>
                    <a:lnTo>
                      <a:pt x="222" y="36"/>
                    </a:lnTo>
                    <a:lnTo>
                      <a:pt x="216" y="42"/>
                    </a:lnTo>
                    <a:lnTo>
                      <a:pt x="198" y="42"/>
                    </a:lnTo>
                    <a:lnTo>
                      <a:pt x="186" y="36"/>
                    </a:lnTo>
                    <a:lnTo>
                      <a:pt x="180" y="30"/>
                    </a:lnTo>
                    <a:lnTo>
                      <a:pt x="156" y="30"/>
                    </a:lnTo>
                    <a:lnTo>
                      <a:pt x="138" y="24"/>
                    </a:lnTo>
                    <a:lnTo>
                      <a:pt x="138" y="30"/>
                    </a:lnTo>
                    <a:lnTo>
                      <a:pt x="132" y="36"/>
                    </a:lnTo>
                    <a:lnTo>
                      <a:pt x="108" y="36"/>
                    </a:lnTo>
                    <a:lnTo>
                      <a:pt x="102" y="30"/>
                    </a:lnTo>
                    <a:lnTo>
                      <a:pt x="90" y="30"/>
                    </a:lnTo>
                    <a:lnTo>
                      <a:pt x="66" y="18"/>
                    </a:lnTo>
                    <a:lnTo>
                      <a:pt x="54" y="30"/>
                    </a:lnTo>
                    <a:lnTo>
                      <a:pt x="36" y="30"/>
                    </a:lnTo>
                    <a:lnTo>
                      <a:pt x="30" y="24"/>
                    </a:lnTo>
                    <a:lnTo>
                      <a:pt x="36" y="18"/>
                    </a:lnTo>
                    <a:lnTo>
                      <a:pt x="36" y="12"/>
                    </a:lnTo>
                    <a:lnTo>
                      <a:pt x="42" y="6"/>
                    </a:lnTo>
                    <a:lnTo>
                      <a:pt x="36" y="0"/>
                    </a:lnTo>
                    <a:lnTo>
                      <a:pt x="12" y="0"/>
                    </a:lnTo>
                    <a:lnTo>
                      <a:pt x="12" y="12"/>
                    </a:lnTo>
                    <a:lnTo>
                      <a:pt x="0" y="24"/>
                    </a:lnTo>
                    <a:lnTo>
                      <a:pt x="0" y="42"/>
                    </a:lnTo>
                    <a:lnTo>
                      <a:pt x="18" y="48"/>
                    </a:lnTo>
                    <a:lnTo>
                      <a:pt x="12" y="60"/>
                    </a:lnTo>
                    <a:lnTo>
                      <a:pt x="30" y="66"/>
                    </a:lnTo>
                    <a:lnTo>
                      <a:pt x="36" y="72"/>
                    </a:lnTo>
                    <a:lnTo>
                      <a:pt x="36" y="96"/>
                    </a:lnTo>
                    <a:lnTo>
                      <a:pt x="30" y="102"/>
                    </a:lnTo>
                    <a:lnTo>
                      <a:pt x="6" y="102"/>
                    </a:lnTo>
                    <a:lnTo>
                      <a:pt x="6" y="108"/>
                    </a:lnTo>
                    <a:lnTo>
                      <a:pt x="12" y="114"/>
                    </a:lnTo>
                    <a:lnTo>
                      <a:pt x="12" y="138"/>
                    </a:lnTo>
                    <a:lnTo>
                      <a:pt x="0" y="138"/>
                    </a:lnTo>
                    <a:lnTo>
                      <a:pt x="12" y="156"/>
                    </a:lnTo>
                    <a:lnTo>
                      <a:pt x="18" y="156"/>
                    </a:lnTo>
                    <a:lnTo>
                      <a:pt x="18" y="168"/>
                    </a:lnTo>
                    <a:lnTo>
                      <a:pt x="36" y="180"/>
                    </a:lnTo>
                    <a:lnTo>
                      <a:pt x="42" y="186"/>
                    </a:lnTo>
                    <a:lnTo>
                      <a:pt x="48" y="198"/>
                    </a:lnTo>
                    <a:lnTo>
                      <a:pt x="48" y="210"/>
                    </a:lnTo>
                    <a:lnTo>
                      <a:pt x="42" y="222"/>
                    </a:lnTo>
                    <a:lnTo>
                      <a:pt x="48" y="222"/>
                    </a:lnTo>
                    <a:lnTo>
                      <a:pt x="54" y="228"/>
                    </a:lnTo>
                    <a:lnTo>
                      <a:pt x="66" y="228"/>
                    </a:lnTo>
                    <a:lnTo>
                      <a:pt x="78" y="222"/>
                    </a:lnTo>
                    <a:lnTo>
                      <a:pt x="84" y="216"/>
                    </a:lnTo>
                    <a:lnTo>
                      <a:pt x="108" y="222"/>
                    </a:lnTo>
                    <a:lnTo>
                      <a:pt x="114" y="204"/>
                    </a:lnTo>
                    <a:lnTo>
                      <a:pt x="144" y="198"/>
                    </a:lnTo>
                    <a:lnTo>
                      <a:pt x="144" y="204"/>
                    </a:lnTo>
                    <a:lnTo>
                      <a:pt x="162" y="222"/>
                    </a:lnTo>
                    <a:lnTo>
                      <a:pt x="174" y="222"/>
                    </a:lnTo>
                    <a:lnTo>
                      <a:pt x="180" y="216"/>
                    </a:lnTo>
                    <a:lnTo>
                      <a:pt x="192" y="228"/>
                    </a:lnTo>
                    <a:lnTo>
                      <a:pt x="204" y="228"/>
                    </a:lnTo>
                    <a:lnTo>
                      <a:pt x="216" y="216"/>
                    </a:lnTo>
                    <a:lnTo>
                      <a:pt x="228" y="228"/>
                    </a:lnTo>
                    <a:lnTo>
                      <a:pt x="246" y="228"/>
                    </a:lnTo>
                    <a:lnTo>
                      <a:pt x="252" y="222"/>
                    </a:lnTo>
                    <a:lnTo>
                      <a:pt x="252" y="204"/>
                    </a:lnTo>
                    <a:lnTo>
                      <a:pt x="246" y="198"/>
                    </a:lnTo>
                    <a:lnTo>
                      <a:pt x="264" y="192"/>
                    </a:lnTo>
                    <a:lnTo>
                      <a:pt x="282" y="168"/>
                    </a:lnTo>
                    <a:lnTo>
                      <a:pt x="312" y="174"/>
                    </a:lnTo>
                    <a:lnTo>
                      <a:pt x="324" y="156"/>
                    </a:lnTo>
                    <a:lnTo>
                      <a:pt x="336" y="174"/>
                    </a:lnTo>
                    <a:lnTo>
                      <a:pt x="348" y="174"/>
                    </a:lnTo>
                    <a:lnTo>
                      <a:pt x="360" y="180"/>
                    </a:lnTo>
                    <a:lnTo>
                      <a:pt x="372" y="180"/>
                    </a:lnTo>
                    <a:lnTo>
                      <a:pt x="372" y="16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59" name="Brazil" descr="© INSCALE GmbH, 05.05.2010&#10;http://www.presentationload.com/">
                <a:extLst>
                  <a:ext uri="{FF2B5EF4-FFF2-40B4-BE49-F238E27FC236}">
                    <a16:creationId xmlns:a16="http://schemas.microsoft.com/office/drawing/2014/main" id="{43089EF7-9095-6521-998F-6B67A8BA1789}"/>
                  </a:ext>
                </a:extLst>
              </p:cNvPr>
              <p:cNvSpPr>
                <a:spLocks noEditPoints="1"/>
              </p:cNvSpPr>
              <p:nvPr/>
            </p:nvSpPr>
            <p:spPr bwMode="gray">
              <a:xfrm>
                <a:off x="2243083" y="3056900"/>
                <a:ext cx="1055450" cy="1193315"/>
              </a:xfrm>
              <a:custGeom>
                <a:avLst/>
                <a:gdLst>
                  <a:gd name="T0" fmla="*/ 2147483647 w 2784"/>
                  <a:gd name="T1" fmla="*/ 2147483647 h 3150"/>
                  <a:gd name="T2" fmla="*/ 2147483647 w 2784"/>
                  <a:gd name="T3" fmla="*/ 2147483647 h 3150"/>
                  <a:gd name="T4" fmla="*/ 2147483647 w 2784"/>
                  <a:gd name="T5" fmla="*/ 2147483647 h 3150"/>
                  <a:gd name="T6" fmla="*/ 2147483647 w 2784"/>
                  <a:gd name="T7" fmla="*/ 2147483647 h 3150"/>
                  <a:gd name="T8" fmla="*/ 2147483647 w 2784"/>
                  <a:gd name="T9" fmla="*/ 2147483647 h 3150"/>
                  <a:gd name="T10" fmla="*/ 2147483647 w 2784"/>
                  <a:gd name="T11" fmla="*/ 2147483647 h 3150"/>
                  <a:gd name="T12" fmla="*/ 2147483647 w 2784"/>
                  <a:gd name="T13" fmla="*/ 2147483647 h 3150"/>
                  <a:gd name="T14" fmla="*/ 2147483647 w 2784"/>
                  <a:gd name="T15" fmla="*/ 2147483647 h 3150"/>
                  <a:gd name="T16" fmla="*/ 2147483647 w 2784"/>
                  <a:gd name="T17" fmla="*/ 2147483647 h 3150"/>
                  <a:gd name="T18" fmla="*/ 2147483647 w 2784"/>
                  <a:gd name="T19" fmla="*/ 2147483647 h 3150"/>
                  <a:gd name="T20" fmla="*/ 2147483647 w 2784"/>
                  <a:gd name="T21" fmla="*/ 2147483647 h 3150"/>
                  <a:gd name="T22" fmla="*/ 2147483647 w 2784"/>
                  <a:gd name="T23" fmla="*/ 2147483647 h 3150"/>
                  <a:gd name="T24" fmla="*/ 2147483647 w 2784"/>
                  <a:gd name="T25" fmla="*/ 2147483647 h 3150"/>
                  <a:gd name="T26" fmla="*/ 2147483647 w 2784"/>
                  <a:gd name="T27" fmla="*/ 2147483647 h 3150"/>
                  <a:gd name="T28" fmla="*/ 2147483647 w 2784"/>
                  <a:gd name="T29" fmla="*/ 2147483647 h 3150"/>
                  <a:gd name="T30" fmla="*/ 2147483647 w 2784"/>
                  <a:gd name="T31" fmla="*/ 2147483647 h 3150"/>
                  <a:gd name="T32" fmla="*/ 2147483647 w 2784"/>
                  <a:gd name="T33" fmla="*/ 2147483647 h 3150"/>
                  <a:gd name="T34" fmla="*/ 2147483647 w 2784"/>
                  <a:gd name="T35" fmla="*/ 2147483647 h 3150"/>
                  <a:gd name="T36" fmla="*/ 2147483647 w 2784"/>
                  <a:gd name="T37" fmla="*/ 2147483647 h 3150"/>
                  <a:gd name="T38" fmla="*/ 2147483647 w 2784"/>
                  <a:gd name="T39" fmla="*/ 2147483647 h 3150"/>
                  <a:gd name="T40" fmla="*/ 2147483647 w 2784"/>
                  <a:gd name="T41" fmla="*/ 2147483647 h 3150"/>
                  <a:gd name="T42" fmla="*/ 2147483647 w 2784"/>
                  <a:gd name="T43" fmla="*/ 2147483647 h 3150"/>
                  <a:gd name="T44" fmla="*/ 2147483647 w 2784"/>
                  <a:gd name="T45" fmla="*/ 2147483647 h 3150"/>
                  <a:gd name="T46" fmla="*/ 2147483647 w 2784"/>
                  <a:gd name="T47" fmla="*/ 2147483647 h 3150"/>
                  <a:gd name="T48" fmla="*/ 2147483647 w 2784"/>
                  <a:gd name="T49" fmla="*/ 2147483647 h 3150"/>
                  <a:gd name="T50" fmla="*/ 2147483647 w 2784"/>
                  <a:gd name="T51" fmla="*/ 2147483647 h 3150"/>
                  <a:gd name="T52" fmla="*/ 2147483647 w 2784"/>
                  <a:gd name="T53" fmla="*/ 2147483647 h 3150"/>
                  <a:gd name="T54" fmla="*/ 2147483647 w 2784"/>
                  <a:gd name="T55" fmla="*/ 2147483647 h 3150"/>
                  <a:gd name="T56" fmla="*/ 2147483647 w 2784"/>
                  <a:gd name="T57" fmla="*/ 2147483647 h 3150"/>
                  <a:gd name="T58" fmla="*/ 2147483647 w 2784"/>
                  <a:gd name="T59" fmla="*/ 2147483647 h 3150"/>
                  <a:gd name="T60" fmla="*/ 2147483647 w 2784"/>
                  <a:gd name="T61" fmla="*/ 2147483647 h 3150"/>
                  <a:gd name="T62" fmla="*/ 2147483647 w 2784"/>
                  <a:gd name="T63" fmla="*/ 2147483647 h 3150"/>
                  <a:gd name="T64" fmla="*/ 2147483647 w 2784"/>
                  <a:gd name="T65" fmla="*/ 2147483647 h 3150"/>
                  <a:gd name="T66" fmla="*/ 2147483647 w 2784"/>
                  <a:gd name="T67" fmla="*/ 2147483647 h 3150"/>
                  <a:gd name="T68" fmla="*/ 2147483647 w 2784"/>
                  <a:gd name="T69" fmla="*/ 2147483647 h 3150"/>
                  <a:gd name="T70" fmla="*/ 2147483647 w 2784"/>
                  <a:gd name="T71" fmla="*/ 2147483647 h 3150"/>
                  <a:gd name="T72" fmla="*/ 2147483647 w 2784"/>
                  <a:gd name="T73" fmla="*/ 2147483647 h 3150"/>
                  <a:gd name="T74" fmla="*/ 2147483647 w 2784"/>
                  <a:gd name="T75" fmla="*/ 2147483647 h 3150"/>
                  <a:gd name="T76" fmla="*/ 2147483647 w 2784"/>
                  <a:gd name="T77" fmla="*/ 2147483647 h 3150"/>
                  <a:gd name="T78" fmla="*/ 2147483647 w 2784"/>
                  <a:gd name="T79" fmla="*/ 2147483647 h 3150"/>
                  <a:gd name="T80" fmla="*/ 2147483647 w 2784"/>
                  <a:gd name="T81" fmla="*/ 2147483647 h 3150"/>
                  <a:gd name="T82" fmla="*/ 2147483647 w 2784"/>
                  <a:gd name="T83" fmla="*/ 2147483647 h 3150"/>
                  <a:gd name="T84" fmla="*/ 2147483647 w 2784"/>
                  <a:gd name="T85" fmla="*/ 2147483647 h 3150"/>
                  <a:gd name="T86" fmla="*/ 2147483647 w 2784"/>
                  <a:gd name="T87" fmla="*/ 2147483647 h 3150"/>
                  <a:gd name="T88" fmla="*/ 2147483647 w 2784"/>
                  <a:gd name="T89" fmla="*/ 2147483647 h 3150"/>
                  <a:gd name="T90" fmla="*/ 2147483647 w 2784"/>
                  <a:gd name="T91" fmla="*/ 2147483647 h 3150"/>
                  <a:gd name="T92" fmla="*/ 2147483647 w 2784"/>
                  <a:gd name="T93" fmla="*/ 2147483647 h 3150"/>
                  <a:gd name="T94" fmla="*/ 2147483647 w 2784"/>
                  <a:gd name="T95" fmla="*/ 2147483647 h 3150"/>
                  <a:gd name="T96" fmla="*/ 2147483647 w 2784"/>
                  <a:gd name="T97" fmla="*/ 2147483647 h 3150"/>
                  <a:gd name="T98" fmla="*/ 2147483647 w 2784"/>
                  <a:gd name="T99" fmla="*/ 2147483647 h 3150"/>
                  <a:gd name="T100" fmla="*/ 2147483647 w 2784"/>
                  <a:gd name="T101" fmla="*/ 2147483647 h 3150"/>
                  <a:gd name="T102" fmla="*/ 2147483647 w 2784"/>
                  <a:gd name="T103" fmla="*/ 2147483647 h 3150"/>
                  <a:gd name="T104" fmla="*/ 2147483647 w 2784"/>
                  <a:gd name="T105" fmla="*/ 2147483647 h 3150"/>
                  <a:gd name="T106" fmla="*/ 2147483647 w 2784"/>
                  <a:gd name="T107" fmla="*/ 2147483647 h 3150"/>
                  <a:gd name="T108" fmla="*/ 2147483647 w 2784"/>
                  <a:gd name="T109" fmla="*/ 2147483647 h 3150"/>
                  <a:gd name="T110" fmla="*/ 2147483647 w 2784"/>
                  <a:gd name="T111" fmla="*/ 2147483647 h 3150"/>
                  <a:gd name="T112" fmla="*/ 2147483647 w 2784"/>
                  <a:gd name="T113" fmla="*/ 2147483647 h 3150"/>
                  <a:gd name="T114" fmla="*/ 2147483647 w 2784"/>
                  <a:gd name="T115" fmla="*/ 2147483647 h 3150"/>
                  <a:gd name="T116" fmla="*/ 2147483647 w 2784"/>
                  <a:gd name="T117" fmla="*/ 2147483647 h 3150"/>
                  <a:gd name="T118" fmla="*/ 2147483647 w 2784"/>
                  <a:gd name="T119" fmla="*/ 2147483647 h 315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784"/>
                  <a:gd name="T181" fmla="*/ 0 h 3150"/>
                  <a:gd name="T182" fmla="*/ 2784 w 2784"/>
                  <a:gd name="T183" fmla="*/ 3150 h 315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784" h="3150">
                    <a:moveTo>
                      <a:pt x="1716" y="450"/>
                    </a:moveTo>
                    <a:lnTo>
                      <a:pt x="1710" y="450"/>
                    </a:lnTo>
                    <a:lnTo>
                      <a:pt x="1698" y="444"/>
                    </a:lnTo>
                    <a:lnTo>
                      <a:pt x="1680" y="444"/>
                    </a:lnTo>
                    <a:lnTo>
                      <a:pt x="1662" y="438"/>
                    </a:lnTo>
                    <a:lnTo>
                      <a:pt x="1650" y="438"/>
                    </a:lnTo>
                    <a:lnTo>
                      <a:pt x="1644" y="444"/>
                    </a:lnTo>
                    <a:lnTo>
                      <a:pt x="1644" y="450"/>
                    </a:lnTo>
                    <a:lnTo>
                      <a:pt x="1650" y="462"/>
                    </a:lnTo>
                    <a:lnTo>
                      <a:pt x="1650" y="468"/>
                    </a:lnTo>
                    <a:lnTo>
                      <a:pt x="1656" y="480"/>
                    </a:lnTo>
                    <a:lnTo>
                      <a:pt x="1638" y="480"/>
                    </a:lnTo>
                    <a:lnTo>
                      <a:pt x="1638" y="504"/>
                    </a:lnTo>
                    <a:lnTo>
                      <a:pt x="1656" y="516"/>
                    </a:lnTo>
                    <a:lnTo>
                      <a:pt x="1644" y="528"/>
                    </a:lnTo>
                    <a:lnTo>
                      <a:pt x="1644" y="540"/>
                    </a:lnTo>
                    <a:lnTo>
                      <a:pt x="1656" y="564"/>
                    </a:lnTo>
                    <a:lnTo>
                      <a:pt x="1668" y="570"/>
                    </a:lnTo>
                    <a:lnTo>
                      <a:pt x="1674" y="576"/>
                    </a:lnTo>
                    <a:lnTo>
                      <a:pt x="1686" y="576"/>
                    </a:lnTo>
                    <a:lnTo>
                      <a:pt x="1698" y="570"/>
                    </a:lnTo>
                    <a:lnTo>
                      <a:pt x="1710" y="570"/>
                    </a:lnTo>
                    <a:lnTo>
                      <a:pt x="1716" y="564"/>
                    </a:lnTo>
                    <a:lnTo>
                      <a:pt x="1716" y="558"/>
                    </a:lnTo>
                    <a:lnTo>
                      <a:pt x="1728" y="558"/>
                    </a:lnTo>
                    <a:lnTo>
                      <a:pt x="1740" y="552"/>
                    </a:lnTo>
                    <a:lnTo>
                      <a:pt x="1758" y="552"/>
                    </a:lnTo>
                    <a:lnTo>
                      <a:pt x="1770" y="546"/>
                    </a:lnTo>
                    <a:lnTo>
                      <a:pt x="1776" y="534"/>
                    </a:lnTo>
                    <a:lnTo>
                      <a:pt x="1788" y="492"/>
                    </a:lnTo>
                    <a:lnTo>
                      <a:pt x="1794" y="480"/>
                    </a:lnTo>
                    <a:lnTo>
                      <a:pt x="1794" y="474"/>
                    </a:lnTo>
                    <a:lnTo>
                      <a:pt x="1800" y="462"/>
                    </a:lnTo>
                    <a:lnTo>
                      <a:pt x="1800" y="444"/>
                    </a:lnTo>
                    <a:lnTo>
                      <a:pt x="1794" y="438"/>
                    </a:lnTo>
                    <a:lnTo>
                      <a:pt x="1752" y="438"/>
                    </a:lnTo>
                    <a:lnTo>
                      <a:pt x="1740" y="444"/>
                    </a:lnTo>
                    <a:lnTo>
                      <a:pt x="1734" y="444"/>
                    </a:lnTo>
                    <a:lnTo>
                      <a:pt x="1722" y="450"/>
                    </a:lnTo>
                    <a:lnTo>
                      <a:pt x="1716" y="450"/>
                    </a:lnTo>
                    <a:close/>
                    <a:moveTo>
                      <a:pt x="1716" y="438"/>
                    </a:moveTo>
                    <a:lnTo>
                      <a:pt x="1740" y="432"/>
                    </a:lnTo>
                    <a:lnTo>
                      <a:pt x="1722" y="414"/>
                    </a:lnTo>
                    <a:lnTo>
                      <a:pt x="1698" y="438"/>
                    </a:lnTo>
                    <a:lnTo>
                      <a:pt x="1716" y="438"/>
                    </a:lnTo>
                    <a:close/>
                    <a:moveTo>
                      <a:pt x="1686" y="408"/>
                    </a:moveTo>
                    <a:lnTo>
                      <a:pt x="1662" y="408"/>
                    </a:lnTo>
                    <a:lnTo>
                      <a:pt x="1662" y="426"/>
                    </a:lnTo>
                    <a:lnTo>
                      <a:pt x="1698" y="426"/>
                    </a:lnTo>
                    <a:lnTo>
                      <a:pt x="1716" y="402"/>
                    </a:lnTo>
                    <a:lnTo>
                      <a:pt x="1698" y="384"/>
                    </a:lnTo>
                    <a:lnTo>
                      <a:pt x="1686" y="408"/>
                    </a:lnTo>
                    <a:close/>
                    <a:moveTo>
                      <a:pt x="1572" y="492"/>
                    </a:moveTo>
                    <a:lnTo>
                      <a:pt x="1572" y="510"/>
                    </a:lnTo>
                    <a:lnTo>
                      <a:pt x="1554" y="546"/>
                    </a:lnTo>
                    <a:lnTo>
                      <a:pt x="1584" y="528"/>
                    </a:lnTo>
                    <a:lnTo>
                      <a:pt x="1590" y="516"/>
                    </a:lnTo>
                    <a:lnTo>
                      <a:pt x="1596" y="510"/>
                    </a:lnTo>
                    <a:lnTo>
                      <a:pt x="1608" y="486"/>
                    </a:lnTo>
                    <a:lnTo>
                      <a:pt x="1608" y="480"/>
                    </a:lnTo>
                    <a:lnTo>
                      <a:pt x="1602" y="474"/>
                    </a:lnTo>
                    <a:lnTo>
                      <a:pt x="1596" y="474"/>
                    </a:lnTo>
                    <a:lnTo>
                      <a:pt x="1584" y="480"/>
                    </a:lnTo>
                    <a:lnTo>
                      <a:pt x="1572" y="492"/>
                    </a:lnTo>
                    <a:close/>
                    <a:moveTo>
                      <a:pt x="1632" y="426"/>
                    </a:moveTo>
                    <a:lnTo>
                      <a:pt x="1608" y="450"/>
                    </a:lnTo>
                    <a:lnTo>
                      <a:pt x="1626" y="456"/>
                    </a:lnTo>
                    <a:lnTo>
                      <a:pt x="1644" y="432"/>
                    </a:lnTo>
                    <a:lnTo>
                      <a:pt x="1632" y="426"/>
                    </a:lnTo>
                    <a:close/>
                    <a:moveTo>
                      <a:pt x="2778" y="1002"/>
                    </a:moveTo>
                    <a:lnTo>
                      <a:pt x="2778" y="984"/>
                    </a:lnTo>
                    <a:lnTo>
                      <a:pt x="2772" y="972"/>
                    </a:lnTo>
                    <a:lnTo>
                      <a:pt x="2760" y="954"/>
                    </a:lnTo>
                    <a:lnTo>
                      <a:pt x="2754" y="936"/>
                    </a:lnTo>
                    <a:lnTo>
                      <a:pt x="2754" y="870"/>
                    </a:lnTo>
                    <a:lnTo>
                      <a:pt x="2724" y="840"/>
                    </a:lnTo>
                    <a:lnTo>
                      <a:pt x="2694" y="834"/>
                    </a:lnTo>
                    <a:lnTo>
                      <a:pt x="2646" y="840"/>
                    </a:lnTo>
                    <a:lnTo>
                      <a:pt x="2628" y="822"/>
                    </a:lnTo>
                    <a:lnTo>
                      <a:pt x="2610" y="822"/>
                    </a:lnTo>
                    <a:lnTo>
                      <a:pt x="2592" y="798"/>
                    </a:lnTo>
                    <a:lnTo>
                      <a:pt x="2568" y="798"/>
                    </a:lnTo>
                    <a:lnTo>
                      <a:pt x="2538" y="768"/>
                    </a:lnTo>
                    <a:lnTo>
                      <a:pt x="2526" y="750"/>
                    </a:lnTo>
                    <a:lnTo>
                      <a:pt x="2490" y="714"/>
                    </a:lnTo>
                    <a:lnTo>
                      <a:pt x="2418" y="666"/>
                    </a:lnTo>
                    <a:lnTo>
                      <a:pt x="2394" y="660"/>
                    </a:lnTo>
                    <a:lnTo>
                      <a:pt x="2316" y="660"/>
                    </a:lnTo>
                    <a:lnTo>
                      <a:pt x="2316" y="672"/>
                    </a:lnTo>
                    <a:lnTo>
                      <a:pt x="2310" y="672"/>
                    </a:lnTo>
                    <a:lnTo>
                      <a:pt x="2298" y="660"/>
                    </a:lnTo>
                    <a:lnTo>
                      <a:pt x="2286" y="654"/>
                    </a:lnTo>
                    <a:lnTo>
                      <a:pt x="2274" y="654"/>
                    </a:lnTo>
                    <a:lnTo>
                      <a:pt x="2262" y="648"/>
                    </a:lnTo>
                    <a:lnTo>
                      <a:pt x="2232" y="648"/>
                    </a:lnTo>
                    <a:lnTo>
                      <a:pt x="2226" y="642"/>
                    </a:lnTo>
                    <a:lnTo>
                      <a:pt x="2214" y="636"/>
                    </a:lnTo>
                    <a:lnTo>
                      <a:pt x="2196" y="630"/>
                    </a:lnTo>
                    <a:lnTo>
                      <a:pt x="2184" y="624"/>
                    </a:lnTo>
                    <a:lnTo>
                      <a:pt x="2166" y="618"/>
                    </a:lnTo>
                    <a:lnTo>
                      <a:pt x="2154" y="618"/>
                    </a:lnTo>
                    <a:lnTo>
                      <a:pt x="2142" y="624"/>
                    </a:lnTo>
                    <a:lnTo>
                      <a:pt x="2112" y="654"/>
                    </a:lnTo>
                    <a:lnTo>
                      <a:pt x="2106" y="666"/>
                    </a:lnTo>
                    <a:lnTo>
                      <a:pt x="2088" y="642"/>
                    </a:lnTo>
                    <a:lnTo>
                      <a:pt x="2088" y="678"/>
                    </a:lnTo>
                    <a:lnTo>
                      <a:pt x="2058" y="702"/>
                    </a:lnTo>
                    <a:lnTo>
                      <a:pt x="2076" y="636"/>
                    </a:lnTo>
                    <a:lnTo>
                      <a:pt x="2082" y="636"/>
                    </a:lnTo>
                    <a:lnTo>
                      <a:pt x="2094" y="624"/>
                    </a:lnTo>
                    <a:lnTo>
                      <a:pt x="2094" y="606"/>
                    </a:lnTo>
                    <a:lnTo>
                      <a:pt x="2088" y="600"/>
                    </a:lnTo>
                    <a:lnTo>
                      <a:pt x="2082" y="600"/>
                    </a:lnTo>
                    <a:lnTo>
                      <a:pt x="2064" y="618"/>
                    </a:lnTo>
                    <a:lnTo>
                      <a:pt x="2076" y="582"/>
                    </a:lnTo>
                    <a:lnTo>
                      <a:pt x="2070" y="582"/>
                    </a:lnTo>
                    <a:lnTo>
                      <a:pt x="2064" y="576"/>
                    </a:lnTo>
                    <a:lnTo>
                      <a:pt x="2064" y="570"/>
                    </a:lnTo>
                    <a:lnTo>
                      <a:pt x="2040" y="546"/>
                    </a:lnTo>
                    <a:lnTo>
                      <a:pt x="2034" y="546"/>
                    </a:lnTo>
                    <a:lnTo>
                      <a:pt x="2022" y="564"/>
                    </a:lnTo>
                    <a:lnTo>
                      <a:pt x="2016" y="552"/>
                    </a:lnTo>
                    <a:lnTo>
                      <a:pt x="2004" y="546"/>
                    </a:lnTo>
                    <a:lnTo>
                      <a:pt x="1998" y="534"/>
                    </a:lnTo>
                    <a:lnTo>
                      <a:pt x="1986" y="528"/>
                    </a:lnTo>
                    <a:lnTo>
                      <a:pt x="1980" y="522"/>
                    </a:lnTo>
                    <a:lnTo>
                      <a:pt x="1968" y="516"/>
                    </a:lnTo>
                    <a:lnTo>
                      <a:pt x="1944" y="516"/>
                    </a:lnTo>
                    <a:lnTo>
                      <a:pt x="1932" y="510"/>
                    </a:lnTo>
                    <a:lnTo>
                      <a:pt x="1926" y="510"/>
                    </a:lnTo>
                    <a:lnTo>
                      <a:pt x="1914" y="498"/>
                    </a:lnTo>
                    <a:lnTo>
                      <a:pt x="1902" y="492"/>
                    </a:lnTo>
                    <a:lnTo>
                      <a:pt x="1896" y="480"/>
                    </a:lnTo>
                    <a:lnTo>
                      <a:pt x="1884" y="474"/>
                    </a:lnTo>
                    <a:lnTo>
                      <a:pt x="1878" y="486"/>
                    </a:lnTo>
                    <a:lnTo>
                      <a:pt x="1824" y="486"/>
                    </a:lnTo>
                    <a:lnTo>
                      <a:pt x="1812" y="498"/>
                    </a:lnTo>
                    <a:lnTo>
                      <a:pt x="1806" y="510"/>
                    </a:lnTo>
                    <a:lnTo>
                      <a:pt x="1806" y="522"/>
                    </a:lnTo>
                    <a:lnTo>
                      <a:pt x="1800" y="528"/>
                    </a:lnTo>
                    <a:lnTo>
                      <a:pt x="1800" y="534"/>
                    </a:lnTo>
                    <a:lnTo>
                      <a:pt x="1812" y="552"/>
                    </a:lnTo>
                    <a:lnTo>
                      <a:pt x="1776" y="552"/>
                    </a:lnTo>
                    <a:lnTo>
                      <a:pt x="1770" y="564"/>
                    </a:lnTo>
                    <a:lnTo>
                      <a:pt x="1758" y="576"/>
                    </a:lnTo>
                    <a:lnTo>
                      <a:pt x="1752" y="588"/>
                    </a:lnTo>
                    <a:lnTo>
                      <a:pt x="1752" y="594"/>
                    </a:lnTo>
                    <a:lnTo>
                      <a:pt x="1746" y="600"/>
                    </a:lnTo>
                    <a:lnTo>
                      <a:pt x="1746" y="612"/>
                    </a:lnTo>
                    <a:lnTo>
                      <a:pt x="1740" y="624"/>
                    </a:lnTo>
                    <a:lnTo>
                      <a:pt x="1728" y="636"/>
                    </a:lnTo>
                    <a:lnTo>
                      <a:pt x="1722" y="636"/>
                    </a:lnTo>
                    <a:lnTo>
                      <a:pt x="1728" y="630"/>
                    </a:lnTo>
                    <a:lnTo>
                      <a:pt x="1728" y="618"/>
                    </a:lnTo>
                    <a:lnTo>
                      <a:pt x="1734" y="606"/>
                    </a:lnTo>
                    <a:lnTo>
                      <a:pt x="1734" y="600"/>
                    </a:lnTo>
                    <a:lnTo>
                      <a:pt x="1740" y="588"/>
                    </a:lnTo>
                    <a:lnTo>
                      <a:pt x="1740" y="582"/>
                    </a:lnTo>
                    <a:lnTo>
                      <a:pt x="1734" y="576"/>
                    </a:lnTo>
                    <a:lnTo>
                      <a:pt x="1728" y="576"/>
                    </a:lnTo>
                    <a:lnTo>
                      <a:pt x="1722" y="582"/>
                    </a:lnTo>
                    <a:lnTo>
                      <a:pt x="1716" y="582"/>
                    </a:lnTo>
                    <a:lnTo>
                      <a:pt x="1704" y="594"/>
                    </a:lnTo>
                    <a:lnTo>
                      <a:pt x="1692" y="588"/>
                    </a:lnTo>
                    <a:lnTo>
                      <a:pt x="1656" y="588"/>
                    </a:lnTo>
                    <a:lnTo>
                      <a:pt x="1644" y="582"/>
                    </a:lnTo>
                    <a:lnTo>
                      <a:pt x="1632" y="570"/>
                    </a:lnTo>
                    <a:lnTo>
                      <a:pt x="1632" y="522"/>
                    </a:lnTo>
                    <a:lnTo>
                      <a:pt x="1626" y="516"/>
                    </a:lnTo>
                    <a:lnTo>
                      <a:pt x="1626" y="504"/>
                    </a:lnTo>
                    <a:lnTo>
                      <a:pt x="1620" y="504"/>
                    </a:lnTo>
                    <a:lnTo>
                      <a:pt x="1614" y="510"/>
                    </a:lnTo>
                    <a:lnTo>
                      <a:pt x="1602" y="516"/>
                    </a:lnTo>
                    <a:lnTo>
                      <a:pt x="1596" y="522"/>
                    </a:lnTo>
                    <a:lnTo>
                      <a:pt x="1590" y="534"/>
                    </a:lnTo>
                    <a:lnTo>
                      <a:pt x="1584" y="540"/>
                    </a:lnTo>
                    <a:lnTo>
                      <a:pt x="1560" y="552"/>
                    </a:lnTo>
                    <a:lnTo>
                      <a:pt x="1554" y="558"/>
                    </a:lnTo>
                    <a:lnTo>
                      <a:pt x="1512" y="558"/>
                    </a:lnTo>
                    <a:lnTo>
                      <a:pt x="1500" y="552"/>
                    </a:lnTo>
                    <a:lnTo>
                      <a:pt x="1542" y="540"/>
                    </a:lnTo>
                    <a:lnTo>
                      <a:pt x="1548" y="528"/>
                    </a:lnTo>
                    <a:lnTo>
                      <a:pt x="1566" y="510"/>
                    </a:lnTo>
                    <a:lnTo>
                      <a:pt x="1566" y="492"/>
                    </a:lnTo>
                    <a:lnTo>
                      <a:pt x="1572" y="486"/>
                    </a:lnTo>
                    <a:lnTo>
                      <a:pt x="1590" y="450"/>
                    </a:lnTo>
                    <a:lnTo>
                      <a:pt x="1626" y="414"/>
                    </a:lnTo>
                    <a:lnTo>
                      <a:pt x="1638" y="408"/>
                    </a:lnTo>
                    <a:lnTo>
                      <a:pt x="1656" y="390"/>
                    </a:lnTo>
                    <a:lnTo>
                      <a:pt x="1656" y="378"/>
                    </a:lnTo>
                    <a:lnTo>
                      <a:pt x="1662" y="366"/>
                    </a:lnTo>
                    <a:lnTo>
                      <a:pt x="1674" y="354"/>
                    </a:lnTo>
                    <a:lnTo>
                      <a:pt x="1686" y="348"/>
                    </a:lnTo>
                    <a:lnTo>
                      <a:pt x="1692" y="342"/>
                    </a:lnTo>
                    <a:lnTo>
                      <a:pt x="1704" y="336"/>
                    </a:lnTo>
                    <a:lnTo>
                      <a:pt x="1680" y="330"/>
                    </a:lnTo>
                    <a:lnTo>
                      <a:pt x="1698" y="312"/>
                    </a:lnTo>
                    <a:lnTo>
                      <a:pt x="1698" y="294"/>
                    </a:lnTo>
                    <a:lnTo>
                      <a:pt x="1692" y="288"/>
                    </a:lnTo>
                    <a:lnTo>
                      <a:pt x="1680" y="282"/>
                    </a:lnTo>
                    <a:lnTo>
                      <a:pt x="1662" y="282"/>
                    </a:lnTo>
                    <a:lnTo>
                      <a:pt x="1650" y="276"/>
                    </a:lnTo>
                    <a:lnTo>
                      <a:pt x="1644" y="270"/>
                    </a:lnTo>
                    <a:lnTo>
                      <a:pt x="1638" y="252"/>
                    </a:lnTo>
                    <a:lnTo>
                      <a:pt x="1632" y="216"/>
                    </a:lnTo>
                    <a:lnTo>
                      <a:pt x="1626" y="168"/>
                    </a:lnTo>
                    <a:lnTo>
                      <a:pt x="1620" y="138"/>
                    </a:lnTo>
                    <a:lnTo>
                      <a:pt x="1614" y="114"/>
                    </a:lnTo>
                    <a:lnTo>
                      <a:pt x="1608" y="96"/>
                    </a:lnTo>
                    <a:lnTo>
                      <a:pt x="1602" y="84"/>
                    </a:lnTo>
                    <a:lnTo>
                      <a:pt x="1590" y="78"/>
                    </a:lnTo>
                    <a:lnTo>
                      <a:pt x="1584" y="78"/>
                    </a:lnTo>
                    <a:lnTo>
                      <a:pt x="1584" y="90"/>
                    </a:lnTo>
                    <a:lnTo>
                      <a:pt x="1590" y="96"/>
                    </a:lnTo>
                    <a:lnTo>
                      <a:pt x="1590" y="108"/>
                    </a:lnTo>
                    <a:lnTo>
                      <a:pt x="1572" y="108"/>
                    </a:lnTo>
                    <a:lnTo>
                      <a:pt x="1572" y="102"/>
                    </a:lnTo>
                    <a:lnTo>
                      <a:pt x="1566" y="108"/>
                    </a:lnTo>
                    <a:lnTo>
                      <a:pt x="1560" y="120"/>
                    </a:lnTo>
                    <a:lnTo>
                      <a:pt x="1560" y="126"/>
                    </a:lnTo>
                    <a:lnTo>
                      <a:pt x="1554" y="132"/>
                    </a:lnTo>
                    <a:lnTo>
                      <a:pt x="1548" y="144"/>
                    </a:lnTo>
                    <a:lnTo>
                      <a:pt x="1536" y="156"/>
                    </a:lnTo>
                    <a:lnTo>
                      <a:pt x="1518" y="192"/>
                    </a:lnTo>
                    <a:lnTo>
                      <a:pt x="1518" y="210"/>
                    </a:lnTo>
                    <a:lnTo>
                      <a:pt x="1494" y="246"/>
                    </a:lnTo>
                    <a:lnTo>
                      <a:pt x="1488" y="246"/>
                    </a:lnTo>
                    <a:lnTo>
                      <a:pt x="1482" y="252"/>
                    </a:lnTo>
                    <a:lnTo>
                      <a:pt x="1464" y="252"/>
                    </a:lnTo>
                    <a:lnTo>
                      <a:pt x="1452" y="240"/>
                    </a:lnTo>
                    <a:lnTo>
                      <a:pt x="1446" y="246"/>
                    </a:lnTo>
                    <a:lnTo>
                      <a:pt x="1434" y="246"/>
                    </a:lnTo>
                    <a:lnTo>
                      <a:pt x="1428" y="240"/>
                    </a:lnTo>
                    <a:lnTo>
                      <a:pt x="1416" y="240"/>
                    </a:lnTo>
                    <a:lnTo>
                      <a:pt x="1410" y="246"/>
                    </a:lnTo>
                    <a:lnTo>
                      <a:pt x="1410" y="252"/>
                    </a:lnTo>
                    <a:lnTo>
                      <a:pt x="1404" y="258"/>
                    </a:lnTo>
                    <a:lnTo>
                      <a:pt x="1380" y="258"/>
                    </a:lnTo>
                    <a:lnTo>
                      <a:pt x="1368" y="246"/>
                    </a:lnTo>
                    <a:lnTo>
                      <a:pt x="1368" y="240"/>
                    </a:lnTo>
                    <a:lnTo>
                      <a:pt x="1350" y="234"/>
                    </a:lnTo>
                    <a:lnTo>
                      <a:pt x="1344" y="228"/>
                    </a:lnTo>
                    <a:lnTo>
                      <a:pt x="1338" y="216"/>
                    </a:lnTo>
                    <a:lnTo>
                      <a:pt x="1332" y="216"/>
                    </a:lnTo>
                    <a:lnTo>
                      <a:pt x="1320" y="222"/>
                    </a:lnTo>
                    <a:lnTo>
                      <a:pt x="1314" y="228"/>
                    </a:lnTo>
                    <a:lnTo>
                      <a:pt x="1302" y="234"/>
                    </a:lnTo>
                    <a:lnTo>
                      <a:pt x="1278" y="234"/>
                    </a:lnTo>
                    <a:lnTo>
                      <a:pt x="1278" y="222"/>
                    </a:lnTo>
                    <a:lnTo>
                      <a:pt x="1272" y="222"/>
                    </a:lnTo>
                    <a:lnTo>
                      <a:pt x="1260" y="228"/>
                    </a:lnTo>
                    <a:lnTo>
                      <a:pt x="1260" y="252"/>
                    </a:lnTo>
                    <a:lnTo>
                      <a:pt x="1272" y="264"/>
                    </a:lnTo>
                    <a:lnTo>
                      <a:pt x="1272" y="270"/>
                    </a:lnTo>
                    <a:lnTo>
                      <a:pt x="1278" y="276"/>
                    </a:lnTo>
                    <a:lnTo>
                      <a:pt x="1272" y="282"/>
                    </a:lnTo>
                    <a:lnTo>
                      <a:pt x="1254" y="282"/>
                    </a:lnTo>
                    <a:lnTo>
                      <a:pt x="1230" y="270"/>
                    </a:lnTo>
                    <a:lnTo>
                      <a:pt x="1224" y="270"/>
                    </a:lnTo>
                    <a:lnTo>
                      <a:pt x="1212" y="264"/>
                    </a:lnTo>
                    <a:lnTo>
                      <a:pt x="1212" y="270"/>
                    </a:lnTo>
                    <a:lnTo>
                      <a:pt x="1206" y="276"/>
                    </a:lnTo>
                    <a:lnTo>
                      <a:pt x="1200" y="276"/>
                    </a:lnTo>
                    <a:lnTo>
                      <a:pt x="1188" y="264"/>
                    </a:lnTo>
                    <a:lnTo>
                      <a:pt x="1176" y="264"/>
                    </a:lnTo>
                    <a:lnTo>
                      <a:pt x="1158" y="282"/>
                    </a:lnTo>
                    <a:lnTo>
                      <a:pt x="1158" y="288"/>
                    </a:lnTo>
                    <a:lnTo>
                      <a:pt x="1128" y="288"/>
                    </a:lnTo>
                    <a:lnTo>
                      <a:pt x="1122" y="300"/>
                    </a:lnTo>
                    <a:lnTo>
                      <a:pt x="1104" y="300"/>
                    </a:lnTo>
                    <a:lnTo>
                      <a:pt x="1092" y="312"/>
                    </a:lnTo>
                    <a:lnTo>
                      <a:pt x="1092" y="324"/>
                    </a:lnTo>
                    <a:lnTo>
                      <a:pt x="1086" y="330"/>
                    </a:lnTo>
                    <a:lnTo>
                      <a:pt x="1050" y="330"/>
                    </a:lnTo>
                    <a:lnTo>
                      <a:pt x="1044" y="318"/>
                    </a:lnTo>
                    <a:lnTo>
                      <a:pt x="1032" y="318"/>
                    </a:lnTo>
                    <a:lnTo>
                      <a:pt x="1002" y="282"/>
                    </a:lnTo>
                    <a:lnTo>
                      <a:pt x="1002" y="252"/>
                    </a:lnTo>
                    <a:lnTo>
                      <a:pt x="978" y="228"/>
                    </a:lnTo>
                    <a:lnTo>
                      <a:pt x="972" y="216"/>
                    </a:lnTo>
                    <a:lnTo>
                      <a:pt x="972" y="210"/>
                    </a:lnTo>
                    <a:lnTo>
                      <a:pt x="978" y="198"/>
                    </a:lnTo>
                    <a:lnTo>
                      <a:pt x="978" y="192"/>
                    </a:lnTo>
                    <a:lnTo>
                      <a:pt x="984" y="180"/>
                    </a:lnTo>
                    <a:lnTo>
                      <a:pt x="996" y="138"/>
                    </a:lnTo>
                    <a:lnTo>
                      <a:pt x="1008" y="126"/>
                    </a:lnTo>
                    <a:lnTo>
                      <a:pt x="1014" y="114"/>
                    </a:lnTo>
                    <a:lnTo>
                      <a:pt x="1014" y="102"/>
                    </a:lnTo>
                    <a:lnTo>
                      <a:pt x="1008" y="102"/>
                    </a:lnTo>
                    <a:lnTo>
                      <a:pt x="1002" y="96"/>
                    </a:lnTo>
                    <a:lnTo>
                      <a:pt x="1002" y="66"/>
                    </a:lnTo>
                    <a:lnTo>
                      <a:pt x="996" y="66"/>
                    </a:lnTo>
                    <a:lnTo>
                      <a:pt x="984" y="72"/>
                    </a:lnTo>
                    <a:lnTo>
                      <a:pt x="978" y="72"/>
                    </a:lnTo>
                    <a:lnTo>
                      <a:pt x="972" y="66"/>
                    </a:lnTo>
                    <a:lnTo>
                      <a:pt x="972" y="60"/>
                    </a:lnTo>
                    <a:lnTo>
                      <a:pt x="978" y="54"/>
                    </a:lnTo>
                    <a:lnTo>
                      <a:pt x="984" y="42"/>
                    </a:lnTo>
                    <a:lnTo>
                      <a:pt x="984" y="24"/>
                    </a:lnTo>
                    <a:lnTo>
                      <a:pt x="978" y="12"/>
                    </a:lnTo>
                    <a:lnTo>
                      <a:pt x="966" y="0"/>
                    </a:lnTo>
                    <a:lnTo>
                      <a:pt x="960" y="12"/>
                    </a:lnTo>
                    <a:lnTo>
                      <a:pt x="936" y="6"/>
                    </a:lnTo>
                    <a:lnTo>
                      <a:pt x="936" y="42"/>
                    </a:lnTo>
                    <a:lnTo>
                      <a:pt x="930" y="48"/>
                    </a:lnTo>
                    <a:lnTo>
                      <a:pt x="918" y="48"/>
                    </a:lnTo>
                    <a:lnTo>
                      <a:pt x="918" y="60"/>
                    </a:lnTo>
                    <a:lnTo>
                      <a:pt x="894" y="60"/>
                    </a:lnTo>
                    <a:lnTo>
                      <a:pt x="882" y="66"/>
                    </a:lnTo>
                    <a:lnTo>
                      <a:pt x="858" y="90"/>
                    </a:lnTo>
                    <a:lnTo>
                      <a:pt x="846" y="96"/>
                    </a:lnTo>
                    <a:lnTo>
                      <a:pt x="828" y="96"/>
                    </a:lnTo>
                    <a:lnTo>
                      <a:pt x="822" y="90"/>
                    </a:lnTo>
                    <a:lnTo>
                      <a:pt x="804" y="90"/>
                    </a:lnTo>
                    <a:lnTo>
                      <a:pt x="798" y="96"/>
                    </a:lnTo>
                    <a:lnTo>
                      <a:pt x="798" y="108"/>
                    </a:lnTo>
                    <a:lnTo>
                      <a:pt x="792" y="120"/>
                    </a:lnTo>
                    <a:lnTo>
                      <a:pt x="792" y="138"/>
                    </a:lnTo>
                    <a:lnTo>
                      <a:pt x="786" y="144"/>
                    </a:lnTo>
                    <a:lnTo>
                      <a:pt x="774" y="138"/>
                    </a:lnTo>
                    <a:lnTo>
                      <a:pt x="762" y="126"/>
                    </a:lnTo>
                    <a:lnTo>
                      <a:pt x="756" y="114"/>
                    </a:lnTo>
                    <a:lnTo>
                      <a:pt x="750" y="108"/>
                    </a:lnTo>
                    <a:lnTo>
                      <a:pt x="738" y="108"/>
                    </a:lnTo>
                    <a:lnTo>
                      <a:pt x="732" y="114"/>
                    </a:lnTo>
                    <a:lnTo>
                      <a:pt x="720" y="108"/>
                    </a:lnTo>
                    <a:lnTo>
                      <a:pt x="708" y="114"/>
                    </a:lnTo>
                    <a:lnTo>
                      <a:pt x="696" y="114"/>
                    </a:lnTo>
                    <a:lnTo>
                      <a:pt x="696" y="96"/>
                    </a:lnTo>
                    <a:lnTo>
                      <a:pt x="690" y="90"/>
                    </a:lnTo>
                    <a:lnTo>
                      <a:pt x="648" y="90"/>
                    </a:lnTo>
                    <a:lnTo>
                      <a:pt x="648" y="84"/>
                    </a:lnTo>
                    <a:lnTo>
                      <a:pt x="642" y="78"/>
                    </a:lnTo>
                    <a:lnTo>
                      <a:pt x="642" y="108"/>
                    </a:lnTo>
                    <a:lnTo>
                      <a:pt x="660" y="126"/>
                    </a:lnTo>
                    <a:lnTo>
                      <a:pt x="672" y="132"/>
                    </a:lnTo>
                    <a:lnTo>
                      <a:pt x="678" y="138"/>
                    </a:lnTo>
                    <a:lnTo>
                      <a:pt x="678" y="168"/>
                    </a:lnTo>
                    <a:lnTo>
                      <a:pt x="672" y="174"/>
                    </a:lnTo>
                    <a:lnTo>
                      <a:pt x="684" y="186"/>
                    </a:lnTo>
                    <a:lnTo>
                      <a:pt x="690" y="198"/>
                    </a:lnTo>
                    <a:lnTo>
                      <a:pt x="690" y="228"/>
                    </a:lnTo>
                    <a:lnTo>
                      <a:pt x="738" y="234"/>
                    </a:lnTo>
                    <a:lnTo>
                      <a:pt x="744" y="240"/>
                    </a:lnTo>
                    <a:lnTo>
                      <a:pt x="744" y="246"/>
                    </a:lnTo>
                    <a:lnTo>
                      <a:pt x="738" y="258"/>
                    </a:lnTo>
                    <a:lnTo>
                      <a:pt x="732" y="264"/>
                    </a:lnTo>
                    <a:lnTo>
                      <a:pt x="690" y="264"/>
                    </a:lnTo>
                    <a:lnTo>
                      <a:pt x="690" y="294"/>
                    </a:lnTo>
                    <a:lnTo>
                      <a:pt x="684" y="306"/>
                    </a:lnTo>
                    <a:lnTo>
                      <a:pt x="648" y="324"/>
                    </a:lnTo>
                    <a:lnTo>
                      <a:pt x="642" y="330"/>
                    </a:lnTo>
                    <a:lnTo>
                      <a:pt x="624" y="330"/>
                    </a:lnTo>
                    <a:lnTo>
                      <a:pt x="612" y="342"/>
                    </a:lnTo>
                    <a:lnTo>
                      <a:pt x="600" y="366"/>
                    </a:lnTo>
                    <a:lnTo>
                      <a:pt x="588" y="378"/>
                    </a:lnTo>
                    <a:lnTo>
                      <a:pt x="582" y="378"/>
                    </a:lnTo>
                    <a:lnTo>
                      <a:pt x="582" y="354"/>
                    </a:lnTo>
                    <a:lnTo>
                      <a:pt x="576" y="348"/>
                    </a:lnTo>
                    <a:lnTo>
                      <a:pt x="570" y="354"/>
                    </a:lnTo>
                    <a:lnTo>
                      <a:pt x="558" y="360"/>
                    </a:lnTo>
                    <a:lnTo>
                      <a:pt x="552" y="366"/>
                    </a:lnTo>
                    <a:lnTo>
                      <a:pt x="540" y="372"/>
                    </a:lnTo>
                    <a:lnTo>
                      <a:pt x="534" y="372"/>
                    </a:lnTo>
                    <a:lnTo>
                      <a:pt x="522" y="366"/>
                    </a:lnTo>
                    <a:lnTo>
                      <a:pt x="516" y="366"/>
                    </a:lnTo>
                    <a:lnTo>
                      <a:pt x="504" y="354"/>
                    </a:lnTo>
                    <a:lnTo>
                      <a:pt x="504" y="348"/>
                    </a:lnTo>
                    <a:lnTo>
                      <a:pt x="498" y="336"/>
                    </a:lnTo>
                    <a:lnTo>
                      <a:pt x="492" y="330"/>
                    </a:lnTo>
                    <a:lnTo>
                      <a:pt x="468" y="330"/>
                    </a:lnTo>
                    <a:lnTo>
                      <a:pt x="468" y="300"/>
                    </a:lnTo>
                    <a:lnTo>
                      <a:pt x="462" y="288"/>
                    </a:lnTo>
                    <a:lnTo>
                      <a:pt x="462" y="276"/>
                    </a:lnTo>
                    <a:lnTo>
                      <a:pt x="456" y="270"/>
                    </a:lnTo>
                    <a:lnTo>
                      <a:pt x="456" y="258"/>
                    </a:lnTo>
                    <a:lnTo>
                      <a:pt x="450" y="258"/>
                    </a:lnTo>
                    <a:lnTo>
                      <a:pt x="420" y="288"/>
                    </a:lnTo>
                    <a:lnTo>
                      <a:pt x="396" y="264"/>
                    </a:lnTo>
                    <a:lnTo>
                      <a:pt x="390" y="264"/>
                    </a:lnTo>
                    <a:lnTo>
                      <a:pt x="384" y="270"/>
                    </a:lnTo>
                    <a:lnTo>
                      <a:pt x="384" y="288"/>
                    </a:lnTo>
                    <a:lnTo>
                      <a:pt x="318" y="294"/>
                    </a:lnTo>
                    <a:lnTo>
                      <a:pt x="306" y="282"/>
                    </a:lnTo>
                    <a:lnTo>
                      <a:pt x="288" y="282"/>
                    </a:lnTo>
                    <a:lnTo>
                      <a:pt x="282" y="288"/>
                    </a:lnTo>
                    <a:lnTo>
                      <a:pt x="276" y="300"/>
                    </a:lnTo>
                    <a:lnTo>
                      <a:pt x="276" y="312"/>
                    </a:lnTo>
                    <a:lnTo>
                      <a:pt x="282" y="324"/>
                    </a:lnTo>
                    <a:lnTo>
                      <a:pt x="282" y="336"/>
                    </a:lnTo>
                    <a:lnTo>
                      <a:pt x="306" y="348"/>
                    </a:lnTo>
                    <a:lnTo>
                      <a:pt x="318" y="342"/>
                    </a:lnTo>
                    <a:lnTo>
                      <a:pt x="330" y="354"/>
                    </a:lnTo>
                    <a:lnTo>
                      <a:pt x="330" y="360"/>
                    </a:lnTo>
                    <a:lnTo>
                      <a:pt x="336" y="366"/>
                    </a:lnTo>
                    <a:lnTo>
                      <a:pt x="336" y="372"/>
                    </a:lnTo>
                    <a:lnTo>
                      <a:pt x="330" y="378"/>
                    </a:lnTo>
                    <a:lnTo>
                      <a:pt x="300" y="378"/>
                    </a:lnTo>
                    <a:lnTo>
                      <a:pt x="294" y="372"/>
                    </a:lnTo>
                    <a:lnTo>
                      <a:pt x="264" y="378"/>
                    </a:lnTo>
                    <a:lnTo>
                      <a:pt x="258" y="444"/>
                    </a:lnTo>
                    <a:lnTo>
                      <a:pt x="264" y="444"/>
                    </a:lnTo>
                    <a:lnTo>
                      <a:pt x="276" y="456"/>
                    </a:lnTo>
                    <a:lnTo>
                      <a:pt x="288" y="462"/>
                    </a:lnTo>
                    <a:lnTo>
                      <a:pt x="294" y="468"/>
                    </a:lnTo>
                    <a:lnTo>
                      <a:pt x="294" y="492"/>
                    </a:lnTo>
                    <a:lnTo>
                      <a:pt x="300" y="498"/>
                    </a:lnTo>
                    <a:lnTo>
                      <a:pt x="300" y="504"/>
                    </a:lnTo>
                    <a:lnTo>
                      <a:pt x="312" y="516"/>
                    </a:lnTo>
                    <a:lnTo>
                      <a:pt x="318" y="528"/>
                    </a:lnTo>
                    <a:lnTo>
                      <a:pt x="318" y="540"/>
                    </a:lnTo>
                    <a:lnTo>
                      <a:pt x="312" y="552"/>
                    </a:lnTo>
                    <a:lnTo>
                      <a:pt x="300" y="564"/>
                    </a:lnTo>
                    <a:lnTo>
                      <a:pt x="306" y="612"/>
                    </a:lnTo>
                    <a:lnTo>
                      <a:pt x="288" y="660"/>
                    </a:lnTo>
                    <a:lnTo>
                      <a:pt x="282" y="732"/>
                    </a:lnTo>
                    <a:lnTo>
                      <a:pt x="282" y="762"/>
                    </a:lnTo>
                    <a:lnTo>
                      <a:pt x="276" y="774"/>
                    </a:lnTo>
                    <a:lnTo>
                      <a:pt x="270" y="780"/>
                    </a:lnTo>
                    <a:lnTo>
                      <a:pt x="252" y="780"/>
                    </a:lnTo>
                    <a:lnTo>
                      <a:pt x="252" y="774"/>
                    </a:lnTo>
                    <a:lnTo>
                      <a:pt x="240" y="762"/>
                    </a:lnTo>
                    <a:lnTo>
                      <a:pt x="222" y="762"/>
                    </a:lnTo>
                    <a:lnTo>
                      <a:pt x="216" y="768"/>
                    </a:lnTo>
                    <a:lnTo>
                      <a:pt x="210" y="780"/>
                    </a:lnTo>
                    <a:lnTo>
                      <a:pt x="204" y="786"/>
                    </a:lnTo>
                    <a:lnTo>
                      <a:pt x="174" y="780"/>
                    </a:lnTo>
                    <a:lnTo>
                      <a:pt x="168" y="792"/>
                    </a:lnTo>
                    <a:lnTo>
                      <a:pt x="138" y="792"/>
                    </a:lnTo>
                    <a:lnTo>
                      <a:pt x="126" y="798"/>
                    </a:lnTo>
                    <a:lnTo>
                      <a:pt x="120" y="804"/>
                    </a:lnTo>
                    <a:lnTo>
                      <a:pt x="108" y="810"/>
                    </a:lnTo>
                    <a:lnTo>
                      <a:pt x="96" y="822"/>
                    </a:lnTo>
                    <a:lnTo>
                      <a:pt x="96" y="828"/>
                    </a:lnTo>
                    <a:lnTo>
                      <a:pt x="90" y="834"/>
                    </a:lnTo>
                    <a:lnTo>
                      <a:pt x="90" y="840"/>
                    </a:lnTo>
                    <a:lnTo>
                      <a:pt x="66" y="840"/>
                    </a:lnTo>
                    <a:lnTo>
                      <a:pt x="66" y="894"/>
                    </a:lnTo>
                    <a:lnTo>
                      <a:pt x="48" y="912"/>
                    </a:lnTo>
                    <a:lnTo>
                      <a:pt x="48" y="924"/>
                    </a:lnTo>
                    <a:lnTo>
                      <a:pt x="54" y="930"/>
                    </a:lnTo>
                    <a:lnTo>
                      <a:pt x="54" y="948"/>
                    </a:lnTo>
                    <a:lnTo>
                      <a:pt x="60" y="954"/>
                    </a:lnTo>
                    <a:lnTo>
                      <a:pt x="54" y="954"/>
                    </a:lnTo>
                    <a:lnTo>
                      <a:pt x="48" y="948"/>
                    </a:lnTo>
                    <a:lnTo>
                      <a:pt x="18" y="978"/>
                    </a:lnTo>
                    <a:lnTo>
                      <a:pt x="12" y="990"/>
                    </a:lnTo>
                    <a:lnTo>
                      <a:pt x="12" y="1014"/>
                    </a:lnTo>
                    <a:lnTo>
                      <a:pt x="18" y="1020"/>
                    </a:lnTo>
                    <a:lnTo>
                      <a:pt x="6" y="1026"/>
                    </a:lnTo>
                    <a:lnTo>
                      <a:pt x="0" y="1032"/>
                    </a:lnTo>
                    <a:lnTo>
                      <a:pt x="0" y="1044"/>
                    </a:lnTo>
                    <a:lnTo>
                      <a:pt x="6" y="1050"/>
                    </a:lnTo>
                    <a:lnTo>
                      <a:pt x="18" y="1056"/>
                    </a:lnTo>
                    <a:lnTo>
                      <a:pt x="24" y="1080"/>
                    </a:lnTo>
                    <a:lnTo>
                      <a:pt x="24" y="1086"/>
                    </a:lnTo>
                    <a:lnTo>
                      <a:pt x="30" y="1092"/>
                    </a:lnTo>
                    <a:lnTo>
                      <a:pt x="42" y="1116"/>
                    </a:lnTo>
                    <a:lnTo>
                      <a:pt x="54" y="1128"/>
                    </a:lnTo>
                    <a:lnTo>
                      <a:pt x="66" y="1134"/>
                    </a:lnTo>
                    <a:lnTo>
                      <a:pt x="90" y="1158"/>
                    </a:lnTo>
                    <a:lnTo>
                      <a:pt x="84" y="1164"/>
                    </a:lnTo>
                    <a:lnTo>
                      <a:pt x="78" y="1176"/>
                    </a:lnTo>
                    <a:lnTo>
                      <a:pt x="66" y="1182"/>
                    </a:lnTo>
                    <a:lnTo>
                      <a:pt x="60" y="1188"/>
                    </a:lnTo>
                    <a:lnTo>
                      <a:pt x="102" y="1188"/>
                    </a:lnTo>
                    <a:lnTo>
                      <a:pt x="114" y="1194"/>
                    </a:lnTo>
                    <a:lnTo>
                      <a:pt x="120" y="1194"/>
                    </a:lnTo>
                    <a:lnTo>
                      <a:pt x="126" y="1200"/>
                    </a:lnTo>
                    <a:lnTo>
                      <a:pt x="126" y="1212"/>
                    </a:lnTo>
                    <a:lnTo>
                      <a:pt x="132" y="1224"/>
                    </a:lnTo>
                    <a:lnTo>
                      <a:pt x="138" y="1230"/>
                    </a:lnTo>
                    <a:lnTo>
                      <a:pt x="138" y="1236"/>
                    </a:lnTo>
                    <a:lnTo>
                      <a:pt x="198" y="1230"/>
                    </a:lnTo>
                    <a:lnTo>
                      <a:pt x="252" y="1182"/>
                    </a:lnTo>
                    <a:lnTo>
                      <a:pt x="252" y="1194"/>
                    </a:lnTo>
                    <a:lnTo>
                      <a:pt x="258" y="1206"/>
                    </a:lnTo>
                    <a:lnTo>
                      <a:pt x="258" y="1224"/>
                    </a:lnTo>
                    <a:lnTo>
                      <a:pt x="252" y="1230"/>
                    </a:lnTo>
                    <a:lnTo>
                      <a:pt x="252" y="1242"/>
                    </a:lnTo>
                    <a:lnTo>
                      <a:pt x="246" y="1254"/>
                    </a:lnTo>
                    <a:lnTo>
                      <a:pt x="246" y="1266"/>
                    </a:lnTo>
                    <a:lnTo>
                      <a:pt x="252" y="1284"/>
                    </a:lnTo>
                    <a:lnTo>
                      <a:pt x="252" y="1314"/>
                    </a:lnTo>
                    <a:lnTo>
                      <a:pt x="264" y="1308"/>
                    </a:lnTo>
                    <a:lnTo>
                      <a:pt x="264" y="1314"/>
                    </a:lnTo>
                    <a:lnTo>
                      <a:pt x="270" y="1320"/>
                    </a:lnTo>
                    <a:lnTo>
                      <a:pt x="282" y="1320"/>
                    </a:lnTo>
                    <a:lnTo>
                      <a:pt x="282" y="1314"/>
                    </a:lnTo>
                    <a:lnTo>
                      <a:pt x="288" y="1314"/>
                    </a:lnTo>
                    <a:lnTo>
                      <a:pt x="294" y="1308"/>
                    </a:lnTo>
                    <a:lnTo>
                      <a:pt x="324" y="1308"/>
                    </a:lnTo>
                    <a:lnTo>
                      <a:pt x="336" y="1314"/>
                    </a:lnTo>
                    <a:lnTo>
                      <a:pt x="366" y="1314"/>
                    </a:lnTo>
                    <a:lnTo>
                      <a:pt x="372" y="1320"/>
                    </a:lnTo>
                    <a:lnTo>
                      <a:pt x="372" y="1326"/>
                    </a:lnTo>
                    <a:lnTo>
                      <a:pt x="390" y="1326"/>
                    </a:lnTo>
                    <a:lnTo>
                      <a:pt x="414" y="1314"/>
                    </a:lnTo>
                    <a:lnTo>
                      <a:pt x="420" y="1308"/>
                    </a:lnTo>
                    <a:lnTo>
                      <a:pt x="432" y="1290"/>
                    </a:lnTo>
                    <a:lnTo>
                      <a:pt x="468" y="1290"/>
                    </a:lnTo>
                    <a:lnTo>
                      <a:pt x="474" y="1260"/>
                    </a:lnTo>
                    <a:lnTo>
                      <a:pt x="510" y="1260"/>
                    </a:lnTo>
                    <a:lnTo>
                      <a:pt x="510" y="1254"/>
                    </a:lnTo>
                    <a:lnTo>
                      <a:pt x="516" y="1248"/>
                    </a:lnTo>
                    <a:lnTo>
                      <a:pt x="522" y="1236"/>
                    </a:lnTo>
                    <a:lnTo>
                      <a:pt x="528" y="1230"/>
                    </a:lnTo>
                    <a:lnTo>
                      <a:pt x="540" y="1224"/>
                    </a:lnTo>
                    <a:lnTo>
                      <a:pt x="576" y="1224"/>
                    </a:lnTo>
                    <a:lnTo>
                      <a:pt x="588" y="1212"/>
                    </a:lnTo>
                    <a:lnTo>
                      <a:pt x="600" y="1224"/>
                    </a:lnTo>
                    <a:lnTo>
                      <a:pt x="606" y="1224"/>
                    </a:lnTo>
                    <a:lnTo>
                      <a:pt x="606" y="1218"/>
                    </a:lnTo>
                    <a:lnTo>
                      <a:pt x="618" y="1212"/>
                    </a:lnTo>
                    <a:lnTo>
                      <a:pt x="630" y="1212"/>
                    </a:lnTo>
                    <a:lnTo>
                      <a:pt x="630" y="1242"/>
                    </a:lnTo>
                    <a:lnTo>
                      <a:pt x="624" y="1248"/>
                    </a:lnTo>
                    <a:lnTo>
                      <a:pt x="624" y="1254"/>
                    </a:lnTo>
                    <a:lnTo>
                      <a:pt x="618" y="1260"/>
                    </a:lnTo>
                    <a:lnTo>
                      <a:pt x="618" y="1290"/>
                    </a:lnTo>
                    <a:lnTo>
                      <a:pt x="624" y="1296"/>
                    </a:lnTo>
                    <a:lnTo>
                      <a:pt x="630" y="1308"/>
                    </a:lnTo>
                    <a:lnTo>
                      <a:pt x="630" y="1326"/>
                    </a:lnTo>
                    <a:lnTo>
                      <a:pt x="624" y="1332"/>
                    </a:lnTo>
                    <a:lnTo>
                      <a:pt x="624" y="1344"/>
                    </a:lnTo>
                    <a:lnTo>
                      <a:pt x="636" y="1356"/>
                    </a:lnTo>
                    <a:lnTo>
                      <a:pt x="648" y="1362"/>
                    </a:lnTo>
                    <a:lnTo>
                      <a:pt x="654" y="1368"/>
                    </a:lnTo>
                    <a:lnTo>
                      <a:pt x="660" y="1398"/>
                    </a:lnTo>
                    <a:lnTo>
                      <a:pt x="684" y="1398"/>
                    </a:lnTo>
                    <a:lnTo>
                      <a:pt x="690" y="1404"/>
                    </a:lnTo>
                    <a:lnTo>
                      <a:pt x="690" y="1410"/>
                    </a:lnTo>
                    <a:lnTo>
                      <a:pt x="696" y="1422"/>
                    </a:lnTo>
                    <a:lnTo>
                      <a:pt x="696" y="1428"/>
                    </a:lnTo>
                    <a:lnTo>
                      <a:pt x="702" y="1434"/>
                    </a:lnTo>
                    <a:lnTo>
                      <a:pt x="714" y="1440"/>
                    </a:lnTo>
                    <a:lnTo>
                      <a:pt x="744" y="1440"/>
                    </a:lnTo>
                    <a:lnTo>
                      <a:pt x="750" y="1434"/>
                    </a:lnTo>
                    <a:lnTo>
                      <a:pt x="756" y="1446"/>
                    </a:lnTo>
                    <a:lnTo>
                      <a:pt x="768" y="1452"/>
                    </a:lnTo>
                    <a:lnTo>
                      <a:pt x="780" y="1452"/>
                    </a:lnTo>
                    <a:lnTo>
                      <a:pt x="786" y="1446"/>
                    </a:lnTo>
                    <a:lnTo>
                      <a:pt x="798" y="1446"/>
                    </a:lnTo>
                    <a:lnTo>
                      <a:pt x="798" y="1452"/>
                    </a:lnTo>
                    <a:lnTo>
                      <a:pt x="804" y="1464"/>
                    </a:lnTo>
                    <a:lnTo>
                      <a:pt x="816" y="1470"/>
                    </a:lnTo>
                    <a:lnTo>
                      <a:pt x="828" y="1482"/>
                    </a:lnTo>
                    <a:lnTo>
                      <a:pt x="840" y="1488"/>
                    </a:lnTo>
                    <a:lnTo>
                      <a:pt x="864" y="1488"/>
                    </a:lnTo>
                    <a:lnTo>
                      <a:pt x="864" y="1494"/>
                    </a:lnTo>
                    <a:lnTo>
                      <a:pt x="876" y="1506"/>
                    </a:lnTo>
                    <a:lnTo>
                      <a:pt x="888" y="1512"/>
                    </a:lnTo>
                    <a:lnTo>
                      <a:pt x="894" y="1518"/>
                    </a:lnTo>
                    <a:lnTo>
                      <a:pt x="954" y="1518"/>
                    </a:lnTo>
                    <a:lnTo>
                      <a:pt x="978" y="1530"/>
                    </a:lnTo>
                    <a:lnTo>
                      <a:pt x="984" y="1542"/>
                    </a:lnTo>
                    <a:lnTo>
                      <a:pt x="990" y="1548"/>
                    </a:lnTo>
                    <a:lnTo>
                      <a:pt x="990" y="1578"/>
                    </a:lnTo>
                    <a:lnTo>
                      <a:pt x="996" y="1590"/>
                    </a:lnTo>
                    <a:lnTo>
                      <a:pt x="1002" y="1596"/>
                    </a:lnTo>
                    <a:lnTo>
                      <a:pt x="1008" y="1608"/>
                    </a:lnTo>
                    <a:lnTo>
                      <a:pt x="1008" y="1638"/>
                    </a:lnTo>
                    <a:lnTo>
                      <a:pt x="990" y="1638"/>
                    </a:lnTo>
                    <a:lnTo>
                      <a:pt x="990" y="1644"/>
                    </a:lnTo>
                    <a:lnTo>
                      <a:pt x="996" y="1650"/>
                    </a:lnTo>
                    <a:lnTo>
                      <a:pt x="1002" y="1662"/>
                    </a:lnTo>
                    <a:lnTo>
                      <a:pt x="1014" y="1668"/>
                    </a:lnTo>
                    <a:lnTo>
                      <a:pt x="1020" y="1674"/>
                    </a:lnTo>
                    <a:lnTo>
                      <a:pt x="1014" y="1686"/>
                    </a:lnTo>
                    <a:lnTo>
                      <a:pt x="1014" y="1728"/>
                    </a:lnTo>
                    <a:lnTo>
                      <a:pt x="1020" y="1734"/>
                    </a:lnTo>
                    <a:lnTo>
                      <a:pt x="1050" y="1740"/>
                    </a:lnTo>
                    <a:lnTo>
                      <a:pt x="1098" y="1746"/>
                    </a:lnTo>
                    <a:lnTo>
                      <a:pt x="1158" y="1746"/>
                    </a:lnTo>
                    <a:lnTo>
                      <a:pt x="1158" y="1752"/>
                    </a:lnTo>
                    <a:lnTo>
                      <a:pt x="1152" y="1758"/>
                    </a:lnTo>
                    <a:lnTo>
                      <a:pt x="1152" y="1770"/>
                    </a:lnTo>
                    <a:lnTo>
                      <a:pt x="1146" y="1788"/>
                    </a:lnTo>
                    <a:lnTo>
                      <a:pt x="1146" y="1800"/>
                    </a:lnTo>
                    <a:lnTo>
                      <a:pt x="1152" y="1812"/>
                    </a:lnTo>
                    <a:lnTo>
                      <a:pt x="1164" y="1818"/>
                    </a:lnTo>
                    <a:lnTo>
                      <a:pt x="1170" y="1824"/>
                    </a:lnTo>
                    <a:lnTo>
                      <a:pt x="1194" y="1836"/>
                    </a:lnTo>
                    <a:lnTo>
                      <a:pt x="1206" y="1848"/>
                    </a:lnTo>
                    <a:lnTo>
                      <a:pt x="1212" y="1860"/>
                    </a:lnTo>
                    <a:lnTo>
                      <a:pt x="1224" y="1896"/>
                    </a:lnTo>
                    <a:lnTo>
                      <a:pt x="1224" y="1908"/>
                    </a:lnTo>
                    <a:lnTo>
                      <a:pt x="1218" y="1920"/>
                    </a:lnTo>
                    <a:lnTo>
                      <a:pt x="1218" y="1944"/>
                    </a:lnTo>
                    <a:lnTo>
                      <a:pt x="1212" y="1950"/>
                    </a:lnTo>
                    <a:lnTo>
                      <a:pt x="1212" y="1956"/>
                    </a:lnTo>
                    <a:lnTo>
                      <a:pt x="1218" y="1968"/>
                    </a:lnTo>
                    <a:lnTo>
                      <a:pt x="1212" y="1980"/>
                    </a:lnTo>
                    <a:lnTo>
                      <a:pt x="1206" y="1986"/>
                    </a:lnTo>
                    <a:lnTo>
                      <a:pt x="1200" y="1998"/>
                    </a:lnTo>
                    <a:lnTo>
                      <a:pt x="1200" y="2022"/>
                    </a:lnTo>
                    <a:lnTo>
                      <a:pt x="1206" y="2028"/>
                    </a:lnTo>
                    <a:lnTo>
                      <a:pt x="1218" y="2034"/>
                    </a:lnTo>
                    <a:lnTo>
                      <a:pt x="1212" y="2040"/>
                    </a:lnTo>
                    <a:lnTo>
                      <a:pt x="1200" y="2046"/>
                    </a:lnTo>
                    <a:lnTo>
                      <a:pt x="1194" y="2052"/>
                    </a:lnTo>
                    <a:lnTo>
                      <a:pt x="1194" y="2064"/>
                    </a:lnTo>
                    <a:lnTo>
                      <a:pt x="1200" y="2070"/>
                    </a:lnTo>
                    <a:lnTo>
                      <a:pt x="1212" y="2076"/>
                    </a:lnTo>
                    <a:lnTo>
                      <a:pt x="1212" y="2112"/>
                    </a:lnTo>
                    <a:lnTo>
                      <a:pt x="1224" y="2112"/>
                    </a:lnTo>
                    <a:lnTo>
                      <a:pt x="1224" y="2130"/>
                    </a:lnTo>
                    <a:lnTo>
                      <a:pt x="1218" y="2142"/>
                    </a:lnTo>
                    <a:lnTo>
                      <a:pt x="1218" y="2184"/>
                    </a:lnTo>
                    <a:lnTo>
                      <a:pt x="1224" y="2196"/>
                    </a:lnTo>
                    <a:lnTo>
                      <a:pt x="1230" y="2202"/>
                    </a:lnTo>
                    <a:lnTo>
                      <a:pt x="1266" y="2214"/>
                    </a:lnTo>
                    <a:lnTo>
                      <a:pt x="1308" y="2220"/>
                    </a:lnTo>
                    <a:lnTo>
                      <a:pt x="1380" y="2220"/>
                    </a:lnTo>
                    <a:lnTo>
                      <a:pt x="1392" y="2226"/>
                    </a:lnTo>
                    <a:lnTo>
                      <a:pt x="1398" y="2232"/>
                    </a:lnTo>
                    <a:lnTo>
                      <a:pt x="1398" y="2256"/>
                    </a:lnTo>
                    <a:lnTo>
                      <a:pt x="1404" y="2274"/>
                    </a:lnTo>
                    <a:lnTo>
                      <a:pt x="1404" y="2298"/>
                    </a:lnTo>
                    <a:lnTo>
                      <a:pt x="1410" y="2316"/>
                    </a:lnTo>
                    <a:lnTo>
                      <a:pt x="1410" y="2334"/>
                    </a:lnTo>
                    <a:lnTo>
                      <a:pt x="1422" y="2358"/>
                    </a:lnTo>
                    <a:lnTo>
                      <a:pt x="1434" y="2364"/>
                    </a:lnTo>
                    <a:lnTo>
                      <a:pt x="1446" y="2364"/>
                    </a:lnTo>
                    <a:lnTo>
                      <a:pt x="1464" y="2346"/>
                    </a:lnTo>
                    <a:lnTo>
                      <a:pt x="1476" y="2346"/>
                    </a:lnTo>
                    <a:lnTo>
                      <a:pt x="1488" y="2352"/>
                    </a:lnTo>
                    <a:lnTo>
                      <a:pt x="1500" y="2364"/>
                    </a:lnTo>
                    <a:lnTo>
                      <a:pt x="1506" y="2376"/>
                    </a:lnTo>
                    <a:lnTo>
                      <a:pt x="1506" y="2394"/>
                    </a:lnTo>
                    <a:lnTo>
                      <a:pt x="1500" y="2412"/>
                    </a:lnTo>
                    <a:lnTo>
                      <a:pt x="1500" y="2442"/>
                    </a:lnTo>
                    <a:lnTo>
                      <a:pt x="1494" y="2448"/>
                    </a:lnTo>
                    <a:lnTo>
                      <a:pt x="1494" y="2454"/>
                    </a:lnTo>
                    <a:lnTo>
                      <a:pt x="1488" y="2466"/>
                    </a:lnTo>
                    <a:lnTo>
                      <a:pt x="1488" y="2478"/>
                    </a:lnTo>
                    <a:lnTo>
                      <a:pt x="1494" y="2496"/>
                    </a:lnTo>
                    <a:lnTo>
                      <a:pt x="1506" y="2490"/>
                    </a:lnTo>
                    <a:lnTo>
                      <a:pt x="1512" y="2484"/>
                    </a:lnTo>
                    <a:lnTo>
                      <a:pt x="1530" y="2484"/>
                    </a:lnTo>
                    <a:lnTo>
                      <a:pt x="1536" y="2490"/>
                    </a:lnTo>
                    <a:lnTo>
                      <a:pt x="1548" y="2514"/>
                    </a:lnTo>
                    <a:lnTo>
                      <a:pt x="1548" y="2526"/>
                    </a:lnTo>
                    <a:lnTo>
                      <a:pt x="1554" y="2526"/>
                    </a:lnTo>
                    <a:lnTo>
                      <a:pt x="1560" y="2532"/>
                    </a:lnTo>
                    <a:lnTo>
                      <a:pt x="1560" y="2562"/>
                    </a:lnTo>
                    <a:lnTo>
                      <a:pt x="1566" y="2580"/>
                    </a:lnTo>
                    <a:lnTo>
                      <a:pt x="1566" y="2616"/>
                    </a:lnTo>
                    <a:lnTo>
                      <a:pt x="1512" y="2634"/>
                    </a:lnTo>
                    <a:lnTo>
                      <a:pt x="1506" y="2640"/>
                    </a:lnTo>
                    <a:lnTo>
                      <a:pt x="1500" y="2652"/>
                    </a:lnTo>
                    <a:lnTo>
                      <a:pt x="1500" y="2670"/>
                    </a:lnTo>
                    <a:lnTo>
                      <a:pt x="1464" y="2670"/>
                    </a:lnTo>
                    <a:lnTo>
                      <a:pt x="1464" y="2688"/>
                    </a:lnTo>
                    <a:lnTo>
                      <a:pt x="1458" y="2694"/>
                    </a:lnTo>
                    <a:lnTo>
                      <a:pt x="1452" y="2718"/>
                    </a:lnTo>
                    <a:lnTo>
                      <a:pt x="1428" y="2724"/>
                    </a:lnTo>
                    <a:lnTo>
                      <a:pt x="1428" y="2736"/>
                    </a:lnTo>
                    <a:lnTo>
                      <a:pt x="1422" y="2748"/>
                    </a:lnTo>
                    <a:lnTo>
                      <a:pt x="1422" y="2760"/>
                    </a:lnTo>
                    <a:lnTo>
                      <a:pt x="1404" y="2778"/>
                    </a:lnTo>
                    <a:lnTo>
                      <a:pt x="1392" y="2778"/>
                    </a:lnTo>
                    <a:lnTo>
                      <a:pt x="1392" y="2802"/>
                    </a:lnTo>
                    <a:lnTo>
                      <a:pt x="1386" y="2808"/>
                    </a:lnTo>
                    <a:lnTo>
                      <a:pt x="1380" y="2820"/>
                    </a:lnTo>
                    <a:lnTo>
                      <a:pt x="1374" y="2826"/>
                    </a:lnTo>
                    <a:lnTo>
                      <a:pt x="1356" y="2826"/>
                    </a:lnTo>
                    <a:lnTo>
                      <a:pt x="1350" y="2832"/>
                    </a:lnTo>
                    <a:lnTo>
                      <a:pt x="1350" y="2844"/>
                    </a:lnTo>
                    <a:lnTo>
                      <a:pt x="1344" y="2856"/>
                    </a:lnTo>
                    <a:lnTo>
                      <a:pt x="1344" y="2868"/>
                    </a:lnTo>
                    <a:lnTo>
                      <a:pt x="1368" y="2868"/>
                    </a:lnTo>
                    <a:lnTo>
                      <a:pt x="1374" y="2862"/>
                    </a:lnTo>
                    <a:lnTo>
                      <a:pt x="1386" y="2856"/>
                    </a:lnTo>
                    <a:lnTo>
                      <a:pt x="1398" y="2856"/>
                    </a:lnTo>
                    <a:lnTo>
                      <a:pt x="1404" y="2862"/>
                    </a:lnTo>
                    <a:lnTo>
                      <a:pt x="1428" y="2874"/>
                    </a:lnTo>
                    <a:lnTo>
                      <a:pt x="1434" y="2886"/>
                    </a:lnTo>
                    <a:lnTo>
                      <a:pt x="1446" y="2892"/>
                    </a:lnTo>
                    <a:lnTo>
                      <a:pt x="1452" y="2898"/>
                    </a:lnTo>
                    <a:lnTo>
                      <a:pt x="1458" y="2910"/>
                    </a:lnTo>
                    <a:lnTo>
                      <a:pt x="1470" y="2922"/>
                    </a:lnTo>
                    <a:lnTo>
                      <a:pt x="1470" y="2934"/>
                    </a:lnTo>
                    <a:lnTo>
                      <a:pt x="1482" y="2934"/>
                    </a:lnTo>
                    <a:lnTo>
                      <a:pt x="1482" y="2928"/>
                    </a:lnTo>
                    <a:lnTo>
                      <a:pt x="1494" y="2916"/>
                    </a:lnTo>
                    <a:lnTo>
                      <a:pt x="1500" y="2916"/>
                    </a:lnTo>
                    <a:lnTo>
                      <a:pt x="1512" y="2922"/>
                    </a:lnTo>
                    <a:lnTo>
                      <a:pt x="1518" y="2934"/>
                    </a:lnTo>
                    <a:lnTo>
                      <a:pt x="1536" y="2952"/>
                    </a:lnTo>
                    <a:lnTo>
                      <a:pt x="1554" y="2952"/>
                    </a:lnTo>
                    <a:lnTo>
                      <a:pt x="1572" y="2970"/>
                    </a:lnTo>
                    <a:lnTo>
                      <a:pt x="1578" y="2970"/>
                    </a:lnTo>
                    <a:lnTo>
                      <a:pt x="1578" y="2982"/>
                    </a:lnTo>
                    <a:lnTo>
                      <a:pt x="1584" y="2988"/>
                    </a:lnTo>
                    <a:lnTo>
                      <a:pt x="1596" y="2994"/>
                    </a:lnTo>
                    <a:lnTo>
                      <a:pt x="1614" y="3000"/>
                    </a:lnTo>
                    <a:lnTo>
                      <a:pt x="1626" y="3000"/>
                    </a:lnTo>
                    <a:lnTo>
                      <a:pt x="1632" y="3012"/>
                    </a:lnTo>
                    <a:lnTo>
                      <a:pt x="1638" y="3018"/>
                    </a:lnTo>
                    <a:lnTo>
                      <a:pt x="1644" y="3030"/>
                    </a:lnTo>
                    <a:lnTo>
                      <a:pt x="1662" y="3048"/>
                    </a:lnTo>
                    <a:lnTo>
                      <a:pt x="1668" y="3048"/>
                    </a:lnTo>
                    <a:lnTo>
                      <a:pt x="1680" y="3054"/>
                    </a:lnTo>
                    <a:lnTo>
                      <a:pt x="1686" y="3054"/>
                    </a:lnTo>
                    <a:lnTo>
                      <a:pt x="1686" y="3066"/>
                    </a:lnTo>
                    <a:lnTo>
                      <a:pt x="1674" y="3090"/>
                    </a:lnTo>
                    <a:lnTo>
                      <a:pt x="1668" y="3096"/>
                    </a:lnTo>
                    <a:lnTo>
                      <a:pt x="1668" y="3120"/>
                    </a:lnTo>
                    <a:lnTo>
                      <a:pt x="1674" y="3120"/>
                    </a:lnTo>
                    <a:lnTo>
                      <a:pt x="1674" y="3150"/>
                    </a:lnTo>
                    <a:lnTo>
                      <a:pt x="1692" y="3150"/>
                    </a:lnTo>
                    <a:lnTo>
                      <a:pt x="1692" y="3144"/>
                    </a:lnTo>
                    <a:lnTo>
                      <a:pt x="1698" y="3132"/>
                    </a:lnTo>
                    <a:lnTo>
                      <a:pt x="1710" y="3126"/>
                    </a:lnTo>
                    <a:lnTo>
                      <a:pt x="1716" y="3114"/>
                    </a:lnTo>
                    <a:lnTo>
                      <a:pt x="1728" y="3102"/>
                    </a:lnTo>
                    <a:lnTo>
                      <a:pt x="1734" y="3090"/>
                    </a:lnTo>
                    <a:lnTo>
                      <a:pt x="1734" y="3060"/>
                    </a:lnTo>
                    <a:lnTo>
                      <a:pt x="1728" y="3054"/>
                    </a:lnTo>
                    <a:lnTo>
                      <a:pt x="1728" y="3048"/>
                    </a:lnTo>
                    <a:lnTo>
                      <a:pt x="1746" y="3018"/>
                    </a:lnTo>
                    <a:lnTo>
                      <a:pt x="1734" y="3012"/>
                    </a:lnTo>
                    <a:lnTo>
                      <a:pt x="1728" y="3000"/>
                    </a:lnTo>
                    <a:lnTo>
                      <a:pt x="1728" y="2988"/>
                    </a:lnTo>
                    <a:lnTo>
                      <a:pt x="1740" y="2976"/>
                    </a:lnTo>
                    <a:lnTo>
                      <a:pt x="1746" y="2976"/>
                    </a:lnTo>
                    <a:lnTo>
                      <a:pt x="1746" y="2952"/>
                    </a:lnTo>
                    <a:lnTo>
                      <a:pt x="1764" y="2952"/>
                    </a:lnTo>
                    <a:lnTo>
                      <a:pt x="1776" y="2940"/>
                    </a:lnTo>
                    <a:lnTo>
                      <a:pt x="1776" y="2904"/>
                    </a:lnTo>
                    <a:lnTo>
                      <a:pt x="1782" y="2898"/>
                    </a:lnTo>
                    <a:lnTo>
                      <a:pt x="1788" y="2886"/>
                    </a:lnTo>
                    <a:lnTo>
                      <a:pt x="1800" y="2874"/>
                    </a:lnTo>
                    <a:lnTo>
                      <a:pt x="1812" y="2868"/>
                    </a:lnTo>
                    <a:lnTo>
                      <a:pt x="1818" y="2862"/>
                    </a:lnTo>
                    <a:lnTo>
                      <a:pt x="1824" y="2862"/>
                    </a:lnTo>
                    <a:lnTo>
                      <a:pt x="1824" y="2898"/>
                    </a:lnTo>
                    <a:lnTo>
                      <a:pt x="1818" y="2904"/>
                    </a:lnTo>
                    <a:lnTo>
                      <a:pt x="1818" y="2910"/>
                    </a:lnTo>
                    <a:lnTo>
                      <a:pt x="1812" y="2916"/>
                    </a:lnTo>
                    <a:lnTo>
                      <a:pt x="1812" y="2934"/>
                    </a:lnTo>
                    <a:lnTo>
                      <a:pt x="1800" y="2940"/>
                    </a:lnTo>
                    <a:lnTo>
                      <a:pt x="1800" y="2952"/>
                    </a:lnTo>
                    <a:lnTo>
                      <a:pt x="1776" y="2982"/>
                    </a:lnTo>
                    <a:lnTo>
                      <a:pt x="1746" y="3006"/>
                    </a:lnTo>
                    <a:lnTo>
                      <a:pt x="1752" y="3012"/>
                    </a:lnTo>
                    <a:lnTo>
                      <a:pt x="1770" y="3012"/>
                    </a:lnTo>
                    <a:lnTo>
                      <a:pt x="1770" y="2994"/>
                    </a:lnTo>
                    <a:lnTo>
                      <a:pt x="1776" y="2988"/>
                    </a:lnTo>
                    <a:lnTo>
                      <a:pt x="1788" y="2988"/>
                    </a:lnTo>
                    <a:lnTo>
                      <a:pt x="1794" y="2982"/>
                    </a:lnTo>
                    <a:lnTo>
                      <a:pt x="1800" y="2982"/>
                    </a:lnTo>
                    <a:lnTo>
                      <a:pt x="1812" y="2964"/>
                    </a:lnTo>
                    <a:lnTo>
                      <a:pt x="1824" y="2940"/>
                    </a:lnTo>
                    <a:lnTo>
                      <a:pt x="1848" y="2880"/>
                    </a:lnTo>
                    <a:lnTo>
                      <a:pt x="1860" y="2832"/>
                    </a:lnTo>
                    <a:lnTo>
                      <a:pt x="1872" y="2808"/>
                    </a:lnTo>
                    <a:lnTo>
                      <a:pt x="1878" y="2790"/>
                    </a:lnTo>
                    <a:lnTo>
                      <a:pt x="1884" y="2778"/>
                    </a:lnTo>
                    <a:lnTo>
                      <a:pt x="1896" y="2772"/>
                    </a:lnTo>
                    <a:lnTo>
                      <a:pt x="1902" y="2760"/>
                    </a:lnTo>
                    <a:lnTo>
                      <a:pt x="1926" y="2736"/>
                    </a:lnTo>
                    <a:lnTo>
                      <a:pt x="1926" y="2724"/>
                    </a:lnTo>
                    <a:lnTo>
                      <a:pt x="1920" y="2718"/>
                    </a:lnTo>
                    <a:lnTo>
                      <a:pt x="1938" y="2706"/>
                    </a:lnTo>
                    <a:lnTo>
                      <a:pt x="1932" y="2670"/>
                    </a:lnTo>
                    <a:lnTo>
                      <a:pt x="1938" y="2646"/>
                    </a:lnTo>
                    <a:lnTo>
                      <a:pt x="1926" y="2640"/>
                    </a:lnTo>
                    <a:lnTo>
                      <a:pt x="1932" y="2634"/>
                    </a:lnTo>
                    <a:lnTo>
                      <a:pt x="1938" y="2622"/>
                    </a:lnTo>
                    <a:lnTo>
                      <a:pt x="1938" y="2610"/>
                    </a:lnTo>
                    <a:lnTo>
                      <a:pt x="1932" y="2604"/>
                    </a:lnTo>
                    <a:lnTo>
                      <a:pt x="1920" y="2598"/>
                    </a:lnTo>
                    <a:lnTo>
                      <a:pt x="1914" y="2592"/>
                    </a:lnTo>
                    <a:lnTo>
                      <a:pt x="1914" y="2556"/>
                    </a:lnTo>
                    <a:lnTo>
                      <a:pt x="1896" y="2544"/>
                    </a:lnTo>
                    <a:lnTo>
                      <a:pt x="1920" y="2544"/>
                    </a:lnTo>
                    <a:lnTo>
                      <a:pt x="1914" y="2520"/>
                    </a:lnTo>
                    <a:lnTo>
                      <a:pt x="1902" y="2508"/>
                    </a:lnTo>
                    <a:lnTo>
                      <a:pt x="1908" y="2508"/>
                    </a:lnTo>
                    <a:lnTo>
                      <a:pt x="1920" y="2502"/>
                    </a:lnTo>
                    <a:lnTo>
                      <a:pt x="1920" y="2490"/>
                    </a:lnTo>
                    <a:lnTo>
                      <a:pt x="1914" y="2490"/>
                    </a:lnTo>
                    <a:lnTo>
                      <a:pt x="1902" y="2484"/>
                    </a:lnTo>
                    <a:lnTo>
                      <a:pt x="1896" y="2478"/>
                    </a:lnTo>
                    <a:lnTo>
                      <a:pt x="1920" y="2460"/>
                    </a:lnTo>
                    <a:lnTo>
                      <a:pt x="1932" y="2472"/>
                    </a:lnTo>
                    <a:lnTo>
                      <a:pt x="1944" y="2478"/>
                    </a:lnTo>
                    <a:lnTo>
                      <a:pt x="1950" y="2478"/>
                    </a:lnTo>
                    <a:lnTo>
                      <a:pt x="1950" y="2448"/>
                    </a:lnTo>
                    <a:lnTo>
                      <a:pt x="1962" y="2424"/>
                    </a:lnTo>
                    <a:lnTo>
                      <a:pt x="1974" y="2418"/>
                    </a:lnTo>
                    <a:lnTo>
                      <a:pt x="1980" y="2418"/>
                    </a:lnTo>
                    <a:lnTo>
                      <a:pt x="2004" y="2406"/>
                    </a:lnTo>
                    <a:lnTo>
                      <a:pt x="2010" y="2394"/>
                    </a:lnTo>
                    <a:lnTo>
                      <a:pt x="2010" y="2382"/>
                    </a:lnTo>
                    <a:lnTo>
                      <a:pt x="2016" y="2376"/>
                    </a:lnTo>
                    <a:lnTo>
                      <a:pt x="2028" y="2376"/>
                    </a:lnTo>
                    <a:lnTo>
                      <a:pt x="2034" y="2370"/>
                    </a:lnTo>
                    <a:lnTo>
                      <a:pt x="2046" y="2370"/>
                    </a:lnTo>
                    <a:lnTo>
                      <a:pt x="2046" y="2358"/>
                    </a:lnTo>
                    <a:lnTo>
                      <a:pt x="2070" y="2358"/>
                    </a:lnTo>
                    <a:lnTo>
                      <a:pt x="2070" y="2340"/>
                    </a:lnTo>
                    <a:lnTo>
                      <a:pt x="2118" y="2340"/>
                    </a:lnTo>
                    <a:lnTo>
                      <a:pt x="2124" y="2358"/>
                    </a:lnTo>
                    <a:lnTo>
                      <a:pt x="2136" y="2352"/>
                    </a:lnTo>
                    <a:lnTo>
                      <a:pt x="2118" y="2334"/>
                    </a:lnTo>
                    <a:lnTo>
                      <a:pt x="2136" y="2316"/>
                    </a:lnTo>
                    <a:lnTo>
                      <a:pt x="2142" y="2316"/>
                    </a:lnTo>
                    <a:lnTo>
                      <a:pt x="2154" y="2310"/>
                    </a:lnTo>
                    <a:lnTo>
                      <a:pt x="2178" y="2310"/>
                    </a:lnTo>
                    <a:lnTo>
                      <a:pt x="2160" y="2292"/>
                    </a:lnTo>
                    <a:lnTo>
                      <a:pt x="2172" y="2286"/>
                    </a:lnTo>
                    <a:lnTo>
                      <a:pt x="2178" y="2280"/>
                    </a:lnTo>
                    <a:lnTo>
                      <a:pt x="2190" y="2280"/>
                    </a:lnTo>
                    <a:lnTo>
                      <a:pt x="2190" y="2304"/>
                    </a:lnTo>
                    <a:lnTo>
                      <a:pt x="2196" y="2304"/>
                    </a:lnTo>
                    <a:lnTo>
                      <a:pt x="2196" y="2298"/>
                    </a:lnTo>
                    <a:lnTo>
                      <a:pt x="2202" y="2286"/>
                    </a:lnTo>
                    <a:lnTo>
                      <a:pt x="2208" y="2280"/>
                    </a:lnTo>
                    <a:lnTo>
                      <a:pt x="2244" y="2286"/>
                    </a:lnTo>
                    <a:lnTo>
                      <a:pt x="2244" y="2280"/>
                    </a:lnTo>
                    <a:lnTo>
                      <a:pt x="2250" y="2274"/>
                    </a:lnTo>
                    <a:lnTo>
                      <a:pt x="2250" y="2268"/>
                    </a:lnTo>
                    <a:lnTo>
                      <a:pt x="2256" y="2262"/>
                    </a:lnTo>
                    <a:lnTo>
                      <a:pt x="2268" y="2256"/>
                    </a:lnTo>
                    <a:lnTo>
                      <a:pt x="2274" y="2256"/>
                    </a:lnTo>
                    <a:lnTo>
                      <a:pt x="2280" y="2262"/>
                    </a:lnTo>
                    <a:lnTo>
                      <a:pt x="2280" y="2286"/>
                    </a:lnTo>
                    <a:lnTo>
                      <a:pt x="2346" y="2280"/>
                    </a:lnTo>
                    <a:lnTo>
                      <a:pt x="2352" y="2262"/>
                    </a:lnTo>
                    <a:lnTo>
                      <a:pt x="2346" y="2250"/>
                    </a:lnTo>
                    <a:lnTo>
                      <a:pt x="2352" y="2244"/>
                    </a:lnTo>
                    <a:lnTo>
                      <a:pt x="2358" y="2232"/>
                    </a:lnTo>
                    <a:lnTo>
                      <a:pt x="2370" y="2220"/>
                    </a:lnTo>
                    <a:lnTo>
                      <a:pt x="2406" y="2202"/>
                    </a:lnTo>
                    <a:lnTo>
                      <a:pt x="2418" y="2202"/>
                    </a:lnTo>
                    <a:lnTo>
                      <a:pt x="2412" y="2190"/>
                    </a:lnTo>
                    <a:lnTo>
                      <a:pt x="2412" y="2112"/>
                    </a:lnTo>
                    <a:lnTo>
                      <a:pt x="2442" y="2082"/>
                    </a:lnTo>
                    <a:lnTo>
                      <a:pt x="2442" y="2058"/>
                    </a:lnTo>
                    <a:lnTo>
                      <a:pt x="2460" y="2052"/>
                    </a:lnTo>
                    <a:lnTo>
                      <a:pt x="2460" y="2022"/>
                    </a:lnTo>
                    <a:lnTo>
                      <a:pt x="2466" y="2022"/>
                    </a:lnTo>
                    <a:lnTo>
                      <a:pt x="2472" y="2016"/>
                    </a:lnTo>
                    <a:lnTo>
                      <a:pt x="2478" y="2016"/>
                    </a:lnTo>
                    <a:lnTo>
                      <a:pt x="2478" y="2010"/>
                    </a:lnTo>
                    <a:lnTo>
                      <a:pt x="2484" y="2004"/>
                    </a:lnTo>
                    <a:lnTo>
                      <a:pt x="2484" y="1956"/>
                    </a:lnTo>
                    <a:lnTo>
                      <a:pt x="2478" y="1944"/>
                    </a:lnTo>
                    <a:lnTo>
                      <a:pt x="2478" y="1926"/>
                    </a:lnTo>
                    <a:lnTo>
                      <a:pt x="2472" y="1908"/>
                    </a:lnTo>
                    <a:lnTo>
                      <a:pt x="2484" y="1884"/>
                    </a:lnTo>
                    <a:lnTo>
                      <a:pt x="2514" y="1854"/>
                    </a:lnTo>
                    <a:lnTo>
                      <a:pt x="2514" y="1848"/>
                    </a:lnTo>
                    <a:lnTo>
                      <a:pt x="2508" y="1836"/>
                    </a:lnTo>
                    <a:lnTo>
                      <a:pt x="2508" y="1830"/>
                    </a:lnTo>
                    <a:lnTo>
                      <a:pt x="2502" y="1818"/>
                    </a:lnTo>
                    <a:lnTo>
                      <a:pt x="2508" y="1764"/>
                    </a:lnTo>
                    <a:lnTo>
                      <a:pt x="2508" y="1758"/>
                    </a:lnTo>
                    <a:lnTo>
                      <a:pt x="2514" y="1752"/>
                    </a:lnTo>
                    <a:lnTo>
                      <a:pt x="2514" y="1722"/>
                    </a:lnTo>
                    <a:lnTo>
                      <a:pt x="2520" y="1710"/>
                    </a:lnTo>
                    <a:lnTo>
                      <a:pt x="2520" y="1680"/>
                    </a:lnTo>
                    <a:lnTo>
                      <a:pt x="2508" y="1644"/>
                    </a:lnTo>
                    <a:lnTo>
                      <a:pt x="2502" y="1608"/>
                    </a:lnTo>
                    <a:lnTo>
                      <a:pt x="2502" y="1596"/>
                    </a:lnTo>
                    <a:lnTo>
                      <a:pt x="2508" y="1560"/>
                    </a:lnTo>
                    <a:lnTo>
                      <a:pt x="2508" y="1548"/>
                    </a:lnTo>
                    <a:lnTo>
                      <a:pt x="2502" y="1536"/>
                    </a:lnTo>
                    <a:lnTo>
                      <a:pt x="2502" y="1500"/>
                    </a:lnTo>
                    <a:lnTo>
                      <a:pt x="2508" y="1488"/>
                    </a:lnTo>
                    <a:lnTo>
                      <a:pt x="2520" y="1476"/>
                    </a:lnTo>
                    <a:lnTo>
                      <a:pt x="2508" y="1458"/>
                    </a:lnTo>
                    <a:lnTo>
                      <a:pt x="2520" y="1446"/>
                    </a:lnTo>
                    <a:lnTo>
                      <a:pt x="2532" y="1446"/>
                    </a:lnTo>
                    <a:lnTo>
                      <a:pt x="2532" y="1452"/>
                    </a:lnTo>
                    <a:lnTo>
                      <a:pt x="2538" y="1464"/>
                    </a:lnTo>
                    <a:lnTo>
                      <a:pt x="2544" y="1470"/>
                    </a:lnTo>
                    <a:lnTo>
                      <a:pt x="2556" y="1464"/>
                    </a:lnTo>
                    <a:lnTo>
                      <a:pt x="2562" y="1452"/>
                    </a:lnTo>
                    <a:lnTo>
                      <a:pt x="2574" y="1446"/>
                    </a:lnTo>
                    <a:lnTo>
                      <a:pt x="2580" y="1434"/>
                    </a:lnTo>
                    <a:lnTo>
                      <a:pt x="2586" y="1428"/>
                    </a:lnTo>
                    <a:lnTo>
                      <a:pt x="2592" y="1416"/>
                    </a:lnTo>
                    <a:lnTo>
                      <a:pt x="2592" y="1404"/>
                    </a:lnTo>
                    <a:lnTo>
                      <a:pt x="2598" y="1386"/>
                    </a:lnTo>
                    <a:lnTo>
                      <a:pt x="2598" y="1374"/>
                    </a:lnTo>
                    <a:lnTo>
                      <a:pt x="2604" y="1356"/>
                    </a:lnTo>
                    <a:lnTo>
                      <a:pt x="2604" y="1344"/>
                    </a:lnTo>
                    <a:lnTo>
                      <a:pt x="2610" y="1338"/>
                    </a:lnTo>
                    <a:lnTo>
                      <a:pt x="2616" y="1338"/>
                    </a:lnTo>
                    <a:lnTo>
                      <a:pt x="2628" y="1326"/>
                    </a:lnTo>
                    <a:lnTo>
                      <a:pt x="2634" y="1314"/>
                    </a:lnTo>
                    <a:lnTo>
                      <a:pt x="2640" y="1308"/>
                    </a:lnTo>
                    <a:lnTo>
                      <a:pt x="2640" y="1296"/>
                    </a:lnTo>
                    <a:lnTo>
                      <a:pt x="2652" y="1290"/>
                    </a:lnTo>
                    <a:lnTo>
                      <a:pt x="2658" y="1284"/>
                    </a:lnTo>
                    <a:lnTo>
                      <a:pt x="2670" y="1284"/>
                    </a:lnTo>
                    <a:lnTo>
                      <a:pt x="2682" y="1272"/>
                    </a:lnTo>
                    <a:lnTo>
                      <a:pt x="2682" y="1254"/>
                    </a:lnTo>
                    <a:lnTo>
                      <a:pt x="2688" y="1254"/>
                    </a:lnTo>
                    <a:lnTo>
                      <a:pt x="2724" y="1218"/>
                    </a:lnTo>
                    <a:lnTo>
                      <a:pt x="2736" y="1188"/>
                    </a:lnTo>
                    <a:lnTo>
                      <a:pt x="2754" y="1158"/>
                    </a:lnTo>
                    <a:lnTo>
                      <a:pt x="2760" y="1134"/>
                    </a:lnTo>
                    <a:lnTo>
                      <a:pt x="2766" y="1122"/>
                    </a:lnTo>
                    <a:lnTo>
                      <a:pt x="2772" y="1116"/>
                    </a:lnTo>
                    <a:lnTo>
                      <a:pt x="2778" y="1104"/>
                    </a:lnTo>
                    <a:lnTo>
                      <a:pt x="2784" y="1098"/>
                    </a:lnTo>
                    <a:lnTo>
                      <a:pt x="2784" y="1080"/>
                    </a:lnTo>
                    <a:lnTo>
                      <a:pt x="2778" y="1068"/>
                    </a:lnTo>
                    <a:lnTo>
                      <a:pt x="2778" y="100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0" name="Botswana" descr="© INSCALE GmbH, 05.05.2010&#10;http://www.presentationload.com/">
                <a:extLst>
                  <a:ext uri="{FF2B5EF4-FFF2-40B4-BE49-F238E27FC236}">
                    <a16:creationId xmlns:a16="http://schemas.microsoft.com/office/drawing/2014/main" id="{C13835F0-F2F8-A54E-C5A1-1E277D85AAE9}"/>
                  </a:ext>
                </a:extLst>
              </p:cNvPr>
              <p:cNvSpPr>
                <a:spLocks/>
              </p:cNvSpPr>
              <p:nvPr/>
            </p:nvSpPr>
            <p:spPr bwMode="gray">
              <a:xfrm>
                <a:off x="4766081" y="3761029"/>
                <a:ext cx="246074" cy="277205"/>
              </a:xfrm>
              <a:custGeom>
                <a:avLst/>
                <a:gdLst>
                  <a:gd name="T0" fmla="*/ 2147483647 w 648"/>
                  <a:gd name="T1" fmla="*/ 2147483647 h 732"/>
                  <a:gd name="T2" fmla="*/ 2147483647 w 648"/>
                  <a:gd name="T3" fmla="*/ 2147483647 h 732"/>
                  <a:gd name="T4" fmla="*/ 2147483647 w 648"/>
                  <a:gd name="T5" fmla="*/ 2147483647 h 732"/>
                  <a:gd name="T6" fmla="*/ 2147483647 w 648"/>
                  <a:gd name="T7" fmla="*/ 2147483647 h 732"/>
                  <a:gd name="T8" fmla="*/ 2147483647 w 648"/>
                  <a:gd name="T9" fmla="*/ 2147483647 h 732"/>
                  <a:gd name="T10" fmla="*/ 2147483647 w 648"/>
                  <a:gd name="T11" fmla="*/ 2147483647 h 732"/>
                  <a:gd name="T12" fmla="*/ 2147483647 w 648"/>
                  <a:gd name="T13" fmla="*/ 2147483647 h 732"/>
                  <a:gd name="T14" fmla="*/ 2147483647 w 648"/>
                  <a:gd name="T15" fmla="*/ 2147483647 h 732"/>
                  <a:gd name="T16" fmla="*/ 2147483647 w 648"/>
                  <a:gd name="T17" fmla="*/ 2147483647 h 732"/>
                  <a:gd name="T18" fmla="*/ 2147483647 w 648"/>
                  <a:gd name="T19" fmla="*/ 2147483647 h 732"/>
                  <a:gd name="T20" fmla="*/ 2147483647 w 648"/>
                  <a:gd name="T21" fmla="*/ 2147483647 h 732"/>
                  <a:gd name="T22" fmla="*/ 2147483647 w 648"/>
                  <a:gd name="T23" fmla="*/ 2147483647 h 732"/>
                  <a:gd name="T24" fmla="*/ 2147483647 w 648"/>
                  <a:gd name="T25" fmla="*/ 2147483647 h 732"/>
                  <a:gd name="T26" fmla="*/ 2147483647 w 648"/>
                  <a:gd name="T27" fmla="*/ 2147483647 h 732"/>
                  <a:gd name="T28" fmla="*/ 2147483647 w 648"/>
                  <a:gd name="T29" fmla="*/ 2147483647 h 732"/>
                  <a:gd name="T30" fmla="*/ 2147483647 w 648"/>
                  <a:gd name="T31" fmla="*/ 2147483647 h 732"/>
                  <a:gd name="T32" fmla="*/ 2147483647 w 648"/>
                  <a:gd name="T33" fmla="*/ 2147483647 h 732"/>
                  <a:gd name="T34" fmla="*/ 2147483647 w 648"/>
                  <a:gd name="T35" fmla="*/ 2147483647 h 732"/>
                  <a:gd name="T36" fmla="*/ 2147483647 w 648"/>
                  <a:gd name="T37" fmla="*/ 2147483647 h 732"/>
                  <a:gd name="T38" fmla="*/ 2147483647 w 648"/>
                  <a:gd name="T39" fmla="*/ 2147483647 h 732"/>
                  <a:gd name="T40" fmla="*/ 2147483647 w 648"/>
                  <a:gd name="T41" fmla="*/ 2147483647 h 732"/>
                  <a:gd name="T42" fmla="*/ 2147483647 w 648"/>
                  <a:gd name="T43" fmla="*/ 2147483647 h 732"/>
                  <a:gd name="T44" fmla="*/ 2147483647 w 648"/>
                  <a:gd name="T45" fmla="*/ 2147483647 h 732"/>
                  <a:gd name="T46" fmla="*/ 2147483647 w 648"/>
                  <a:gd name="T47" fmla="*/ 2147483647 h 732"/>
                  <a:gd name="T48" fmla="*/ 2147483647 w 648"/>
                  <a:gd name="T49" fmla="*/ 2147483647 h 732"/>
                  <a:gd name="T50" fmla="*/ 2147483647 w 648"/>
                  <a:gd name="T51" fmla="*/ 2147483647 h 732"/>
                  <a:gd name="T52" fmla="*/ 2147483647 w 648"/>
                  <a:gd name="T53" fmla="*/ 2147483647 h 732"/>
                  <a:gd name="T54" fmla="*/ 2147483647 w 648"/>
                  <a:gd name="T55" fmla="*/ 2147483647 h 732"/>
                  <a:gd name="T56" fmla="*/ 2147483647 w 648"/>
                  <a:gd name="T57" fmla="*/ 2147483647 h 732"/>
                  <a:gd name="T58" fmla="*/ 2147483647 w 648"/>
                  <a:gd name="T59" fmla="*/ 2147483647 h 732"/>
                  <a:gd name="T60" fmla="*/ 2147483647 w 648"/>
                  <a:gd name="T61" fmla="*/ 2147483647 h 732"/>
                  <a:gd name="T62" fmla="*/ 2147483647 w 648"/>
                  <a:gd name="T63" fmla="*/ 2147483647 h 732"/>
                  <a:gd name="T64" fmla="*/ 2147483647 w 648"/>
                  <a:gd name="T65" fmla="*/ 2147483647 h 732"/>
                  <a:gd name="T66" fmla="*/ 2147483647 w 648"/>
                  <a:gd name="T67" fmla="*/ 2147483647 h 732"/>
                  <a:gd name="T68" fmla="*/ 2147483647 w 648"/>
                  <a:gd name="T69" fmla="*/ 2147483647 h 732"/>
                  <a:gd name="T70" fmla="*/ 2147483647 w 648"/>
                  <a:gd name="T71" fmla="*/ 2147483647 h 732"/>
                  <a:gd name="T72" fmla="*/ 2147483647 w 648"/>
                  <a:gd name="T73" fmla="*/ 2147483647 h 732"/>
                  <a:gd name="T74" fmla="*/ 2147483647 w 648"/>
                  <a:gd name="T75" fmla="*/ 2147483647 h 732"/>
                  <a:gd name="T76" fmla="*/ 2147483647 w 648"/>
                  <a:gd name="T77" fmla="*/ 2147483647 h 732"/>
                  <a:gd name="T78" fmla="*/ 2147483647 w 648"/>
                  <a:gd name="T79" fmla="*/ 2147483647 h 732"/>
                  <a:gd name="T80" fmla="*/ 2147483647 w 648"/>
                  <a:gd name="T81" fmla="*/ 2147483647 h 732"/>
                  <a:gd name="T82" fmla="*/ 2147483647 w 648"/>
                  <a:gd name="T83" fmla="*/ 2147483647 h 732"/>
                  <a:gd name="T84" fmla="*/ 2147483647 w 648"/>
                  <a:gd name="T85" fmla="*/ 2147483647 h 732"/>
                  <a:gd name="T86" fmla="*/ 2147483647 w 648"/>
                  <a:gd name="T87" fmla="*/ 2147483647 h 732"/>
                  <a:gd name="T88" fmla="*/ 2147483647 w 648"/>
                  <a:gd name="T89" fmla="*/ 2147483647 h 732"/>
                  <a:gd name="T90" fmla="*/ 2147483647 w 648"/>
                  <a:gd name="T91" fmla="*/ 2147483647 h 732"/>
                  <a:gd name="T92" fmla="*/ 2147483647 w 648"/>
                  <a:gd name="T93" fmla="*/ 2147483647 h 732"/>
                  <a:gd name="T94" fmla="*/ 2147483647 w 648"/>
                  <a:gd name="T95" fmla="*/ 0 h 732"/>
                  <a:gd name="T96" fmla="*/ 2147483647 w 648"/>
                  <a:gd name="T97" fmla="*/ 2147483647 h 732"/>
                  <a:gd name="T98" fmla="*/ 2147483647 w 648"/>
                  <a:gd name="T99" fmla="*/ 2147483647 h 732"/>
                  <a:gd name="T100" fmla="*/ 2147483647 w 648"/>
                  <a:gd name="T101" fmla="*/ 2147483647 h 732"/>
                  <a:gd name="T102" fmla="*/ 2147483647 w 648"/>
                  <a:gd name="T103" fmla="*/ 2147483647 h 732"/>
                  <a:gd name="T104" fmla="*/ 2147483647 w 648"/>
                  <a:gd name="T105" fmla="*/ 2147483647 h 732"/>
                  <a:gd name="T106" fmla="*/ 2147483647 w 648"/>
                  <a:gd name="T107" fmla="*/ 2147483647 h 732"/>
                  <a:gd name="T108" fmla="*/ 2147483647 w 648"/>
                  <a:gd name="T109" fmla="*/ 2147483647 h 732"/>
                  <a:gd name="T110" fmla="*/ 2147483647 w 648"/>
                  <a:gd name="T111" fmla="*/ 2147483647 h 732"/>
                  <a:gd name="T112" fmla="*/ 2147483647 w 648"/>
                  <a:gd name="T113" fmla="*/ 2147483647 h 732"/>
                  <a:gd name="T114" fmla="*/ 0 w 648"/>
                  <a:gd name="T115" fmla="*/ 2147483647 h 73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732"/>
                  <a:gd name="T176" fmla="*/ 648 w 648"/>
                  <a:gd name="T177" fmla="*/ 732 h 73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732">
                    <a:moveTo>
                      <a:pt x="0" y="570"/>
                    </a:moveTo>
                    <a:lnTo>
                      <a:pt x="12" y="576"/>
                    </a:lnTo>
                    <a:lnTo>
                      <a:pt x="18" y="582"/>
                    </a:lnTo>
                    <a:lnTo>
                      <a:pt x="30" y="588"/>
                    </a:lnTo>
                    <a:lnTo>
                      <a:pt x="36" y="594"/>
                    </a:lnTo>
                    <a:lnTo>
                      <a:pt x="42" y="612"/>
                    </a:lnTo>
                    <a:lnTo>
                      <a:pt x="48" y="624"/>
                    </a:lnTo>
                    <a:lnTo>
                      <a:pt x="48" y="642"/>
                    </a:lnTo>
                    <a:lnTo>
                      <a:pt x="54" y="648"/>
                    </a:lnTo>
                    <a:lnTo>
                      <a:pt x="54" y="672"/>
                    </a:lnTo>
                    <a:lnTo>
                      <a:pt x="48" y="684"/>
                    </a:lnTo>
                    <a:lnTo>
                      <a:pt x="48" y="690"/>
                    </a:lnTo>
                    <a:lnTo>
                      <a:pt x="42" y="702"/>
                    </a:lnTo>
                    <a:lnTo>
                      <a:pt x="42" y="732"/>
                    </a:lnTo>
                    <a:lnTo>
                      <a:pt x="120" y="732"/>
                    </a:lnTo>
                    <a:lnTo>
                      <a:pt x="120" y="714"/>
                    </a:lnTo>
                    <a:lnTo>
                      <a:pt x="144" y="714"/>
                    </a:lnTo>
                    <a:lnTo>
                      <a:pt x="144" y="708"/>
                    </a:lnTo>
                    <a:lnTo>
                      <a:pt x="150" y="702"/>
                    </a:lnTo>
                    <a:lnTo>
                      <a:pt x="156" y="690"/>
                    </a:lnTo>
                    <a:lnTo>
                      <a:pt x="162" y="684"/>
                    </a:lnTo>
                    <a:lnTo>
                      <a:pt x="168" y="684"/>
                    </a:lnTo>
                    <a:lnTo>
                      <a:pt x="174" y="678"/>
                    </a:lnTo>
                    <a:lnTo>
                      <a:pt x="186" y="678"/>
                    </a:lnTo>
                    <a:lnTo>
                      <a:pt x="186" y="654"/>
                    </a:lnTo>
                    <a:lnTo>
                      <a:pt x="192" y="642"/>
                    </a:lnTo>
                    <a:lnTo>
                      <a:pt x="192" y="630"/>
                    </a:lnTo>
                    <a:lnTo>
                      <a:pt x="198" y="618"/>
                    </a:lnTo>
                    <a:lnTo>
                      <a:pt x="204" y="612"/>
                    </a:lnTo>
                    <a:lnTo>
                      <a:pt x="216" y="606"/>
                    </a:lnTo>
                    <a:lnTo>
                      <a:pt x="228" y="606"/>
                    </a:lnTo>
                    <a:lnTo>
                      <a:pt x="240" y="612"/>
                    </a:lnTo>
                    <a:lnTo>
                      <a:pt x="246" y="618"/>
                    </a:lnTo>
                    <a:lnTo>
                      <a:pt x="258" y="624"/>
                    </a:lnTo>
                    <a:lnTo>
                      <a:pt x="270" y="636"/>
                    </a:lnTo>
                    <a:lnTo>
                      <a:pt x="300" y="636"/>
                    </a:lnTo>
                    <a:lnTo>
                      <a:pt x="306" y="642"/>
                    </a:lnTo>
                    <a:lnTo>
                      <a:pt x="318" y="648"/>
                    </a:lnTo>
                    <a:lnTo>
                      <a:pt x="324" y="654"/>
                    </a:lnTo>
                    <a:lnTo>
                      <a:pt x="336" y="654"/>
                    </a:lnTo>
                    <a:lnTo>
                      <a:pt x="348" y="648"/>
                    </a:lnTo>
                    <a:lnTo>
                      <a:pt x="354" y="642"/>
                    </a:lnTo>
                    <a:lnTo>
                      <a:pt x="360" y="648"/>
                    </a:lnTo>
                    <a:lnTo>
                      <a:pt x="372" y="648"/>
                    </a:lnTo>
                    <a:lnTo>
                      <a:pt x="384" y="642"/>
                    </a:lnTo>
                    <a:lnTo>
                      <a:pt x="390" y="636"/>
                    </a:lnTo>
                    <a:lnTo>
                      <a:pt x="396" y="624"/>
                    </a:lnTo>
                    <a:lnTo>
                      <a:pt x="402" y="606"/>
                    </a:lnTo>
                    <a:lnTo>
                      <a:pt x="408" y="594"/>
                    </a:lnTo>
                    <a:lnTo>
                      <a:pt x="408" y="582"/>
                    </a:lnTo>
                    <a:lnTo>
                      <a:pt x="426" y="564"/>
                    </a:lnTo>
                    <a:lnTo>
                      <a:pt x="444" y="558"/>
                    </a:lnTo>
                    <a:lnTo>
                      <a:pt x="456" y="552"/>
                    </a:lnTo>
                    <a:lnTo>
                      <a:pt x="462" y="546"/>
                    </a:lnTo>
                    <a:lnTo>
                      <a:pt x="468" y="534"/>
                    </a:lnTo>
                    <a:lnTo>
                      <a:pt x="480" y="528"/>
                    </a:lnTo>
                    <a:lnTo>
                      <a:pt x="480" y="492"/>
                    </a:lnTo>
                    <a:lnTo>
                      <a:pt x="492" y="468"/>
                    </a:lnTo>
                    <a:lnTo>
                      <a:pt x="504" y="462"/>
                    </a:lnTo>
                    <a:lnTo>
                      <a:pt x="510" y="462"/>
                    </a:lnTo>
                    <a:lnTo>
                      <a:pt x="522" y="456"/>
                    </a:lnTo>
                    <a:lnTo>
                      <a:pt x="564" y="414"/>
                    </a:lnTo>
                    <a:lnTo>
                      <a:pt x="576" y="390"/>
                    </a:lnTo>
                    <a:lnTo>
                      <a:pt x="582" y="384"/>
                    </a:lnTo>
                    <a:lnTo>
                      <a:pt x="594" y="384"/>
                    </a:lnTo>
                    <a:lnTo>
                      <a:pt x="606" y="378"/>
                    </a:lnTo>
                    <a:lnTo>
                      <a:pt x="618" y="378"/>
                    </a:lnTo>
                    <a:lnTo>
                      <a:pt x="630" y="354"/>
                    </a:lnTo>
                    <a:lnTo>
                      <a:pt x="648" y="354"/>
                    </a:lnTo>
                    <a:lnTo>
                      <a:pt x="648" y="348"/>
                    </a:lnTo>
                    <a:lnTo>
                      <a:pt x="642" y="336"/>
                    </a:lnTo>
                    <a:lnTo>
                      <a:pt x="624" y="318"/>
                    </a:lnTo>
                    <a:lnTo>
                      <a:pt x="606" y="312"/>
                    </a:lnTo>
                    <a:lnTo>
                      <a:pt x="594" y="312"/>
                    </a:lnTo>
                    <a:lnTo>
                      <a:pt x="576" y="306"/>
                    </a:lnTo>
                    <a:lnTo>
                      <a:pt x="564" y="306"/>
                    </a:lnTo>
                    <a:lnTo>
                      <a:pt x="564" y="276"/>
                    </a:lnTo>
                    <a:lnTo>
                      <a:pt x="546" y="276"/>
                    </a:lnTo>
                    <a:lnTo>
                      <a:pt x="546" y="246"/>
                    </a:lnTo>
                    <a:lnTo>
                      <a:pt x="552" y="240"/>
                    </a:lnTo>
                    <a:lnTo>
                      <a:pt x="546" y="216"/>
                    </a:lnTo>
                    <a:lnTo>
                      <a:pt x="516" y="216"/>
                    </a:lnTo>
                    <a:lnTo>
                      <a:pt x="516" y="186"/>
                    </a:lnTo>
                    <a:lnTo>
                      <a:pt x="510" y="180"/>
                    </a:lnTo>
                    <a:lnTo>
                      <a:pt x="480" y="180"/>
                    </a:lnTo>
                    <a:lnTo>
                      <a:pt x="462" y="162"/>
                    </a:lnTo>
                    <a:lnTo>
                      <a:pt x="450" y="156"/>
                    </a:lnTo>
                    <a:lnTo>
                      <a:pt x="432" y="120"/>
                    </a:lnTo>
                    <a:lnTo>
                      <a:pt x="432" y="96"/>
                    </a:lnTo>
                    <a:lnTo>
                      <a:pt x="426" y="90"/>
                    </a:lnTo>
                    <a:lnTo>
                      <a:pt x="414" y="66"/>
                    </a:lnTo>
                    <a:lnTo>
                      <a:pt x="408" y="60"/>
                    </a:lnTo>
                    <a:lnTo>
                      <a:pt x="396" y="60"/>
                    </a:lnTo>
                    <a:lnTo>
                      <a:pt x="396" y="30"/>
                    </a:lnTo>
                    <a:lnTo>
                      <a:pt x="384" y="18"/>
                    </a:lnTo>
                    <a:lnTo>
                      <a:pt x="378" y="0"/>
                    </a:lnTo>
                    <a:lnTo>
                      <a:pt x="342" y="6"/>
                    </a:lnTo>
                    <a:lnTo>
                      <a:pt x="330" y="18"/>
                    </a:lnTo>
                    <a:lnTo>
                      <a:pt x="306" y="18"/>
                    </a:lnTo>
                    <a:lnTo>
                      <a:pt x="264" y="60"/>
                    </a:lnTo>
                    <a:lnTo>
                      <a:pt x="258" y="60"/>
                    </a:lnTo>
                    <a:lnTo>
                      <a:pt x="258" y="42"/>
                    </a:lnTo>
                    <a:lnTo>
                      <a:pt x="252" y="42"/>
                    </a:lnTo>
                    <a:lnTo>
                      <a:pt x="252" y="24"/>
                    </a:lnTo>
                    <a:lnTo>
                      <a:pt x="246" y="18"/>
                    </a:lnTo>
                    <a:lnTo>
                      <a:pt x="228" y="18"/>
                    </a:lnTo>
                    <a:lnTo>
                      <a:pt x="216" y="24"/>
                    </a:lnTo>
                    <a:lnTo>
                      <a:pt x="168" y="36"/>
                    </a:lnTo>
                    <a:lnTo>
                      <a:pt x="132" y="36"/>
                    </a:lnTo>
                    <a:lnTo>
                      <a:pt x="114" y="42"/>
                    </a:lnTo>
                    <a:lnTo>
                      <a:pt x="78" y="42"/>
                    </a:lnTo>
                    <a:lnTo>
                      <a:pt x="78" y="216"/>
                    </a:lnTo>
                    <a:lnTo>
                      <a:pt x="72" y="222"/>
                    </a:lnTo>
                    <a:lnTo>
                      <a:pt x="78" y="348"/>
                    </a:lnTo>
                    <a:lnTo>
                      <a:pt x="6" y="348"/>
                    </a:lnTo>
                    <a:lnTo>
                      <a:pt x="0" y="57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1" name="Bosnia and Herzegovina" descr="© INSCALE GmbH, 05.05.2010&#10;http://www.presentationload.com/">
                <a:extLst>
                  <a:ext uri="{FF2B5EF4-FFF2-40B4-BE49-F238E27FC236}">
                    <a16:creationId xmlns:a16="http://schemas.microsoft.com/office/drawing/2014/main" id="{D49D4C5F-9C1D-7F06-F6B7-BC4085BBF2C3}"/>
                  </a:ext>
                </a:extLst>
              </p:cNvPr>
              <p:cNvSpPr>
                <a:spLocks/>
              </p:cNvSpPr>
              <p:nvPr/>
            </p:nvSpPr>
            <p:spPr bwMode="gray">
              <a:xfrm>
                <a:off x="4638597" y="1836902"/>
                <a:ext cx="100801" cy="88942"/>
              </a:xfrm>
              <a:custGeom>
                <a:avLst/>
                <a:gdLst>
                  <a:gd name="T0" fmla="*/ 2147483647 w 264"/>
                  <a:gd name="T1" fmla="*/ 2147483647 h 234"/>
                  <a:gd name="T2" fmla="*/ 2147483647 w 264"/>
                  <a:gd name="T3" fmla="*/ 2147483647 h 234"/>
                  <a:gd name="T4" fmla="*/ 2147483647 w 264"/>
                  <a:gd name="T5" fmla="*/ 2147483647 h 234"/>
                  <a:gd name="T6" fmla="*/ 2147483647 w 264"/>
                  <a:gd name="T7" fmla="*/ 2147483647 h 234"/>
                  <a:gd name="T8" fmla="*/ 2147483647 w 264"/>
                  <a:gd name="T9" fmla="*/ 2147483647 h 234"/>
                  <a:gd name="T10" fmla="*/ 2147483647 w 264"/>
                  <a:gd name="T11" fmla="*/ 2147483647 h 234"/>
                  <a:gd name="T12" fmla="*/ 2147483647 w 264"/>
                  <a:gd name="T13" fmla="*/ 2147483647 h 234"/>
                  <a:gd name="T14" fmla="*/ 2147483647 w 264"/>
                  <a:gd name="T15" fmla="*/ 2147483647 h 234"/>
                  <a:gd name="T16" fmla="*/ 2147483647 w 264"/>
                  <a:gd name="T17" fmla="*/ 2147483647 h 234"/>
                  <a:gd name="T18" fmla="*/ 2147483647 w 264"/>
                  <a:gd name="T19" fmla="*/ 2147483647 h 234"/>
                  <a:gd name="T20" fmla="*/ 2147483647 w 264"/>
                  <a:gd name="T21" fmla="*/ 2147483647 h 234"/>
                  <a:gd name="T22" fmla="*/ 2147483647 w 264"/>
                  <a:gd name="T23" fmla="*/ 2147483647 h 234"/>
                  <a:gd name="T24" fmla="*/ 2147483647 w 264"/>
                  <a:gd name="T25" fmla="*/ 2147483647 h 234"/>
                  <a:gd name="T26" fmla="*/ 2147483647 w 264"/>
                  <a:gd name="T27" fmla="*/ 2147483647 h 234"/>
                  <a:gd name="T28" fmla="*/ 2147483647 w 264"/>
                  <a:gd name="T29" fmla="*/ 2147483647 h 234"/>
                  <a:gd name="T30" fmla="*/ 2147483647 w 264"/>
                  <a:gd name="T31" fmla="*/ 2147483647 h 234"/>
                  <a:gd name="T32" fmla="*/ 2147483647 w 264"/>
                  <a:gd name="T33" fmla="*/ 2147483647 h 234"/>
                  <a:gd name="T34" fmla="*/ 2147483647 w 264"/>
                  <a:gd name="T35" fmla="*/ 2147483647 h 234"/>
                  <a:gd name="T36" fmla="*/ 2147483647 w 264"/>
                  <a:gd name="T37" fmla="*/ 2147483647 h 234"/>
                  <a:gd name="T38" fmla="*/ 2147483647 w 264"/>
                  <a:gd name="T39" fmla="*/ 0 h 234"/>
                  <a:gd name="T40" fmla="*/ 2147483647 w 264"/>
                  <a:gd name="T41" fmla="*/ 0 h 234"/>
                  <a:gd name="T42" fmla="*/ 2147483647 w 264"/>
                  <a:gd name="T43" fmla="*/ 2147483647 h 234"/>
                  <a:gd name="T44" fmla="*/ 0 w 264"/>
                  <a:gd name="T45" fmla="*/ 2147483647 h 234"/>
                  <a:gd name="T46" fmla="*/ 2147483647 w 264"/>
                  <a:gd name="T47" fmla="*/ 2147483647 h 234"/>
                  <a:gd name="T48" fmla="*/ 2147483647 w 264"/>
                  <a:gd name="T49" fmla="*/ 2147483647 h 234"/>
                  <a:gd name="T50" fmla="*/ 2147483647 w 264"/>
                  <a:gd name="T51" fmla="*/ 2147483647 h 234"/>
                  <a:gd name="T52" fmla="*/ 2147483647 w 264"/>
                  <a:gd name="T53" fmla="*/ 2147483647 h 234"/>
                  <a:gd name="T54" fmla="*/ 2147483647 w 264"/>
                  <a:gd name="T55" fmla="*/ 2147483647 h 234"/>
                  <a:gd name="T56" fmla="*/ 2147483647 w 264"/>
                  <a:gd name="T57" fmla="*/ 2147483647 h 234"/>
                  <a:gd name="T58" fmla="*/ 2147483647 w 264"/>
                  <a:gd name="T59" fmla="*/ 2147483647 h 234"/>
                  <a:gd name="T60" fmla="*/ 2147483647 w 264"/>
                  <a:gd name="T61" fmla="*/ 2147483647 h 234"/>
                  <a:gd name="T62" fmla="*/ 2147483647 w 264"/>
                  <a:gd name="T63" fmla="*/ 2147483647 h 234"/>
                  <a:gd name="T64" fmla="*/ 2147483647 w 264"/>
                  <a:gd name="T65" fmla="*/ 2147483647 h 234"/>
                  <a:gd name="T66" fmla="*/ 2147483647 w 264"/>
                  <a:gd name="T67" fmla="*/ 2147483647 h 234"/>
                  <a:gd name="T68" fmla="*/ 2147483647 w 264"/>
                  <a:gd name="T69" fmla="*/ 2147483647 h 234"/>
                  <a:gd name="T70" fmla="*/ 2147483647 w 264"/>
                  <a:gd name="T71" fmla="*/ 2147483647 h 234"/>
                  <a:gd name="T72" fmla="*/ 2147483647 w 264"/>
                  <a:gd name="T73" fmla="*/ 2147483647 h 234"/>
                  <a:gd name="T74" fmla="*/ 2147483647 w 264"/>
                  <a:gd name="T75" fmla="*/ 2147483647 h 234"/>
                  <a:gd name="T76" fmla="*/ 2147483647 w 264"/>
                  <a:gd name="T77" fmla="*/ 2147483647 h 234"/>
                  <a:gd name="T78" fmla="*/ 2147483647 w 264"/>
                  <a:gd name="T79" fmla="*/ 2147483647 h 234"/>
                  <a:gd name="T80" fmla="*/ 2147483647 w 264"/>
                  <a:gd name="T81" fmla="*/ 2147483647 h 234"/>
                  <a:gd name="T82" fmla="*/ 2147483647 w 264"/>
                  <a:gd name="T83" fmla="*/ 2147483647 h 234"/>
                  <a:gd name="T84" fmla="*/ 2147483647 w 264"/>
                  <a:gd name="T85" fmla="*/ 2147483647 h 234"/>
                  <a:gd name="T86" fmla="*/ 2147483647 w 264"/>
                  <a:gd name="T87" fmla="*/ 2147483647 h 234"/>
                  <a:gd name="T88" fmla="*/ 2147483647 w 264"/>
                  <a:gd name="T89" fmla="*/ 2147483647 h 234"/>
                  <a:gd name="T90" fmla="*/ 2147483647 w 264"/>
                  <a:gd name="T91" fmla="*/ 2147483647 h 234"/>
                  <a:gd name="T92" fmla="*/ 2147483647 w 264"/>
                  <a:gd name="T93" fmla="*/ 2147483647 h 234"/>
                  <a:gd name="T94" fmla="*/ 2147483647 w 264"/>
                  <a:gd name="T95" fmla="*/ 2147483647 h 234"/>
                  <a:gd name="T96" fmla="*/ 2147483647 w 264"/>
                  <a:gd name="T97" fmla="*/ 2147483647 h 234"/>
                  <a:gd name="T98" fmla="*/ 2147483647 w 264"/>
                  <a:gd name="T99" fmla="*/ 2147483647 h 234"/>
                  <a:gd name="T100" fmla="*/ 2147483647 w 264"/>
                  <a:gd name="T101" fmla="*/ 2147483647 h 234"/>
                  <a:gd name="T102" fmla="*/ 2147483647 w 264"/>
                  <a:gd name="T103" fmla="*/ 2147483647 h 234"/>
                  <a:gd name="T104" fmla="*/ 2147483647 w 264"/>
                  <a:gd name="T105" fmla="*/ 2147483647 h 234"/>
                  <a:gd name="T106" fmla="*/ 2147483647 w 264"/>
                  <a:gd name="T107" fmla="*/ 2147483647 h 234"/>
                  <a:gd name="T108" fmla="*/ 2147483647 w 264"/>
                  <a:gd name="T109" fmla="*/ 2147483647 h 234"/>
                  <a:gd name="T110" fmla="*/ 2147483647 w 264"/>
                  <a:gd name="T111" fmla="*/ 2147483647 h 234"/>
                  <a:gd name="T112" fmla="*/ 2147483647 w 264"/>
                  <a:gd name="T113" fmla="*/ 2147483647 h 234"/>
                  <a:gd name="T114" fmla="*/ 2147483647 w 264"/>
                  <a:gd name="T115" fmla="*/ 2147483647 h 234"/>
                  <a:gd name="T116" fmla="*/ 2147483647 w 264"/>
                  <a:gd name="T117" fmla="*/ 2147483647 h 234"/>
                  <a:gd name="T118" fmla="*/ 2147483647 w 264"/>
                  <a:gd name="T119" fmla="*/ 2147483647 h 234"/>
                  <a:gd name="T120" fmla="*/ 2147483647 w 264"/>
                  <a:gd name="T121" fmla="*/ 2147483647 h 234"/>
                  <a:gd name="T122" fmla="*/ 2147483647 w 264"/>
                  <a:gd name="T123" fmla="*/ 2147483647 h 234"/>
                  <a:gd name="T124" fmla="*/ 2147483647 w 264"/>
                  <a:gd name="T125" fmla="*/ 2147483647 h 23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264"/>
                  <a:gd name="T190" fmla="*/ 0 h 234"/>
                  <a:gd name="T191" fmla="*/ 264 w 264"/>
                  <a:gd name="T192" fmla="*/ 234 h 23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264" h="234">
                    <a:moveTo>
                      <a:pt x="246" y="78"/>
                    </a:moveTo>
                    <a:lnTo>
                      <a:pt x="228" y="78"/>
                    </a:lnTo>
                    <a:lnTo>
                      <a:pt x="228" y="60"/>
                    </a:lnTo>
                    <a:lnTo>
                      <a:pt x="246" y="42"/>
                    </a:lnTo>
                    <a:lnTo>
                      <a:pt x="246" y="30"/>
                    </a:lnTo>
                    <a:lnTo>
                      <a:pt x="234" y="30"/>
                    </a:lnTo>
                    <a:lnTo>
                      <a:pt x="222" y="36"/>
                    </a:lnTo>
                    <a:lnTo>
                      <a:pt x="216" y="36"/>
                    </a:lnTo>
                    <a:lnTo>
                      <a:pt x="216" y="30"/>
                    </a:lnTo>
                    <a:lnTo>
                      <a:pt x="204" y="30"/>
                    </a:lnTo>
                    <a:lnTo>
                      <a:pt x="192" y="12"/>
                    </a:lnTo>
                    <a:lnTo>
                      <a:pt x="138" y="12"/>
                    </a:lnTo>
                    <a:lnTo>
                      <a:pt x="132" y="6"/>
                    </a:lnTo>
                    <a:lnTo>
                      <a:pt x="120" y="6"/>
                    </a:lnTo>
                    <a:lnTo>
                      <a:pt x="108" y="12"/>
                    </a:lnTo>
                    <a:lnTo>
                      <a:pt x="90" y="6"/>
                    </a:lnTo>
                    <a:lnTo>
                      <a:pt x="66" y="6"/>
                    </a:lnTo>
                    <a:lnTo>
                      <a:pt x="42" y="12"/>
                    </a:lnTo>
                    <a:lnTo>
                      <a:pt x="30" y="6"/>
                    </a:lnTo>
                    <a:lnTo>
                      <a:pt x="24" y="0"/>
                    </a:lnTo>
                    <a:lnTo>
                      <a:pt x="18" y="0"/>
                    </a:lnTo>
                    <a:lnTo>
                      <a:pt x="18" y="24"/>
                    </a:lnTo>
                    <a:lnTo>
                      <a:pt x="0" y="30"/>
                    </a:lnTo>
                    <a:lnTo>
                      <a:pt x="12" y="42"/>
                    </a:lnTo>
                    <a:lnTo>
                      <a:pt x="30" y="48"/>
                    </a:lnTo>
                    <a:lnTo>
                      <a:pt x="30" y="60"/>
                    </a:lnTo>
                    <a:lnTo>
                      <a:pt x="36" y="60"/>
                    </a:lnTo>
                    <a:lnTo>
                      <a:pt x="42" y="66"/>
                    </a:lnTo>
                    <a:lnTo>
                      <a:pt x="42" y="84"/>
                    </a:lnTo>
                    <a:lnTo>
                      <a:pt x="60" y="90"/>
                    </a:lnTo>
                    <a:lnTo>
                      <a:pt x="72" y="120"/>
                    </a:lnTo>
                    <a:lnTo>
                      <a:pt x="84" y="132"/>
                    </a:lnTo>
                    <a:lnTo>
                      <a:pt x="96" y="138"/>
                    </a:lnTo>
                    <a:lnTo>
                      <a:pt x="114" y="150"/>
                    </a:lnTo>
                    <a:lnTo>
                      <a:pt x="126" y="156"/>
                    </a:lnTo>
                    <a:lnTo>
                      <a:pt x="132" y="168"/>
                    </a:lnTo>
                    <a:lnTo>
                      <a:pt x="132" y="174"/>
                    </a:lnTo>
                    <a:lnTo>
                      <a:pt x="126" y="180"/>
                    </a:lnTo>
                    <a:lnTo>
                      <a:pt x="138" y="180"/>
                    </a:lnTo>
                    <a:lnTo>
                      <a:pt x="156" y="198"/>
                    </a:lnTo>
                    <a:lnTo>
                      <a:pt x="162" y="210"/>
                    </a:lnTo>
                    <a:lnTo>
                      <a:pt x="174" y="216"/>
                    </a:lnTo>
                    <a:lnTo>
                      <a:pt x="192" y="234"/>
                    </a:lnTo>
                    <a:lnTo>
                      <a:pt x="210" y="204"/>
                    </a:lnTo>
                    <a:lnTo>
                      <a:pt x="198" y="198"/>
                    </a:lnTo>
                    <a:lnTo>
                      <a:pt x="192" y="198"/>
                    </a:lnTo>
                    <a:lnTo>
                      <a:pt x="186" y="192"/>
                    </a:lnTo>
                    <a:lnTo>
                      <a:pt x="186" y="186"/>
                    </a:lnTo>
                    <a:lnTo>
                      <a:pt x="192" y="180"/>
                    </a:lnTo>
                    <a:lnTo>
                      <a:pt x="198" y="180"/>
                    </a:lnTo>
                    <a:lnTo>
                      <a:pt x="204" y="168"/>
                    </a:lnTo>
                    <a:lnTo>
                      <a:pt x="204" y="162"/>
                    </a:lnTo>
                    <a:lnTo>
                      <a:pt x="210" y="156"/>
                    </a:lnTo>
                    <a:lnTo>
                      <a:pt x="228" y="156"/>
                    </a:lnTo>
                    <a:lnTo>
                      <a:pt x="228" y="132"/>
                    </a:lnTo>
                    <a:lnTo>
                      <a:pt x="258" y="132"/>
                    </a:lnTo>
                    <a:lnTo>
                      <a:pt x="258" y="126"/>
                    </a:lnTo>
                    <a:lnTo>
                      <a:pt x="252" y="114"/>
                    </a:lnTo>
                    <a:lnTo>
                      <a:pt x="240" y="102"/>
                    </a:lnTo>
                    <a:lnTo>
                      <a:pt x="264" y="96"/>
                    </a:lnTo>
                    <a:lnTo>
                      <a:pt x="258" y="84"/>
                    </a:lnTo>
                    <a:lnTo>
                      <a:pt x="252" y="78"/>
                    </a:lnTo>
                    <a:lnTo>
                      <a:pt x="246" y="7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2" name="Bolivia" descr="© INSCALE GmbH, 05.05.2010&#10;http://www.presentationload.com/">
                <a:extLst>
                  <a:ext uri="{FF2B5EF4-FFF2-40B4-BE49-F238E27FC236}">
                    <a16:creationId xmlns:a16="http://schemas.microsoft.com/office/drawing/2014/main" id="{F5BF28E0-C055-A70B-9D71-F9B2B2E0FE06}"/>
                  </a:ext>
                </a:extLst>
              </p:cNvPr>
              <p:cNvSpPr>
                <a:spLocks/>
              </p:cNvSpPr>
              <p:nvPr/>
            </p:nvSpPr>
            <p:spPr bwMode="gray">
              <a:xfrm>
                <a:off x="2369085" y="3514955"/>
                <a:ext cx="337980" cy="401725"/>
              </a:xfrm>
              <a:custGeom>
                <a:avLst/>
                <a:gdLst>
                  <a:gd name="T0" fmla="*/ 2147483647 w 894"/>
                  <a:gd name="T1" fmla="*/ 2147483647 h 1056"/>
                  <a:gd name="T2" fmla="*/ 2147483647 w 894"/>
                  <a:gd name="T3" fmla="*/ 2147483647 h 1056"/>
                  <a:gd name="T4" fmla="*/ 2147483647 w 894"/>
                  <a:gd name="T5" fmla="*/ 2147483647 h 1056"/>
                  <a:gd name="T6" fmla="*/ 2147483647 w 894"/>
                  <a:gd name="T7" fmla="*/ 2147483647 h 1056"/>
                  <a:gd name="T8" fmla="*/ 2147483647 w 894"/>
                  <a:gd name="T9" fmla="*/ 2147483647 h 1056"/>
                  <a:gd name="T10" fmla="*/ 2147483647 w 894"/>
                  <a:gd name="T11" fmla="*/ 2147483647 h 1056"/>
                  <a:gd name="T12" fmla="*/ 2147483647 w 894"/>
                  <a:gd name="T13" fmla="*/ 2147483647 h 1056"/>
                  <a:gd name="T14" fmla="*/ 2147483647 w 894"/>
                  <a:gd name="T15" fmla="*/ 2147483647 h 1056"/>
                  <a:gd name="T16" fmla="*/ 2147483647 w 894"/>
                  <a:gd name="T17" fmla="*/ 2147483647 h 1056"/>
                  <a:gd name="T18" fmla="*/ 2147483647 w 894"/>
                  <a:gd name="T19" fmla="*/ 2147483647 h 1056"/>
                  <a:gd name="T20" fmla="*/ 2147483647 w 894"/>
                  <a:gd name="T21" fmla="*/ 2147483647 h 1056"/>
                  <a:gd name="T22" fmla="*/ 2147483647 w 894"/>
                  <a:gd name="T23" fmla="*/ 2147483647 h 1056"/>
                  <a:gd name="T24" fmla="*/ 2147483647 w 894"/>
                  <a:gd name="T25" fmla="*/ 2147483647 h 1056"/>
                  <a:gd name="T26" fmla="*/ 2147483647 w 894"/>
                  <a:gd name="T27" fmla="*/ 2147483647 h 1056"/>
                  <a:gd name="T28" fmla="*/ 2147483647 w 894"/>
                  <a:gd name="T29" fmla="*/ 2147483647 h 1056"/>
                  <a:gd name="T30" fmla="*/ 2147483647 w 894"/>
                  <a:gd name="T31" fmla="*/ 2147483647 h 1056"/>
                  <a:gd name="T32" fmla="*/ 2147483647 w 894"/>
                  <a:gd name="T33" fmla="*/ 2147483647 h 1056"/>
                  <a:gd name="T34" fmla="*/ 2147483647 w 894"/>
                  <a:gd name="T35" fmla="*/ 2147483647 h 1056"/>
                  <a:gd name="T36" fmla="*/ 2147483647 w 894"/>
                  <a:gd name="T37" fmla="*/ 2147483647 h 1056"/>
                  <a:gd name="T38" fmla="*/ 2147483647 w 894"/>
                  <a:gd name="T39" fmla="*/ 2147483647 h 1056"/>
                  <a:gd name="T40" fmla="*/ 2147483647 w 894"/>
                  <a:gd name="T41" fmla="*/ 2147483647 h 1056"/>
                  <a:gd name="T42" fmla="*/ 2147483647 w 894"/>
                  <a:gd name="T43" fmla="*/ 2147483647 h 1056"/>
                  <a:gd name="T44" fmla="*/ 2147483647 w 894"/>
                  <a:gd name="T45" fmla="*/ 2147483647 h 1056"/>
                  <a:gd name="T46" fmla="*/ 2147483647 w 894"/>
                  <a:gd name="T47" fmla="*/ 2147483647 h 1056"/>
                  <a:gd name="T48" fmla="*/ 0 w 894"/>
                  <a:gd name="T49" fmla="*/ 2147483647 h 1056"/>
                  <a:gd name="T50" fmla="*/ 2147483647 w 894"/>
                  <a:gd name="T51" fmla="*/ 2147483647 h 1056"/>
                  <a:gd name="T52" fmla="*/ 2147483647 w 894"/>
                  <a:gd name="T53" fmla="*/ 2147483647 h 1056"/>
                  <a:gd name="T54" fmla="*/ 2147483647 w 894"/>
                  <a:gd name="T55" fmla="*/ 2147483647 h 1056"/>
                  <a:gd name="T56" fmla="*/ 2147483647 w 894"/>
                  <a:gd name="T57" fmla="*/ 2147483647 h 1056"/>
                  <a:gd name="T58" fmla="*/ 2147483647 w 894"/>
                  <a:gd name="T59" fmla="*/ 2147483647 h 1056"/>
                  <a:gd name="T60" fmla="*/ 2147483647 w 894"/>
                  <a:gd name="T61" fmla="*/ 2147483647 h 1056"/>
                  <a:gd name="T62" fmla="*/ 2147483647 w 894"/>
                  <a:gd name="T63" fmla="*/ 2147483647 h 1056"/>
                  <a:gd name="T64" fmla="*/ 2147483647 w 894"/>
                  <a:gd name="T65" fmla="*/ 2147483647 h 1056"/>
                  <a:gd name="T66" fmla="*/ 2147483647 w 894"/>
                  <a:gd name="T67" fmla="*/ 2147483647 h 1056"/>
                  <a:gd name="T68" fmla="*/ 2147483647 w 894"/>
                  <a:gd name="T69" fmla="*/ 2147483647 h 1056"/>
                  <a:gd name="T70" fmla="*/ 2147483647 w 894"/>
                  <a:gd name="T71" fmla="*/ 2147483647 h 1056"/>
                  <a:gd name="T72" fmla="*/ 2147483647 w 894"/>
                  <a:gd name="T73" fmla="*/ 2147483647 h 1056"/>
                  <a:gd name="T74" fmla="*/ 2147483647 w 894"/>
                  <a:gd name="T75" fmla="*/ 2147483647 h 1056"/>
                  <a:gd name="T76" fmla="*/ 2147483647 w 894"/>
                  <a:gd name="T77" fmla="*/ 2147483647 h 1056"/>
                  <a:gd name="T78" fmla="*/ 2147483647 w 894"/>
                  <a:gd name="T79" fmla="*/ 2147483647 h 1056"/>
                  <a:gd name="T80" fmla="*/ 2147483647 w 894"/>
                  <a:gd name="T81" fmla="*/ 2147483647 h 1056"/>
                  <a:gd name="T82" fmla="*/ 2147483647 w 894"/>
                  <a:gd name="T83" fmla="*/ 2147483647 h 1056"/>
                  <a:gd name="T84" fmla="*/ 2147483647 w 894"/>
                  <a:gd name="T85" fmla="*/ 2147483647 h 1056"/>
                  <a:gd name="T86" fmla="*/ 2147483647 w 894"/>
                  <a:gd name="T87" fmla="*/ 2147483647 h 1056"/>
                  <a:gd name="T88" fmla="*/ 2147483647 w 894"/>
                  <a:gd name="T89" fmla="*/ 2147483647 h 1056"/>
                  <a:gd name="T90" fmla="*/ 2147483647 w 894"/>
                  <a:gd name="T91" fmla="*/ 2147483647 h 1056"/>
                  <a:gd name="T92" fmla="*/ 2147483647 w 894"/>
                  <a:gd name="T93" fmla="*/ 2147483647 h 1056"/>
                  <a:gd name="T94" fmla="*/ 2147483647 w 894"/>
                  <a:gd name="T95" fmla="*/ 2147483647 h 1056"/>
                  <a:gd name="T96" fmla="*/ 2147483647 w 894"/>
                  <a:gd name="T97" fmla="*/ 2147483647 h 1056"/>
                  <a:gd name="T98" fmla="*/ 2147483647 w 894"/>
                  <a:gd name="T99" fmla="*/ 2147483647 h 1056"/>
                  <a:gd name="T100" fmla="*/ 2147483647 w 894"/>
                  <a:gd name="T101" fmla="*/ 2147483647 h 105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894"/>
                  <a:gd name="T154" fmla="*/ 0 h 1056"/>
                  <a:gd name="T155" fmla="*/ 894 w 894"/>
                  <a:gd name="T156" fmla="*/ 1056 h 105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894" h="1056">
                    <a:moveTo>
                      <a:pt x="882" y="744"/>
                    </a:moveTo>
                    <a:lnTo>
                      <a:pt x="882" y="738"/>
                    </a:lnTo>
                    <a:lnTo>
                      <a:pt x="888" y="732"/>
                    </a:lnTo>
                    <a:lnTo>
                      <a:pt x="888" y="708"/>
                    </a:lnTo>
                    <a:lnTo>
                      <a:pt x="894" y="696"/>
                    </a:lnTo>
                    <a:lnTo>
                      <a:pt x="894" y="684"/>
                    </a:lnTo>
                    <a:lnTo>
                      <a:pt x="882" y="648"/>
                    </a:lnTo>
                    <a:lnTo>
                      <a:pt x="876" y="636"/>
                    </a:lnTo>
                    <a:lnTo>
                      <a:pt x="864" y="624"/>
                    </a:lnTo>
                    <a:lnTo>
                      <a:pt x="840" y="612"/>
                    </a:lnTo>
                    <a:lnTo>
                      <a:pt x="834" y="606"/>
                    </a:lnTo>
                    <a:lnTo>
                      <a:pt x="822" y="600"/>
                    </a:lnTo>
                    <a:lnTo>
                      <a:pt x="816" y="588"/>
                    </a:lnTo>
                    <a:lnTo>
                      <a:pt x="816" y="576"/>
                    </a:lnTo>
                    <a:lnTo>
                      <a:pt x="822" y="558"/>
                    </a:lnTo>
                    <a:lnTo>
                      <a:pt x="822" y="546"/>
                    </a:lnTo>
                    <a:lnTo>
                      <a:pt x="828" y="540"/>
                    </a:lnTo>
                    <a:lnTo>
                      <a:pt x="828" y="534"/>
                    </a:lnTo>
                    <a:lnTo>
                      <a:pt x="768" y="534"/>
                    </a:lnTo>
                    <a:lnTo>
                      <a:pt x="720" y="528"/>
                    </a:lnTo>
                    <a:lnTo>
                      <a:pt x="690" y="522"/>
                    </a:lnTo>
                    <a:lnTo>
                      <a:pt x="684" y="516"/>
                    </a:lnTo>
                    <a:lnTo>
                      <a:pt x="684" y="474"/>
                    </a:lnTo>
                    <a:lnTo>
                      <a:pt x="690" y="462"/>
                    </a:lnTo>
                    <a:lnTo>
                      <a:pt x="684" y="456"/>
                    </a:lnTo>
                    <a:lnTo>
                      <a:pt x="672" y="450"/>
                    </a:lnTo>
                    <a:lnTo>
                      <a:pt x="666" y="438"/>
                    </a:lnTo>
                    <a:lnTo>
                      <a:pt x="660" y="432"/>
                    </a:lnTo>
                    <a:lnTo>
                      <a:pt x="660" y="426"/>
                    </a:lnTo>
                    <a:lnTo>
                      <a:pt x="678" y="426"/>
                    </a:lnTo>
                    <a:lnTo>
                      <a:pt x="678" y="396"/>
                    </a:lnTo>
                    <a:lnTo>
                      <a:pt x="672" y="384"/>
                    </a:lnTo>
                    <a:lnTo>
                      <a:pt x="666" y="378"/>
                    </a:lnTo>
                    <a:lnTo>
                      <a:pt x="660" y="366"/>
                    </a:lnTo>
                    <a:lnTo>
                      <a:pt x="660" y="336"/>
                    </a:lnTo>
                    <a:lnTo>
                      <a:pt x="654" y="330"/>
                    </a:lnTo>
                    <a:lnTo>
                      <a:pt x="648" y="318"/>
                    </a:lnTo>
                    <a:lnTo>
                      <a:pt x="624" y="306"/>
                    </a:lnTo>
                    <a:lnTo>
                      <a:pt x="564" y="306"/>
                    </a:lnTo>
                    <a:lnTo>
                      <a:pt x="558" y="300"/>
                    </a:lnTo>
                    <a:lnTo>
                      <a:pt x="546" y="294"/>
                    </a:lnTo>
                    <a:lnTo>
                      <a:pt x="534" y="282"/>
                    </a:lnTo>
                    <a:lnTo>
                      <a:pt x="534" y="276"/>
                    </a:lnTo>
                    <a:lnTo>
                      <a:pt x="510" y="276"/>
                    </a:lnTo>
                    <a:lnTo>
                      <a:pt x="498" y="270"/>
                    </a:lnTo>
                    <a:lnTo>
                      <a:pt x="486" y="258"/>
                    </a:lnTo>
                    <a:lnTo>
                      <a:pt x="474" y="252"/>
                    </a:lnTo>
                    <a:lnTo>
                      <a:pt x="468" y="240"/>
                    </a:lnTo>
                    <a:lnTo>
                      <a:pt x="468" y="234"/>
                    </a:lnTo>
                    <a:lnTo>
                      <a:pt x="456" y="234"/>
                    </a:lnTo>
                    <a:lnTo>
                      <a:pt x="450" y="240"/>
                    </a:lnTo>
                    <a:lnTo>
                      <a:pt x="438" y="240"/>
                    </a:lnTo>
                    <a:lnTo>
                      <a:pt x="426" y="234"/>
                    </a:lnTo>
                    <a:lnTo>
                      <a:pt x="420" y="222"/>
                    </a:lnTo>
                    <a:lnTo>
                      <a:pt x="414" y="228"/>
                    </a:lnTo>
                    <a:lnTo>
                      <a:pt x="384" y="228"/>
                    </a:lnTo>
                    <a:lnTo>
                      <a:pt x="372" y="222"/>
                    </a:lnTo>
                    <a:lnTo>
                      <a:pt x="366" y="216"/>
                    </a:lnTo>
                    <a:lnTo>
                      <a:pt x="366" y="210"/>
                    </a:lnTo>
                    <a:lnTo>
                      <a:pt x="360" y="198"/>
                    </a:lnTo>
                    <a:lnTo>
                      <a:pt x="360" y="192"/>
                    </a:lnTo>
                    <a:lnTo>
                      <a:pt x="354" y="186"/>
                    </a:lnTo>
                    <a:lnTo>
                      <a:pt x="330" y="186"/>
                    </a:lnTo>
                    <a:lnTo>
                      <a:pt x="324" y="156"/>
                    </a:lnTo>
                    <a:lnTo>
                      <a:pt x="318" y="150"/>
                    </a:lnTo>
                    <a:lnTo>
                      <a:pt x="306" y="144"/>
                    </a:lnTo>
                    <a:lnTo>
                      <a:pt x="294" y="132"/>
                    </a:lnTo>
                    <a:lnTo>
                      <a:pt x="294" y="120"/>
                    </a:lnTo>
                    <a:lnTo>
                      <a:pt x="300" y="114"/>
                    </a:lnTo>
                    <a:lnTo>
                      <a:pt x="300" y="96"/>
                    </a:lnTo>
                    <a:lnTo>
                      <a:pt x="294" y="84"/>
                    </a:lnTo>
                    <a:lnTo>
                      <a:pt x="288" y="78"/>
                    </a:lnTo>
                    <a:lnTo>
                      <a:pt x="288" y="48"/>
                    </a:lnTo>
                    <a:lnTo>
                      <a:pt x="294" y="42"/>
                    </a:lnTo>
                    <a:lnTo>
                      <a:pt x="294" y="36"/>
                    </a:lnTo>
                    <a:lnTo>
                      <a:pt x="300" y="30"/>
                    </a:lnTo>
                    <a:lnTo>
                      <a:pt x="300" y="0"/>
                    </a:lnTo>
                    <a:lnTo>
                      <a:pt x="288" y="0"/>
                    </a:lnTo>
                    <a:lnTo>
                      <a:pt x="276" y="6"/>
                    </a:lnTo>
                    <a:lnTo>
                      <a:pt x="276" y="12"/>
                    </a:lnTo>
                    <a:lnTo>
                      <a:pt x="270" y="12"/>
                    </a:lnTo>
                    <a:lnTo>
                      <a:pt x="258" y="0"/>
                    </a:lnTo>
                    <a:lnTo>
                      <a:pt x="246" y="12"/>
                    </a:lnTo>
                    <a:lnTo>
                      <a:pt x="210" y="12"/>
                    </a:lnTo>
                    <a:lnTo>
                      <a:pt x="198" y="18"/>
                    </a:lnTo>
                    <a:lnTo>
                      <a:pt x="192" y="24"/>
                    </a:lnTo>
                    <a:lnTo>
                      <a:pt x="186" y="36"/>
                    </a:lnTo>
                    <a:lnTo>
                      <a:pt x="180" y="42"/>
                    </a:lnTo>
                    <a:lnTo>
                      <a:pt x="180" y="48"/>
                    </a:lnTo>
                    <a:lnTo>
                      <a:pt x="144" y="48"/>
                    </a:lnTo>
                    <a:lnTo>
                      <a:pt x="138" y="78"/>
                    </a:lnTo>
                    <a:lnTo>
                      <a:pt x="102" y="78"/>
                    </a:lnTo>
                    <a:lnTo>
                      <a:pt x="90" y="96"/>
                    </a:lnTo>
                    <a:lnTo>
                      <a:pt x="84" y="102"/>
                    </a:lnTo>
                    <a:lnTo>
                      <a:pt x="60" y="114"/>
                    </a:lnTo>
                    <a:lnTo>
                      <a:pt x="42" y="114"/>
                    </a:lnTo>
                    <a:lnTo>
                      <a:pt x="42" y="108"/>
                    </a:lnTo>
                    <a:lnTo>
                      <a:pt x="36" y="102"/>
                    </a:lnTo>
                    <a:lnTo>
                      <a:pt x="12" y="102"/>
                    </a:lnTo>
                    <a:lnTo>
                      <a:pt x="0" y="96"/>
                    </a:lnTo>
                    <a:lnTo>
                      <a:pt x="0" y="114"/>
                    </a:lnTo>
                    <a:lnTo>
                      <a:pt x="6" y="132"/>
                    </a:lnTo>
                    <a:lnTo>
                      <a:pt x="18" y="144"/>
                    </a:lnTo>
                    <a:lnTo>
                      <a:pt x="30" y="162"/>
                    </a:lnTo>
                    <a:lnTo>
                      <a:pt x="42" y="174"/>
                    </a:lnTo>
                    <a:lnTo>
                      <a:pt x="54" y="192"/>
                    </a:lnTo>
                    <a:lnTo>
                      <a:pt x="66" y="216"/>
                    </a:lnTo>
                    <a:lnTo>
                      <a:pt x="66" y="228"/>
                    </a:lnTo>
                    <a:lnTo>
                      <a:pt x="60" y="234"/>
                    </a:lnTo>
                    <a:lnTo>
                      <a:pt x="54" y="246"/>
                    </a:lnTo>
                    <a:lnTo>
                      <a:pt x="48" y="252"/>
                    </a:lnTo>
                    <a:lnTo>
                      <a:pt x="60" y="300"/>
                    </a:lnTo>
                    <a:lnTo>
                      <a:pt x="42" y="330"/>
                    </a:lnTo>
                    <a:lnTo>
                      <a:pt x="48" y="330"/>
                    </a:lnTo>
                    <a:lnTo>
                      <a:pt x="60" y="342"/>
                    </a:lnTo>
                    <a:lnTo>
                      <a:pt x="66" y="354"/>
                    </a:lnTo>
                    <a:lnTo>
                      <a:pt x="66" y="360"/>
                    </a:lnTo>
                    <a:lnTo>
                      <a:pt x="60" y="372"/>
                    </a:lnTo>
                    <a:lnTo>
                      <a:pt x="48" y="384"/>
                    </a:lnTo>
                    <a:lnTo>
                      <a:pt x="36" y="408"/>
                    </a:lnTo>
                    <a:lnTo>
                      <a:pt x="42" y="426"/>
                    </a:lnTo>
                    <a:lnTo>
                      <a:pt x="48" y="438"/>
                    </a:lnTo>
                    <a:lnTo>
                      <a:pt x="54" y="444"/>
                    </a:lnTo>
                    <a:lnTo>
                      <a:pt x="54" y="450"/>
                    </a:lnTo>
                    <a:lnTo>
                      <a:pt x="42" y="468"/>
                    </a:lnTo>
                    <a:lnTo>
                      <a:pt x="54" y="480"/>
                    </a:lnTo>
                    <a:lnTo>
                      <a:pt x="78" y="498"/>
                    </a:lnTo>
                    <a:lnTo>
                      <a:pt x="78" y="516"/>
                    </a:lnTo>
                    <a:lnTo>
                      <a:pt x="102" y="528"/>
                    </a:lnTo>
                    <a:lnTo>
                      <a:pt x="90" y="558"/>
                    </a:lnTo>
                    <a:lnTo>
                      <a:pt x="78" y="546"/>
                    </a:lnTo>
                    <a:lnTo>
                      <a:pt x="78" y="558"/>
                    </a:lnTo>
                    <a:lnTo>
                      <a:pt x="66" y="582"/>
                    </a:lnTo>
                    <a:lnTo>
                      <a:pt x="54" y="588"/>
                    </a:lnTo>
                    <a:lnTo>
                      <a:pt x="36" y="606"/>
                    </a:lnTo>
                    <a:lnTo>
                      <a:pt x="48" y="630"/>
                    </a:lnTo>
                    <a:lnTo>
                      <a:pt x="42" y="636"/>
                    </a:lnTo>
                    <a:lnTo>
                      <a:pt x="60" y="666"/>
                    </a:lnTo>
                    <a:lnTo>
                      <a:pt x="84" y="666"/>
                    </a:lnTo>
                    <a:lnTo>
                      <a:pt x="96" y="744"/>
                    </a:lnTo>
                    <a:lnTo>
                      <a:pt x="108" y="750"/>
                    </a:lnTo>
                    <a:lnTo>
                      <a:pt x="114" y="750"/>
                    </a:lnTo>
                    <a:lnTo>
                      <a:pt x="138" y="762"/>
                    </a:lnTo>
                    <a:lnTo>
                      <a:pt x="144" y="774"/>
                    </a:lnTo>
                    <a:lnTo>
                      <a:pt x="144" y="780"/>
                    </a:lnTo>
                    <a:lnTo>
                      <a:pt x="138" y="792"/>
                    </a:lnTo>
                    <a:lnTo>
                      <a:pt x="126" y="804"/>
                    </a:lnTo>
                    <a:lnTo>
                      <a:pt x="144" y="822"/>
                    </a:lnTo>
                    <a:lnTo>
                      <a:pt x="138" y="828"/>
                    </a:lnTo>
                    <a:lnTo>
                      <a:pt x="132" y="840"/>
                    </a:lnTo>
                    <a:lnTo>
                      <a:pt x="126" y="846"/>
                    </a:lnTo>
                    <a:lnTo>
                      <a:pt x="126" y="858"/>
                    </a:lnTo>
                    <a:lnTo>
                      <a:pt x="132" y="870"/>
                    </a:lnTo>
                    <a:lnTo>
                      <a:pt x="138" y="876"/>
                    </a:lnTo>
                    <a:lnTo>
                      <a:pt x="138" y="900"/>
                    </a:lnTo>
                    <a:lnTo>
                      <a:pt x="144" y="900"/>
                    </a:lnTo>
                    <a:lnTo>
                      <a:pt x="150" y="906"/>
                    </a:lnTo>
                    <a:lnTo>
                      <a:pt x="162" y="912"/>
                    </a:lnTo>
                    <a:lnTo>
                      <a:pt x="168" y="918"/>
                    </a:lnTo>
                    <a:lnTo>
                      <a:pt x="180" y="924"/>
                    </a:lnTo>
                    <a:lnTo>
                      <a:pt x="186" y="930"/>
                    </a:lnTo>
                    <a:lnTo>
                      <a:pt x="186" y="996"/>
                    </a:lnTo>
                    <a:lnTo>
                      <a:pt x="210" y="1020"/>
                    </a:lnTo>
                    <a:lnTo>
                      <a:pt x="210" y="1044"/>
                    </a:lnTo>
                    <a:lnTo>
                      <a:pt x="216" y="1056"/>
                    </a:lnTo>
                    <a:lnTo>
                      <a:pt x="270" y="1056"/>
                    </a:lnTo>
                    <a:lnTo>
                      <a:pt x="270" y="1026"/>
                    </a:lnTo>
                    <a:lnTo>
                      <a:pt x="282" y="1026"/>
                    </a:lnTo>
                    <a:lnTo>
                      <a:pt x="282" y="1008"/>
                    </a:lnTo>
                    <a:lnTo>
                      <a:pt x="306" y="1002"/>
                    </a:lnTo>
                    <a:lnTo>
                      <a:pt x="318" y="978"/>
                    </a:lnTo>
                    <a:lnTo>
                      <a:pt x="324" y="984"/>
                    </a:lnTo>
                    <a:lnTo>
                      <a:pt x="348" y="996"/>
                    </a:lnTo>
                    <a:lnTo>
                      <a:pt x="360" y="996"/>
                    </a:lnTo>
                    <a:lnTo>
                      <a:pt x="378" y="1002"/>
                    </a:lnTo>
                    <a:lnTo>
                      <a:pt x="432" y="1002"/>
                    </a:lnTo>
                    <a:lnTo>
                      <a:pt x="462" y="1050"/>
                    </a:lnTo>
                    <a:lnTo>
                      <a:pt x="474" y="996"/>
                    </a:lnTo>
                    <a:lnTo>
                      <a:pt x="546" y="990"/>
                    </a:lnTo>
                    <a:lnTo>
                      <a:pt x="582" y="1014"/>
                    </a:lnTo>
                    <a:lnTo>
                      <a:pt x="582" y="996"/>
                    </a:lnTo>
                    <a:lnTo>
                      <a:pt x="594" y="924"/>
                    </a:lnTo>
                    <a:lnTo>
                      <a:pt x="594" y="900"/>
                    </a:lnTo>
                    <a:lnTo>
                      <a:pt x="588" y="894"/>
                    </a:lnTo>
                    <a:lnTo>
                      <a:pt x="588" y="888"/>
                    </a:lnTo>
                    <a:lnTo>
                      <a:pt x="576" y="864"/>
                    </a:lnTo>
                    <a:lnTo>
                      <a:pt x="576" y="852"/>
                    </a:lnTo>
                    <a:lnTo>
                      <a:pt x="582" y="846"/>
                    </a:lnTo>
                    <a:lnTo>
                      <a:pt x="594" y="840"/>
                    </a:lnTo>
                    <a:lnTo>
                      <a:pt x="606" y="828"/>
                    </a:lnTo>
                    <a:lnTo>
                      <a:pt x="612" y="798"/>
                    </a:lnTo>
                    <a:lnTo>
                      <a:pt x="714" y="780"/>
                    </a:lnTo>
                    <a:lnTo>
                      <a:pt x="792" y="768"/>
                    </a:lnTo>
                    <a:lnTo>
                      <a:pt x="846" y="810"/>
                    </a:lnTo>
                    <a:lnTo>
                      <a:pt x="864" y="846"/>
                    </a:lnTo>
                    <a:lnTo>
                      <a:pt x="864" y="840"/>
                    </a:lnTo>
                    <a:lnTo>
                      <a:pt x="870" y="834"/>
                    </a:lnTo>
                    <a:lnTo>
                      <a:pt x="882" y="828"/>
                    </a:lnTo>
                    <a:lnTo>
                      <a:pt x="888" y="822"/>
                    </a:lnTo>
                    <a:lnTo>
                      <a:pt x="876" y="816"/>
                    </a:lnTo>
                    <a:lnTo>
                      <a:pt x="870" y="810"/>
                    </a:lnTo>
                    <a:lnTo>
                      <a:pt x="870" y="786"/>
                    </a:lnTo>
                    <a:lnTo>
                      <a:pt x="876" y="774"/>
                    </a:lnTo>
                    <a:lnTo>
                      <a:pt x="882" y="768"/>
                    </a:lnTo>
                    <a:lnTo>
                      <a:pt x="888" y="756"/>
                    </a:lnTo>
                    <a:lnTo>
                      <a:pt x="882" y="74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3" name="Bhutan" descr="© INSCALE GmbH, 05.05.2010&#10;http://www.presentationload.com/">
                <a:extLst>
                  <a:ext uri="{FF2B5EF4-FFF2-40B4-BE49-F238E27FC236}">
                    <a16:creationId xmlns:a16="http://schemas.microsoft.com/office/drawing/2014/main" id="{B5B88BE1-6D8E-592F-EA86-A48F7495A7B3}"/>
                  </a:ext>
                </a:extLst>
              </p:cNvPr>
              <p:cNvSpPr>
                <a:spLocks/>
              </p:cNvSpPr>
              <p:nvPr/>
            </p:nvSpPr>
            <p:spPr bwMode="gray">
              <a:xfrm>
                <a:off x="6562717" y="2352770"/>
                <a:ext cx="88942" cy="50401"/>
              </a:xfrm>
              <a:custGeom>
                <a:avLst/>
                <a:gdLst>
                  <a:gd name="T0" fmla="*/ 2147483647 w 234"/>
                  <a:gd name="T1" fmla="*/ 2147483647 h 132"/>
                  <a:gd name="T2" fmla="*/ 2147483647 w 234"/>
                  <a:gd name="T3" fmla="*/ 2147483647 h 132"/>
                  <a:gd name="T4" fmla="*/ 2147483647 w 234"/>
                  <a:gd name="T5" fmla="*/ 2147483647 h 132"/>
                  <a:gd name="T6" fmla="*/ 2147483647 w 234"/>
                  <a:gd name="T7" fmla="*/ 2147483647 h 132"/>
                  <a:gd name="T8" fmla="*/ 2147483647 w 234"/>
                  <a:gd name="T9" fmla="*/ 2147483647 h 132"/>
                  <a:gd name="T10" fmla="*/ 2147483647 w 234"/>
                  <a:gd name="T11" fmla="*/ 2147483647 h 132"/>
                  <a:gd name="T12" fmla="*/ 2147483647 w 234"/>
                  <a:gd name="T13" fmla="*/ 2147483647 h 132"/>
                  <a:gd name="T14" fmla="*/ 2147483647 w 234"/>
                  <a:gd name="T15" fmla="*/ 2147483647 h 132"/>
                  <a:gd name="T16" fmla="*/ 2147483647 w 234"/>
                  <a:gd name="T17" fmla="*/ 2147483647 h 132"/>
                  <a:gd name="T18" fmla="*/ 2147483647 w 234"/>
                  <a:gd name="T19" fmla="*/ 2147483647 h 132"/>
                  <a:gd name="T20" fmla="*/ 2147483647 w 234"/>
                  <a:gd name="T21" fmla="*/ 2147483647 h 132"/>
                  <a:gd name="T22" fmla="*/ 2147483647 w 234"/>
                  <a:gd name="T23" fmla="*/ 2147483647 h 132"/>
                  <a:gd name="T24" fmla="*/ 2147483647 w 234"/>
                  <a:gd name="T25" fmla="*/ 2147483647 h 132"/>
                  <a:gd name="T26" fmla="*/ 2147483647 w 234"/>
                  <a:gd name="T27" fmla="*/ 2147483647 h 132"/>
                  <a:gd name="T28" fmla="*/ 2147483647 w 234"/>
                  <a:gd name="T29" fmla="*/ 2147483647 h 132"/>
                  <a:gd name="T30" fmla="*/ 2147483647 w 234"/>
                  <a:gd name="T31" fmla="*/ 2147483647 h 132"/>
                  <a:gd name="T32" fmla="*/ 2147483647 w 234"/>
                  <a:gd name="T33" fmla="*/ 2147483647 h 132"/>
                  <a:gd name="T34" fmla="*/ 2147483647 w 234"/>
                  <a:gd name="T35" fmla="*/ 2147483647 h 132"/>
                  <a:gd name="T36" fmla="*/ 2147483647 w 234"/>
                  <a:gd name="T37" fmla="*/ 2147483647 h 132"/>
                  <a:gd name="T38" fmla="*/ 2147483647 w 234"/>
                  <a:gd name="T39" fmla="*/ 2147483647 h 132"/>
                  <a:gd name="T40" fmla="*/ 2147483647 w 234"/>
                  <a:gd name="T41" fmla="*/ 2147483647 h 132"/>
                  <a:gd name="T42" fmla="*/ 2147483647 w 234"/>
                  <a:gd name="T43" fmla="*/ 2147483647 h 132"/>
                  <a:gd name="T44" fmla="*/ 2147483647 w 234"/>
                  <a:gd name="T45" fmla="*/ 2147483647 h 132"/>
                  <a:gd name="T46" fmla="*/ 2147483647 w 234"/>
                  <a:gd name="T47" fmla="*/ 2147483647 h 132"/>
                  <a:gd name="T48" fmla="*/ 2147483647 w 234"/>
                  <a:gd name="T49" fmla="*/ 2147483647 h 132"/>
                  <a:gd name="T50" fmla="*/ 2147483647 w 234"/>
                  <a:gd name="T51" fmla="*/ 2147483647 h 132"/>
                  <a:gd name="T52" fmla="*/ 2147483647 w 234"/>
                  <a:gd name="T53" fmla="*/ 2147483647 h 132"/>
                  <a:gd name="T54" fmla="*/ 2147483647 w 234"/>
                  <a:gd name="T55" fmla="*/ 2147483647 h 132"/>
                  <a:gd name="T56" fmla="*/ 2147483647 w 234"/>
                  <a:gd name="T57" fmla="*/ 2147483647 h 132"/>
                  <a:gd name="T58" fmla="*/ 2147483647 w 234"/>
                  <a:gd name="T59" fmla="*/ 0 h 132"/>
                  <a:gd name="T60" fmla="*/ 2147483647 w 234"/>
                  <a:gd name="T61" fmla="*/ 0 h 132"/>
                  <a:gd name="T62" fmla="*/ 2147483647 w 234"/>
                  <a:gd name="T63" fmla="*/ 2147483647 h 132"/>
                  <a:gd name="T64" fmla="*/ 2147483647 w 234"/>
                  <a:gd name="T65" fmla="*/ 2147483647 h 132"/>
                  <a:gd name="T66" fmla="*/ 2147483647 w 234"/>
                  <a:gd name="T67" fmla="*/ 2147483647 h 132"/>
                  <a:gd name="T68" fmla="*/ 2147483647 w 234"/>
                  <a:gd name="T69" fmla="*/ 2147483647 h 132"/>
                  <a:gd name="T70" fmla="*/ 2147483647 w 234"/>
                  <a:gd name="T71" fmla="*/ 2147483647 h 132"/>
                  <a:gd name="T72" fmla="*/ 2147483647 w 234"/>
                  <a:gd name="T73" fmla="*/ 2147483647 h 132"/>
                  <a:gd name="T74" fmla="*/ 2147483647 w 234"/>
                  <a:gd name="T75" fmla="*/ 2147483647 h 132"/>
                  <a:gd name="T76" fmla="*/ 0 w 234"/>
                  <a:gd name="T77" fmla="*/ 2147483647 h 132"/>
                  <a:gd name="T78" fmla="*/ 0 w 234"/>
                  <a:gd name="T79" fmla="*/ 2147483647 h 132"/>
                  <a:gd name="T80" fmla="*/ 2147483647 w 234"/>
                  <a:gd name="T81" fmla="*/ 2147483647 h 132"/>
                  <a:gd name="T82" fmla="*/ 2147483647 w 234"/>
                  <a:gd name="T83" fmla="*/ 2147483647 h 132"/>
                  <a:gd name="T84" fmla="*/ 2147483647 w 234"/>
                  <a:gd name="T85" fmla="*/ 2147483647 h 132"/>
                  <a:gd name="T86" fmla="*/ 2147483647 w 234"/>
                  <a:gd name="T87" fmla="*/ 2147483647 h 132"/>
                  <a:gd name="T88" fmla="*/ 2147483647 w 234"/>
                  <a:gd name="T89" fmla="*/ 2147483647 h 132"/>
                  <a:gd name="T90" fmla="*/ 2147483647 w 234"/>
                  <a:gd name="T91" fmla="*/ 2147483647 h 132"/>
                  <a:gd name="T92" fmla="*/ 2147483647 w 234"/>
                  <a:gd name="T93" fmla="*/ 2147483647 h 13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234"/>
                  <a:gd name="T142" fmla="*/ 0 h 132"/>
                  <a:gd name="T143" fmla="*/ 234 w 234"/>
                  <a:gd name="T144" fmla="*/ 132 h 13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234" h="132">
                    <a:moveTo>
                      <a:pt x="78" y="132"/>
                    </a:moveTo>
                    <a:lnTo>
                      <a:pt x="90" y="132"/>
                    </a:lnTo>
                    <a:lnTo>
                      <a:pt x="102" y="126"/>
                    </a:lnTo>
                    <a:lnTo>
                      <a:pt x="108" y="120"/>
                    </a:lnTo>
                    <a:lnTo>
                      <a:pt x="126" y="120"/>
                    </a:lnTo>
                    <a:lnTo>
                      <a:pt x="138" y="126"/>
                    </a:lnTo>
                    <a:lnTo>
                      <a:pt x="168" y="126"/>
                    </a:lnTo>
                    <a:lnTo>
                      <a:pt x="180" y="120"/>
                    </a:lnTo>
                    <a:lnTo>
                      <a:pt x="192" y="120"/>
                    </a:lnTo>
                    <a:lnTo>
                      <a:pt x="198" y="126"/>
                    </a:lnTo>
                    <a:lnTo>
                      <a:pt x="210" y="126"/>
                    </a:lnTo>
                    <a:lnTo>
                      <a:pt x="234" y="114"/>
                    </a:lnTo>
                    <a:lnTo>
                      <a:pt x="234" y="108"/>
                    </a:lnTo>
                    <a:lnTo>
                      <a:pt x="222" y="96"/>
                    </a:lnTo>
                    <a:lnTo>
                      <a:pt x="222" y="72"/>
                    </a:lnTo>
                    <a:lnTo>
                      <a:pt x="198" y="72"/>
                    </a:lnTo>
                    <a:lnTo>
                      <a:pt x="192" y="66"/>
                    </a:lnTo>
                    <a:lnTo>
                      <a:pt x="192" y="42"/>
                    </a:lnTo>
                    <a:lnTo>
                      <a:pt x="186" y="30"/>
                    </a:lnTo>
                    <a:lnTo>
                      <a:pt x="174" y="18"/>
                    </a:lnTo>
                    <a:lnTo>
                      <a:pt x="162" y="12"/>
                    </a:lnTo>
                    <a:lnTo>
                      <a:pt x="150" y="12"/>
                    </a:lnTo>
                    <a:lnTo>
                      <a:pt x="138" y="18"/>
                    </a:lnTo>
                    <a:lnTo>
                      <a:pt x="126" y="18"/>
                    </a:lnTo>
                    <a:lnTo>
                      <a:pt x="114" y="24"/>
                    </a:lnTo>
                    <a:lnTo>
                      <a:pt x="108" y="30"/>
                    </a:lnTo>
                    <a:lnTo>
                      <a:pt x="102" y="30"/>
                    </a:lnTo>
                    <a:lnTo>
                      <a:pt x="102" y="6"/>
                    </a:lnTo>
                    <a:lnTo>
                      <a:pt x="78" y="6"/>
                    </a:lnTo>
                    <a:lnTo>
                      <a:pt x="66" y="0"/>
                    </a:lnTo>
                    <a:lnTo>
                      <a:pt x="54" y="0"/>
                    </a:lnTo>
                    <a:lnTo>
                      <a:pt x="48" y="12"/>
                    </a:lnTo>
                    <a:lnTo>
                      <a:pt x="36" y="24"/>
                    </a:lnTo>
                    <a:lnTo>
                      <a:pt x="30" y="36"/>
                    </a:lnTo>
                    <a:lnTo>
                      <a:pt x="18" y="54"/>
                    </a:lnTo>
                    <a:lnTo>
                      <a:pt x="12" y="66"/>
                    </a:lnTo>
                    <a:lnTo>
                      <a:pt x="6" y="72"/>
                    </a:lnTo>
                    <a:lnTo>
                      <a:pt x="6" y="78"/>
                    </a:lnTo>
                    <a:lnTo>
                      <a:pt x="0" y="78"/>
                    </a:lnTo>
                    <a:lnTo>
                      <a:pt x="0" y="90"/>
                    </a:lnTo>
                    <a:lnTo>
                      <a:pt x="18" y="108"/>
                    </a:lnTo>
                    <a:lnTo>
                      <a:pt x="42" y="120"/>
                    </a:lnTo>
                    <a:lnTo>
                      <a:pt x="54" y="120"/>
                    </a:lnTo>
                    <a:lnTo>
                      <a:pt x="54" y="114"/>
                    </a:lnTo>
                    <a:lnTo>
                      <a:pt x="54" y="120"/>
                    </a:lnTo>
                    <a:lnTo>
                      <a:pt x="66" y="132"/>
                    </a:lnTo>
                    <a:lnTo>
                      <a:pt x="78" y="13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4" name="Benin" descr="© INSCALE GmbH, 05.05.2010&#10;http://www.presentationload.com/">
                <a:extLst>
                  <a:ext uri="{FF2B5EF4-FFF2-40B4-BE49-F238E27FC236}">
                    <a16:creationId xmlns:a16="http://schemas.microsoft.com/office/drawing/2014/main" id="{999B1299-D9FC-4000-E050-166B030918D7}"/>
                  </a:ext>
                </a:extLst>
              </p:cNvPr>
              <p:cNvSpPr>
                <a:spLocks/>
              </p:cNvSpPr>
              <p:nvPr/>
            </p:nvSpPr>
            <p:spPr bwMode="gray">
              <a:xfrm>
                <a:off x="4256145" y="2840473"/>
                <a:ext cx="84496" cy="188262"/>
              </a:xfrm>
              <a:custGeom>
                <a:avLst/>
                <a:gdLst>
                  <a:gd name="T0" fmla="*/ 2147483647 w 222"/>
                  <a:gd name="T1" fmla="*/ 2147483647 h 498"/>
                  <a:gd name="T2" fmla="*/ 2147483647 w 222"/>
                  <a:gd name="T3" fmla="*/ 2147483647 h 498"/>
                  <a:gd name="T4" fmla="*/ 2147483647 w 222"/>
                  <a:gd name="T5" fmla="*/ 2147483647 h 498"/>
                  <a:gd name="T6" fmla="*/ 2147483647 w 222"/>
                  <a:gd name="T7" fmla="*/ 2147483647 h 498"/>
                  <a:gd name="T8" fmla="*/ 2147483647 w 222"/>
                  <a:gd name="T9" fmla="*/ 2147483647 h 498"/>
                  <a:gd name="T10" fmla="*/ 2147483647 w 222"/>
                  <a:gd name="T11" fmla="*/ 2147483647 h 498"/>
                  <a:gd name="T12" fmla="*/ 2147483647 w 222"/>
                  <a:gd name="T13" fmla="*/ 2147483647 h 498"/>
                  <a:gd name="T14" fmla="*/ 2147483647 w 222"/>
                  <a:gd name="T15" fmla="*/ 2147483647 h 498"/>
                  <a:gd name="T16" fmla="*/ 2147483647 w 222"/>
                  <a:gd name="T17" fmla="*/ 2147483647 h 498"/>
                  <a:gd name="T18" fmla="*/ 2147483647 w 222"/>
                  <a:gd name="T19" fmla="*/ 2147483647 h 498"/>
                  <a:gd name="T20" fmla="*/ 2147483647 w 222"/>
                  <a:gd name="T21" fmla="*/ 2147483647 h 498"/>
                  <a:gd name="T22" fmla="*/ 2147483647 w 222"/>
                  <a:gd name="T23" fmla="*/ 2147483647 h 498"/>
                  <a:gd name="T24" fmla="*/ 2147483647 w 222"/>
                  <a:gd name="T25" fmla="*/ 2147483647 h 498"/>
                  <a:gd name="T26" fmla="*/ 2147483647 w 222"/>
                  <a:gd name="T27" fmla="*/ 2147483647 h 498"/>
                  <a:gd name="T28" fmla="*/ 2147483647 w 222"/>
                  <a:gd name="T29" fmla="*/ 2147483647 h 498"/>
                  <a:gd name="T30" fmla="*/ 2147483647 w 222"/>
                  <a:gd name="T31" fmla="*/ 2147483647 h 498"/>
                  <a:gd name="T32" fmla="*/ 2147483647 w 222"/>
                  <a:gd name="T33" fmla="*/ 2147483647 h 498"/>
                  <a:gd name="T34" fmla="*/ 2147483647 w 222"/>
                  <a:gd name="T35" fmla="*/ 2147483647 h 498"/>
                  <a:gd name="T36" fmla="*/ 2147483647 w 222"/>
                  <a:gd name="T37" fmla="*/ 2147483647 h 498"/>
                  <a:gd name="T38" fmla="*/ 2147483647 w 222"/>
                  <a:gd name="T39" fmla="*/ 2147483647 h 498"/>
                  <a:gd name="T40" fmla="*/ 2147483647 w 222"/>
                  <a:gd name="T41" fmla="*/ 2147483647 h 498"/>
                  <a:gd name="T42" fmla="*/ 2147483647 w 222"/>
                  <a:gd name="T43" fmla="*/ 2147483647 h 498"/>
                  <a:gd name="T44" fmla="*/ 2147483647 w 222"/>
                  <a:gd name="T45" fmla="*/ 2147483647 h 498"/>
                  <a:gd name="T46" fmla="*/ 0 w 222"/>
                  <a:gd name="T47" fmla="*/ 2147483647 h 498"/>
                  <a:gd name="T48" fmla="*/ 2147483647 w 222"/>
                  <a:gd name="T49" fmla="*/ 2147483647 h 498"/>
                  <a:gd name="T50" fmla="*/ 2147483647 w 222"/>
                  <a:gd name="T51" fmla="*/ 2147483647 h 498"/>
                  <a:gd name="T52" fmla="*/ 2147483647 w 222"/>
                  <a:gd name="T53" fmla="*/ 2147483647 h 498"/>
                  <a:gd name="T54" fmla="*/ 2147483647 w 222"/>
                  <a:gd name="T55" fmla="*/ 2147483647 h 498"/>
                  <a:gd name="T56" fmla="*/ 2147483647 w 222"/>
                  <a:gd name="T57" fmla="*/ 2147483647 h 498"/>
                  <a:gd name="T58" fmla="*/ 2147483647 w 222"/>
                  <a:gd name="T59" fmla="*/ 2147483647 h 498"/>
                  <a:gd name="T60" fmla="*/ 2147483647 w 222"/>
                  <a:gd name="T61" fmla="*/ 2147483647 h 498"/>
                  <a:gd name="T62" fmla="*/ 2147483647 w 222"/>
                  <a:gd name="T63" fmla="*/ 2147483647 h 498"/>
                  <a:gd name="T64" fmla="*/ 2147483647 w 222"/>
                  <a:gd name="T65" fmla="*/ 2147483647 h 498"/>
                  <a:gd name="T66" fmla="*/ 2147483647 w 222"/>
                  <a:gd name="T67" fmla="*/ 2147483647 h 498"/>
                  <a:gd name="T68" fmla="*/ 2147483647 w 222"/>
                  <a:gd name="T69" fmla="*/ 2147483647 h 49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222"/>
                  <a:gd name="T106" fmla="*/ 0 h 498"/>
                  <a:gd name="T107" fmla="*/ 222 w 222"/>
                  <a:gd name="T108" fmla="*/ 498 h 49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222" h="498">
                    <a:moveTo>
                      <a:pt x="138" y="372"/>
                    </a:moveTo>
                    <a:lnTo>
                      <a:pt x="144" y="342"/>
                    </a:lnTo>
                    <a:lnTo>
                      <a:pt x="138" y="306"/>
                    </a:lnTo>
                    <a:lnTo>
                      <a:pt x="144" y="276"/>
                    </a:lnTo>
                    <a:lnTo>
                      <a:pt x="162" y="276"/>
                    </a:lnTo>
                    <a:lnTo>
                      <a:pt x="174" y="252"/>
                    </a:lnTo>
                    <a:lnTo>
                      <a:pt x="174" y="222"/>
                    </a:lnTo>
                    <a:lnTo>
                      <a:pt x="180" y="216"/>
                    </a:lnTo>
                    <a:lnTo>
                      <a:pt x="186" y="204"/>
                    </a:lnTo>
                    <a:lnTo>
                      <a:pt x="198" y="198"/>
                    </a:lnTo>
                    <a:lnTo>
                      <a:pt x="198" y="156"/>
                    </a:lnTo>
                    <a:lnTo>
                      <a:pt x="210" y="150"/>
                    </a:lnTo>
                    <a:lnTo>
                      <a:pt x="216" y="150"/>
                    </a:lnTo>
                    <a:lnTo>
                      <a:pt x="222" y="144"/>
                    </a:lnTo>
                    <a:lnTo>
                      <a:pt x="222" y="132"/>
                    </a:lnTo>
                    <a:lnTo>
                      <a:pt x="216" y="126"/>
                    </a:lnTo>
                    <a:lnTo>
                      <a:pt x="216" y="114"/>
                    </a:lnTo>
                    <a:lnTo>
                      <a:pt x="210" y="102"/>
                    </a:lnTo>
                    <a:lnTo>
                      <a:pt x="204" y="96"/>
                    </a:lnTo>
                    <a:lnTo>
                      <a:pt x="192" y="72"/>
                    </a:lnTo>
                    <a:lnTo>
                      <a:pt x="198" y="66"/>
                    </a:lnTo>
                    <a:lnTo>
                      <a:pt x="198" y="60"/>
                    </a:lnTo>
                    <a:lnTo>
                      <a:pt x="204" y="48"/>
                    </a:lnTo>
                    <a:lnTo>
                      <a:pt x="198" y="42"/>
                    </a:lnTo>
                    <a:lnTo>
                      <a:pt x="186" y="36"/>
                    </a:lnTo>
                    <a:lnTo>
                      <a:pt x="180" y="36"/>
                    </a:lnTo>
                    <a:lnTo>
                      <a:pt x="174" y="30"/>
                    </a:lnTo>
                    <a:lnTo>
                      <a:pt x="168" y="30"/>
                    </a:lnTo>
                    <a:lnTo>
                      <a:pt x="162" y="24"/>
                    </a:lnTo>
                    <a:lnTo>
                      <a:pt x="156" y="12"/>
                    </a:lnTo>
                    <a:lnTo>
                      <a:pt x="144" y="0"/>
                    </a:lnTo>
                    <a:lnTo>
                      <a:pt x="114" y="12"/>
                    </a:lnTo>
                    <a:lnTo>
                      <a:pt x="114" y="36"/>
                    </a:lnTo>
                    <a:lnTo>
                      <a:pt x="120" y="36"/>
                    </a:lnTo>
                    <a:lnTo>
                      <a:pt x="114" y="42"/>
                    </a:lnTo>
                    <a:lnTo>
                      <a:pt x="108" y="60"/>
                    </a:lnTo>
                    <a:lnTo>
                      <a:pt x="96" y="60"/>
                    </a:lnTo>
                    <a:lnTo>
                      <a:pt x="90" y="66"/>
                    </a:lnTo>
                    <a:lnTo>
                      <a:pt x="84" y="66"/>
                    </a:lnTo>
                    <a:lnTo>
                      <a:pt x="84" y="78"/>
                    </a:lnTo>
                    <a:lnTo>
                      <a:pt x="78" y="72"/>
                    </a:lnTo>
                    <a:lnTo>
                      <a:pt x="48" y="72"/>
                    </a:lnTo>
                    <a:lnTo>
                      <a:pt x="30" y="90"/>
                    </a:lnTo>
                    <a:lnTo>
                      <a:pt x="24" y="102"/>
                    </a:lnTo>
                    <a:lnTo>
                      <a:pt x="12" y="102"/>
                    </a:lnTo>
                    <a:lnTo>
                      <a:pt x="6" y="114"/>
                    </a:lnTo>
                    <a:lnTo>
                      <a:pt x="0" y="132"/>
                    </a:lnTo>
                    <a:lnTo>
                      <a:pt x="0" y="162"/>
                    </a:lnTo>
                    <a:lnTo>
                      <a:pt x="12" y="168"/>
                    </a:lnTo>
                    <a:lnTo>
                      <a:pt x="42" y="198"/>
                    </a:lnTo>
                    <a:lnTo>
                      <a:pt x="42" y="240"/>
                    </a:lnTo>
                    <a:lnTo>
                      <a:pt x="54" y="252"/>
                    </a:lnTo>
                    <a:lnTo>
                      <a:pt x="60" y="264"/>
                    </a:lnTo>
                    <a:lnTo>
                      <a:pt x="60" y="294"/>
                    </a:lnTo>
                    <a:lnTo>
                      <a:pt x="66" y="306"/>
                    </a:lnTo>
                    <a:lnTo>
                      <a:pt x="54" y="318"/>
                    </a:lnTo>
                    <a:lnTo>
                      <a:pt x="54" y="378"/>
                    </a:lnTo>
                    <a:lnTo>
                      <a:pt x="66" y="390"/>
                    </a:lnTo>
                    <a:lnTo>
                      <a:pt x="54" y="396"/>
                    </a:lnTo>
                    <a:lnTo>
                      <a:pt x="60" y="462"/>
                    </a:lnTo>
                    <a:lnTo>
                      <a:pt x="60" y="468"/>
                    </a:lnTo>
                    <a:lnTo>
                      <a:pt x="72" y="480"/>
                    </a:lnTo>
                    <a:lnTo>
                      <a:pt x="72" y="492"/>
                    </a:lnTo>
                    <a:lnTo>
                      <a:pt x="84" y="492"/>
                    </a:lnTo>
                    <a:lnTo>
                      <a:pt x="96" y="498"/>
                    </a:lnTo>
                    <a:lnTo>
                      <a:pt x="108" y="498"/>
                    </a:lnTo>
                    <a:lnTo>
                      <a:pt x="120" y="474"/>
                    </a:lnTo>
                    <a:lnTo>
                      <a:pt x="126" y="480"/>
                    </a:lnTo>
                    <a:lnTo>
                      <a:pt x="138" y="486"/>
                    </a:lnTo>
                    <a:lnTo>
                      <a:pt x="138" y="37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5" name="Belize" descr="© INSCALE GmbH, 05.05.2010&#10;http://www.presentationload.com/">
                <a:extLst>
                  <a:ext uri="{FF2B5EF4-FFF2-40B4-BE49-F238E27FC236}">
                    <a16:creationId xmlns:a16="http://schemas.microsoft.com/office/drawing/2014/main" id="{08B55967-87FE-EFF7-BDC9-D9130A1B4D79}"/>
                  </a:ext>
                </a:extLst>
              </p:cNvPr>
              <p:cNvSpPr>
                <a:spLocks/>
              </p:cNvSpPr>
              <p:nvPr/>
            </p:nvSpPr>
            <p:spPr bwMode="gray">
              <a:xfrm>
                <a:off x="1854703" y="2653693"/>
                <a:ext cx="41506" cy="80048"/>
              </a:xfrm>
              <a:custGeom>
                <a:avLst/>
                <a:gdLst>
                  <a:gd name="T0" fmla="*/ 2147483647 w 108"/>
                  <a:gd name="T1" fmla="*/ 2147483647 h 210"/>
                  <a:gd name="T2" fmla="*/ 2147483647 w 108"/>
                  <a:gd name="T3" fmla="*/ 2147483647 h 210"/>
                  <a:gd name="T4" fmla="*/ 2147483647 w 108"/>
                  <a:gd name="T5" fmla="*/ 2147483647 h 210"/>
                  <a:gd name="T6" fmla="*/ 2147483647 w 108"/>
                  <a:gd name="T7" fmla="*/ 2147483647 h 210"/>
                  <a:gd name="T8" fmla="*/ 2147483647 w 108"/>
                  <a:gd name="T9" fmla="*/ 2147483647 h 210"/>
                  <a:gd name="T10" fmla="*/ 2147483647 w 108"/>
                  <a:gd name="T11" fmla="*/ 0 h 210"/>
                  <a:gd name="T12" fmla="*/ 2147483647 w 108"/>
                  <a:gd name="T13" fmla="*/ 2147483647 h 210"/>
                  <a:gd name="T14" fmla="*/ 2147483647 w 108"/>
                  <a:gd name="T15" fmla="*/ 2147483647 h 210"/>
                  <a:gd name="T16" fmla="*/ 2147483647 w 108"/>
                  <a:gd name="T17" fmla="*/ 2147483647 h 210"/>
                  <a:gd name="T18" fmla="*/ 2147483647 w 108"/>
                  <a:gd name="T19" fmla="*/ 2147483647 h 210"/>
                  <a:gd name="T20" fmla="*/ 2147483647 w 108"/>
                  <a:gd name="T21" fmla="*/ 2147483647 h 210"/>
                  <a:gd name="T22" fmla="*/ 2147483647 w 108"/>
                  <a:gd name="T23" fmla="*/ 2147483647 h 210"/>
                  <a:gd name="T24" fmla="*/ 2147483647 w 108"/>
                  <a:gd name="T25" fmla="*/ 2147483647 h 210"/>
                  <a:gd name="T26" fmla="*/ 2147483647 w 108"/>
                  <a:gd name="T27" fmla="*/ 2147483647 h 210"/>
                  <a:gd name="T28" fmla="*/ 2147483647 w 108"/>
                  <a:gd name="T29" fmla="*/ 2147483647 h 210"/>
                  <a:gd name="T30" fmla="*/ 2147483647 w 108"/>
                  <a:gd name="T31" fmla="*/ 2147483647 h 210"/>
                  <a:gd name="T32" fmla="*/ 2147483647 w 108"/>
                  <a:gd name="T33" fmla="*/ 2147483647 h 210"/>
                  <a:gd name="T34" fmla="*/ 2147483647 w 108"/>
                  <a:gd name="T35" fmla="*/ 2147483647 h 210"/>
                  <a:gd name="T36" fmla="*/ 0 w 108"/>
                  <a:gd name="T37" fmla="*/ 2147483647 h 210"/>
                  <a:gd name="T38" fmla="*/ 2147483647 w 108"/>
                  <a:gd name="T39" fmla="*/ 2147483647 h 210"/>
                  <a:gd name="T40" fmla="*/ 2147483647 w 108"/>
                  <a:gd name="T41" fmla="*/ 2147483647 h 210"/>
                  <a:gd name="T42" fmla="*/ 2147483647 w 108"/>
                  <a:gd name="T43" fmla="*/ 2147483647 h 210"/>
                  <a:gd name="T44" fmla="*/ 2147483647 w 108"/>
                  <a:gd name="T45" fmla="*/ 2147483647 h 210"/>
                  <a:gd name="T46" fmla="*/ 2147483647 w 108"/>
                  <a:gd name="T47" fmla="*/ 2147483647 h 210"/>
                  <a:gd name="T48" fmla="*/ 2147483647 w 108"/>
                  <a:gd name="T49" fmla="*/ 2147483647 h 210"/>
                  <a:gd name="T50" fmla="*/ 2147483647 w 108"/>
                  <a:gd name="T51" fmla="*/ 2147483647 h 210"/>
                  <a:gd name="T52" fmla="*/ 2147483647 w 108"/>
                  <a:gd name="T53" fmla="*/ 2147483647 h 210"/>
                  <a:gd name="T54" fmla="*/ 2147483647 w 108"/>
                  <a:gd name="T55" fmla="*/ 2147483647 h 210"/>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108"/>
                  <a:gd name="T85" fmla="*/ 0 h 210"/>
                  <a:gd name="T86" fmla="*/ 108 w 108"/>
                  <a:gd name="T87" fmla="*/ 210 h 210"/>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108" h="210">
                    <a:moveTo>
                      <a:pt x="108" y="30"/>
                    </a:moveTo>
                    <a:lnTo>
                      <a:pt x="108" y="24"/>
                    </a:lnTo>
                    <a:lnTo>
                      <a:pt x="102" y="24"/>
                    </a:lnTo>
                    <a:lnTo>
                      <a:pt x="90" y="18"/>
                    </a:lnTo>
                    <a:lnTo>
                      <a:pt x="84" y="12"/>
                    </a:lnTo>
                    <a:lnTo>
                      <a:pt x="78" y="0"/>
                    </a:lnTo>
                    <a:lnTo>
                      <a:pt x="78" y="6"/>
                    </a:lnTo>
                    <a:lnTo>
                      <a:pt x="72" y="12"/>
                    </a:lnTo>
                    <a:lnTo>
                      <a:pt x="72" y="24"/>
                    </a:lnTo>
                    <a:lnTo>
                      <a:pt x="66" y="36"/>
                    </a:lnTo>
                    <a:lnTo>
                      <a:pt x="54" y="42"/>
                    </a:lnTo>
                    <a:lnTo>
                      <a:pt x="48" y="48"/>
                    </a:lnTo>
                    <a:lnTo>
                      <a:pt x="42" y="48"/>
                    </a:lnTo>
                    <a:lnTo>
                      <a:pt x="42" y="42"/>
                    </a:lnTo>
                    <a:lnTo>
                      <a:pt x="36" y="36"/>
                    </a:lnTo>
                    <a:lnTo>
                      <a:pt x="30" y="36"/>
                    </a:lnTo>
                    <a:lnTo>
                      <a:pt x="30" y="42"/>
                    </a:lnTo>
                    <a:lnTo>
                      <a:pt x="24" y="54"/>
                    </a:lnTo>
                    <a:lnTo>
                      <a:pt x="0" y="210"/>
                    </a:lnTo>
                    <a:lnTo>
                      <a:pt x="30" y="210"/>
                    </a:lnTo>
                    <a:lnTo>
                      <a:pt x="42" y="168"/>
                    </a:lnTo>
                    <a:lnTo>
                      <a:pt x="60" y="174"/>
                    </a:lnTo>
                    <a:lnTo>
                      <a:pt x="84" y="150"/>
                    </a:lnTo>
                    <a:lnTo>
                      <a:pt x="84" y="90"/>
                    </a:lnTo>
                    <a:lnTo>
                      <a:pt x="90" y="78"/>
                    </a:lnTo>
                    <a:lnTo>
                      <a:pt x="96" y="60"/>
                    </a:lnTo>
                    <a:lnTo>
                      <a:pt x="108" y="36"/>
                    </a:lnTo>
                    <a:lnTo>
                      <a:pt x="108" y="3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6" name="Belgium" descr="© INSCALE GmbH, 05.05.2010&#10;http://www.presentationload.com/">
                <a:extLst>
                  <a:ext uri="{FF2B5EF4-FFF2-40B4-BE49-F238E27FC236}">
                    <a16:creationId xmlns:a16="http://schemas.microsoft.com/office/drawing/2014/main" id="{70471C67-09A0-0094-D86C-11F81CEA67CD}"/>
                  </a:ext>
                </a:extLst>
              </p:cNvPr>
              <p:cNvSpPr>
                <a:spLocks/>
              </p:cNvSpPr>
              <p:nvPr/>
            </p:nvSpPr>
            <p:spPr bwMode="gray">
              <a:xfrm>
                <a:off x="4336193" y="1654570"/>
                <a:ext cx="84496" cy="57813"/>
              </a:xfrm>
              <a:custGeom>
                <a:avLst/>
                <a:gdLst>
                  <a:gd name="T0" fmla="*/ 0 w 222"/>
                  <a:gd name="T1" fmla="*/ 2147483647 h 150"/>
                  <a:gd name="T2" fmla="*/ 2147483647 w 222"/>
                  <a:gd name="T3" fmla="*/ 2147483647 h 150"/>
                  <a:gd name="T4" fmla="*/ 2147483647 w 222"/>
                  <a:gd name="T5" fmla="*/ 2147483647 h 150"/>
                  <a:gd name="T6" fmla="*/ 2147483647 w 222"/>
                  <a:gd name="T7" fmla="*/ 2147483647 h 150"/>
                  <a:gd name="T8" fmla="*/ 2147483647 w 222"/>
                  <a:gd name="T9" fmla="*/ 2147483647 h 150"/>
                  <a:gd name="T10" fmla="*/ 2147483647 w 222"/>
                  <a:gd name="T11" fmla="*/ 2147483647 h 150"/>
                  <a:gd name="T12" fmla="*/ 2147483647 w 222"/>
                  <a:gd name="T13" fmla="*/ 2147483647 h 150"/>
                  <a:gd name="T14" fmla="*/ 2147483647 w 222"/>
                  <a:gd name="T15" fmla="*/ 2147483647 h 150"/>
                  <a:gd name="T16" fmla="*/ 2147483647 w 222"/>
                  <a:gd name="T17" fmla="*/ 2147483647 h 150"/>
                  <a:gd name="T18" fmla="*/ 2147483647 w 222"/>
                  <a:gd name="T19" fmla="*/ 2147483647 h 150"/>
                  <a:gd name="T20" fmla="*/ 2147483647 w 222"/>
                  <a:gd name="T21" fmla="*/ 2147483647 h 150"/>
                  <a:gd name="T22" fmla="*/ 2147483647 w 222"/>
                  <a:gd name="T23" fmla="*/ 2147483647 h 150"/>
                  <a:gd name="T24" fmla="*/ 2147483647 w 222"/>
                  <a:gd name="T25" fmla="*/ 2147483647 h 150"/>
                  <a:gd name="T26" fmla="*/ 2147483647 w 222"/>
                  <a:gd name="T27" fmla="*/ 2147483647 h 150"/>
                  <a:gd name="T28" fmla="*/ 2147483647 w 222"/>
                  <a:gd name="T29" fmla="*/ 2147483647 h 150"/>
                  <a:gd name="T30" fmla="*/ 2147483647 w 222"/>
                  <a:gd name="T31" fmla="*/ 2147483647 h 150"/>
                  <a:gd name="T32" fmla="*/ 2147483647 w 222"/>
                  <a:gd name="T33" fmla="*/ 2147483647 h 150"/>
                  <a:gd name="T34" fmla="*/ 2147483647 w 222"/>
                  <a:gd name="T35" fmla="*/ 2147483647 h 150"/>
                  <a:gd name="T36" fmla="*/ 2147483647 w 222"/>
                  <a:gd name="T37" fmla="*/ 2147483647 h 150"/>
                  <a:gd name="T38" fmla="*/ 2147483647 w 222"/>
                  <a:gd name="T39" fmla="*/ 2147483647 h 150"/>
                  <a:gd name="T40" fmla="*/ 2147483647 w 222"/>
                  <a:gd name="T41" fmla="*/ 2147483647 h 150"/>
                  <a:gd name="T42" fmla="*/ 2147483647 w 222"/>
                  <a:gd name="T43" fmla="*/ 2147483647 h 150"/>
                  <a:gd name="T44" fmla="*/ 2147483647 w 222"/>
                  <a:gd name="T45" fmla="*/ 2147483647 h 150"/>
                  <a:gd name="T46" fmla="*/ 2147483647 w 222"/>
                  <a:gd name="T47" fmla="*/ 2147483647 h 150"/>
                  <a:gd name="T48" fmla="*/ 2147483647 w 222"/>
                  <a:gd name="T49" fmla="*/ 2147483647 h 150"/>
                  <a:gd name="T50" fmla="*/ 2147483647 w 222"/>
                  <a:gd name="T51" fmla="*/ 2147483647 h 150"/>
                  <a:gd name="T52" fmla="*/ 2147483647 w 222"/>
                  <a:gd name="T53" fmla="*/ 2147483647 h 150"/>
                  <a:gd name="T54" fmla="*/ 2147483647 w 222"/>
                  <a:gd name="T55" fmla="*/ 2147483647 h 150"/>
                  <a:gd name="T56" fmla="*/ 2147483647 w 222"/>
                  <a:gd name="T57" fmla="*/ 2147483647 h 150"/>
                  <a:gd name="T58" fmla="*/ 2147483647 w 222"/>
                  <a:gd name="T59" fmla="*/ 2147483647 h 150"/>
                  <a:gd name="T60" fmla="*/ 2147483647 w 222"/>
                  <a:gd name="T61" fmla="*/ 2147483647 h 150"/>
                  <a:gd name="T62" fmla="*/ 2147483647 w 222"/>
                  <a:gd name="T63" fmla="*/ 2147483647 h 150"/>
                  <a:gd name="T64" fmla="*/ 2147483647 w 222"/>
                  <a:gd name="T65" fmla="*/ 2147483647 h 150"/>
                  <a:gd name="T66" fmla="*/ 2147483647 w 222"/>
                  <a:gd name="T67" fmla="*/ 2147483647 h 150"/>
                  <a:gd name="T68" fmla="*/ 2147483647 w 222"/>
                  <a:gd name="T69" fmla="*/ 2147483647 h 150"/>
                  <a:gd name="T70" fmla="*/ 2147483647 w 222"/>
                  <a:gd name="T71" fmla="*/ 2147483647 h 150"/>
                  <a:gd name="T72" fmla="*/ 2147483647 w 222"/>
                  <a:gd name="T73" fmla="*/ 2147483647 h 150"/>
                  <a:gd name="T74" fmla="*/ 2147483647 w 222"/>
                  <a:gd name="T75" fmla="*/ 2147483647 h 150"/>
                  <a:gd name="T76" fmla="*/ 2147483647 w 222"/>
                  <a:gd name="T77" fmla="*/ 2147483647 h 150"/>
                  <a:gd name="T78" fmla="*/ 2147483647 w 222"/>
                  <a:gd name="T79" fmla="*/ 2147483647 h 150"/>
                  <a:gd name="T80" fmla="*/ 2147483647 w 222"/>
                  <a:gd name="T81" fmla="*/ 0 h 150"/>
                  <a:gd name="T82" fmla="*/ 2147483647 w 222"/>
                  <a:gd name="T83" fmla="*/ 0 h 150"/>
                  <a:gd name="T84" fmla="*/ 2147483647 w 222"/>
                  <a:gd name="T85" fmla="*/ 2147483647 h 150"/>
                  <a:gd name="T86" fmla="*/ 2147483647 w 222"/>
                  <a:gd name="T87" fmla="*/ 0 h 150"/>
                  <a:gd name="T88" fmla="*/ 2147483647 w 222"/>
                  <a:gd name="T89" fmla="*/ 2147483647 h 150"/>
                  <a:gd name="T90" fmla="*/ 2147483647 w 222"/>
                  <a:gd name="T91" fmla="*/ 2147483647 h 150"/>
                  <a:gd name="T92" fmla="*/ 2147483647 w 222"/>
                  <a:gd name="T93" fmla="*/ 2147483647 h 150"/>
                  <a:gd name="T94" fmla="*/ 2147483647 w 222"/>
                  <a:gd name="T95" fmla="*/ 2147483647 h 150"/>
                  <a:gd name="T96" fmla="*/ 2147483647 w 222"/>
                  <a:gd name="T97" fmla="*/ 2147483647 h 150"/>
                  <a:gd name="T98" fmla="*/ 2147483647 w 222"/>
                  <a:gd name="T99" fmla="*/ 2147483647 h 150"/>
                  <a:gd name="T100" fmla="*/ 2147483647 w 222"/>
                  <a:gd name="T101" fmla="*/ 2147483647 h 150"/>
                  <a:gd name="T102" fmla="*/ 0 w 222"/>
                  <a:gd name="T103" fmla="*/ 2147483647 h 150"/>
                  <a:gd name="T104" fmla="*/ 0 w 222"/>
                  <a:gd name="T105" fmla="*/ 2147483647 h 150"/>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222"/>
                  <a:gd name="T160" fmla="*/ 0 h 150"/>
                  <a:gd name="T161" fmla="*/ 222 w 222"/>
                  <a:gd name="T162" fmla="*/ 150 h 150"/>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222" h="150">
                    <a:moveTo>
                      <a:pt x="0" y="42"/>
                    </a:moveTo>
                    <a:lnTo>
                      <a:pt x="6" y="60"/>
                    </a:lnTo>
                    <a:lnTo>
                      <a:pt x="30" y="66"/>
                    </a:lnTo>
                    <a:lnTo>
                      <a:pt x="42" y="78"/>
                    </a:lnTo>
                    <a:lnTo>
                      <a:pt x="66" y="78"/>
                    </a:lnTo>
                    <a:lnTo>
                      <a:pt x="78" y="84"/>
                    </a:lnTo>
                    <a:lnTo>
                      <a:pt x="84" y="90"/>
                    </a:lnTo>
                    <a:lnTo>
                      <a:pt x="84" y="114"/>
                    </a:lnTo>
                    <a:lnTo>
                      <a:pt x="108" y="114"/>
                    </a:lnTo>
                    <a:lnTo>
                      <a:pt x="120" y="102"/>
                    </a:lnTo>
                    <a:lnTo>
                      <a:pt x="120" y="126"/>
                    </a:lnTo>
                    <a:lnTo>
                      <a:pt x="132" y="126"/>
                    </a:lnTo>
                    <a:lnTo>
                      <a:pt x="144" y="132"/>
                    </a:lnTo>
                    <a:lnTo>
                      <a:pt x="150" y="132"/>
                    </a:lnTo>
                    <a:lnTo>
                      <a:pt x="162" y="144"/>
                    </a:lnTo>
                    <a:lnTo>
                      <a:pt x="180" y="144"/>
                    </a:lnTo>
                    <a:lnTo>
                      <a:pt x="192" y="150"/>
                    </a:lnTo>
                    <a:lnTo>
                      <a:pt x="192" y="144"/>
                    </a:lnTo>
                    <a:lnTo>
                      <a:pt x="186" y="132"/>
                    </a:lnTo>
                    <a:lnTo>
                      <a:pt x="174" y="120"/>
                    </a:lnTo>
                    <a:lnTo>
                      <a:pt x="174" y="114"/>
                    </a:lnTo>
                    <a:lnTo>
                      <a:pt x="180" y="114"/>
                    </a:lnTo>
                    <a:lnTo>
                      <a:pt x="192" y="108"/>
                    </a:lnTo>
                    <a:lnTo>
                      <a:pt x="198" y="102"/>
                    </a:lnTo>
                    <a:lnTo>
                      <a:pt x="204" y="102"/>
                    </a:lnTo>
                    <a:lnTo>
                      <a:pt x="204" y="96"/>
                    </a:lnTo>
                    <a:lnTo>
                      <a:pt x="210" y="90"/>
                    </a:lnTo>
                    <a:lnTo>
                      <a:pt x="222" y="90"/>
                    </a:lnTo>
                    <a:lnTo>
                      <a:pt x="216" y="84"/>
                    </a:lnTo>
                    <a:lnTo>
                      <a:pt x="216" y="66"/>
                    </a:lnTo>
                    <a:lnTo>
                      <a:pt x="204" y="54"/>
                    </a:lnTo>
                    <a:lnTo>
                      <a:pt x="180" y="54"/>
                    </a:lnTo>
                    <a:lnTo>
                      <a:pt x="180" y="42"/>
                    </a:lnTo>
                    <a:lnTo>
                      <a:pt x="186" y="36"/>
                    </a:lnTo>
                    <a:lnTo>
                      <a:pt x="186" y="18"/>
                    </a:lnTo>
                    <a:lnTo>
                      <a:pt x="180" y="12"/>
                    </a:lnTo>
                    <a:lnTo>
                      <a:pt x="174" y="12"/>
                    </a:lnTo>
                    <a:lnTo>
                      <a:pt x="162" y="18"/>
                    </a:lnTo>
                    <a:lnTo>
                      <a:pt x="150" y="18"/>
                    </a:lnTo>
                    <a:lnTo>
                      <a:pt x="144" y="12"/>
                    </a:lnTo>
                    <a:lnTo>
                      <a:pt x="144" y="0"/>
                    </a:lnTo>
                    <a:lnTo>
                      <a:pt x="108" y="0"/>
                    </a:lnTo>
                    <a:lnTo>
                      <a:pt x="108" y="6"/>
                    </a:lnTo>
                    <a:lnTo>
                      <a:pt x="96" y="0"/>
                    </a:lnTo>
                    <a:lnTo>
                      <a:pt x="96" y="12"/>
                    </a:lnTo>
                    <a:lnTo>
                      <a:pt x="78" y="6"/>
                    </a:lnTo>
                    <a:lnTo>
                      <a:pt x="72" y="18"/>
                    </a:lnTo>
                    <a:lnTo>
                      <a:pt x="66" y="12"/>
                    </a:lnTo>
                    <a:lnTo>
                      <a:pt x="42" y="12"/>
                    </a:lnTo>
                    <a:lnTo>
                      <a:pt x="36" y="6"/>
                    </a:lnTo>
                    <a:lnTo>
                      <a:pt x="24" y="6"/>
                    </a:lnTo>
                    <a:lnTo>
                      <a:pt x="0" y="24"/>
                    </a:lnTo>
                    <a:lnTo>
                      <a:pt x="0" y="4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7" name="Bangladesh" descr="© INSCALE GmbH, 05.05.2010&#10;http://www.presentationload.com/">
                <a:extLst>
                  <a:ext uri="{FF2B5EF4-FFF2-40B4-BE49-F238E27FC236}">
                    <a16:creationId xmlns:a16="http://schemas.microsoft.com/office/drawing/2014/main" id="{D3787C54-2387-6A12-EDEE-B80FA3F176A0}"/>
                  </a:ext>
                </a:extLst>
              </p:cNvPr>
              <p:cNvSpPr>
                <a:spLocks/>
              </p:cNvSpPr>
              <p:nvPr/>
            </p:nvSpPr>
            <p:spPr bwMode="gray">
              <a:xfrm>
                <a:off x="6550859" y="2407618"/>
                <a:ext cx="142308" cy="161579"/>
              </a:xfrm>
              <a:custGeom>
                <a:avLst/>
                <a:gdLst>
                  <a:gd name="T0" fmla="*/ 2147483647 w 372"/>
                  <a:gd name="T1" fmla="*/ 2147483647 h 426"/>
                  <a:gd name="T2" fmla="*/ 2147483647 w 372"/>
                  <a:gd name="T3" fmla="*/ 2147483647 h 426"/>
                  <a:gd name="T4" fmla="*/ 2147483647 w 372"/>
                  <a:gd name="T5" fmla="*/ 2147483647 h 426"/>
                  <a:gd name="T6" fmla="*/ 2147483647 w 372"/>
                  <a:gd name="T7" fmla="*/ 2147483647 h 426"/>
                  <a:gd name="T8" fmla="*/ 2147483647 w 372"/>
                  <a:gd name="T9" fmla="*/ 2147483647 h 426"/>
                  <a:gd name="T10" fmla="*/ 2147483647 w 372"/>
                  <a:gd name="T11" fmla="*/ 2147483647 h 426"/>
                  <a:gd name="T12" fmla="*/ 2147483647 w 372"/>
                  <a:gd name="T13" fmla="*/ 2147483647 h 426"/>
                  <a:gd name="T14" fmla="*/ 2147483647 w 372"/>
                  <a:gd name="T15" fmla="*/ 2147483647 h 426"/>
                  <a:gd name="T16" fmla="*/ 2147483647 w 372"/>
                  <a:gd name="T17" fmla="*/ 2147483647 h 426"/>
                  <a:gd name="T18" fmla="*/ 2147483647 w 372"/>
                  <a:gd name="T19" fmla="*/ 2147483647 h 426"/>
                  <a:gd name="T20" fmla="*/ 2147483647 w 372"/>
                  <a:gd name="T21" fmla="*/ 2147483647 h 426"/>
                  <a:gd name="T22" fmla="*/ 2147483647 w 372"/>
                  <a:gd name="T23" fmla="*/ 2147483647 h 426"/>
                  <a:gd name="T24" fmla="*/ 2147483647 w 372"/>
                  <a:gd name="T25" fmla="*/ 2147483647 h 426"/>
                  <a:gd name="T26" fmla="*/ 2147483647 w 372"/>
                  <a:gd name="T27" fmla="*/ 2147483647 h 426"/>
                  <a:gd name="T28" fmla="*/ 2147483647 w 372"/>
                  <a:gd name="T29" fmla="*/ 2147483647 h 426"/>
                  <a:gd name="T30" fmla="*/ 2147483647 w 372"/>
                  <a:gd name="T31" fmla="*/ 2147483647 h 426"/>
                  <a:gd name="T32" fmla="*/ 2147483647 w 372"/>
                  <a:gd name="T33" fmla="*/ 2147483647 h 426"/>
                  <a:gd name="T34" fmla="*/ 2147483647 w 372"/>
                  <a:gd name="T35" fmla="*/ 2147483647 h 426"/>
                  <a:gd name="T36" fmla="*/ 2147483647 w 372"/>
                  <a:gd name="T37" fmla="*/ 2147483647 h 426"/>
                  <a:gd name="T38" fmla="*/ 2147483647 w 372"/>
                  <a:gd name="T39" fmla="*/ 2147483647 h 426"/>
                  <a:gd name="T40" fmla="*/ 2147483647 w 372"/>
                  <a:gd name="T41" fmla="*/ 2147483647 h 426"/>
                  <a:gd name="T42" fmla="*/ 2147483647 w 372"/>
                  <a:gd name="T43" fmla="*/ 2147483647 h 426"/>
                  <a:gd name="T44" fmla="*/ 2147483647 w 372"/>
                  <a:gd name="T45" fmla="*/ 2147483647 h 426"/>
                  <a:gd name="T46" fmla="*/ 2147483647 w 372"/>
                  <a:gd name="T47" fmla="*/ 2147483647 h 426"/>
                  <a:gd name="T48" fmla="*/ 2147483647 w 372"/>
                  <a:gd name="T49" fmla="*/ 2147483647 h 426"/>
                  <a:gd name="T50" fmla="*/ 2147483647 w 372"/>
                  <a:gd name="T51" fmla="*/ 2147483647 h 426"/>
                  <a:gd name="T52" fmla="*/ 2147483647 w 372"/>
                  <a:gd name="T53" fmla="*/ 2147483647 h 426"/>
                  <a:gd name="T54" fmla="*/ 2147483647 w 372"/>
                  <a:gd name="T55" fmla="*/ 2147483647 h 426"/>
                  <a:gd name="T56" fmla="*/ 2147483647 w 372"/>
                  <a:gd name="T57" fmla="*/ 2147483647 h 426"/>
                  <a:gd name="T58" fmla="*/ 2147483647 w 372"/>
                  <a:gd name="T59" fmla="*/ 2147483647 h 426"/>
                  <a:gd name="T60" fmla="*/ 2147483647 w 372"/>
                  <a:gd name="T61" fmla="*/ 2147483647 h 426"/>
                  <a:gd name="T62" fmla="*/ 2147483647 w 372"/>
                  <a:gd name="T63" fmla="*/ 2147483647 h 426"/>
                  <a:gd name="T64" fmla="*/ 2147483647 w 372"/>
                  <a:gd name="T65" fmla="*/ 2147483647 h 426"/>
                  <a:gd name="T66" fmla="*/ 2147483647 w 372"/>
                  <a:gd name="T67" fmla="*/ 2147483647 h 426"/>
                  <a:gd name="T68" fmla="*/ 2147483647 w 372"/>
                  <a:gd name="T69" fmla="*/ 2147483647 h 426"/>
                  <a:gd name="T70" fmla="*/ 2147483647 w 372"/>
                  <a:gd name="T71" fmla="*/ 2147483647 h 426"/>
                  <a:gd name="T72" fmla="*/ 2147483647 w 372"/>
                  <a:gd name="T73" fmla="*/ 2147483647 h 426"/>
                  <a:gd name="T74" fmla="*/ 2147483647 w 372"/>
                  <a:gd name="T75" fmla="*/ 2147483647 h 426"/>
                  <a:gd name="T76" fmla="*/ 2147483647 w 372"/>
                  <a:gd name="T77" fmla="*/ 2147483647 h 426"/>
                  <a:gd name="T78" fmla="*/ 2147483647 w 372"/>
                  <a:gd name="T79" fmla="*/ 2147483647 h 426"/>
                  <a:gd name="T80" fmla="*/ 2147483647 w 372"/>
                  <a:gd name="T81" fmla="*/ 2147483647 h 426"/>
                  <a:gd name="T82" fmla="*/ 2147483647 w 372"/>
                  <a:gd name="T83" fmla="*/ 2147483647 h 426"/>
                  <a:gd name="T84" fmla="*/ 2147483647 w 372"/>
                  <a:gd name="T85" fmla="*/ 0 h 426"/>
                  <a:gd name="T86" fmla="*/ 2147483647 w 372"/>
                  <a:gd name="T87" fmla="*/ 2147483647 h 426"/>
                  <a:gd name="T88" fmla="*/ 0 w 372"/>
                  <a:gd name="T89" fmla="*/ 2147483647 h 426"/>
                  <a:gd name="T90" fmla="*/ 2147483647 w 372"/>
                  <a:gd name="T91" fmla="*/ 2147483647 h 426"/>
                  <a:gd name="T92" fmla="*/ 2147483647 w 372"/>
                  <a:gd name="T93" fmla="*/ 2147483647 h 426"/>
                  <a:gd name="T94" fmla="*/ 2147483647 w 372"/>
                  <a:gd name="T95" fmla="*/ 2147483647 h 426"/>
                  <a:gd name="T96" fmla="*/ 2147483647 w 372"/>
                  <a:gd name="T97" fmla="*/ 2147483647 h 426"/>
                  <a:gd name="T98" fmla="*/ 2147483647 w 372"/>
                  <a:gd name="T99" fmla="*/ 2147483647 h 426"/>
                  <a:gd name="T100" fmla="*/ 2147483647 w 372"/>
                  <a:gd name="T101" fmla="*/ 2147483647 h 426"/>
                  <a:gd name="T102" fmla="*/ 2147483647 w 372"/>
                  <a:gd name="T103" fmla="*/ 2147483647 h 426"/>
                  <a:gd name="T104" fmla="*/ 2147483647 w 372"/>
                  <a:gd name="T105" fmla="*/ 2147483647 h 426"/>
                  <a:gd name="T106" fmla="*/ 2147483647 w 372"/>
                  <a:gd name="T107" fmla="*/ 2147483647 h 426"/>
                  <a:gd name="T108" fmla="*/ 2147483647 w 372"/>
                  <a:gd name="T109" fmla="*/ 2147483647 h 426"/>
                  <a:gd name="T110" fmla="*/ 2147483647 w 372"/>
                  <a:gd name="T111" fmla="*/ 2147483647 h 426"/>
                  <a:gd name="T112" fmla="*/ 2147483647 w 372"/>
                  <a:gd name="T113" fmla="*/ 2147483647 h 426"/>
                  <a:gd name="T114" fmla="*/ 2147483647 w 372"/>
                  <a:gd name="T115" fmla="*/ 2147483647 h 42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372"/>
                  <a:gd name="T175" fmla="*/ 0 h 426"/>
                  <a:gd name="T176" fmla="*/ 372 w 372"/>
                  <a:gd name="T177" fmla="*/ 426 h 42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372" h="426">
                    <a:moveTo>
                      <a:pt x="132" y="414"/>
                    </a:moveTo>
                    <a:lnTo>
                      <a:pt x="138" y="354"/>
                    </a:lnTo>
                    <a:lnTo>
                      <a:pt x="144" y="354"/>
                    </a:lnTo>
                    <a:lnTo>
                      <a:pt x="150" y="360"/>
                    </a:lnTo>
                    <a:lnTo>
                      <a:pt x="162" y="360"/>
                    </a:lnTo>
                    <a:lnTo>
                      <a:pt x="174" y="366"/>
                    </a:lnTo>
                    <a:lnTo>
                      <a:pt x="192" y="372"/>
                    </a:lnTo>
                    <a:lnTo>
                      <a:pt x="216" y="372"/>
                    </a:lnTo>
                    <a:lnTo>
                      <a:pt x="210" y="366"/>
                    </a:lnTo>
                    <a:lnTo>
                      <a:pt x="210" y="348"/>
                    </a:lnTo>
                    <a:lnTo>
                      <a:pt x="204" y="342"/>
                    </a:lnTo>
                    <a:lnTo>
                      <a:pt x="222" y="342"/>
                    </a:lnTo>
                    <a:lnTo>
                      <a:pt x="258" y="360"/>
                    </a:lnTo>
                    <a:lnTo>
                      <a:pt x="270" y="360"/>
                    </a:lnTo>
                    <a:lnTo>
                      <a:pt x="282" y="348"/>
                    </a:lnTo>
                    <a:lnTo>
                      <a:pt x="282" y="336"/>
                    </a:lnTo>
                    <a:lnTo>
                      <a:pt x="270" y="300"/>
                    </a:lnTo>
                    <a:lnTo>
                      <a:pt x="318" y="354"/>
                    </a:lnTo>
                    <a:lnTo>
                      <a:pt x="318" y="360"/>
                    </a:lnTo>
                    <a:lnTo>
                      <a:pt x="312" y="366"/>
                    </a:lnTo>
                    <a:lnTo>
                      <a:pt x="312" y="390"/>
                    </a:lnTo>
                    <a:lnTo>
                      <a:pt x="306" y="402"/>
                    </a:lnTo>
                    <a:lnTo>
                      <a:pt x="306" y="414"/>
                    </a:lnTo>
                    <a:lnTo>
                      <a:pt x="312" y="420"/>
                    </a:lnTo>
                    <a:lnTo>
                      <a:pt x="324" y="420"/>
                    </a:lnTo>
                    <a:lnTo>
                      <a:pt x="330" y="426"/>
                    </a:lnTo>
                    <a:lnTo>
                      <a:pt x="336" y="414"/>
                    </a:lnTo>
                    <a:lnTo>
                      <a:pt x="336" y="408"/>
                    </a:lnTo>
                    <a:lnTo>
                      <a:pt x="372" y="414"/>
                    </a:lnTo>
                    <a:lnTo>
                      <a:pt x="360" y="354"/>
                    </a:lnTo>
                    <a:lnTo>
                      <a:pt x="360" y="348"/>
                    </a:lnTo>
                    <a:lnTo>
                      <a:pt x="354" y="342"/>
                    </a:lnTo>
                    <a:lnTo>
                      <a:pt x="348" y="330"/>
                    </a:lnTo>
                    <a:lnTo>
                      <a:pt x="342" y="312"/>
                    </a:lnTo>
                    <a:lnTo>
                      <a:pt x="336" y="300"/>
                    </a:lnTo>
                    <a:lnTo>
                      <a:pt x="336" y="288"/>
                    </a:lnTo>
                    <a:lnTo>
                      <a:pt x="330" y="276"/>
                    </a:lnTo>
                    <a:lnTo>
                      <a:pt x="330" y="270"/>
                    </a:lnTo>
                    <a:lnTo>
                      <a:pt x="324" y="258"/>
                    </a:lnTo>
                    <a:lnTo>
                      <a:pt x="324" y="240"/>
                    </a:lnTo>
                    <a:lnTo>
                      <a:pt x="318" y="234"/>
                    </a:lnTo>
                    <a:lnTo>
                      <a:pt x="306" y="228"/>
                    </a:lnTo>
                    <a:lnTo>
                      <a:pt x="288" y="228"/>
                    </a:lnTo>
                    <a:lnTo>
                      <a:pt x="288" y="252"/>
                    </a:lnTo>
                    <a:lnTo>
                      <a:pt x="282" y="288"/>
                    </a:lnTo>
                    <a:lnTo>
                      <a:pt x="264" y="264"/>
                    </a:lnTo>
                    <a:lnTo>
                      <a:pt x="258" y="264"/>
                    </a:lnTo>
                    <a:lnTo>
                      <a:pt x="240" y="246"/>
                    </a:lnTo>
                    <a:lnTo>
                      <a:pt x="234" y="234"/>
                    </a:lnTo>
                    <a:lnTo>
                      <a:pt x="234" y="216"/>
                    </a:lnTo>
                    <a:lnTo>
                      <a:pt x="240" y="204"/>
                    </a:lnTo>
                    <a:lnTo>
                      <a:pt x="252" y="192"/>
                    </a:lnTo>
                    <a:lnTo>
                      <a:pt x="258" y="192"/>
                    </a:lnTo>
                    <a:lnTo>
                      <a:pt x="270" y="186"/>
                    </a:lnTo>
                    <a:lnTo>
                      <a:pt x="276" y="186"/>
                    </a:lnTo>
                    <a:lnTo>
                      <a:pt x="282" y="180"/>
                    </a:lnTo>
                    <a:lnTo>
                      <a:pt x="288" y="168"/>
                    </a:lnTo>
                    <a:lnTo>
                      <a:pt x="294" y="150"/>
                    </a:lnTo>
                    <a:lnTo>
                      <a:pt x="294" y="138"/>
                    </a:lnTo>
                    <a:lnTo>
                      <a:pt x="300" y="138"/>
                    </a:lnTo>
                    <a:lnTo>
                      <a:pt x="306" y="132"/>
                    </a:lnTo>
                    <a:lnTo>
                      <a:pt x="306" y="126"/>
                    </a:lnTo>
                    <a:lnTo>
                      <a:pt x="282" y="102"/>
                    </a:lnTo>
                    <a:lnTo>
                      <a:pt x="276" y="102"/>
                    </a:lnTo>
                    <a:lnTo>
                      <a:pt x="228" y="114"/>
                    </a:lnTo>
                    <a:lnTo>
                      <a:pt x="210" y="114"/>
                    </a:lnTo>
                    <a:lnTo>
                      <a:pt x="198" y="108"/>
                    </a:lnTo>
                    <a:lnTo>
                      <a:pt x="138" y="108"/>
                    </a:lnTo>
                    <a:lnTo>
                      <a:pt x="132" y="102"/>
                    </a:lnTo>
                    <a:lnTo>
                      <a:pt x="126" y="102"/>
                    </a:lnTo>
                    <a:lnTo>
                      <a:pt x="126" y="66"/>
                    </a:lnTo>
                    <a:lnTo>
                      <a:pt x="120" y="66"/>
                    </a:lnTo>
                    <a:lnTo>
                      <a:pt x="120" y="36"/>
                    </a:lnTo>
                    <a:lnTo>
                      <a:pt x="114" y="30"/>
                    </a:lnTo>
                    <a:lnTo>
                      <a:pt x="108" y="30"/>
                    </a:lnTo>
                    <a:lnTo>
                      <a:pt x="102" y="24"/>
                    </a:lnTo>
                    <a:lnTo>
                      <a:pt x="96" y="42"/>
                    </a:lnTo>
                    <a:lnTo>
                      <a:pt x="90" y="36"/>
                    </a:lnTo>
                    <a:lnTo>
                      <a:pt x="78" y="36"/>
                    </a:lnTo>
                    <a:lnTo>
                      <a:pt x="72" y="30"/>
                    </a:lnTo>
                    <a:lnTo>
                      <a:pt x="66" y="18"/>
                    </a:lnTo>
                    <a:lnTo>
                      <a:pt x="66" y="12"/>
                    </a:lnTo>
                    <a:lnTo>
                      <a:pt x="60" y="0"/>
                    </a:lnTo>
                    <a:lnTo>
                      <a:pt x="42" y="6"/>
                    </a:lnTo>
                    <a:lnTo>
                      <a:pt x="48" y="12"/>
                    </a:lnTo>
                    <a:lnTo>
                      <a:pt x="24" y="0"/>
                    </a:lnTo>
                    <a:lnTo>
                      <a:pt x="6" y="0"/>
                    </a:lnTo>
                    <a:lnTo>
                      <a:pt x="18" y="18"/>
                    </a:lnTo>
                    <a:lnTo>
                      <a:pt x="6" y="30"/>
                    </a:lnTo>
                    <a:lnTo>
                      <a:pt x="0" y="42"/>
                    </a:lnTo>
                    <a:lnTo>
                      <a:pt x="0" y="48"/>
                    </a:lnTo>
                    <a:lnTo>
                      <a:pt x="6" y="60"/>
                    </a:lnTo>
                    <a:lnTo>
                      <a:pt x="18" y="66"/>
                    </a:lnTo>
                    <a:lnTo>
                      <a:pt x="30" y="78"/>
                    </a:lnTo>
                    <a:lnTo>
                      <a:pt x="36" y="78"/>
                    </a:lnTo>
                    <a:lnTo>
                      <a:pt x="66" y="96"/>
                    </a:lnTo>
                    <a:lnTo>
                      <a:pt x="66" y="108"/>
                    </a:lnTo>
                    <a:lnTo>
                      <a:pt x="30" y="108"/>
                    </a:lnTo>
                    <a:lnTo>
                      <a:pt x="30" y="138"/>
                    </a:lnTo>
                    <a:lnTo>
                      <a:pt x="24" y="138"/>
                    </a:lnTo>
                    <a:lnTo>
                      <a:pt x="12" y="150"/>
                    </a:lnTo>
                    <a:lnTo>
                      <a:pt x="24" y="162"/>
                    </a:lnTo>
                    <a:lnTo>
                      <a:pt x="36" y="168"/>
                    </a:lnTo>
                    <a:lnTo>
                      <a:pt x="54" y="168"/>
                    </a:lnTo>
                    <a:lnTo>
                      <a:pt x="66" y="174"/>
                    </a:lnTo>
                    <a:lnTo>
                      <a:pt x="72" y="180"/>
                    </a:lnTo>
                    <a:lnTo>
                      <a:pt x="72" y="186"/>
                    </a:lnTo>
                    <a:lnTo>
                      <a:pt x="66" y="204"/>
                    </a:lnTo>
                    <a:lnTo>
                      <a:pt x="60" y="210"/>
                    </a:lnTo>
                    <a:lnTo>
                      <a:pt x="54" y="222"/>
                    </a:lnTo>
                    <a:lnTo>
                      <a:pt x="66" y="252"/>
                    </a:lnTo>
                    <a:lnTo>
                      <a:pt x="96" y="276"/>
                    </a:lnTo>
                    <a:lnTo>
                      <a:pt x="96" y="306"/>
                    </a:lnTo>
                    <a:lnTo>
                      <a:pt x="114" y="348"/>
                    </a:lnTo>
                    <a:lnTo>
                      <a:pt x="108" y="378"/>
                    </a:lnTo>
                    <a:lnTo>
                      <a:pt x="132" y="41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8" name="Bahrain" descr="© INSCALE GmbH, 05.05.2010&#10;http://www.presentationload.com/">
                <a:extLst>
                  <a:ext uri="{FF2B5EF4-FFF2-40B4-BE49-F238E27FC236}">
                    <a16:creationId xmlns:a16="http://schemas.microsoft.com/office/drawing/2014/main" id="{BD6E49CB-7597-92E6-4D28-16243795DFA3}"/>
                  </a:ext>
                </a:extLst>
              </p:cNvPr>
              <p:cNvSpPr>
                <a:spLocks/>
              </p:cNvSpPr>
              <p:nvPr/>
            </p:nvSpPr>
            <p:spPr bwMode="gray">
              <a:xfrm>
                <a:off x="5569528" y="2413548"/>
                <a:ext cx="10377" cy="20753"/>
              </a:xfrm>
              <a:custGeom>
                <a:avLst/>
                <a:gdLst>
                  <a:gd name="T0" fmla="*/ 2147483647 w 15"/>
                  <a:gd name="T1" fmla="*/ 0 h 28"/>
                  <a:gd name="T2" fmla="*/ 2147483647 w 15"/>
                  <a:gd name="T3" fmla="*/ 2147483647 h 28"/>
                  <a:gd name="T4" fmla="*/ 2147483647 w 15"/>
                  <a:gd name="T5" fmla="*/ 2147483647 h 28"/>
                  <a:gd name="T6" fmla="*/ 2032697641 w 15"/>
                  <a:gd name="T7" fmla="*/ 2147483647 h 28"/>
                  <a:gd name="T8" fmla="*/ 813299296 w 15"/>
                  <a:gd name="T9" fmla="*/ 2147483647 h 28"/>
                  <a:gd name="T10" fmla="*/ 2147483647 w 15"/>
                  <a:gd name="T11" fmla="*/ 0 h 28"/>
                  <a:gd name="T12" fmla="*/ 0 60000 65536"/>
                  <a:gd name="T13" fmla="*/ 0 60000 65536"/>
                  <a:gd name="T14" fmla="*/ 0 60000 65536"/>
                  <a:gd name="T15" fmla="*/ 0 60000 65536"/>
                  <a:gd name="T16" fmla="*/ 0 60000 65536"/>
                  <a:gd name="T17" fmla="*/ 0 60000 65536"/>
                  <a:gd name="T18" fmla="*/ 0 w 15"/>
                  <a:gd name="T19" fmla="*/ 0 h 28"/>
                  <a:gd name="T20" fmla="*/ 15 w 15"/>
                  <a:gd name="T21" fmla="*/ 28 h 28"/>
                </a:gdLst>
                <a:ahLst/>
                <a:cxnLst>
                  <a:cxn ang="T12">
                    <a:pos x="T0" y="T1"/>
                  </a:cxn>
                  <a:cxn ang="T13">
                    <a:pos x="T2" y="T3"/>
                  </a:cxn>
                  <a:cxn ang="T14">
                    <a:pos x="T4" y="T5"/>
                  </a:cxn>
                  <a:cxn ang="T15">
                    <a:pos x="T6" y="T7"/>
                  </a:cxn>
                  <a:cxn ang="T16">
                    <a:pos x="T8" y="T9"/>
                  </a:cxn>
                  <a:cxn ang="T17">
                    <a:pos x="T10" y="T11"/>
                  </a:cxn>
                </a:cxnLst>
                <a:rect l="T18" t="T19" r="T20" b="T21"/>
                <a:pathLst>
                  <a:path w="15" h="28">
                    <a:moveTo>
                      <a:pt x="9" y="0"/>
                    </a:moveTo>
                    <a:cubicBezTo>
                      <a:pt x="14" y="0"/>
                      <a:pt x="15" y="10"/>
                      <a:pt x="14" y="14"/>
                    </a:cubicBezTo>
                    <a:cubicBezTo>
                      <a:pt x="13" y="18"/>
                      <a:pt x="15" y="28"/>
                      <a:pt x="9" y="28"/>
                    </a:cubicBezTo>
                    <a:cubicBezTo>
                      <a:pt x="4" y="27"/>
                      <a:pt x="5" y="21"/>
                      <a:pt x="5" y="18"/>
                    </a:cubicBezTo>
                    <a:cubicBezTo>
                      <a:pt x="5" y="14"/>
                      <a:pt x="0" y="14"/>
                      <a:pt x="2" y="8"/>
                    </a:cubicBez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69" name="Belarus" descr="© INSCALE GmbH, 05.05.2010&#10;http://www.presentationload.com/">
                <a:extLst>
                  <a:ext uri="{FF2B5EF4-FFF2-40B4-BE49-F238E27FC236}">
                    <a16:creationId xmlns:a16="http://schemas.microsoft.com/office/drawing/2014/main" id="{64093BE3-A4B9-750C-8D2C-98342BC96046}"/>
                  </a:ext>
                </a:extLst>
              </p:cNvPr>
              <p:cNvSpPr>
                <a:spLocks/>
              </p:cNvSpPr>
              <p:nvPr/>
            </p:nvSpPr>
            <p:spPr bwMode="gray">
              <a:xfrm>
                <a:off x="4809071" y="1516708"/>
                <a:ext cx="216427" cy="140826"/>
              </a:xfrm>
              <a:custGeom>
                <a:avLst/>
                <a:gdLst>
                  <a:gd name="T0" fmla="*/ 2147483647 w 570"/>
                  <a:gd name="T1" fmla="*/ 2147483647 h 372"/>
                  <a:gd name="T2" fmla="*/ 2147483647 w 570"/>
                  <a:gd name="T3" fmla="*/ 2147483647 h 372"/>
                  <a:gd name="T4" fmla="*/ 2147483647 w 570"/>
                  <a:gd name="T5" fmla="*/ 2147483647 h 372"/>
                  <a:gd name="T6" fmla="*/ 2147483647 w 570"/>
                  <a:gd name="T7" fmla="*/ 2147483647 h 372"/>
                  <a:gd name="T8" fmla="*/ 2147483647 w 570"/>
                  <a:gd name="T9" fmla="*/ 2147483647 h 372"/>
                  <a:gd name="T10" fmla="*/ 2147483647 w 570"/>
                  <a:gd name="T11" fmla="*/ 2147483647 h 372"/>
                  <a:gd name="T12" fmla="*/ 2147483647 w 570"/>
                  <a:gd name="T13" fmla="*/ 2147483647 h 372"/>
                  <a:gd name="T14" fmla="*/ 2147483647 w 570"/>
                  <a:gd name="T15" fmla="*/ 2147483647 h 372"/>
                  <a:gd name="T16" fmla="*/ 2147483647 w 570"/>
                  <a:gd name="T17" fmla="*/ 2147483647 h 372"/>
                  <a:gd name="T18" fmla="*/ 2147483647 w 570"/>
                  <a:gd name="T19" fmla="*/ 2147483647 h 372"/>
                  <a:gd name="T20" fmla="*/ 2147483647 w 570"/>
                  <a:gd name="T21" fmla="*/ 2147483647 h 372"/>
                  <a:gd name="T22" fmla="*/ 2147483647 w 570"/>
                  <a:gd name="T23" fmla="*/ 2147483647 h 372"/>
                  <a:gd name="T24" fmla="*/ 2147483647 w 570"/>
                  <a:gd name="T25" fmla="*/ 2147483647 h 372"/>
                  <a:gd name="T26" fmla="*/ 2147483647 w 570"/>
                  <a:gd name="T27" fmla="*/ 2147483647 h 372"/>
                  <a:gd name="T28" fmla="*/ 2147483647 w 570"/>
                  <a:gd name="T29" fmla="*/ 2147483647 h 372"/>
                  <a:gd name="T30" fmla="*/ 2147483647 w 570"/>
                  <a:gd name="T31" fmla="*/ 2147483647 h 372"/>
                  <a:gd name="T32" fmla="*/ 2147483647 w 570"/>
                  <a:gd name="T33" fmla="*/ 2147483647 h 372"/>
                  <a:gd name="T34" fmla="*/ 2147483647 w 570"/>
                  <a:gd name="T35" fmla="*/ 2147483647 h 372"/>
                  <a:gd name="T36" fmla="*/ 2147483647 w 570"/>
                  <a:gd name="T37" fmla="*/ 2147483647 h 372"/>
                  <a:gd name="T38" fmla="*/ 2147483647 w 570"/>
                  <a:gd name="T39" fmla="*/ 2147483647 h 372"/>
                  <a:gd name="T40" fmla="*/ 2147483647 w 570"/>
                  <a:gd name="T41" fmla="*/ 2147483647 h 372"/>
                  <a:gd name="T42" fmla="*/ 2147483647 w 570"/>
                  <a:gd name="T43" fmla="*/ 2147483647 h 372"/>
                  <a:gd name="T44" fmla="*/ 2147483647 w 570"/>
                  <a:gd name="T45" fmla="*/ 2147483647 h 372"/>
                  <a:gd name="T46" fmla="*/ 2147483647 w 570"/>
                  <a:gd name="T47" fmla="*/ 2147483647 h 372"/>
                  <a:gd name="T48" fmla="*/ 2147483647 w 570"/>
                  <a:gd name="T49" fmla="*/ 2147483647 h 372"/>
                  <a:gd name="T50" fmla="*/ 2147483647 w 570"/>
                  <a:gd name="T51" fmla="*/ 2147483647 h 372"/>
                  <a:gd name="T52" fmla="*/ 2147483647 w 570"/>
                  <a:gd name="T53" fmla="*/ 2147483647 h 372"/>
                  <a:gd name="T54" fmla="*/ 2147483647 w 570"/>
                  <a:gd name="T55" fmla="*/ 2147483647 h 372"/>
                  <a:gd name="T56" fmla="*/ 2147483647 w 570"/>
                  <a:gd name="T57" fmla="*/ 0 h 372"/>
                  <a:gd name="T58" fmla="*/ 2147483647 w 570"/>
                  <a:gd name="T59" fmla="*/ 2147483647 h 372"/>
                  <a:gd name="T60" fmla="*/ 2147483647 w 570"/>
                  <a:gd name="T61" fmla="*/ 2147483647 h 372"/>
                  <a:gd name="T62" fmla="*/ 2147483647 w 570"/>
                  <a:gd name="T63" fmla="*/ 2147483647 h 372"/>
                  <a:gd name="T64" fmla="*/ 2147483647 w 570"/>
                  <a:gd name="T65" fmla="*/ 2147483647 h 372"/>
                  <a:gd name="T66" fmla="*/ 2147483647 w 570"/>
                  <a:gd name="T67" fmla="*/ 2147483647 h 372"/>
                  <a:gd name="T68" fmla="*/ 2147483647 w 570"/>
                  <a:gd name="T69" fmla="*/ 2147483647 h 372"/>
                  <a:gd name="T70" fmla="*/ 2147483647 w 570"/>
                  <a:gd name="T71" fmla="*/ 2147483647 h 372"/>
                  <a:gd name="T72" fmla="*/ 2147483647 w 570"/>
                  <a:gd name="T73" fmla="*/ 2147483647 h 372"/>
                  <a:gd name="T74" fmla="*/ 2147483647 w 570"/>
                  <a:gd name="T75" fmla="*/ 2147483647 h 372"/>
                  <a:gd name="T76" fmla="*/ 2147483647 w 570"/>
                  <a:gd name="T77" fmla="*/ 2147483647 h 372"/>
                  <a:gd name="T78" fmla="*/ 2147483647 w 570"/>
                  <a:gd name="T79" fmla="*/ 2147483647 h 372"/>
                  <a:gd name="T80" fmla="*/ 2147483647 w 570"/>
                  <a:gd name="T81" fmla="*/ 2147483647 h 372"/>
                  <a:gd name="T82" fmla="*/ 2147483647 w 570"/>
                  <a:gd name="T83" fmla="*/ 2147483647 h 372"/>
                  <a:gd name="T84" fmla="*/ 2147483647 w 570"/>
                  <a:gd name="T85" fmla="*/ 2147483647 h 372"/>
                  <a:gd name="T86" fmla="*/ 2147483647 w 570"/>
                  <a:gd name="T87" fmla="*/ 2147483647 h 372"/>
                  <a:gd name="T88" fmla="*/ 2147483647 w 570"/>
                  <a:gd name="T89" fmla="*/ 2147483647 h 372"/>
                  <a:gd name="T90" fmla="*/ 2147483647 w 570"/>
                  <a:gd name="T91" fmla="*/ 2147483647 h 372"/>
                  <a:gd name="T92" fmla="*/ 2147483647 w 570"/>
                  <a:gd name="T93" fmla="*/ 2147483647 h 372"/>
                  <a:gd name="T94" fmla="*/ 2147483647 w 570"/>
                  <a:gd name="T95" fmla="*/ 2147483647 h 372"/>
                  <a:gd name="T96" fmla="*/ 2147483647 w 570"/>
                  <a:gd name="T97" fmla="*/ 2147483647 h 37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570"/>
                  <a:gd name="T148" fmla="*/ 0 h 372"/>
                  <a:gd name="T149" fmla="*/ 570 w 570"/>
                  <a:gd name="T150" fmla="*/ 372 h 37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570" h="372">
                    <a:moveTo>
                      <a:pt x="24" y="312"/>
                    </a:moveTo>
                    <a:lnTo>
                      <a:pt x="24" y="342"/>
                    </a:lnTo>
                    <a:lnTo>
                      <a:pt x="30" y="354"/>
                    </a:lnTo>
                    <a:lnTo>
                      <a:pt x="36" y="360"/>
                    </a:lnTo>
                    <a:lnTo>
                      <a:pt x="48" y="360"/>
                    </a:lnTo>
                    <a:lnTo>
                      <a:pt x="60" y="354"/>
                    </a:lnTo>
                    <a:lnTo>
                      <a:pt x="72" y="342"/>
                    </a:lnTo>
                    <a:lnTo>
                      <a:pt x="72" y="336"/>
                    </a:lnTo>
                    <a:lnTo>
                      <a:pt x="108" y="336"/>
                    </a:lnTo>
                    <a:lnTo>
                      <a:pt x="120" y="330"/>
                    </a:lnTo>
                    <a:lnTo>
                      <a:pt x="126" y="324"/>
                    </a:lnTo>
                    <a:lnTo>
                      <a:pt x="174" y="324"/>
                    </a:lnTo>
                    <a:lnTo>
                      <a:pt x="174" y="330"/>
                    </a:lnTo>
                    <a:lnTo>
                      <a:pt x="180" y="336"/>
                    </a:lnTo>
                    <a:lnTo>
                      <a:pt x="216" y="336"/>
                    </a:lnTo>
                    <a:lnTo>
                      <a:pt x="240" y="342"/>
                    </a:lnTo>
                    <a:lnTo>
                      <a:pt x="258" y="354"/>
                    </a:lnTo>
                    <a:lnTo>
                      <a:pt x="264" y="348"/>
                    </a:lnTo>
                    <a:lnTo>
                      <a:pt x="282" y="360"/>
                    </a:lnTo>
                    <a:lnTo>
                      <a:pt x="294" y="348"/>
                    </a:lnTo>
                    <a:lnTo>
                      <a:pt x="300" y="360"/>
                    </a:lnTo>
                    <a:lnTo>
                      <a:pt x="318" y="354"/>
                    </a:lnTo>
                    <a:lnTo>
                      <a:pt x="324" y="360"/>
                    </a:lnTo>
                    <a:lnTo>
                      <a:pt x="336" y="354"/>
                    </a:lnTo>
                    <a:lnTo>
                      <a:pt x="348" y="366"/>
                    </a:lnTo>
                    <a:lnTo>
                      <a:pt x="348" y="360"/>
                    </a:lnTo>
                    <a:lnTo>
                      <a:pt x="354" y="354"/>
                    </a:lnTo>
                    <a:lnTo>
                      <a:pt x="372" y="354"/>
                    </a:lnTo>
                    <a:lnTo>
                      <a:pt x="378" y="360"/>
                    </a:lnTo>
                    <a:lnTo>
                      <a:pt x="378" y="372"/>
                    </a:lnTo>
                    <a:lnTo>
                      <a:pt x="384" y="372"/>
                    </a:lnTo>
                    <a:lnTo>
                      <a:pt x="396" y="366"/>
                    </a:lnTo>
                    <a:lnTo>
                      <a:pt x="420" y="366"/>
                    </a:lnTo>
                    <a:lnTo>
                      <a:pt x="426" y="372"/>
                    </a:lnTo>
                    <a:lnTo>
                      <a:pt x="444" y="372"/>
                    </a:lnTo>
                    <a:lnTo>
                      <a:pt x="450" y="366"/>
                    </a:lnTo>
                    <a:lnTo>
                      <a:pt x="450" y="354"/>
                    </a:lnTo>
                    <a:lnTo>
                      <a:pt x="444" y="348"/>
                    </a:lnTo>
                    <a:lnTo>
                      <a:pt x="450" y="336"/>
                    </a:lnTo>
                    <a:lnTo>
                      <a:pt x="456" y="330"/>
                    </a:lnTo>
                    <a:lnTo>
                      <a:pt x="468" y="324"/>
                    </a:lnTo>
                    <a:lnTo>
                      <a:pt x="474" y="312"/>
                    </a:lnTo>
                    <a:lnTo>
                      <a:pt x="498" y="312"/>
                    </a:lnTo>
                    <a:lnTo>
                      <a:pt x="516" y="318"/>
                    </a:lnTo>
                    <a:lnTo>
                      <a:pt x="516" y="300"/>
                    </a:lnTo>
                    <a:lnTo>
                      <a:pt x="510" y="288"/>
                    </a:lnTo>
                    <a:lnTo>
                      <a:pt x="504" y="282"/>
                    </a:lnTo>
                    <a:lnTo>
                      <a:pt x="504" y="264"/>
                    </a:lnTo>
                    <a:lnTo>
                      <a:pt x="480" y="240"/>
                    </a:lnTo>
                    <a:lnTo>
                      <a:pt x="480" y="234"/>
                    </a:lnTo>
                    <a:lnTo>
                      <a:pt x="486" y="228"/>
                    </a:lnTo>
                    <a:lnTo>
                      <a:pt x="510" y="228"/>
                    </a:lnTo>
                    <a:lnTo>
                      <a:pt x="510" y="234"/>
                    </a:lnTo>
                    <a:lnTo>
                      <a:pt x="516" y="234"/>
                    </a:lnTo>
                    <a:lnTo>
                      <a:pt x="522" y="240"/>
                    </a:lnTo>
                    <a:lnTo>
                      <a:pt x="528" y="240"/>
                    </a:lnTo>
                    <a:lnTo>
                      <a:pt x="552" y="228"/>
                    </a:lnTo>
                    <a:lnTo>
                      <a:pt x="558" y="216"/>
                    </a:lnTo>
                    <a:lnTo>
                      <a:pt x="570" y="210"/>
                    </a:lnTo>
                    <a:lnTo>
                      <a:pt x="546" y="198"/>
                    </a:lnTo>
                    <a:lnTo>
                      <a:pt x="552" y="192"/>
                    </a:lnTo>
                    <a:lnTo>
                      <a:pt x="552" y="186"/>
                    </a:lnTo>
                    <a:lnTo>
                      <a:pt x="546" y="186"/>
                    </a:lnTo>
                    <a:lnTo>
                      <a:pt x="540" y="180"/>
                    </a:lnTo>
                    <a:lnTo>
                      <a:pt x="504" y="180"/>
                    </a:lnTo>
                    <a:lnTo>
                      <a:pt x="504" y="156"/>
                    </a:lnTo>
                    <a:lnTo>
                      <a:pt x="474" y="144"/>
                    </a:lnTo>
                    <a:lnTo>
                      <a:pt x="474" y="132"/>
                    </a:lnTo>
                    <a:lnTo>
                      <a:pt x="456" y="114"/>
                    </a:lnTo>
                    <a:lnTo>
                      <a:pt x="444" y="108"/>
                    </a:lnTo>
                    <a:lnTo>
                      <a:pt x="438" y="102"/>
                    </a:lnTo>
                    <a:lnTo>
                      <a:pt x="444" y="84"/>
                    </a:lnTo>
                    <a:lnTo>
                      <a:pt x="432" y="66"/>
                    </a:lnTo>
                    <a:lnTo>
                      <a:pt x="438" y="60"/>
                    </a:lnTo>
                    <a:lnTo>
                      <a:pt x="438" y="48"/>
                    </a:lnTo>
                    <a:lnTo>
                      <a:pt x="432" y="42"/>
                    </a:lnTo>
                    <a:lnTo>
                      <a:pt x="396" y="24"/>
                    </a:lnTo>
                    <a:lnTo>
                      <a:pt x="390" y="18"/>
                    </a:lnTo>
                    <a:lnTo>
                      <a:pt x="384" y="18"/>
                    </a:lnTo>
                    <a:lnTo>
                      <a:pt x="354" y="36"/>
                    </a:lnTo>
                    <a:lnTo>
                      <a:pt x="348" y="18"/>
                    </a:lnTo>
                    <a:lnTo>
                      <a:pt x="312" y="12"/>
                    </a:lnTo>
                    <a:lnTo>
                      <a:pt x="300" y="18"/>
                    </a:lnTo>
                    <a:lnTo>
                      <a:pt x="300" y="12"/>
                    </a:lnTo>
                    <a:lnTo>
                      <a:pt x="294" y="6"/>
                    </a:lnTo>
                    <a:lnTo>
                      <a:pt x="276" y="6"/>
                    </a:lnTo>
                    <a:lnTo>
                      <a:pt x="270" y="0"/>
                    </a:lnTo>
                    <a:lnTo>
                      <a:pt x="258" y="0"/>
                    </a:lnTo>
                    <a:lnTo>
                      <a:pt x="252" y="6"/>
                    </a:lnTo>
                    <a:lnTo>
                      <a:pt x="246" y="18"/>
                    </a:lnTo>
                    <a:lnTo>
                      <a:pt x="240" y="24"/>
                    </a:lnTo>
                    <a:lnTo>
                      <a:pt x="234" y="24"/>
                    </a:lnTo>
                    <a:lnTo>
                      <a:pt x="228" y="30"/>
                    </a:lnTo>
                    <a:lnTo>
                      <a:pt x="222" y="24"/>
                    </a:lnTo>
                    <a:lnTo>
                      <a:pt x="198" y="24"/>
                    </a:lnTo>
                    <a:lnTo>
                      <a:pt x="192" y="30"/>
                    </a:lnTo>
                    <a:lnTo>
                      <a:pt x="180" y="36"/>
                    </a:lnTo>
                    <a:lnTo>
                      <a:pt x="174" y="42"/>
                    </a:lnTo>
                    <a:lnTo>
                      <a:pt x="174" y="54"/>
                    </a:lnTo>
                    <a:lnTo>
                      <a:pt x="192" y="72"/>
                    </a:lnTo>
                    <a:lnTo>
                      <a:pt x="186" y="78"/>
                    </a:lnTo>
                    <a:lnTo>
                      <a:pt x="168" y="78"/>
                    </a:lnTo>
                    <a:lnTo>
                      <a:pt x="162" y="72"/>
                    </a:lnTo>
                    <a:lnTo>
                      <a:pt x="156" y="72"/>
                    </a:lnTo>
                    <a:lnTo>
                      <a:pt x="162" y="90"/>
                    </a:lnTo>
                    <a:lnTo>
                      <a:pt x="144" y="90"/>
                    </a:lnTo>
                    <a:lnTo>
                      <a:pt x="138" y="96"/>
                    </a:lnTo>
                    <a:lnTo>
                      <a:pt x="138" y="102"/>
                    </a:lnTo>
                    <a:lnTo>
                      <a:pt x="144" y="114"/>
                    </a:lnTo>
                    <a:lnTo>
                      <a:pt x="144" y="120"/>
                    </a:lnTo>
                    <a:lnTo>
                      <a:pt x="132" y="120"/>
                    </a:lnTo>
                    <a:lnTo>
                      <a:pt x="132" y="126"/>
                    </a:lnTo>
                    <a:lnTo>
                      <a:pt x="138" y="132"/>
                    </a:lnTo>
                    <a:lnTo>
                      <a:pt x="138" y="144"/>
                    </a:lnTo>
                    <a:lnTo>
                      <a:pt x="144" y="150"/>
                    </a:lnTo>
                    <a:lnTo>
                      <a:pt x="144" y="156"/>
                    </a:lnTo>
                    <a:lnTo>
                      <a:pt x="132" y="156"/>
                    </a:lnTo>
                    <a:lnTo>
                      <a:pt x="138" y="150"/>
                    </a:lnTo>
                    <a:lnTo>
                      <a:pt x="138" y="144"/>
                    </a:lnTo>
                    <a:lnTo>
                      <a:pt x="120" y="144"/>
                    </a:lnTo>
                    <a:lnTo>
                      <a:pt x="108" y="150"/>
                    </a:lnTo>
                    <a:lnTo>
                      <a:pt x="102" y="156"/>
                    </a:lnTo>
                    <a:lnTo>
                      <a:pt x="96" y="168"/>
                    </a:lnTo>
                    <a:lnTo>
                      <a:pt x="84" y="156"/>
                    </a:lnTo>
                    <a:lnTo>
                      <a:pt x="84" y="174"/>
                    </a:lnTo>
                    <a:lnTo>
                      <a:pt x="54" y="174"/>
                    </a:lnTo>
                    <a:lnTo>
                      <a:pt x="54" y="168"/>
                    </a:lnTo>
                    <a:lnTo>
                      <a:pt x="48" y="162"/>
                    </a:lnTo>
                    <a:lnTo>
                      <a:pt x="42" y="162"/>
                    </a:lnTo>
                    <a:lnTo>
                      <a:pt x="30" y="168"/>
                    </a:lnTo>
                    <a:lnTo>
                      <a:pt x="18" y="168"/>
                    </a:lnTo>
                    <a:lnTo>
                      <a:pt x="12" y="174"/>
                    </a:lnTo>
                    <a:lnTo>
                      <a:pt x="6" y="174"/>
                    </a:lnTo>
                    <a:lnTo>
                      <a:pt x="12" y="186"/>
                    </a:lnTo>
                    <a:lnTo>
                      <a:pt x="18" y="192"/>
                    </a:lnTo>
                    <a:lnTo>
                      <a:pt x="18" y="204"/>
                    </a:lnTo>
                    <a:lnTo>
                      <a:pt x="24" y="210"/>
                    </a:lnTo>
                    <a:lnTo>
                      <a:pt x="36" y="234"/>
                    </a:lnTo>
                    <a:lnTo>
                      <a:pt x="42" y="240"/>
                    </a:lnTo>
                    <a:lnTo>
                      <a:pt x="42" y="246"/>
                    </a:lnTo>
                    <a:lnTo>
                      <a:pt x="36" y="252"/>
                    </a:lnTo>
                    <a:lnTo>
                      <a:pt x="36" y="264"/>
                    </a:lnTo>
                    <a:lnTo>
                      <a:pt x="12" y="270"/>
                    </a:lnTo>
                    <a:lnTo>
                      <a:pt x="12" y="288"/>
                    </a:lnTo>
                    <a:lnTo>
                      <a:pt x="0" y="288"/>
                    </a:lnTo>
                    <a:lnTo>
                      <a:pt x="0" y="294"/>
                    </a:lnTo>
                    <a:lnTo>
                      <a:pt x="6" y="300"/>
                    </a:lnTo>
                    <a:lnTo>
                      <a:pt x="12" y="300"/>
                    </a:lnTo>
                    <a:lnTo>
                      <a:pt x="24" y="31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0" name="Azerbaijan" descr="© INSCALE GmbH, 05.05.2010&#10;http://www.presentationload.com/">
                <a:extLst>
                  <a:ext uri="{FF2B5EF4-FFF2-40B4-BE49-F238E27FC236}">
                    <a16:creationId xmlns:a16="http://schemas.microsoft.com/office/drawing/2014/main" id="{B8759056-DC9B-FF16-1F4D-AEC3DE3CDA46}"/>
                  </a:ext>
                </a:extLst>
              </p:cNvPr>
              <p:cNvSpPr>
                <a:spLocks noEditPoints="1"/>
              </p:cNvSpPr>
              <p:nvPr/>
            </p:nvSpPr>
            <p:spPr bwMode="gray">
              <a:xfrm>
                <a:off x="5370891" y="1939187"/>
                <a:ext cx="136378" cy="109696"/>
              </a:xfrm>
              <a:custGeom>
                <a:avLst/>
                <a:gdLst>
                  <a:gd name="T0" fmla="*/ 2147483647 w 360"/>
                  <a:gd name="T1" fmla="*/ 2147483647 h 288"/>
                  <a:gd name="T2" fmla="*/ 2147483647 w 360"/>
                  <a:gd name="T3" fmla="*/ 2147483647 h 288"/>
                  <a:gd name="T4" fmla="*/ 2147483647 w 360"/>
                  <a:gd name="T5" fmla="*/ 2147483647 h 288"/>
                  <a:gd name="T6" fmla="*/ 2147483647 w 360"/>
                  <a:gd name="T7" fmla="*/ 2147483647 h 288"/>
                  <a:gd name="T8" fmla="*/ 2147483647 w 360"/>
                  <a:gd name="T9" fmla="*/ 2147483647 h 288"/>
                  <a:gd name="T10" fmla="*/ 2147483647 w 360"/>
                  <a:gd name="T11" fmla="*/ 2147483647 h 288"/>
                  <a:gd name="T12" fmla="*/ 2147483647 w 360"/>
                  <a:gd name="T13" fmla="*/ 2147483647 h 288"/>
                  <a:gd name="T14" fmla="*/ 2147483647 w 360"/>
                  <a:gd name="T15" fmla="*/ 2147483647 h 288"/>
                  <a:gd name="T16" fmla="*/ 2147483647 w 360"/>
                  <a:gd name="T17" fmla="*/ 2147483647 h 288"/>
                  <a:gd name="T18" fmla="*/ 2147483647 w 360"/>
                  <a:gd name="T19" fmla="*/ 2147483647 h 288"/>
                  <a:gd name="T20" fmla="*/ 2147483647 w 360"/>
                  <a:gd name="T21" fmla="*/ 2147483647 h 288"/>
                  <a:gd name="T22" fmla="*/ 2147483647 w 360"/>
                  <a:gd name="T23" fmla="*/ 2147483647 h 288"/>
                  <a:gd name="T24" fmla="*/ 2147483647 w 360"/>
                  <a:gd name="T25" fmla="*/ 2147483647 h 288"/>
                  <a:gd name="T26" fmla="*/ 2147483647 w 360"/>
                  <a:gd name="T27" fmla="*/ 0 h 288"/>
                  <a:gd name="T28" fmla="*/ 2147483647 w 360"/>
                  <a:gd name="T29" fmla="*/ 2147483647 h 288"/>
                  <a:gd name="T30" fmla="*/ 2147483647 w 360"/>
                  <a:gd name="T31" fmla="*/ 2147483647 h 288"/>
                  <a:gd name="T32" fmla="*/ 2147483647 w 360"/>
                  <a:gd name="T33" fmla="*/ 2147483647 h 288"/>
                  <a:gd name="T34" fmla="*/ 2147483647 w 360"/>
                  <a:gd name="T35" fmla="*/ 2147483647 h 288"/>
                  <a:gd name="T36" fmla="*/ 2147483647 w 360"/>
                  <a:gd name="T37" fmla="*/ 2147483647 h 288"/>
                  <a:gd name="T38" fmla="*/ 2147483647 w 360"/>
                  <a:gd name="T39" fmla="*/ 0 h 288"/>
                  <a:gd name="T40" fmla="*/ 2147483647 w 360"/>
                  <a:gd name="T41" fmla="*/ 2147483647 h 288"/>
                  <a:gd name="T42" fmla="*/ 2147483647 w 360"/>
                  <a:gd name="T43" fmla="*/ 2147483647 h 288"/>
                  <a:gd name="T44" fmla="*/ 2147483647 w 360"/>
                  <a:gd name="T45" fmla="*/ 2147483647 h 288"/>
                  <a:gd name="T46" fmla="*/ 2147483647 w 360"/>
                  <a:gd name="T47" fmla="*/ 2147483647 h 288"/>
                  <a:gd name="T48" fmla="*/ 2147483647 w 360"/>
                  <a:gd name="T49" fmla="*/ 2147483647 h 288"/>
                  <a:gd name="T50" fmla="*/ 2147483647 w 360"/>
                  <a:gd name="T51" fmla="*/ 2147483647 h 288"/>
                  <a:gd name="T52" fmla="*/ 2147483647 w 360"/>
                  <a:gd name="T53" fmla="*/ 2147483647 h 288"/>
                  <a:gd name="T54" fmla="*/ 0 w 360"/>
                  <a:gd name="T55" fmla="*/ 2147483647 h 288"/>
                  <a:gd name="T56" fmla="*/ 2147483647 w 360"/>
                  <a:gd name="T57" fmla="*/ 2147483647 h 288"/>
                  <a:gd name="T58" fmla="*/ 2147483647 w 360"/>
                  <a:gd name="T59" fmla="*/ 2147483647 h 288"/>
                  <a:gd name="T60" fmla="*/ 2147483647 w 360"/>
                  <a:gd name="T61" fmla="*/ 2147483647 h 288"/>
                  <a:gd name="T62" fmla="*/ 2147483647 w 360"/>
                  <a:gd name="T63" fmla="*/ 2147483647 h 288"/>
                  <a:gd name="T64" fmla="*/ 2147483647 w 360"/>
                  <a:gd name="T65" fmla="*/ 2147483647 h 288"/>
                  <a:gd name="T66" fmla="*/ 2147483647 w 360"/>
                  <a:gd name="T67" fmla="*/ 2147483647 h 288"/>
                  <a:gd name="T68" fmla="*/ 2147483647 w 360"/>
                  <a:gd name="T69" fmla="*/ 2147483647 h 288"/>
                  <a:gd name="T70" fmla="*/ 2147483647 w 360"/>
                  <a:gd name="T71" fmla="*/ 2147483647 h 288"/>
                  <a:gd name="T72" fmla="*/ 2147483647 w 360"/>
                  <a:gd name="T73" fmla="*/ 2147483647 h 288"/>
                  <a:gd name="T74" fmla="*/ 2147483647 w 360"/>
                  <a:gd name="T75" fmla="*/ 2147483647 h 288"/>
                  <a:gd name="T76" fmla="*/ 2147483647 w 360"/>
                  <a:gd name="T77" fmla="*/ 2147483647 h 288"/>
                  <a:gd name="T78" fmla="*/ 2147483647 w 360"/>
                  <a:gd name="T79" fmla="*/ 2147483647 h 288"/>
                  <a:gd name="T80" fmla="*/ 2147483647 w 360"/>
                  <a:gd name="T81" fmla="*/ 2147483647 h 288"/>
                  <a:gd name="T82" fmla="*/ 2147483647 w 360"/>
                  <a:gd name="T83" fmla="*/ 2147483647 h 288"/>
                  <a:gd name="T84" fmla="*/ 2147483647 w 360"/>
                  <a:gd name="T85" fmla="*/ 2147483647 h 288"/>
                  <a:gd name="T86" fmla="*/ 2147483647 w 360"/>
                  <a:gd name="T87" fmla="*/ 2147483647 h 288"/>
                  <a:gd name="T88" fmla="*/ 2147483647 w 360"/>
                  <a:gd name="T89" fmla="*/ 2147483647 h 288"/>
                  <a:gd name="T90" fmla="*/ 2147483647 w 360"/>
                  <a:gd name="T91" fmla="*/ 2147483647 h 288"/>
                  <a:gd name="T92" fmla="*/ 2147483647 w 360"/>
                  <a:gd name="T93" fmla="*/ 2147483647 h 288"/>
                  <a:gd name="T94" fmla="*/ 2147483647 w 360"/>
                  <a:gd name="T95" fmla="*/ 2147483647 h 288"/>
                  <a:gd name="T96" fmla="*/ 2147483647 w 360"/>
                  <a:gd name="T97" fmla="*/ 2147483647 h 288"/>
                  <a:gd name="T98" fmla="*/ 2147483647 w 360"/>
                  <a:gd name="T99" fmla="*/ 2147483647 h 288"/>
                  <a:gd name="T100" fmla="*/ 2147483647 w 360"/>
                  <a:gd name="T101" fmla="*/ 2147483647 h 288"/>
                  <a:gd name="T102" fmla="*/ 2147483647 w 360"/>
                  <a:gd name="T103" fmla="*/ 2147483647 h 288"/>
                  <a:gd name="T104" fmla="*/ 2147483647 w 360"/>
                  <a:gd name="T105" fmla="*/ 2147483647 h 288"/>
                  <a:gd name="T106" fmla="*/ 2147483647 w 360"/>
                  <a:gd name="T107" fmla="*/ 2147483647 h 288"/>
                  <a:gd name="T108" fmla="*/ 2147483647 w 360"/>
                  <a:gd name="T109" fmla="*/ 2147483647 h 288"/>
                  <a:gd name="T110" fmla="*/ 2147483647 w 360"/>
                  <a:gd name="T111" fmla="*/ 2147483647 h 288"/>
                  <a:gd name="T112" fmla="*/ 2147483647 w 360"/>
                  <a:gd name="T113" fmla="*/ 2147483647 h 288"/>
                  <a:gd name="T114" fmla="*/ 2147483647 w 360"/>
                  <a:gd name="T115" fmla="*/ 2147483647 h 288"/>
                  <a:gd name="T116" fmla="*/ 2147483647 w 360"/>
                  <a:gd name="T117" fmla="*/ 2147483647 h 288"/>
                  <a:gd name="T118" fmla="*/ 2147483647 w 360"/>
                  <a:gd name="T119" fmla="*/ 2147483647 h 288"/>
                  <a:gd name="T120" fmla="*/ 2147483647 w 360"/>
                  <a:gd name="T121" fmla="*/ 2147483647 h 2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60"/>
                  <a:gd name="T184" fmla="*/ 0 h 288"/>
                  <a:gd name="T185" fmla="*/ 360 w 360"/>
                  <a:gd name="T186" fmla="*/ 288 h 2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60" h="288">
                    <a:moveTo>
                      <a:pt x="66" y="186"/>
                    </a:moveTo>
                    <a:lnTo>
                      <a:pt x="36" y="186"/>
                    </a:lnTo>
                    <a:lnTo>
                      <a:pt x="24" y="174"/>
                    </a:lnTo>
                    <a:lnTo>
                      <a:pt x="6" y="174"/>
                    </a:lnTo>
                    <a:lnTo>
                      <a:pt x="12" y="186"/>
                    </a:lnTo>
                    <a:lnTo>
                      <a:pt x="12" y="192"/>
                    </a:lnTo>
                    <a:lnTo>
                      <a:pt x="18" y="204"/>
                    </a:lnTo>
                    <a:lnTo>
                      <a:pt x="36" y="222"/>
                    </a:lnTo>
                    <a:lnTo>
                      <a:pt x="48" y="228"/>
                    </a:lnTo>
                    <a:lnTo>
                      <a:pt x="84" y="240"/>
                    </a:lnTo>
                    <a:lnTo>
                      <a:pt x="90" y="240"/>
                    </a:lnTo>
                    <a:lnTo>
                      <a:pt x="84" y="234"/>
                    </a:lnTo>
                    <a:lnTo>
                      <a:pt x="84" y="222"/>
                    </a:lnTo>
                    <a:lnTo>
                      <a:pt x="78" y="216"/>
                    </a:lnTo>
                    <a:lnTo>
                      <a:pt x="78" y="204"/>
                    </a:lnTo>
                    <a:lnTo>
                      <a:pt x="72" y="198"/>
                    </a:lnTo>
                    <a:lnTo>
                      <a:pt x="72" y="186"/>
                    </a:lnTo>
                    <a:lnTo>
                      <a:pt x="66" y="186"/>
                    </a:lnTo>
                    <a:close/>
                    <a:moveTo>
                      <a:pt x="354" y="108"/>
                    </a:moveTo>
                    <a:lnTo>
                      <a:pt x="348" y="102"/>
                    </a:lnTo>
                    <a:lnTo>
                      <a:pt x="330" y="102"/>
                    </a:lnTo>
                    <a:lnTo>
                      <a:pt x="318" y="108"/>
                    </a:lnTo>
                    <a:lnTo>
                      <a:pt x="306" y="108"/>
                    </a:lnTo>
                    <a:lnTo>
                      <a:pt x="288" y="90"/>
                    </a:lnTo>
                    <a:lnTo>
                      <a:pt x="288" y="84"/>
                    </a:lnTo>
                    <a:lnTo>
                      <a:pt x="264" y="54"/>
                    </a:lnTo>
                    <a:lnTo>
                      <a:pt x="264" y="42"/>
                    </a:lnTo>
                    <a:lnTo>
                      <a:pt x="216" y="0"/>
                    </a:lnTo>
                    <a:lnTo>
                      <a:pt x="216" y="30"/>
                    </a:lnTo>
                    <a:lnTo>
                      <a:pt x="210" y="36"/>
                    </a:lnTo>
                    <a:lnTo>
                      <a:pt x="192" y="36"/>
                    </a:lnTo>
                    <a:lnTo>
                      <a:pt x="192" y="48"/>
                    </a:lnTo>
                    <a:lnTo>
                      <a:pt x="186" y="54"/>
                    </a:lnTo>
                    <a:lnTo>
                      <a:pt x="162" y="54"/>
                    </a:lnTo>
                    <a:lnTo>
                      <a:pt x="156" y="48"/>
                    </a:lnTo>
                    <a:lnTo>
                      <a:pt x="144" y="42"/>
                    </a:lnTo>
                    <a:lnTo>
                      <a:pt x="138" y="30"/>
                    </a:lnTo>
                    <a:lnTo>
                      <a:pt x="120" y="12"/>
                    </a:lnTo>
                    <a:lnTo>
                      <a:pt x="84" y="0"/>
                    </a:lnTo>
                    <a:lnTo>
                      <a:pt x="72" y="0"/>
                    </a:lnTo>
                    <a:lnTo>
                      <a:pt x="60" y="12"/>
                    </a:lnTo>
                    <a:lnTo>
                      <a:pt x="78" y="30"/>
                    </a:lnTo>
                    <a:lnTo>
                      <a:pt x="84" y="30"/>
                    </a:lnTo>
                    <a:lnTo>
                      <a:pt x="90" y="36"/>
                    </a:lnTo>
                    <a:lnTo>
                      <a:pt x="96" y="48"/>
                    </a:lnTo>
                    <a:lnTo>
                      <a:pt x="102" y="54"/>
                    </a:lnTo>
                    <a:lnTo>
                      <a:pt x="108" y="66"/>
                    </a:lnTo>
                    <a:lnTo>
                      <a:pt x="102" y="72"/>
                    </a:lnTo>
                    <a:lnTo>
                      <a:pt x="84" y="54"/>
                    </a:lnTo>
                    <a:lnTo>
                      <a:pt x="72" y="54"/>
                    </a:lnTo>
                    <a:lnTo>
                      <a:pt x="60" y="60"/>
                    </a:lnTo>
                    <a:lnTo>
                      <a:pt x="42" y="42"/>
                    </a:lnTo>
                    <a:lnTo>
                      <a:pt x="42" y="36"/>
                    </a:lnTo>
                    <a:lnTo>
                      <a:pt x="36" y="30"/>
                    </a:lnTo>
                    <a:lnTo>
                      <a:pt x="12" y="30"/>
                    </a:lnTo>
                    <a:lnTo>
                      <a:pt x="0" y="42"/>
                    </a:lnTo>
                    <a:lnTo>
                      <a:pt x="0" y="48"/>
                    </a:lnTo>
                    <a:lnTo>
                      <a:pt x="6" y="48"/>
                    </a:lnTo>
                    <a:lnTo>
                      <a:pt x="12" y="54"/>
                    </a:lnTo>
                    <a:lnTo>
                      <a:pt x="12" y="66"/>
                    </a:lnTo>
                    <a:lnTo>
                      <a:pt x="30" y="66"/>
                    </a:lnTo>
                    <a:lnTo>
                      <a:pt x="36" y="72"/>
                    </a:lnTo>
                    <a:lnTo>
                      <a:pt x="36" y="96"/>
                    </a:lnTo>
                    <a:lnTo>
                      <a:pt x="30" y="102"/>
                    </a:lnTo>
                    <a:lnTo>
                      <a:pt x="36" y="102"/>
                    </a:lnTo>
                    <a:lnTo>
                      <a:pt x="42" y="108"/>
                    </a:lnTo>
                    <a:lnTo>
                      <a:pt x="66" y="120"/>
                    </a:lnTo>
                    <a:lnTo>
                      <a:pt x="72" y="126"/>
                    </a:lnTo>
                    <a:lnTo>
                      <a:pt x="72" y="132"/>
                    </a:lnTo>
                    <a:lnTo>
                      <a:pt x="54" y="150"/>
                    </a:lnTo>
                    <a:lnTo>
                      <a:pt x="42" y="150"/>
                    </a:lnTo>
                    <a:lnTo>
                      <a:pt x="72" y="162"/>
                    </a:lnTo>
                    <a:lnTo>
                      <a:pt x="84" y="180"/>
                    </a:lnTo>
                    <a:lnTo>
                      <a:pt x="114" y="186"/>
                    </a:lnTo>
                    <a:lnTo>
                      <a:pt x="114" y="198"/>
                    </a:lnTo>
                    <a:lnTo>
                      <a:pt x="120" y="210"/>
                    </a:lnTo>
                    <a:lnTo>
                      <a:pt x="120" y="240"/>
                    </a:lnTo>
                    <a:lnTo>
                      <a:pt x="132" y="240"/>
                    </a:lnTo>
                    <a:lnTo>
                      <a:pt x="138" y="228"/>
                    </a:lnTo>
                    <a:lnTo>
                      <a:pt x="144" y="222"/>
                    </a:lnTo>
                    <a:lnTo>
                      <a:pt x="144" y="216"/>
                    </a:lnTo>
                    <a:lnTo>
                      <a:pt x="156" y="204"/>
                    </a:lnTo>
                    <a:lnTo>
                      <a:pt x="174" y="192"/>
                    </a:lnTo>
                    <a:lnTo>
                      <a:pt x="186" y="186"/>
                    </a:lnTo>
                    <a:lnTo>
                      <a:pt x="198" y="174"/>
                    </a:lnTo>
                    <a:lnTo>
                      <a:pt x="210" y="168"/>
                    </a:lnTo>
                    <a:lnTo>
                      <a:pt x="222" y="168"/>
                    </a:lnTo>
                    <a:lnTo>
                      <a:pt x="228" y="180"/>
                    </a:lnTo>
                    <a:lnTo>
                      <a:pt x="234" y="186"/>
                    </a:lnTo>
                    <a:lnTo>
                      <a:pt x="234" y="204"/>
                    </a:lnTo>
                    <a:lnTo>
                      <a:pt x="228" y="210"/>
                    </a:lnTo>
                    <a:lnTo>
                      <a:pt x="228" y="222"/>
                    </a:lnTo>
                    <a:lnTo>
                      <a:pt x="234" y="222"/>
                    </a:lnTo>
                    <a:lnTo>
                      <a:pt x="240" y="228"/>
                    </a:lnTo>
                    <a:lnTo>
                      <a:pt x="240" y="234"/>
                    </a:lnTo>
                    <a:lnTo>
                      <a:pt x="234" y="240"/>
                    </a:lnTo>
                    <a:lnTo>
                      <a:pt x="222" y="240"/>
                    </a:lnTo>
                    <a:lnTo>
                      <a:pt x="222" y="246"/>
                    </a:lnTo>
                    <a:lnTo>
                      <a:pt x="234" y="258"/>
                    </a:lnTo>
                    <a:lnTo>
                      <a:pt x="246" y="264"/>
                    </a:lnTo>
                    <a:lnTo>
                      <a:pt x="252" y="270"/>
                    </a:lnTo>
                    <a:lnTo>
                      <a:pt x="258" y="270"/>
                    </a:lnTo>
                    <a:lnTo>
                      <a:pt x="264" y="276"/>
                    </a:lnTo>
                    <a:lnTo>
                      <a:pt x="264" y="282"/>
                    </a:lnTo>
                    <a:lnTo>
                      <a:pt x="282" y="282"/>
                    </a:lnTo>
                    <a:lnTo>
                      <a:pt x="282" y="288"/>
                    </a:lnTo>
                    <a:lnTo>
                      <a:pt x="288" y="282"/>
                    </a:lnTo>
                    <a:lnTo>
                      <a:pt x="288" y="258"/>
                    </a:lnTo>
                    <a:lnTo>
                      <a:pt x="282" y="252"/>
                    </a:lnTo>
                    <a:lnTo>
                      <a:pt x="276" y="252"/>
                    </a:lnTo>
                    <a:lnTo>
                      <a:pt x="270" y="246"/>
                    </a:lnTo>
                    <a:lnTo>
                      <a:pt x="288" y="240"/>
                    </a:lnTo>
                    <a:lnTo>
                      <a:pt x="288" y="210"/>
                    </a:lnTo>
                    <a:lnTo>
                      <a:pt x="300" y="222"/>
                    </a:lnTo>
                    <a:lnTo>
                      <a:pt x="306" y="222"/>
                    </a:lnTo>
                    <a:lnTo>
                      <a:pt x="318" y="210"/>
                    </a:lnTo>
                    <a:lnTo>
                      <a:pt x="300" y="192"/>
                    </a:lnTo>
                    <a:lnTo>
                      <a:pt x="300" y="138"/>
                    </a:lnTo>
                    <a:lnTo>
                      <a:pt x="318" y="138"/>
                    </a:lnTo>
                    <a:lnTo>
                      <a:pt x="330" y="126"/>
                    </a:lnTo>
                    <a:lnTo>
                      <a:pt x="360" y="132"/>
                    </a:lnTo>
                    <a:lnTo>
                      <a:pt x="360" y="120"/>
                    </a:lnTo>
                    <a:lnTo>
                      <a:pt x="354" y="10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1" name="Austria" descr="© INSCALE GmbH, 05.05.2010&#10;http://www.presentationload.com/">
                <a:extLst>
                  <a:ext uri="{FF2B5EF4-FFF2-40B4-BE49-F238E27FC236}">
                    <a16:creationId xmlns:a16="http://schemas.microsoft.com/office/drawing/2014/main" id="{EA79E58C-E966-7549-CB9B-DC91E3E51956}"/>
                  </a:ext>
                </a:extLst>
              </p:cNvPr>
              <p:cNvSpPr>
                <a:spLocks/>
              </p:cNvSpPr>
              <p:nvPr/>
            </p:nvSpPr>
            <p:spPr bwMode="gray">
              <a:xfrm>
                <a:off x="4494808" y="1725724"/>
                <a:ext cx="173437" cy="77083"/>
              </a:xfrm>
              <a:custGeom>
                <a:avLst/>
                <a:gdLst>
                  <a:gd name="T0" fmla="*/ 2147483647 w 456"/>
                  <a:gd name="T1" fmla="*/ 2147483647 h 204"/>
                  <a:gd name="T2" fmla="*/ 2147483647 w 456"/>
                  <a:gd name="T3" fmla="*/ 2147483647 h 204"/>
                  <a:gd name="T4" fmla="*/ 2147483647 w 456"/>
                  <a:gd name="T5" fmla="*/ 2147483647 h 204"/>
                  <a:gd name="T6" fmla="*/ 2147483647 w 456"/>
                  <a:gd name="T7" fmla="*/ 2147483647 h 204"/>
                  <a:gd name="T8" fmla="*/ 2147483647 w 456"/>
                  <a:gd name="T9" fmla="*/ 2147483647 h 204"/>
                  <a:gd name="T10" fmla="*/ 2147483647 w 456"/>
                  <a:gd name="T11" fmla="*/ 2147483647 h 204"/>
                  <a:gd name="T12" fmla="*/ 2147483647 w 456"/>
                  <a:gd name="T13" fmla="*/ 2147483647 h 204"/>
                  <a:gd name="T14" fmla="*/ 2147483647 w 456"/>
                  <a:gd name="T15" fmla="*/ 0 h 204"/>
                  <a:gd name="T16" fmla="*/ 2147483647 w 456"/>
                  <a:gd name="T17" fmla="*/ 2147483647 h 204"/>
                  <a:gd name="T18" fmla="*/ 2147483647 w 456"/>
                  <a:gd name="T19" fmla="*/ 2147483647 h 204"/>
                  <a:gd name="T20" fmla="*/ 2147483647 w 456"/>
                  <a:gd name="T21" fmla="*/ 2147483647 h 204"/>
                  <a:gd name="T22" fmla="*/ 2147483647 w 456"/>
                  <a:gd name="T23" fmla="*/ 2147483647 h 204"/>
                  <a:gd name="T24" fmla="*/ 2147483647 w 456"/>
                  <a:gd name="T25" fmla="*/ 2147483647 h 204"/>
                  <a:gd name="T26" fmla="*/ 2147483647 w 456"/>
                  <a:gd name="T27" fmla="*/ 2147483647 h 204"/>
                  <a:gd name="T28" fmla="*/ 2147483647 w 456"/>
                  <a:gd name="T29" fmla="*/ 2147483647 h 204"/>
                  <a:gd name="T30" fmla="*/ 2147483647 w 456"/>
                  <a:gd name="T31" fmla="*/ 2147483647 h 204"/>
                  <a:gd name="T32" fmla="*/ 2147483647 w 456"/>
                  <a:gd name="T33" fmla="*/ 2147483647 h 204"/>
                  <a:gd name="T34" fmla="*/ 2147483647 w 456"/>
                  <a:gd name="T35" fmla="*/ 2147483647 h 204"/>
                  <a:gd name="T36" fmla="*/ 2147483647 w 456"/>
                  <a:gd name="T37" fmla="*/ 2147483647 h 204"/>
                  <a:gd name="T38" fmla="*/ 2147483647 w 456"/>
                  <a:gd name="T39" fmla="*/ 2147483647 h 204"/>
                  <a:gd name="T40" fmla="*/ 2147483647 w 456"/>
                  <a:gd name="T41" fmla="*/ 2147483647 h 204"/>
                  <a:gd name="T42" fmla="*/ 2147483647 w 456"/>
                  <a:gd name="T43" fmla="*/ 2147483647 h 204"/>
                  <a:gd name="T44" fmla="*/ 2147483647 w 456"/>
                  <a:gd name="T45" fmla="*/ 2147483647 h 204"/>
                  <a:gd name="T46" fmla="*/ 2147483647 w 456"/>
                  <a:gd name="T47" fmla="*/ 2147483647 h 204"/>
                  <a:gd name="T48" fmla="*/ 2147483647 w 456"/>
                  <a:gd name="T49" fmla="*/ 2147483647 h 204"/>
                  <a:gd name="T50" fmla="*/ 2147483647 w 456"/>
                  <a:gd name="T51" fmla="*/ 2147483647 h 204"/>
                  <a:gd name="T52" fmla="*/ 2147483647 w 456"/>
                  <a:gd name="T53" fmla="*/ 2147483647 h 204"/>
                  <a:gd name="T54" fmla="*/ 0 w 456"/>
                  <a:gd name="T55" fmla="*/ 2147483647 h 204"/>
                  <a:gd name="T56" fmla="*/ 2147483647 w 456"/>
                  <a:gd name="T57" fmla="*/ 2147483647 h 204"/>
                  <a:gd name="T58" fmla="*/ 2147483647 w 456"/>
                  <a:gd name="T59" fmla="*/ 2147483647 h 204"/>
                  <a:gd name="T60" fmla="*/ 2147483647 w 456"/>
                  <a:gd name="T61" fmla="*/ 2147483647 h 204"/>
                  <a:gd name="T62" fmla="*/ 2147483647 w 456"/>
                  <a:gd name="T63" fmla="*/ 2147483647 h 204"/>
                  <a:gd name="T64" fmla="*/ 2147483647 w 456"/>
                  <a:gd name="T65" fmla="*/ 2147483647 h 204"/>
                  <a:gd name="T66" fmla="*/ 2147483647 w 456"/>
                  <a:gd name="T67" fmla="*/ 2147483647 h 204"/>
                  <a:gd name="T68" fmla="*/ 2147483647 w 456"/>
                  <a:gd name="T69" fmla="*/ 2147483647 h 204"/>
                  <a:gd name="T70" fmla="*/ 2147483647 w 456"/>
                  <a:gd name="T71" fmla="*/ 2147483647 h 204"/>
                  <a:gd name="T72" fmla="*/ 2147483647 w 456"/>
                  <a:gd name="T73" fmla="*/ 2147483647 h 204"/>
                  <a:gd name="T74" fmla="*/ 2147483647 w 456"/>
                  <a:gd name="T75" fmla="*/ 2147483647 h 204"/>
                  <a:gd name="T76" fmla="*/ 2147483647 w 456"/>
                  <a:gd name="T77" fmla="*/ 2147483647 h 204"/>
                  <a:gd name="T78" fmla="*/ 2147483647 w 456"/>
                  <a:gd name="T79" fmla="*/ 2147483647 h 204"/>
                  <a:gd name="T80" fmla="*/ 2147483647 w 456"/>
                  <a:gd name="T81" fmla="*/ 2147483647 h 204"/>
                  <a:gd name="T82" fmla="*/ 2147483647 w 456"/>
                  <a:gd name="T83" fmla="*/ 2147483647 h 204"/>
                  <a:gd name="T84" fmla="*/ 2147483647 w 456"/>
                  <a:gd name="T85" fmla="*/ 2147483647 h 204"/>
                  <a:gd name="T86" fmla="*/ 2147483647 w 456"/>
                  <a:gd name="T87" fmla="*/ 2147483647 h 204"/>
                  <a:gd name="T88" fmla="*/ 2147483647 w 456"/>
                  <a:gd name="T89" fmla="*/ 2147483647 h 204"/>
                  <a:gd name="T90" fmla="*/ 2147483647 w 456"/>
                  <a:gd name="T91" fmla="*/ 2147483647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56"/>
                  <a:gd name="T139" fmla="*/ 0 h 204"/>
                  <a:gd name="T140" fmla="*/ 456 w 456"/>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56" h="204">
                    <a:moveTo>
                      <a:pt x="456" y="102"/>
                    </a:moveTo>
                    <a:lnTo>
                      <a:pt x="456" y="60"/>
                    </a:lnTo>
                    <a:lnTo>
                      <a:pt x="450" y="60"/>
                    </a:lnTo>
                    <a:lnTo>
                      <a:pt x="450" y="48"/>
                    </a:lnTo>
                    <a:lnTo>
                      <a:pt x="456" y="24"/>
                    </a:lnTo>
                    <a:lnTo>
                      <a:pt x="444" y="18"/>
                    </a:lnTo>
                    <a:lnTo>
                      <a:pt x="438" y="18"/>
                    </a:lnTo>
                    <a:lnTo>
                      <a:pt x="432" y="12"/>
                    </a:lnTo>
                    <a:lnTo>
                      <a:pt x="420" y="12"/>
                    </a:lnTo>
                    <a:lnTo>
                      <a:pt x="414" y="18"/>
                    </a:lnTo>
                    <a:lnTo>
                      <a:pt x="402" y="24"/>
                    </a:lnTo>
                    <a:lnTo>
                      <a:pt x="390" y="12"/>
                    </a:lnTo>
                    <a:lnTo>
                      <a:pt x="378" y="18"/>
                    </a:lnTo>
                    <a:lnTo>
                      <a:pt x="366" y="6"/>
                    </a:lnTo>
                    <a:lnTo>
                      <a:pt x="354" y="0"/>
                    </a:lnTo>
                    <a:lnTo>
                      <a:pt x="336" y="0"/>
                    </a:lnTo>
                    <a:lnTo>
                      <a:pt x="330" y="6"/>
                    </a:lnTo>
                    <a:lnTo>
                      <a:pt x="324" y="18"/>
                    </a:lnTo>
                    <a:lnTo>
                      <a:pt x="318" y="18"/>
                    </a:lnTo>
                    <a:lnTo>
                      <a:pt x="318" y="36"/>
                    </a:lnTo>
                    <a:lnTo>
                      <a:pt x="306" y="30"/>
                    </a:lnTo>
                    <a:lnTo>
                      <a:pt x="300" y="30"/>
                    </a:lnTo>
                    <a:lnTo>
                      <a:pt x="288" y="36"/>
                    </a:lnTo>
                    <a:lnTo>
                      <a:pt x="276" y="36"/>
                    </a:lnTo>
                    <a:lnTo>
                      <a:pt x="258" y="18"/>
                    </a:lnTo>
                    <a:lnTo>
                      <a:pt x="252" y="36"/>
                    </a:lnTo>
                    <a:lnTo>
                      <a:pt x="234" y="36"/>
                    </a:lnTo>
                    <a:lnTo>
                      <a:pt x="240" y="48"/>
                    </a:lnTo>
                    <a:lnTo>
                      <a:pt x="240" y="66"/>
                    </a:lnTo>
                    <a:lnTo>
                      <a:pt x="234" y="66"/>
                    </a:lnTo>
                    <a:lnTo>
                      <a:pt x="228" y="60"/>
                    </a:lnTo>
                    <a:lnTo>
                      <a:pt x="210" y="60"/>
                    </a:lnTo>
                    <a:lnTo>
                      <a:pt x="204" y="66"/>
                    </a:lnTo>
                    <a:lnTo>
                      <a:pt x="204" y="72"/>
                    </a:lnTo>
                    <a:lnTo>
                      <a:pt x="198" y="78"/>
                    </a:lnTo>
                    <a:lnTo>
                      <a:pt x="198" y="84"/>
                    </a:lnTo>
                    <a:lnTo>
                      <a:pt x="210" y="84"/>
                    </a:lnTo>
                    <a:lnTo>
                      <a:pt x="210" y="126"/>
                    </a:lnTo>
                    <a:lnTo>
                      <a:pt x="204" y="126"/>
                    </a:lnTo>
                    <a:lnTo>
                      <a:pt x="192" y="114"/>
                    </a:lnTo>
                    <a:lnTo>
                      <a:pt x="174" y="108"/>
                    </a:lnTo>
                    <a:lnTo>
                      <a:pt x="162" y="102"/>
                    </a:lnTo>
                    <a:lnTo>
                      <a:pt x="144" y="114"/>
                    </a:lnTo>
                    <a:lnTo>
                      <a:pt x="126" y="114"/>
                    </a:lnTo>
                    <a:lnTo>
                      <a:pt x="108" y="126"/>
                    </a:lnTo>
                    <a:lnTo>
                      <a:pt x="102" y="132"/>
                    </a:lnTo>
                    <a:lnTo>
                      <a:pt x="84" y="132"/>
                    </a:lnTo>
                    <a:lnTo>
                      <a:pt x="66" y="114"/>
                    </a:lnTo>
                    <a:lnTo>
                      <a:pt x="48" y="114"/>
                    </a:lnTo>
                    <a:lnTo>
                      <a:pt x="48" y="126"/>
                    </a:lnTo>
                    <a:lnTo>
                      <a:pt x="42" y="132"/>
                    </a:lnTo>
                    <a:lnTo>
                      <a:pt x="30" y="132"/>
                    </a:lnTo>
                    <a:lnTo>
                      <a:pt x="30" y="126"/>
                    </a:lnTo>
                    <a:lnTo>
                      <a:pt x="24" y="120"/>
                    </a:lnTo>
                    <a:lnTo>
                      <a:pt x="0" y="120"/>
                    </a:lnTo>
                    <a:lnTo>
                      <a:pt x="0" y="156"/>
                    </a:lnTo>
                    <a:lnTo>
                      <a:pt x="18" y="156"/>
                    </a:lnTo>
                    <a:lnTo>
                      <a:pt x="18" y="174"/>
                    </a:lnTo>
                    <a:lnTo>
                      <a:pt x="24" y="174"/>
                    </a:lnTo>
                    <a:lnTo>
                      <a:pt x="42" y="156"/>
                    </a:lnTo>
                    <a:lnTo>
                      <a:pt x="48" y="156"/>
                    </a:lnTo>
                    <a:lnTo>
                      <a:pt x="60" y="168"/>
                    </a:lnTo>
                    <a:lnTo>
                      <a:pt x="60" y="174"/>
                    </a:lnTo>
                    <a:lnTo>
                      <a:pt x="72" y="174"/>
                    </a:lnTo>
                    <a:lnTo>
                      <a:pt x="84" y="180"/>
                    </a:lnTo>
                    <a:lnTo>
                      <a:pt x="96" y="162"/>
                    </a:lnTo>
                    <a:lnTo>
                      <a:pt x="138" y="162"/>
                    </a:lnTo>
                    <a:lnTo>
                      <a:pt x="138" y="156"/>
                    </a:lnTo>
                    <a:lnTo>
                      <a:pt x="144" y="150"/>
                    </a:lnTo>
                    <a:lnTo>
                      <a:pt x="162" y="150"/>
                    </a:lnTo>
                    <a:lnTo>
                      <a:pt x="168" y="156"/>
                    </a:lnTo>
                    <a:lnTo>
                      <a:pt x="168" y="174"/>
                    </a:lnTo>
                    <a:lnTo>
                      <a:pt x="180" y="174"/>
                    </a:lnTo>
                    <a:lnTo>
                      <a:pt x="186" y="192"/>
                    </a:lnTo>
                    <a:lnTo>
                      <a:pt x="240" y="192"/>
                    </a:lnTo>
                    <a:lnTo>
                      <a:pt x="240" y="204"/>
                    </a:lnTo>
                    <a:lnTo>
                      <a:pt x="258" y="204"/>
                    </a:lnTo>
                    <a:lnTo>
                      <a:pt x="264" y="198"/>
                    </a:lnTo>
                    <a:lnTo>
                      <a:pt x="282" y="198"/>
                    </a:lnTo>
                    <a:lnTo>
                      <a:pt x="288" y="204"/>
                    </a:lnTo>
                    <a:lnTo>
                      <a:pt x="318" y="204"/>
                    </a:lnTo>
                    <a:lnTo>
                      <a:pt x="318" y="192"/>
                    </a:lnTo>
                    <a:lnTo>
                      <a:pt x="366" y="192"/>
                    </a:lnTo>
                    <a:lnTo>
                      <a:pt x="378" y="186"/>
                    </a:lnTo>
                    <a:lnTo>
                      <a:pt x="402" y="192"/>
                    </a:lnTo>
                    <a:lnTo>
                      <a:pt x="414" y="156"/>
                    </a:lnTo>
                    <a:lnTo>
                      <a:pt x="432" y="156"/>
                    </a:lnTo>
                    <a:lnTo>
                      <a:pt x="432" y="132"/>
                    </a:lnTo>
                    <a:lnTo>
                      <a:pt x="444" y="114"/>
                    </a:lnTo>
                    <a:lnTo>
                      <a:pt x="432" y="114"/>
                    </a:lnTo>
                    <a:lnTo>
                      <a:pt x="438" y="102"/>
                    </a:lnTo>
                    <a:lnTo>
                      <a:pt x="456" y="102"/>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2" name="Australia" descr="© INSCALE GmbH, 05.05.2010&#10;http://www.presentationload.com/">
                <a:extLst>
                  <a:ext uri="{FF2B5EF4-FFF2-40B4-BE49-F238E27FC236}">
                    <a16:creationId xmlns:a16="http://schemas.microsoft.com/office/drawing/2014/main" id="{A9230BCB-05DB-A3C0-7177-0A5B9F4A8941}"/>
                  </a:ext>
                </a:extLst>
              </p:cNvPr>
              <p:cNvSpPr>
                <a:spLocks noEditPoints="1"/>
              </p:cNvSpPr>
              <p:nvPr/>
            </p:nvSpPr>
            <p:spPr bwMode="gray">
              <a:xfrm>
                <a:off x="7170490" y="3543119"/>
                <a:ext cx="1076203" cy="1009500"/>
              </a:xfrm>
              <a:custGeom>
                <a:avLst/>
                <a:gdLst>
                  <a:gd name="T0" fmla="*/ 2147483647 w 2838"/>
                  <a:gd name="T1" fmla="*/ 2147483647 h 2664"/>
                  <a:gd name="T2" fmla="*/ 2147483647 w 2838"/>
                  <a:gd name="T3" fmla="*/ 2147483647 h 2664"/>
                  <a:gd name="T4" fmla="*/ 2147483647 w 2838"/>
                  <a:gd name="T5" fmla="*/ 2147483647 h 2664"/>
                  <a:gd name="T6" fmla="*/ 2147483647 w 2838"/>
                  <a:gd name="T7" fmla="*/ 2147483647 h 2664"/>
                  <a:gd name="T8" fmla="*/ 2147483647 w 2838"/>
                  <a:gd name="T9" fmla="*/ 2147483647 h 2664"/>
                  <a:gd name="T10" fmla="*/ 2147483647 w 2838"/>
                  <a:gd name="T11" fmla="*/ 2147483647 h 2664"/>
                  <a:gd name="T12" fmla="*/ 2147483647 w 2838"/>
                  <a:gd name="T13" fmla="*/ 2147483647 h 2664"/>
                  <a:gd name="T14" fmla="*/ 2147483647 w 2838"/>
                  <a:gd name="T15" fmla="*/ 2147483647 h 2664"/>
                  <a:gd name="T16" fmla="*/ 2147483647 w 2838"/>
                  <a:gd name="T17" fmla="*/ 2147483647 h 2664"/>
                  <a:gd name="T18" fmla="*/ 2147483647 w 2838"/>
                  <a:gd name="T19" fmla="*/ 2147483647 h 2664"/>
                  <a:gd name="T20" fmla="*/ 2147483647 w 2838"/>
                  <a:gd name="T21" fmla="*/ 2147483647 h 2664"/>
                  <a:gd name="T22" fmla="*/ 2147483647 w 2838"/>
                  <a:gd name="T23" fmla="*/ 2147483647 h 2664"/>
                  <a:gd name="T24" fmla="*/ 2147483647 w 2838"/>
                  <a:gd name="T25" fmla="*/ 2147483647 h 2664"/>
                  <a:gd name="T26" fmla="*/ 2147483647 w 2838"/>
                  <a:gd name="T27" fmla="*/ 2147483647 h 2664"/>
                  <a:gd name="T28" fmla="*/ 2147483647 w 2838"/>
                  <a:gd name="T29" fmla="*/ 2147483647 h 2664"/>
                  <a:gd name="T30" fmla="*/ 2147483647 w 2838"/>
                  <a:gd name="T31" fmla="*/ 2147483647 h 2664"/>
                  <a:gd name="T32" fmla="*/ 2147483647 w 2838"/>
                  <a:gd name="T33" fmla="*/ 2147483647 h 2664"/>
                  <a:gd name="T34" fmla="*/ 2147483647 w 2838"/>
                  <a:gd name="T35" fmla="*/ 2147483647 h 2664"/>
                  <a:gd name="T36" fmla="*/ 2147483647 w 2838"/>
                  <a:gd name="T37" fmla="*/ 2147483647 h 2664"/>
                  <a:gd name="T38" fmla="*/ 2147483647 w 2838"/>
                  <a:gd name="T39" fmla="*/ 2147483647 h 2664"/>
                  <a:gd name="T40" fmla="*/ 2147483647 w 2838"/>
                  <a:gd name="T41" fmla="*/ 2147483647 h 2664"/>
                  <a:gd name="T42" fmla="*/ 2147483647 w 2838"/>
                  <a:gd name="T43" fmla="*/ 2147483647 h 2664"/>
                  <a:gd name="T44" fmla="*/ 2147483647 w 2838"/>
                  <a:gd name="T45" fmla="*/ 2147483647 h 2664"/>
                  <a:gd name="T46" fmla="*/ 2147483647 w 2838"/>
                  <a:gd name="T47" fmla="*/ 2147483647 h 2664"/>
                  <a:gd name="T48" fmla="*/ 2147483647 w 2838"/>
                  <a:gd name="T49" fmla="*/ 2147483647 h 2664"/>
                  <a:gd name="T50" fmla="*/ 2147483647 w 2838"/>
                  <a:gd name="T51" fmla="*/ 2147483647 h 2664"/>
                  <a:gd name="T52" fmla="*/ 2147483647 w 2838"/>
                  <a:gd name="T53" fmla="*/ 2147483647 h 2664"/>
                  <a:gd name="T54" fmla="*/ 2147483647 w 2838"/>
                  <a:gd name="T55" fmla="*/ 2147483647 h 2664"/>
                  <a:gd name="T56" fmla="*/ 2147483647 w 2838"/>
                  <a:gd name="T57" fmla="*/ 2147483647 h 2664"/>
                  <a:gd name="T58" fmla="*/ 2147483647 w 2838"/>
                  <a:gd name="T59" fmla="*/ 2147483647 h 2664"/>
                  <a:gd name="T60" fmla="*/ 2147483647 w 2838"/>
                  <a:gd name="T61" fmla="*/ 2147483647 h 2664"/>
                  <a:gd name="T62" fmla="*/ 2147483647 w 2838"/>
                  <a:gd name="T63" fmla="*/ 2147483647 h 2664"/>
                  <a:gd name="T64" fmla="*/ 2147483647 w 2838"/>
                  <a:gd name="T65" fmla="*/ 2147483647 h 2664"/>
                  <a:gd name="T66" fmla="*/ 2147483647 w 2838"/>
                  <a:gd name="T67" fmla="*/ 2147483647 h 2664"/>
                  <a:gd name="T68" fmla="*/ 2147483647 w 2838"/>
                  <a:gd name="T69" fmla="*/ 2147483647 h 2664"/>
                  <a:gd name="T70" fmla="*/ 2147483647 w 2838"/>
                  <a:gd name="T71" fmla="*/ 2147483647 h 2664"/>
                  <a:gd name="T72" fmla="*/ 2147483647 w 2838"/>
                  <a:gd name="T73" fmla="*/ 2147483647 h 2664"/>
                  <a:gd name="T74" fmla="*/ 2147483647 w 2838"/>
                  <a:gd name="T75" fmla="*/ 2147483647 h 2664"/>
                  <a:gd name="T76" fmla="*/ 2147483647 w 2838"/>
                  <a:gd name="T77" fmla="*/ 2147483647 h 2664"/>
                  <a:gd name="T78" fmla="*/ 2147483647 w 2838"/>
                  <a:gd name="T79" fmla="*/ 2147483647 h 2664"/>
                  <a:gd name="T80" fmla="*/ 2147483647 w 2838"/>
                  <a:gd name="T81" fmla="*/ 2147483647 h 2664"/>
                  <a:gd name="T82" fmla="*/ 2147483647 w 2838"/>
                  <a:gd name="T83" fmla="*/ 2147483647 h 2664"/>
                  <a:gd name="T84" fmla="*/ 2147483647 w 2838"/>
                  <a:gd name="T85" fmla="*/ 2147483647 h 2664"/>
                  <a:gd name="T86" fmla="*/ 2147483647 w 2838"/>
                  <a:gd name="T87" fmla="*/ 2147483647 h 2664"/>
                  <a:gd name="T88" fmla="*/ 2147483647 w 2838"/>
                  <a:gd name="T89" fmla="*/ 2147483647 h 2664"/>
                  <a:gd name="T90" fmla="*/ 2147483647 w 2838"/>
                  <a:gd name="T91" fmla="*/ 2147483647 h 2664"/>
                  <a:gd name="T92" fmla="*/ 2147483647 w 2838"/>
                  <a:gd name="T93" fmla="*/ 2147483647 h 2664"/>
                  <a:gd name="T94" fmla="*/ 2147483647 w 2838"/>
                  <a:gd name="T95" fmla="*/ 2147483647 h 2664"/>
                  <a:gd name="T96" fmla="*/ 2147483647 w 2838"/>
                  <a:gd name="T97" fmla="*/ 2147483647 h 2664"/>
                  <a:gd name="T98" fmla="*/ 2147483647 w 2838"/>
                  <a:gd name="T99" fmla="*/ 2147483647 h 2664"/>
                  <a:gd name="T100" fmla="*/ 2147483647 w 2838"/>
                  <a:gd name="T101" fmla="*/ 2147483647 h 2664"/>
                  <a:gd name="T102" fmla="*/ 2147483647 w 2838"/>
                  <a:gd name="T103" fmla="*/ 2147483647 h 2664"/>
                  <a:gd name="T104" fmla="*/ 2147483647 w 2838"/>
                  <a:gd name="T105" fmla="*/ 2147483647 h 2664"/>
                  <a:gd name="T106" fmla="*/ 2147483647 w 2838"/>
                  <a:gd name="T107" fmla="*/ 2147483647 h 2664"/>
                  <a:gd name="T108" fmla="*/ 2147483647 w 2838"/>
                  <a:gd name="T109" fmla="*/ 2147483647 h 2664"/>
                  <a:gd name="T110" fmla="*/ 2147483647 w 2838"/>
                  <a:gd name="T111" fmla="*/ 2147483647 h 2664"/>
                  <a:gd name="T112" fmla="*/ 2147483647 w 2838"/>
                  <a:gd name="T113" fmla="*/ 2147483647 h 2664"/>
                  <a:gd name="T114" fmla="*/ 2147483647 w 2838"/>
                  <a:gd name="T115" fmla="*/ 2147483647 h 2664"/>
                  <a:gd name="T116" fmla="*/ 2147483647 w 2838"/>
                  <a:gd name="T117" fmla="*/ 2147483647 h 266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838"/>
                  <a:gd name="T178" fmla="*/ 0 h 2664"/>
                  <a:gd name="T179" fmla="*/ 2838 w 2838"/>
                  <a:gd name="T180" fmla="*/ 2664 h 266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838" h="2664">
                    <a:moveTo>
                      <a:pt x="1530" y="66"/>
                    </a:moveTo>
                    <a:lnTo>
                      <a:pt x="1524" y="60"/>
                    </a:lnTo>
                    <a:lnTo>
                      <a:pt x="1518" y="60"/>
                    </a:lnTo>
                    <a:lnTo>
                      <a:pt x="1506" y="66"/>
                    </a:lnTo>
                    <a:lnTo>
                      <a:pt x="1500" y="72"/>
                    </a:lnTo>
                    <a:lnTo>
                      <a:pt x="1494" y="84"/>
                    </a:lnTo>
                    <a:lnTo>
                      <a:pt x="1494" y="102"/>
                    </a:lnTo>
                    <a:lnTo>
                      <a:pt x="1506" y="102"/>
                    </a:lnTo>
                    <a:lnTo>
                      <a:pt x="1512" y="90"/>
                    </a:lnTo>
                    <a:lnTo>
                      <a:pt x="1524" y="78"/>
                    </a:lnTo>
                    <a:lnTo>
                      <a:pt x="1530" y="66"/>
                    </a:lnTo>
                    <a:close/>
                    <a:moveTo>
                      <a:pt x="1476" y="2016"/>
                    </a:moveTo>
                    <a:lnTo>
                      <a:pt x="1464" y="2016"/>
                    </a:lnTo>
                    <a:lnTo>
                      <a:pt x="1440" y="2028"/>
                    </a:lnTo>
                    <a:lnTo>
                      <a:pt x="1440" y="2034"/>
                    </a:lnTo>
                    <a:lnTo>
                      <a:pt x="1452" y="2046"/>
                    </a:lnTo>
                    <a:lnTo>
                      <a:pt x="1452" y="2052"/>
                    </a:lnTo>
                    <a:lnTo>
                      <a:pt x="1470" y="2052"/>
                    </a:lnTo>
                    <a:lnTo>
                      <a:pt x="1482" y="2046"/>
                    </a:lnTo>
                    <a:lnTo>
                      <a:pt x="1488" y="2040"/>
                    </a:lnTo>
                    <a:lnTo>
                      <a:pt x="1506" y="2040"/>
                    </a:lnTo>
                    <a:lnTo>
                      <a:pt x="1512" y="2034"/>
                    </a:lnTo>
                    <a:lnTo>
                      <a:pt x="1530" y="2034"/>
                    </a:lnTo>
                    <a:lnTo>
                      <a:pt x="1536" y="2028"/>
                    </a:lnTo>
                    <a:lnTo>
                      <a:pt x="1512" y="2028"/>
                    </a:lnTo>
                    <a:lnTo>
                      <a:pt x="1500" y="2016"/>
                    </a:lnTo>
                    <a:lnTo>
                      <a:pt x="1476" y="2016"/>
                    </a:lnTo>
                    <a:close/>
                    <a:moveTo>
                      <a:pt x="2802" y="1164"/>
                    </a:moveTo>
                    <a:lnTo>
                      <a:pt x="2802" y="1134"/>
                    </a:lnTo>
                    <a:lnTo>
                      <a:pt x="2796" y="1116"/>
                    </a:lnTo>
                    <a:lnTo>
                      <a:pt x="2796" y="1092"/>
                    </a:lnTo>
                    <a:lnTo>
                      <a:pt x="2790" y="1086"/>
                    </a:lnTo>
                    <a:lnTo>
                      <a:pt x="2778" y="1086"/>
                    </a:lnTo>
                    <a:lnTo>
                      <a:pt x="2772" y="1080"/>
                    </a:lnTo>
                    <a:lnTo>
                      <a:pt x="2760" y="1080"/>
                    </a:lnTo>
                    <a:lnTo>
                      <a:pt x="2760" y="1062"/>
                    </a:lnTo>
                    <a:lnTo>
                      <a:pt x="2742" y="1050"/>
                    </a:lnTo>
                    <a:lnTo>
                      <a:pt x="2742" y="1014"/>
                    </a:lnTo>
                    <a:lnTo>
                      <a:pt x="2736" y="1008"/>
                    </a:lnTo>
                    <a:lnTo>
                      <a:pt x="2724" y="1002"/>
                    </a:lnTo>
                    <a:lnTo>
                      <a:pt x="2718" y="996"/>
                    </a:lnTo>
                    <a:lnTo>
                      <a:pt x="2706" y="996"/>
                    </a:lnTo>
                    <a:lnTo>
                      <a:pt x="2712" y="996"/>
                    </a:lnTo>
                    <a:lnTo>
                      <a:pt x="2718" y="990"/>
                    </a:lnTo>
                    <a:lnTo>
                      <a:pt x="2730" y="990"/>
                    </a:lnTo>
                    <a:lnTo>
                      <a:pt x="2742" y="984"/>
                    </a:lnTo>
                    <a:lnTo>
                      <a:pt x="2760" y="966"/>
                    </a:lnTo>
                    <a:lnTo>
                      <a:pt x="2754" y="954"/>
                    </a:lnTo>
                    <a:lnTo>
                      <a:pt x="2736" y="936"/>
                    </a:lnTo>
                    <a:lnTo>
                      <a:pt x="2730" y="936"/>
                    </a:lnTo>
                    <a:lnTo>
                      <a:pt x="2730" y="930"/>
                    </a:lnTo>
                    <a:lnTo>
                      <a:pt x="2712" y="912"/>
                    </a:lnTo>
                    <a:lnTo>
                      <a:pt x="2700" y="906"/>
                    </a:lnTo>
                    <a:lnTo>
                      <a:pt x="2694" y="912"/>
                    </a:lnTo>
                    <a:lnTo>
                      <a:pt x="2694" y="936"/>
                    </a:lnTo>
                    <a:lnTo>
                      <a:pt x="2670" y="930"/>
                    </a:lnTo>
                    <a:lnTo>
                      <a:pt x="2670" y="924"/>
                    </a:lnTo>
                    <a:lnTo>
                      <a:pt x="2676" y="918"/>
                    </a:lnTo>
                    <a:lnTo>
                      <a:pt x="2676" y="906"/>
                    </a:lnTo>
                    <a:lnTo>
                      <a:pt x="2682" y="894"/>
                    </a:lnTo>
                    <a:lnTo>
                      <a:pt x="2688" y="876"/>
                    </a:lnTo>
                    <a:lnTo>
                      <a:pt x="2688" y="858"/>
                    </a:lnTo>
                    <a:lnTo>
                      <a:pt x="2682" y="852"/>
                    </a:lnTo>
                    <a:lnTo>
                      <a:pt x="2676" y="840"/>
                    </a:lnTo>
                    <a:lnTo>
                      <a:pt x="2670" y="840"/>
                    </a:lnTo>
                    <a:lnTo>
                      <a:pt x="2652" y="822"/>
                    </a:lnTo>
                    <a:lnTo>
                      <a:pt x="2652" y="816"/>
                    </a:lnTo>
                    <a:lnTo>
                      <a:pt x="2658" y="804"/>
                    </a:lnTo>
                    <a:lnTo>
                      <a:pt x="2658" y="792"/>
                    </a:lnTo>
                    <a:lnTo>
                      <a:pt x="2664" y="774"/>
                    </a:lnTo>
                    <a:lnTo>
                      <a:pt x="2664" y="762"/>
                    </a:lnTo>
                    <a:lnTo>
                      <a:pt x="2652" y="750"/>
                    </a:lnTo>
                    <a:lnTo>
                      <a:pt x="2628" y="732"/>
                    </a:lnTo>
                    <a:lnTo>
                      <a:pt x="2598" y="720"/>
                    </a:lnTo>
                    <a:lnTo>
                      <a:pt x="2580" y="708"/>
                    </a:lnTo>
                    <a:lnTo>
                      <a:pt x="2568" y="702"/>
                    </a:lnTo>
                    <a:lnTo>
                      <a:pt x="2556" y="708"/>
                    </a:lnTo>
                    <a:lnTo>
                      <a:pt x="2550" y="696"/>
                    </a:lnTo>
                    <a:lnTo>
                      <a:pt x="2538" y="684"/>
                    </a:lnTo>
                    <a:lnTo>
                      <a:pt x="2532" y="672"/>
                    </a:lnTo>
                    <a:lnTo>
                      <a:pt x="2520" y="660"/>
                    </a:lnTo>
                    <a:lnTo>
                      <a:pt x="2514" y="642"/>
                    </a:lnTo>
                    <a:lnTo>
                      <a:pt x="2514" y="594"/>
                    </a:lnTo>
                    <a:lnTo>
                      <a:pt x="2520" y="576"/>
                    </a:lnTo>
                    <a:lnTo>
                      <a:pt x="2526" y="564"/>
                    </a:lnTo>
                    <a:lnTo>
                      <a:pt x="2526" y="546"/>
                    </a:lnTo>
                    <a:lnTo>
                      <a:pt x="2520" y="504"/>
                    </a:lnTo>
                    <a:lnTo>
                      <a:pt x="2502" y="462"/>
                    </a:lnTo>
                    <a:lnTo>
                      <a:pt x="2490" y="426"/>
                    </a:lnTo>
                    <a:lnTo>
                      <a:pt x="2490" y="402"/>
                    </a:lnTo>
                    <a:lnTo>
                      <a:pt x="2496" y="390"/>
                    </a:lnTo>
                    <a:lnTo>
                      <a:pt x="2502" y="384"/>
                    </a:lnTo>
                    <a:lnTo>
                      <a:pt x="2502" y="324"/>
                    </a:lnTo>
                    <a:lnTo>
                      <a:pt x="2496" y="312"/>
                    </a:lnTo>
                    <a:lnTo>
                      <a:pt x="2496" y="300"/>
                    </a:lnTo>
                    <a:lnTo>
                      <a:pt x="2472" y="294"/>
                    </a:lnTo>
                    <a:lnTo>
                      <a:pt x="2460" y="288"/>
                    </a:lnTo>
                    <a:lnTo>
                      <a:pt x="2454" y="276"/>
                    </a:lnTo>
                    <a:lnTo>
                      <a:pt x="2442" y="270"/>
                    </a:lnTo>
                    <a:lnTo>
                      <a:pt x="2424" y="270"/>
                    </a:lnTo>
                    <a:lnTo>
                      <a:pt x="2418" y="282"/>
                    </a:lnTo>
                    <a:lnTo>
                      <a:pt x="2412" y="288"/>
                    </a:lnTo>
                    <a:lnTo>
                      <a:pt x="2412" y="282"/>
                    </a:lnTo>
                    <a:lnTo>
                      <a:pt x="2406" y="276"/>
                    </a:lnTo>
                    <a:lnTo>
                      <a:pt x="2400" y="264"/>
                    </a:lnTo>
                    <a:lnTo>
                      <a:pt x="2400" y="228"/>
                    </a:lnTo>
                    <a:lnTo>
                      <a:pt x="2406" y="216"/>
                    </a:lnTo>
                    <a:lnTo>
                      <a:pt x="2406" y="204"/>
                    </a:lnTo>
                    <a:lnTo>
                      <a:pt x="2388" y="180"/>
                    </a:lnTo>
                    <a:lnTo>
                      <a:pt x="2394" y="96"/>
                    </a:lnTo>
                    <a:lnTo>
                      <a:pt x="2382" y="90"/>
                    </a:lnTo>
                    <a:lnTo>
                      <a:pt x="2364" y="72"/>
                    </a:lnTo>
                    <a:lnTo>
                      <a:pt x="2364" y="66"/>
                    </a:lnTo>
                    <a:lnTo>
                      <a:pt x="2370" y="48"/>
                    </a:lnTo>
                    <a:lnTo>
                      <a:pt x="2370" y="24"/>
                    </a:lnTo>
                    <a:lnTo>
                      <a:pt x="2364" y="18"/>
                    </a:lnTo>
                    <a:lnTo>
                      <a:pt x="2346" y="18"/>
                    </a:lnTo>
                    <a:lnTo>
                      <a:pt x="2346" y="0"/>
                    </a:lnTo>
                    <a:lnTo>
                      <a:pt x="2316" y="12"/>
                    </a:lnTo>
                    <a:lnTo>
                      <a:pt x="2310" y="30"/>
                    </a:lnTo>
                    <a:lnTo>
                      <a:pt x="2298" y="36"/>
                    </a:lnTo>
                    <a:lnTo>
                      <a:pt x="2292" y="42"/>
                    </a:lnTo>
                    <a:lnTo>
                      <a:pt x="2280" y="48"/>
                    </a:lnTo>
                    <a:lnTo>
                      <a:pt x="2280" y="66"/>
                    </a:lnTo>
                    <a:lnTo>
                      <a:pt x="2286" y="78"/>
                    </a:lnTo>
                    <a:lnTo>
                      <a:pt x="2286" y="90"/>
                    </a:lnTo>
                    <a:lnTo>
                      <a:pt x="2292" y="102"/>
                    </a:lnTo>
                    <a:lnTo>
                      <a:pt x="2292" y="114"/>
                    </a:lnTo>
                    <a:lnTo>
                      <a:pt x="2286" y="126"/>
                    </a:lnTo>
                    <a:lnTo>
                      <a:pt x="2274" y="138"/>
                    </a:lnTo>
                    <a:lnTo>
                      <a:pt x="2268" y="150"/>
                    </a:lnTo>
                    <a:lnTo>
                      <a:pt x="2238" y="180"/>
                    </a:lnTo>
                    <a:lnTo>
                      <a:pt x="2256" y="192"/>
                    </a:lnTo>
                    <a:lnTo>
                      <a:pt x="2256" y="198"/>
                    </a:lnTo>
                    <a:lnTo>
                      <a:pt x="2250" y="204"/>
                    </a:lnTo>
                    <a:lnTo>
                      <a:pt x="2238" y="228"/>
                    </a:lnTo>
                    <a:lnTo>
                      <a:pt x="2232" y="234"/>
                    </a:lnTo>
                    <a:lnTo>
                      <a:pt x="2232" y="264"/>
                    </a:lnTo>
                    <a:lnTo>
                      <a:pt x="2238" y="276"/>
                    </a:lnTo>
                    <a:lnTo>
                      <a:pt x="2238" y="288"/>
                    </a:lnTo>
                    <a:lnTo>
                      <a:pt x="2232" y="300"/>
                    </a:lnTo>
                    <a:lnTo>
                      <a:pt x="2214" y="408"/>
                    </a:lnTo>
                    <a:lnTo>
                      <a:pt x="2208" y="432"/>
                    </a:lnTo>
                    <a:lnTo>
                      <a:pt x="2202" y="438"/>
                    </a:lnTo>
                    <a:lnTo>
                      <a:pt x="2190" y="462"/>
                    </a:lnTo>
                    <a:lnTo>
                      <a:pt x="2178" y="474"/>
                    </a:lnTo>
                    <a:lnTo>
                      <a:pt x="2172" y="486"/>
                    </a:lnTo>
                    <a:lnTo>
                      <a:pt x="2166" y="492"/>
                    </a:lnTo>
                    <a:lnTo>
                      <a:pt x="2166" y="516"/>
                    </a:lnTo>
                    <a:lnTo>
                      <a:pt x="2160" y="534"/>
                    </a:lnTo>
                    <a:lnTo>
                      <a:pt x="2154" y="546"/>
                    </a:lnTo>
                    <a:lnTo>
                      <a:pt x="2142" y="552"/>
                    </a:lnTo>
                    <a:lnTo>
                      <a:pt x="2088" y="570"/>
                    </a:lnTo>
                    <a:lnTo>
                      <a:pt x="2076" y="570"/>
                    </a:lnTo>
                    <a:lnTo>
                      <a:pt x="2064" y="576"/>
                    </a:lnTo>
                    <a:lnTo>
                      <a:pt x="2058" y="576"/>
                    </a:lnTo>
                    <a:lnTo>
                      <a:pt x="2058" y="570"/>
                    </a:lnTo>
                    <a:lnTo>
                      <a:pt x="2052" y="564"/>
                    </a:lnTo>
                    <a:lnTo>
                      <a:pt x="2028" y="516"/>
                    </a:lnTo>
                    <a:lnTo>
                      <a:pt x="2022" y="510"/>
                    </a:lnTo>
                    <a:lnTo>
                      <a:pt x="1998" y="492"/>
                    </a:lnTo>
                    <a:lnTo>
                      <a:pt x="1956" y="474"/>
                    </a:lnTo>
                    <a:lnTo>
                      <a:pt x="1920" y="462"/>
                    </a:lnTo>
                    <a:lnTo>
                      <a:pt x="1908" y="456"/>
                    </a:lnTo>
                    <a:lnTo>
                      <a:pt x="1896" y="438"/>
                    </a:lnTo>
                    <a:lnTo>
                      <a:pt x="1884" y="426"/>
                    </a:lnTo>
                    <a:lnTo>
                      <a:pt x="1872" y="402"/>
                    </a:lnTo>
                    <a:lnTo>
                      <a:pt x="1866" y="396"/>
                    </a:lnTo>
                    <a:lnTo>
                      <a:pt x="1830" y="396"/>
                    </a:lnTo>
                    <a:lnTo>
                      <a:pt x="1806" y="348"/>
                    </a:lnTo>
                    <a:lnTo>
                      <a:pt x="1824" y="330"/>
                    </a:lnTo>
                    <a:lnTo>
                      <a:pt x="1824" y="306"/>
                    </a:lnTo>
                    <a:lnTo>
                      <a:pt x="1830" y="294"/>
                    </a:lnTo>
                    <a:lnTo>
                      <a:pt x="1836" y="288"/>
                    </a:lnTo>
                    <a:lnTo>
                      <a:pt x="1848" y="282"/>
                    </a:lnTo>
                    <a:lnTo>
                      <a:pt x="1854" y="276"/>
                    </a:lnTo>
                    <a:lnTo>
                      <a:pt x="1848" y="228"/>
                    </a:lnTo>
                    <a:lnTo>
                      <a:pt x="1866" y="210"/>
                    </a:lnTo>
                    <a:lnTo>
                      <a:pt x="1872" y="216"/>
                    </a:lnTo>
                    <a:lnTo>
                      <a:pt x="1884" y="216"/>
                    </a:lnTo>
                    <a:lnTo>
                      <a:pt x="1890" y="222"/>
                    </a:lnTo>
                    <a:lnTo>
                      <a:pt x="1896" y="222"/>
                    </a:lnTo>
                    <a:lnTo>
                      <a:pt x="1902" y="216"/>
                    </a:lnTo>
                    <a:lnTo>
                      <a:pt x="1908" y="204"/>
                    </a:lnTo>
                    <a:lnTo>
                      <a:pt x="1908" y="180"/>
                    </a:lnTo>
                    <a:lnTo>
                      <a:pt x="1944" y="144"/>
                    </a:lnTo>
                    <a:lnTo>
                      <a:pt x="1938" y="132"/>
                    </a:lnTo>
                    <a:lnTo>
                      <a:pt x="1914" y="108"/>
                    </a:lnTo>
                    <a:lnTo>
                      <a:pt x="1890" y="108"/>
                    </a:lnTo>
                    <a:lnTo>
                      <a:pt x="1872" y="114"/>
                    </a:lnTo>
                    <a:lnTo>
                      <a:pt x="1848" y="126"/>
                    </a:lnTo>
                    <a:lnTo>
                      <a:pt x="1842" y="138"/>
                    </a:lnTo>
                    <a:lnTo>
                      <a:pt x="1842" y="120"/>
                    </a:lnTo>
                    <a:lnTo>
                      <a:pt x="1812" y="126"/>
                    </a:lnTo>
                    <a:lnTo>
                      <a:pt x="1794" y="138"/>
                    </a:lnTo>
                    <a:lnTo>
                      <a:pt x="1788" y="120"/>
                    </a:lnTo>
                    <a:lnTo>
                      <a:pt x="1752" y="114"/>
                    </a:lnTo>
                    <a:lnTo>
                      <a:pt x="1746" y="108"/>
                    </a:lnTo>
                    <a:lnTo>
                      <a:pt x="1734" y="102"/>
                    </a:lnTo>
                    <a:lnTo>
                      <a:pt x="1728" y="96"/>
                    </a:lnTo>
                    <a:lnTo>
                      <a:pt x="1716" y="90"/>
                    </a:lnTo>
                    <a:lnTo>
                      <a:pt x="1674" y="90"/>
                    </a:lnTo>
                    <a:lnTo>
                      <a:pt x="1662" y="84"/>
                    </a:lnTo>
                    <a:lnTo>
                      <a:pt x="1650" y="84"/>
                    </a:lnTo>
                    <a:lnTo>
                      <a:pt x="1650" y="78"/>
                    </a:lnTo>
                    <a:lnTo>
                      <a:pt x="1644" y="72"/>
                    </a:lnTo>
                    <a:lnTo>
                      <a:pt x="1632" y="48"/>
                    </a:lnTo>
                    <a:lnTo>
                      <a:pt x="1626" y="42"/>
                    </a:lnTo>
                    <a:lnTo>
                      <a:pt x="1620" y="42"/>
                    </a:lnTo>
                    <a:lnTo>
                      <a:pt x="1620" y="54"/>
                    </a:lnTo>
                    <a:lnTo>
                      <a:pt x="1614" y="60"/>
                    </a:lnTo>
                    <a:lnTo>
                      <a:pt x="1602" y="54"/>
                    </a:lnTo>
                    <a:lnTo>
                      <a:pt x="1596" y="54"/>
                    </a:lnTo>
                    <a:lnTo>
                      <a:pt x="1584" y="48"/>
                    </a:lnTo>
                    <a:lnTo>
                      <a:pt x="1566" y="48"/>
                    </a:lnTo>
                    <a:lnTo>
                      <a:pt x="1566" y="60"/>
                    </a:lnTo>
                    <a:lnTo>
                      <a:pt x="1572" y="66"/>
                    </a:lnTo>
                    <a:lnTo>
                      <a:pt x="1554" y="66"/>
                    </a:lnTo>
                    <a:lnTo>
                      <a:pt x="1548" y="72"/>
                    </a:lnTo>
                    <a:lnTo>
                      <a:pt x="1548" y="78"/>
                    </a:lnTo>
                    <a:lnTo>
                      <a:pt x="1554" y="84"/>
                    </a:lnTo>
                    <a:lnTo>
                      <a:pt x="1566" y="84"/>
                    </a:lnTo>
                    <a:lnTo>
                      <a:pt x="1590" y="96"/>
                    </a:lnTo>
                    <a:lnTo>
                      <a:pt x="1596" y="96"/>
                    </a:lnTo>
                    <a:lnTo>
                      <a:pt x="1608" y="90"/>
                    </a:lnTo>
                    <a:lnTo>
                      <a:pt x="1614" y="84"/>
                    </a:lnTo>
                    <a:lnTo>
                      <a:pt x="1644" y="102"/>
                    </a:lnTo>
                    <a:lnTo>
                      <a:pt x="1638" y="102"/>
                    </a:lnTo>
                    <a:lnTo>
                      <a:pt x="1632" y="108"/>
                    </a:lnTo>
                    <a:lnTo>
                      <a:pt x="1596" y="126"/>
                    </a:lnTo>
                    <a:lnTo>
                      <a:pt x="1572" y="126"/>
                    </a:lnTo>
                    <a:lnTo>
                      <a:pt x="1554" y="132"/>
                    </a:lnTo>
                    <a:lnTo>
                      <a:pt x="1512" y="132"/>
                    </a:lnTo>
                    <a:lnTo>
                      <a:pt x="1500" y="138"/>
                    </a:lnTo>
                    <a:lnTo>
                      <a:pt x="1482" y="144"/>
                    </a:lnTo>
                    <a:lnTo>
                      <a:pt x="1470" y="156"/>
                    </a:lnTo>
                    <a:lnTo>
                      <a:pt x="1452" y="162"/>
                    </a:lnTo>
                    <a:lnTo>
                      <a:pt x="1440" y="168"/>
                    </a:lnTo>
                    <a:lnTo>
                      <a:pt x="1434" y="174"/>
                    </a:lnTo>
                    <a:lnTo>
                      <a:pt x="1428" y="174"/>
                    </a:lnTo>
                    <a:lnTo>
                      <a:pt x="1428" y="186"/>
                    </a:lnTo>
                    <a:lnTo>
                      <a:pt x="1422" y="204"/>
                    </a:lnTo>
                    <a:lnTo>
                      <a:pt x="1422" y="228"/>
                    </a:lnTo>
                    <a:lnTo>
                      <a:pt x="1428" y="234"/>
                    </a:lnTo>
                    <a:lnTo>
                      <a:pt x="1440" y="240"/>
                    </a:lnTo>
                    <a:lnTo>
                      <a:pt x="1446" y="246"/>
                    </a:lnTo>
                    <a:lnTo>
                      <a:pt x="1452" y="246"/>
                    </a:lnTo>
                    <a:lnTo>
                      <a:pt x="1398" y="246"/>
                    </a:lnTo>
                    <a:lnTo>
                      <a:pt x="1368" y="282"/>
                    </a:lnTo>
                    <a:lnTo>
                      <a:pt x="1368" y="312"/>
                    </a:lnTo>
                    <a:lnTo>
                      <a:pt x="1362" y="324"/>
                    </a:lnTo>
                    <a:lnTo>
                      <a:pt x="1362" y="330"/>
                    </a:lnTo>
                    <a:lnTo>
                      <a:pt x="1368" y="336"/>
                    </a:lnTo>
                    <a:lnTo>
                      <a:pt x="1380" y="336"/>
                    </a:lnTo>
                    <a:lnTo>
                      <a:pt x="1404" y="348"/>
                    </a:lnTo>
                    <a:lnTo>
                      <a:pt x="1410" y="354"/>
                    </a:lnTo>
                    <a:lnTo>
                      <a:pt x="1410" y="390"/>
                    </a:lnTo>
                    <a:lnTo>
                      <a:pt x="1386" y="366"/>
                    </a:lnTo>
                    <a:lnTo>
                      <a:pt x="1356" y="366"/>
                    </a:lnTo>
                    <a:lnTo>
                      <a:pt x="1344" y="390"/>
                    </a:lnTo>
                    <a:lnTo>
                      <a:pt x="1308" y="354"/>
                    </a:lnTo>
                    <a:lnTo>
                      <a:pt x="1302" y="384"/>
                    </a:lnTo>
                    <a:lnTo>
                      <a:pt x="1278" y="396"/>
                    </a:lnTo>
                    <a:lnTo>
                      <a:pt x="1284" y="420"/>
                    </a:lnTo>
                    <a:lnTo>
                      <a:pt x="1254" y="414"/>
                    </a:lnTo>
                    <a:lnTo>
                      <a:pt x="1284" y="354"/>
                    </a:lnTo>
                    <a:lnTo>
                      <a:pt x="1278" y="348"/>
                    </a:lnTo>
                    <a:lnTo>
                      <a:pt x="1272" y="336"/>
                    </a:lnTo>
                    <a:lnTo>
                      <a:pt x="1272" y="324"/>
                    </a:lnTo>
                    <a:lnTo>
                      <a:pt x="1266" y="318"/>
                    </a:lnTo>
                    <a:lnTo>
                      <a:pt x="1254" y="312"/>
                    </a:lnTo>
                    <a:lnTo>
                      <a:pt x="1236" y="312"/>
                    </a:lnTo>
                    <a:lnTo>
                      <a:pt x="1224" y="282"/>
                    </a:lnTo>
                    <a:lnTo>
                      <a:pt x="1224" y="276"/>
                    </a:lnTo>
                    <a:lnTo>
                      <a:pt x="1230" y="270"/>
                    </a:lnTo>
                    <a:lnTo>
                      <a:pt x="1230" y="258"/>
                    </a:lnTo>
                    <a:lnTo>
                      <a:pt x="1224" y="246"/>
                    </a:lnTo>
                    <a:lnTo>
                      <a:pt x="1218" y="240"/>
                    </a:lnTo>
                    <a:lnTo>
                      <a:pt x="1206" y="234"/>
                    </a:lnTo>
                    <a:lnTo>
                      <a:pt x="1194" y="240"/>
                    </a:lnTo>
                    <a:lnTo>
                      <a:pt x="1188" y="246"/>
                    </a:lnTo>
                    <a:lnTo>
                      <a:pt x="1176" y="252"/>
                    </a:lnTo>
                    <a:lnTo>
                      <a:pt x="1176" y="264"/>
                    </a:lnTo>
                    <a:lnTo>
                      <a:pt x="1182" y="270"/>
                    </a:lnTo>
                    <a:lnTo>
                      <a:pt x="1182" y="282"/>
                    </a:lnTo>
                    <a:lnTo>
                      <a:pt x="1146" y="276"/>
                    </a:lnTo>
                    <a:lnTo>
                      <a:pt x="1152" y="306"/>
                    </a:lnTo>
                    <a:lnTo>
                      <a:pt x="1134" y="300"/>
                    </a:lnTo>
                    <a:lnTo>
                      <a:pt x="1116" y="306"/>
                    </a:lnTo>
                    <a:lnTo>
                      <a:pt x="1122" y="312"/>
                    </a:lnTo>
                    <a:lnTo>
                      <a:pt x="1122" y="330"/>
                    </a:lnTo>
                    <a:lnTo>
                      <a:pt x="1116" y="342"/>
                    </a:lnTo>
                    <a:lnTo>
                      <a:pt x="1110" y="348"/>
                    </a:lnTo>
                    <a:lnTo>
                      <a:pt x="1098" y="354"/>
                    </a:lnTo>
                    <a:lnTo>
                      <a:pt x="1092" y="360"/>
                    </a:lnTo>
                    <a:lnTo>
                      <a:pt x="1104" y="324"/>
                    </a:lnTo>
                    <a:lnTo>
                      <a:pt x="1080" y="348"/>
                    </a:lnTo>
                    <a:lnTo>
                      <a:pt x="1062" y="348"/>
                    </a:lnTo>
                    <a:lnTo>
                      <a:pt x="1056" y="360"/>
                    </a:lnTo>
                    <a:lnTo>
                      <a:pt x="1050" y="366"/>
                    </a:lnTo>
                    <a:lnTo>
                      <a:pt x="1050" y="378"/>
                    </a:lnTo>
                    <a:lnTo>
                      <a:pt x="1056" y="390"/>
                    </a:lnTo>
                    <a:lnTo>
                      <a:pt x="1056" y="396"/>
                    </a:lnTo>
                    <a:lnTo>
                      <a:pt x="1062" y="408"/>
                    </a:lnTo>
                    <a:lnTo>
                      <a:pt x="1014" y="384"/>
                    </a:lnTo>
                    <a:lnTo>
                      <a:pt x="1008" y="420"/>
                    </a:lnTo>
                    <a:lnTo>
                      <a:pt x="996" y="426"/>
                    </a:lnTo>
                    <a:lnTo>
                      <a:pt x="1008" y="450"/>
                    </a:lnTo>
                    <a:lnTo>
                      <a:pt x="1032" y="450"/>
                    </a:lnTo>
                    <a:lnTo>
                      <a:pt x="1026" y="468"/>
                    </a:lnTo>
                    <a:lnTo>
                      <a:pt x="954" y="474"/>
                    </a:lnTo>
                    <a:lnTo>
                      <a:pt x="948" y="468"/>
                    </a:lnTo>
                    <a:lnTo>
                      <a:pt x="936" y="462"/>
                    </a:lnTo>
                    <a:lnTo>
                      <a:pt x="930" y="462"/>
                    </a:lnTo>
                    <a:lnTo>
                      <a:pt x="918" y="468"/>
                    </a:lnTo>
                    <a:lnTo>
                      <a:pt x="912" y="474"/>
                    </a:lnTo>
                    <a:lnTo>
                      <a:pt x="918" y="486"/>
                    </a:lnTo>
                    <a:lnTo>
                      <a:pt x="918" y="492"/>
                    </a:lnTo>
                    <a:lnTo>
                      <a:pt x="924" y="504"/>
                    </a:lnTo>
                    <a:lnTo>
                      <a:pt x="930" y="510"/>
                    </a:lnTo>
                    <a:lnTo>
                      <a:pt x="930" y="540"/>
                    </a:lnTo>
                    <a:lnTo>
                      <a:pt x="924" y="564"/>
                    </a:lnTo>
                    <a:lnTo>
                      <a:pt x="930" y="600"/>
                    </a:lnTo>
                    <a:lnTo>
                      <a:pt x="912" y="600"/>
                    </a:lnTo>
                    <a:lnTo>
                      <a:pt x="906" y="522"/>
                    </a:lnTo>
                    <a:lnTo>
                      <a:pt x="888" y="510"/>
                    </a:lnTo>
                    <a:lnTo>
                      <a:pt x="888" y="480"/>
                    </a:lnTo>
                    <a:lnTo>
                      <a:pt x="870" y="480"/>
                    </a:lnTo>
                    <a:lnTo>
                      <a:pt x="852" y="504"/>
                    </a:lnTo>
                    <a:lnTo>
                      <a:pt x="822" y="534"/>
                    </a:lnTo>
                    <a:lnTo>
                      <a:pt x="804" y="546"/>
                    </a:lnTo>
                    <a:lnTo>
                      <a:pt x="792" y="558"/>
                    </a:lnTo>
                    <a:lnTo>
                      <a:pt x="786" y="570"/>
                    </a:lnTo>
                    <a:lnTo>
                      <a:pt x="786" y="600"/>
                    </a:lnTo>
                    <a:lnTo>
                      <a:pt x="792" y="606"/>
                    </a:lnTo>
                    <a:lnTo>
                      <a:pt x="792" y="618"/>
                    </a:lnTo>
                    <a:lnTo>
                      <a:pt x="798" y="618"/>
                    </a:lnTo>
                    <a:lnTo>
                      <a:pt x="816" y="636"/>
                    </a:lnTo>
                    <a:lnTo>
                      <a:pt x="810" y="648"/>
                    </a:lnTo>
                    <a:lnTo>
                      <a:pt x="792" y="654"/>
                    </a:lnTo>
                    <a:lnTo>
                      <a:pt x="774" y="666"/>
                    </a:lnTo>
                    <a:lnTo>
                      <a:pt x="750" y="678"/>
                    </a:lnTo>
                    <a:lnTo>
                      <a:pt x="750" y="696"/>
                    </a:lnTo>
                    <a:lnTo>
                      <a:pt x="720" y="726"/>
                    </a:lnTo>
                    <a:lnTo>
                      <a:pt x="702" y="732"/>
                    </a:lnTo>
                    <a:lnTo>
                      <a:pt x="690" y="744"/>
                    </a:lnTo>
                    <a:lnTo>
                      <a:pt x="666" y="756"/>
                    </a:lnTo>
                    <a:lnTo>
                      <a:pt x="630" y="762"/>
                    </a:lnTo>
                    <a:lnTo>
                      <a:pt x="600" y="768"/>
                    </a:lnTo>
                    <a:lnTo>
                      <a:pt x="588" y="768"/>
                    </a:lnTo>
                    <a:lnTo>
                      <a:pt x="534" y="762"/>
                    </a:lnTo>
                    <a:lnTo>
                      <a:pt x="492" y="780"/>
                    </a:lnTo>
                    <a:lnTo>
                      <a:pt x="438" y="786"/>
                    </a:lnTo>
                    <a:lnTo>
                      <a:pt x="432" y="798"/>
                    </a:lnTo>
                    <a:lnTo>
                      <a:pt x="414" y="798"/>
                    </a:lnTo>
                    <a:lnTo>
                      <a:pt x="402" y="804"/>
                    </a:lnTo>
                    <a:lnTo>
                      <a:pt x="396" y="810"/>
                    </a:lnTo>
                    <a:lnTo>
                      <a:pt x="384" y="816"/>
                    </a:lnTo>
                    <a:lnTo>
                      <a:pt x="372" y="828"/>
                    </a:lnTo>
                    <a:lnTo>
                      <a:pt x="342" y="828"/>
                    </a:lnTo>
                    <a:lnTo>
                      <a:pt x="324" y="834"/>
                    </a:lnTo>
                    <a:lnTo>
                      <a:pt x="312" y="840"/>
                    </a:lnTo>
                    <a:lnTo>
                      <a:pt x="306" y="852"/>
                    </a:lnTo>
                    <a:lnTo>
                      <a:pt x="294" y="858"/>
                    </a:lnTo>
                    <a:lnTo>
                      <a:pt x="288" y="870"/>
                    </a:lnTo>
                    <a:lnTo>
                      <a:pt x="282" y="876"/>
                    </a:lnTo>
                    <a:lnTo>
                      <a:pt x="282" y="882"/>
                    </a:lnTo>
                    <a:lnTo>
                      <a:pt x="276" y="882"/>
                    </a:lnTo>
                    <a:lnTo>
                      <a:pt x="270" y="888"/>
                    </a:lnTo>
                    <a:lnTo>
                      <a:pt x="252" y="888"/>
                    </a:lnTo>
                    <a:lnTo>
                      <a:pt x="240" y="894"/>
                    </a:lnTo>
                    <a:lnTo>
                      <a:pt x="228" y="894"/>
                    </a:lnTo>
                    <a:lnTo>
                      <a:pt x="216" y="900"/>
                    </a:lnTo>
                    <a:lnTo>
                      <a:pt x="210" y="906"/>
                    </a:lnTo>
                    <a:lnTo>
                      <a:pt x="198" y="912"/>
                    </a:lnTo>
                    <a:lnTo>
                      <a:pt x="192" y="930"/>
                    </a:lnTo>
                    <a:lnTo>
                      <a:pt x="150" y="972"/>
                    </a:lnTo>
                    <a:lnTo>
                      <a:pt x="150" y="978"/>
                    </a:lnTo>
                    <a:lnTo>
                      <a:pt x="162" y="912"/>
                    </a:lnTo>
                    <a:lnTo>
                      <a:pt x="144" y="918"/>
                    </a:lnTo>
                    <a:lnTo>
                      <a:pt x="120" y="978"/>
                    </a:lnTo>
                    <a:lnTo>
                      <a:pt x="90" y="1038"/>
                    </a:lnTo>
                    <a:lnTo>
                      <a:pt x="90" y="1056"/>
                    </a:lnTo>
                    <a:lnTo>
                      <a:pt x="96" y="1062"/>
                    </a:lnTo>
                    <a:lnTo>
                      <a:pt x="108" y="1068"/>
                    </a:lnTo>
                    <a:lnTo>
                      <a:pt x="114" y="1068"/>
                    </a:lnTo>
                    <a:lnTo>
                      <a:pt x="108" y="1080"/>
                    </a:lnTo>
                    <a:lnTo>
                      <a:pt x="96" y="1086"/>
                    </a:lnTo>
                    <a:lnTo>
                      <a:pt x="90" y="1098"/>
                    </a:lnTo>
                    <a:lnTo>
                      <a:pt x="66" y="1122"/>
                    </a:lnTo>
                    <a:lnTo>
                      <a:pt x="66" y="1134"/>
                    </a:lnTo>
                    <a:lnTo>
                      <a:pt x="72" y="1152"/>
                    </a:lnTo>
                    <a:lnTo>
                      <a:pt x="72" y="1164"/>
                    </a:lnTo>
                    <a:lnTo>
                      <a:pt x="84" y="1188"/>
                    </a:lnTo>
                    <a:lnTo>
                      <a:pt x="84" y="1200"/>
                    </a:lnTo>
                    <a:lnTo>
                      <a:pt x="102" y="1236"/>
                    </a:lnTo>
                    <a:lnTo>
                      <a:pt x="108" y="1254"/>
                    </a:lnTo>
                    <a:lnTo>
                      <a:pt x="114" y="1266"/>
                    </a:lnTo>
                    <a:lnTo>
                      <a:pt x="114" y="1278"/>
                    </a:lnTo>
                    <a:lnTo>
                      <a:pt x="108" y="1278"/>
                    </a:lnTo>
                    <a:lnTo>
                      <a:pt x="96" y="1266"/>
                    </a:lnTo>
                    <a:lnTo>
                      <a:pt x="90" y="1254"/>
                    </a:lnTo>
                    <a:lnTo>
                      <a:pt x="72" y="1236"/>
                    </a:lnTo>
                    <a:lnTo>
                      <a:pt x="66" y="1224"/>
                    </a:lnTo>
                    <a:lnTo>
                      <a:pt x="48" y="1218"/>
                    </a:lnTo>
                    <a:lnTo>
                      <a:pt x="66" y="1266"/>
                    </a:lnTo>
                    <a:lnTo>
                      <a:pt x="30" y="1236"/>
                    </a:lnTo>
                    <a:lnTo>
                      <a:pt x="30" y="1290"/>
                    </a:lnTo>
                    <a:lnTo>
                      <a:pt x="60" y="1350"/>
                    </a:lnTo>
                    <a:lnTo>
                      <a:pt x="66" y="1356"/>
                    </a:lnTo>
                    <a:lnTo>
                      <a:pt x="66" y="1368"/>
                    </a:lnTo>
                    <a:lnTo>
                      <a:pt x="60" y="1374"/>
                    </a:lnTo>
                    <a:lnTo>
                      <a:pt x="54" y="1386"/>
                    </a:lnTo>
                    <a:lnTo>
                      <a:pt x="54" y="1398"/>
                    </a:lnTo>
                    <a:lnTo>
                      <a:pt x="48" y="1410"/>
                    </a:lnTo>
                    <a:lnTo>
                      <a:pt x="54" y="1416"/>
                    </a:lnTo>
                    <a:lnTo>
                      <a:pt x="60" y="1428"/>
                    </a:lnTo>
                    <a:lnTo>
                      <a:pt x="78" y="1446"/>
                    </a:lnTo>
                    <a:lnTo>
                      <a:pt x="84" y="1458"/>
                    </a:lnTo>
                    <a:lnTo>
                      <a:pt x="90" y="1464"/>
                    </a:lnTo>
                    <a:lnTo>
                      <a:pt x="96" y="1476"/>
                    </a:lnTo>
                    <a:lnTo>
                      <a:pt x="96" y="1506"/>
                    </a:lnTo>
                    <a:lnTo>
                      <a:pt x="90" y="1518"/>
                    </a:lnTo>
                    <a:lnTo>
                      <a:pt x="84" y="1524"/>
                    </a:lnTo>
                    <a:lnTo>
                      <a:pt x="90" y="1542"/>
                    </a:lnTo>
                    <a:lnTo>
                      <a:pt x="90" y="1554"/>
                    </a:lnTo>
                    <a:lnTo>
                      <a:pt x="96" y="1572"/>
                    </a:lnTo>
                    <a:lnTo>
                      <a:pt x="96" y="1590"/>
                    </a:lnTo>
                    <a:lnTo>
                      <a:pt x="102" y="1596"/>
                    </a:lnTo>
                    <a:lnTo>
                      <a:pt x="102" y="1602"/>
                    </a:lnTo>
                    <a:lnTo>
                      <a:pt x="96" y="1602"/>
                    </a:lnTo>
                    <a:lnTo>
                      <a:pt x="78" y="1620"/>
                    </a:lnTo>
                    <a:lnTo>
                      <a:pt x="84" y="1626"/>
                    </a:lnTo>
                    <a:lnTo>
                      <a:pt x="84" y="1638"/>
                    </a:lnTo>
                    <a:lnTo>
                      <a:pt x="90" y="1650"/>
                    </a:lnTo>
                    <a:lnTo>
                      <a:pt x="90" y="1662"/>
                    </a:lnTo>
                    <a:lnTo>
                      <a:pt x="96" y="1668"/>
                    </a:lnTo>
                    <a:lnTo>
                      <a:pt x="96" y="1674"/>
                    </a:lnTo>
                    <a:lnTo>
                      <a:pt x="102" y="1674"/>
                    </a:lnTo>
                    <a:lnTo>
                      <a:pt x="108" y="1680"/>
                    </a:lnTo>
                    <a:lnTo>
                      <a:pt x="126" y="1716"/>
                    </a:lnTo>
                    <a:lnTo>
                      <a:pt x="126" y="1728"/>
                    </a:lnTo>
                    <a:lnTo>
                      <a:pt x="108" y="1764"/>
                    </a:lnTo>
                    <a:lnTo>
                      <a:pt x="90" y="1782"/>
                    </a:lnTo>
                    <a:lnTo>
                      <a:pt x="90" y="1824"/>
                    </a:lnTo>
                    <a:lnTo>
                      <a:pt x="84" y="1842"/>
                    </a:lnTo>
                    <a:lnTo>
                      <a:pt x="60" y="1866"/>
                    </a:lnTo>
                    <a:lnTo>
                      <a:pt x="42" y="1866"/>
                    </a:lnTo>
                    <a:lnTo>
                      <a:pt x="30" y="1872"/>
                    </a:lnTo>
                    <a:lnTo>
                      <a:pt x="18" y="1866"/>
                    </a:lnTo>
                    <a:lnTo>
                      <a:pt x="6" y="1866"/>
                    </a:lnTo>
                    <a:lnTo>
                      <a:pt x="0" y="1920"/>
                    </a:lnTo>
                    <a:lnTo>
                      <a:pt x="12" y="1920"/>
                    </a:lnTo>
                    <a:lnTo>
                      <a:pt x="24" y="1926"/>
                    </a:lnTo>
                    <a:lnTo>
                      <a:pt x="42" y="1926"/>
                    </a:lnTo>
                    <a:lnTo>
                      <a:pt x="54" y="1932"/>
                    </a:lnTo>
                    <a:lnTo>
                      <a:pt x="72" y="1950"/>
                    </a:lnTo>
                    <a:lnTo>
                      <a:pt x="78" y="1962"/>
                    </a:lnTo>
                    <a:lnTo>
                      <a:pt x="108" y="1956"/>
                    </a:lnTo>
                    <a:lnTo>
                      <a:pt x="114" y="1968"/>
                    </a:lnTo>
                    <a:lnTo>
                      <a:pt x="138" y="1980"/>
                    </a:lnTo>
                    <a:lnTo>
                      <a:pt x="174" y="1980"/>
                    </a:lnTo>
                    <a:lnTo>
                      <a:pt x="210" y="1968"/>
                    </a:lnTo>
                    <a:lnTo>
                      <a:pt x="234" y="1968"/>
                    </a:lnTo>
                    <a:lnTo>
                      <a:pt x="234" y="1950"/>
                    </a:lnTo>
                    <a:lnTo>
                      <a:pt x="228" y="1944"/>
                    </a:lnTo>
                    <a:lnTo>
                      <a:pt x="264" y="1950"/>
                    </a:lnTo>
                    <a:lnTo>
                      <a:pt x="276" y="1932"/>
                    </a:lnTo>
                    <a:lnTo>
                      <a:pt x="318" y="1926"/>
                    </a:lnTo>
                    <a:lnTo>
                      <a:pt x="354" y="1890"/>
                    </a:lnTo>
                    <a:lnTo>
                      <a:pt x="366" y="1884"/>
                    </a:lnTo>
                    <a:lnTo>
                      <a:pt x="372" y="1884"/>
                    </a:lnTo>
                    <a:lnTo>
                      <a:pt x="420" y="1908"/>
                    </a:lnTo>
                    <a:lnTo>
                      <a:pt x="426" y="1902"/>
                    </a:lnTo>
                    <a:lnTo>
                      <a:pt x="474" y="1878"/>
                    </a:lnTo>
                    <a:lnTo>
                      <a:pt x="480" y="1872"/>
                    </a:lnTo>
                    <a:lnTo>
                      <a:pt x="486" y="1872"/>
                    </a:lnTo>
                    <a:lnTo>
                      <a:pt x="498" y="1878"/>
                    </a:lnTo>
                    <a:lnTo>
                      <a:pt x="504" y="1884"/>
                    </a:lnTo>
                    <a:lnTo>
                      <a:pt x="516" y="1884"/>
                    </a:lnTo>
                    <a:lnTo>
                      <a:pt x="528" y="1890"/>
                    </a:lnTo>
                    <a:lnTo>
                      <a:pt x="534" y="1890"/>
                    </a:lnTo>
                    <a:lnTo>
                      <a:pt x="552" y="1884"/>
                    </a:lnTo>
                    <a:lnTo>
                      <a:pt x="576" y="1872"/>
                    </a:lnTo>
                    <a:lnTo>
                      <a:pt x="582" y="1872"/>
                    </a:lnTo>
                    <a:lnTo>
                      <a:pt x="594" y="1878"/>
                    </a:lnTo>
                    <a:lnTo>
                      <a:pt x="606" y="1878"/>
                    </a:lnTo>
                    <a:lnTo>
                      <a:pt x="624" y="1884"/>
                    </a:lnTo>
                    <a:lnTo>
                      <a:pt x="636" y="1884"/>
                    </a:lnTo>
                    <a:lnTo>
                      <a:pt x="648" y="1878"/>
                    </a:lnTo>
                    <a:lnTo>
                      <a:pt x="654" y="1872"/>
                    </a:lnTo>
                    <a:lnTo>
                      <a:pt x="654" y="1848"/>
                    </a:lnTo>
                    <a:lnTo>
                      <a:pt x="666" y="1848"/>
                    </a:lnTo>
                    <a:lnTo>
                      <a:pt x="672" y="1842"/>
                    </a:lnTo>
                    <a:lnTo>
                      <a:pt x="678" y="1842"/>
                    </a:lnTo>
                    <a:lnTo>
                      <a:pt x="684" y="1836"/>
                    </a:lnTo>
                    <a:lnTo>
                      <a:pt x="690" y="1824"/>
                    </a:lnTo>
                    <a:lnTo>
                      <a:pt x="702" y="1788"/>
                    </a:lnTo>
                    <a:lnTo>
                      <a:pt x="714" y="1776"/>
                    </a:lnTo>
                    <a:lnTo>
                      <a:pt x="726" y="1770"/>
                    </a:lnTo>
                    <a:lnTo>
                      <a:pt x="744" y="1764"/>
                    </a:lnTo>
                    <a:lnTo>
                      <a:pt x="756" y="1764"/>
                    </a:lnTo>
                    <a:lnTo>
                      <a:pt x="774" y="1770"/>
                    </a:lnTo>
                    <a:lnTo>
                      <a:pt x="798" y="1770"/>
                    </a:lnTo>
                    <a:lnTo>
                      <a:pt x="822" y="1758"/>
                    </a:lnTo>
                    <a:lnTo>
                      <a:pt x="840" y="1752"/>
                    </a:lnTo>
                    <a:lnTo>
                      <a:pt x="858" y="1740"/>
                    </a:lnTo>
                    <a:lnTo>
                      <a:pt x="876" y="1734"/>
                    </a:lnTo>
                    <a:lnTo>
                      <a:pt x="912" y="1734"/>
                    </a:lnTo>
                    <a:lnTo>
                      <a:pt x="918" y="1740"/>
                    </a:lnTo>
                    <a:lnTo>
                      <a:pt x="930" y="1740"/>
                    </a:lnTo>
                    <a:lnTo>
                      <a:pt x="942" y="1746"/>
                    </a:lnTo>
                    <a:lnTo>
                      <a:pt x="972" y="1740"/>
                    </a:lnTo>
                    <a:lnTo>
                      <a:pt x="1044" y="1704"/>
                    </a:lnTo>
                    <a:lnTo>
                      <a:pt x="1074" y="1692"/>
                    </a:lnTo>
                    <a:lnTo>
                      <a:pt x="1098" y="1686"/>
                    </a:lnTo>
                    <a:lnTo>
                      <a:pt x="1140" y="1680"/>
                    </a:lnTo>
                    <a:lnTo>
                      <a:pt x="1176" y="1674"/>
                    </a:lnTo>
                    <a:lnTo>
                      <a:pt x="1224" y="1674"/>
                    </a:lnTo>
                    <a:lnTo>
                      <a:pt x="1236" y="1662"/>
                    </a:lnTo>
                    <a:lnTo>
                      <a:pt x="1254" y="1680"/>
                    </a:lnTo>
                    <a:lnTo>
                      <a:pt x="1266" y="1686"/>
                    </a:lnTo>
                    <a:lnTo>
                      <a:pt x="1278" y="1698"/>
                    </a:lnTo>
                    <a:lnTo>
                      <a:pt x="1302" y="1710"/>
                    </a:lnTo>
                    <a:lnTo>
                      <a:pt x="1320" y="1716"/>
                    </a:lnTo>
                    <a:lnTo>
                      <a:pt x="1332" y="1716"/>
                    </a:lnTo>
                    <a:lnTo>
                      <a:pt x="1338" y="1710"/>
                    </a:lnTo>
                    <a:lnTo>
                      <a:pt x="1338" y="1716"/>
                    </a:lnTo>
                    <a:lnTo>
                      <a:pt x="1344" y="1722"/>
                    </a:lnTo>
                    <a:lnTo>
                      <a:pt x="1350" y="1734"/>
                    </a:lnTo>
                    <a:lnTo>
                      <a:pt x="1356" y="1740"/>
                    </a:lnTo>
                    <a:lnTo>
                      <a:pt x="1374" y="1740"/>
                    </a:lnTo>
                    <a:lnTo>
                      <a:pt x="1380" y="1734"/>
                    </a:lnTo>
                    <a:lnTo>
                      <a:pt x="1380" y="1752"/>
                    </a:lnTo>
                    <a:lnTo>
                      <a:pt x="1392" y="1752"/>
                    </a:lnTo>
                    <a:lnTo>
                      <a:pt x="1398" y="1758"/>
                    </a:lnTo>
                    <a:lnTo>
                      <a:pt x="1398" y="1770"/>
                    </a:lnTo>
                    <a:lnTo>
                      <a:pt x="1386" y="1794"/>
                    </a:lnTo>
                    <a:lnTo>
                      <a:pt x="1380" y="1800"/>
                    </a:lnTo>
                    <a:lnTo>
                      <a:pt x="1374" y="1812"/>
                    </a:lnTo>
                    <a:lnTo>
                      <a:pt x="1392" y="1842"/>
                    </a:lnTo>
                    <a:lnTo>
                      <a:pt x="1410" y="1830"/>
                    </a:lnTo>
                    <a:lnTo>
                      <a:pt x="1428" y="1866"/>
                    </a:lnTo>
                    <a:lnTo>
                      <a:pt x="1428" y="1872"/>
                    </a:lnTo>
                    <a:lnTo>
                      <a:pt x="1434" y="1878"/>
                    </a:lnTo>
                    <a:lnTo>
                      <a:pt x="1434" y="1902"/>
                    </a:lnTo>
                    <a:lnTo>
                      <a:pt x="1440" y="1914"/>
                    </a:lnTo>
                    <a:lnTo>
                      <a:pt x="1440" y="1926"/>
                    </a:lnTo>
                    <a:lnTo>
                      <a:pt x="1422" y="1926"/>
                    </a:lnTo>
                    <a:lnTo>
                      <a:pt x="1410" y="1920"/>
                    </a:lnTo>
                    <a:lnTo>
                      <a:pt x="1404" y="1920"/>
                    </a:lnTo>
                    <a:lnTo>
                      <a:pt x="1410" y="1956"/>
                    </a:lnTo>
                    <a:lnTo>
                      <a:pt x="1446" y="1956"/>
                    </a:lnTo>
                    <a:lnTo>
                      <a:pt x="1452" y="1962"/>
                    </a:lnTo>
                    <a:lnTo>
                      <a:pt x="1452" y="1968"/>
                    </a:lnTo>
                    <a:lnTo>
                      <a:pt x="1470" y="1968"/>
                    </a:lnTo>
                    <a:lnTo>
                      <a:pt x="1470" y="1956"/>
                    </a:lnTo>
                    <a:lnTo>
                      <a:pt x="1464" y="1938"/>
                    </a:lnTo>
                    <a:lnTo>
                      <a:pt x="1464" y="1926"/>
                    </a:lnTo>
                    <a:lnTo>
                      <a:pt x="1470" y="1914"/>
                    </a:lnTo>
                    <a:lnTo>
                      <a:pt x="1476" y="1908"/>
                    </a:lnTo>
                    <a:lnTo>
                      <a:pt x="1500" y="1896"/>
                    </a:lnTo>
                    <a:lnTo>
                      <a:pt x="1512" y="1896"/>
                    </a:lnTo>
                    <a:lnTo>
                      <a:pt x="1518" y="1890"/>
                    </a:lnTo>
                    <a:lnTo>
                      <a:pt x="1530" y="1884"/>
                    </a:lnTo>
                    <a:lnTo>
                      <a:pt x="1542" y="1872"/>
                    </a:lnTo>
                    <a:lnTo>
                      <a:pt x="1548" y="1860"/>
                    </a:lnTo>
                    <a:lnTo>
                      <a:pt x="1566" y="1842"/>
                    </a:lnTo>
                    <a:lnTo>
                      <a:pt x="1566" y="1836"/>
                    </a:lnTo>
                    <a:lnTo>
                      <a:pt x="1590" y="1842"/>
                    </a:lnTo>
                    <a:lnTo>
                      <a:pt x="1608" y="1788"/>
                    </a:lnTo>
                    <a:lnTo>
                      <a:pt x="1638" y="1788"/>
                    </a:lnTo>
                    <a:lnTo>
                      <a:pt x="1650" y="1782"/>
                    </a:lnTo>
                    <a:lnTo>
                      <a:pt x="1662" y="1770"/>
                    </a:lnTo>
                    <a:lnTo>
                      <a:pt x="1668" y="1752"/>
                    </a:lnTo>
                    <a:lnTo>
                      <a:pt x="1668" y="1740"/>
                    </a:lnTo>
                    <a:lnTo>
                      <a:pt x="1668" y="1746"/>
                    </a:lnTo>
                    <a:lnTo>
                      <a:pt x="1674" y="1752"/>
                    </a:lnTo>
                    <a:lnTo>
                      <a:pt x="1674" y="1764"/>
                    </a:lnTo>
                    <a:lnTo>
                      <a:pt x="1680" y="1776"/>
                    </a:lnTo>
                    <a:lnTo>
                      <a:pt x="1680" y="1782"/>
                    </a:lnTo>
                    <a:lnTo>
                      <a:pt x="1668" y="1794"/>
                    </a:lnTo>
                    <a:lnTo>
                      <a:pt x="1662" y="1806"/>
                    </a:lnTo>
                    <a:lnTo>
                      <a:pt x="1650" y="1812"/>
                    </a:lnTo>
                    <a:lnTo>
                      <a:pt x="1644" y="1818"/>
                    </a:lnTo>
                    <a:lnTo>
                      <a:pt x="1620" y="1818"/>
                    </a:lnTo>
                    <a:lnTo>
                      <a:pt x="1614" y="1830"/>
                    </a:lnTo>
                    <a:lnTo>
                      <a:pt x="1632" y="1866"/>
                    </a:lnTo>
                    <a:lnTo>
                      <a:pt x="1620" y="1866"/>
                    </a:lnTo>
                    <a:lnTo>
                      <a:pt x="1614" y="1872"/>
                    </a:lnTo>
                    <a:lnTo>
                      <a:pt x="1602" y="1878"/>
                    </a:lnTo>
                    <a:lnTo>
                      <a:pt x="1566" y="1914"/>
                    </a:lnTo>
                    <a:lnTo>
                      <a:pt x="1566" y="1926"/>
                    </a:lnTo>
                    <a:lnTo>
                      <a:pt x="1560" y="1932"/>
                    </a:lnTo>
                    <a:lnTo>
                      <a:pt x="1554" y="1944"/>
                    </a:lnTo>
                    <a:lnTo>
                      <a:pt x="1542" y="1956"/>
                    </a:lnTo>
                    <a:lnTo>
                      <a:pt x="1518" y="1968"/>
                    </a:lnTo>
                    <a:lnTo>
                      <a:pt x="1512" y="1974"/>
                    </a:lnTo>
                    <a:lnTo>
                      <a:pt x="1512" y="1980"/>
                    </a:lnTo>
                    <a:lnTo>
                      <a:pt x="1518" y="1986"/>
                    </a:lnTo>
                    <a:lnTo>
                      <a:pt x="1548" y="1986"/>
                    </a:lnTo>
                    <a:lnTo>
                      <a:pt x="1560" y="1980"/>
                    </a:lnTo>
                    <a:lnTo>
                      <a:pt x="1572" y="1980"/>
                    </a:lnTo>
                    <a:lnTo>
                      <a:pt x="1584" y="1968"/>
                    </a:lnTo>
                    <a:lnTo>
                      <a:pt x="1602" y="1932"/>
                    </a:lnTo>
                    <a:lnTo>
                      <a:pt x="1608" y="1926"/>
                    </a:lnTo>
                    <a:lnTo>
                      <a:pt x="1614" y="1914"/>
                    </a:lnTo>
                    <a:lnTo>
                      <a:pt x="1626" y="1908"/>
                    </a:lnTo>
                    <a:lnTo>
                      <a:pt x="1632" y="1902"/>
                    </a:lnTo>
                    <a:lnTo>
                      <a:pt x="1632" y="1920"/>
                    </a:lnTo>
                    <a:lnTo>
                      <a:pt x="1638" y="1932"/>
                    </a:lnTo>
                    <a:lnTo>
                      <a:pt x="1638" y="1956"/>
                    </a:lnTo>
                    <a:lnTo>
                      <a:pt x="1626" y="1968"/>
                    </a:lnTo>
                    <a:lnTo>
                      <a:pt x="1614" y="1974"/>
                    </a:lnTo>
                    <a:lnTo>
                      <a:pt x="1602" y="1986"/>
                    </a:lnTo>
                    <a:lnTo>
                      <a:pt x="1602" y="2004"/>
                    </a:lnTo>
                    <a:lnTo>
                      <a:pt x="1608" y="2010"/>
                    </a:lnTo>
                    <a:lnTo>
                      <a:pt x="1614" y="2010"/>
                    </a:lnTo>
                    <a:lnTo>
                      <a:pt x="1632" y="2016"/>
                    </a:lnTo>
                    <a:lnTo>
                      <a:pt x="1662" y="2016"/>
                    </a:lnTo>
                    <a:lnTo>
                      <a:pt x="1668" y="2028"/>
                    </a:lnTo>
                    <a:lnTo>
                      <a:pt x="1644" y="2052"/>
                    </a:lnTo>
                    <a:lnTo>
                      <a:pt x="1644" y="2058"/>
                    </a:lnTo>
                    <a:lnTo>
                      <a:pt x="1650" y="2064"/>
                    </a:lnTo>
                    <a:lnTo>
                      <a:pt x="1668" y="2100"/>
                    </a:lnTo>
                    <a:lnTo>
                      <a:pt x="1674" y="2106"/>
                    </a:lnTo>
                    <a:lnTo>
                      <a:pt x="1674" y="2118"/>
                    </a:lnTo>
                    <a:lnTo>
                      <a:pt x="1626" y="2166"/>
                    </a:lnTo>
                    <a:lnTo>
                      <a:pt x="1626" y="2178"/>
                    </a:lnTo>
                    <a:lnTo>
                      <a:pt x="1638" y="2190"/>
                    </a:lnTo>
                    <a:lnTo>
                      <a:pt x="1644" y="2202"/>
                    </a:lnTo>
                    <a:lnTo>
                      <a:pt x="1668" y="2214"/>
                    </a:lnTo>
                    <a:lnTo>
                      <a:pt x="1680" y="2226"/>
                    </a:lnTo>
                    <a:lnTo>
                      <a:pt x="1692" y="2232"/>
                    </a:lnTo>
                    <a:lnTo>
                      <a:pt x="1716" y="2256"/>
                    </a:lnTo>
                    <a:lnTo>
                      <a:pt x="1728" y="2262"/>
                    </a:lnTo>
                    <a:lnTo>
                      <a:pt x="1800" y="2262"/>
                    </a:lnTo>
                    <a:lnTo>
                      <a:pt x="1824" y="2286"/>
                    </a:lnTo>
                    <a:lnTo>
                      <a:pt x="1842" y="2292"/>
                    </a:lnTo>
                    <a:lnTo>
                      <a:pt x="1872" y="2286"/>
                    </a:lnTo>
                    <a:lnTo>
                      <a:pt x="1902" y="2274"/>
                    </a:lnTo>
                    <a:lnTo>
                      <a:pt x="1932" y="2256"/>
                    </a:lnTo>
                    <a:lnTo>
                      <a:pt x="1944" y="2250"/>
                    </a:lnTo>
                    <a:lnTo>
                      <a:pt x="1944" y="2226"/>
                    </a:lnTo>
                    <a:lnTo>
                      <a:pt x="1956" y="2214"/>
                    </a:lnTo>
                    <a:lnTo>
                      <a:pt x="1962" y="2214"/>
                    </a:lnTo>
                    <a:lnTo>
                      <a:pt x="1974" y="2226"/>
                    </a:lnTo>
                    <a:lnTo>
                      <a:pt x="1974" y="2256"/>
                    </a:lnTo>
                    <a:lnTo>
                      <a:pt x="1992" y="2256"/>
                    </a:lnTo>
                    <a:lnTo>
                      <a:pt x="1980" y="2280"/>
                    </a:lnTo>
                    <a:lnTo>
                      <a:pt x="1998" y="2280"/>
                    </a:lnTo>
                    <a:lnTo>
                      <a:pt x="1998" y="2292"/>
                    </a:lnTo>
                    <a:lnTo>
                      <a:pt x="2004" y="2298"/>
                    </a:lnTo>
                    <a:lnTo>
                      <a:pt x="2010" y="2310"/>
                    </a:lnTo>
                    <a:lnTo>
                      <a:pt x="2016" y="2316"/>
                    </a:lnTo>
                    <a:lnTo>
                      <a:pt x="2028" y="2316"/>
                    </a:lnTo>
                    <a:lnTo>
                      <a:pt x="2040" y="2304"/>
                    </a:lnTo>
                    <a:lnTo>
                      <a:pt x="2046" y="2304"/>
                    </a:lnTo>
                    <a:lnTo>
                      <a:pt x="2052" y="2298"/>
                    </a:lnTo>
                    <a:lnTo>
                      <a:pt x="2070" y="2292"/>
                    </a:lnTo>
                    <a:lnTo>
                      <a:pt x="2082" y="2286"/>
                    </a:lnTo>
                    <a:lnTo>
                      <a:pt x="2088" y="2280"/>
                    </a:lnTo>
                    <a:lnTo>
                      <a:pt x="2100" y="2274"/>
                    </a:lnTo>
                    <a:lnTo>
                      <a:pt x="2124" y="2250"/>
                    </a:lnTo>
                    <a:lnTo>
                      <a:pt x="2136" y="2244"/>
                    </a:lnTo>
                    <a:lnTo>
                      <a:pt x="2148" y="2232"/>
                    </a:lnTo>
                    <a:lnTo>
                      <a:pt x="2160" y="2226"/>
                    </a:lnTo>
                    <a:lnTo>
                      <a:pt x="2154" y="2214"/>
                    </a:lnTo>
                    <a:lnTo>
                      <a:pt x="2190" y="2202"/>
                    </a:lnTo>
                    <a:lnTo>
                      <a:pt x="2202" y="2214"/>
                    </a:lnTo>
                    <a:lnTo>
                      <a:pt x="2220" y="2214"/>
                    </a:lnTo>
                    <a:lnTo>
                      <a:pt x="2256" y="2208"/>
                    </a:lnTo>
                    <a:lnTo>
                      <a:pt x="2298" y="2196"/>
                    </a:lnTo>
                    <a:lnTo>
                      <a:pt x="2316" y="2178"/>
                    </a:lnTo>
                    <a:lnTo>
                      <a:pt x="2328" y="2148"/>
                    </a:lnTo>
                    <a:lnTo>
                      <a:pt x="2334" y="2118"/>
                    </a:lnTo>
                    <a:lnTo>
                      <a:pt x="2340" y="2100"/>
                    </a:lnTo>
                    <a:lnTo>
                      <a:pt x="2346" y="2088"/>
                    </a:lnTo>
                    <a:lnTo>
                      <a:pt x="2376" y="2058"/>
                    </a:lnTo>
                    <a:lnTo>
                      <a:pt x="2382" y="2058"/>
                    </a:lnTo>
                    <a:lnTo>
                      <a:pt x="2382" y="2034"/>
                    </a:lnTo>
                    <a:lnTo>
                      <a:pt x="2388" y="2034"/>
                    </a:lnTo>
                    <a:lnTo>
                      <a:pt x="2394" y="2028"/>
                    </a:lnTo>
                    <a:lnTo>
                      <a:pt x="2406" y="2022"/>
                    </a:lnTo>
                    <a:lnTo>
                      <a:pt x="2418" y="2010"/>
                    </a:lnTo>
                    <a:lnTo>
                      <a:pt x="2424" y="1998"/>
                    </a:lnTo>
                    <a:lnTo>
                      <a:pt x="2442" y="1980"/>
                    </a:lnTo>
                    <a:lnTo>
                      <a:pt x="2442" y="1956"/>
                    </a:lnTo>
                    <a:lnTo>
                      <a:pt x="2448" y="1944"/>
                    </a:lnTo>
                    <a:lnTo>
                      <a:pt x="2454" y="1926"/>
                    </a:lnTo>
                    <a:lnTo>
                      <a:pt x="2460" y="1914"/>
                    </a:lnTo>
                    <a:lnTo>
                      <a:pt x="2490" y="1884"/>
                    </a:lnTo>
                    <a:lnTo>
                      <a:pt x="2502" y="1866"/>
                    </a:lnTo>
                    <a:lnTo>
                      <a:pt x="2526" y="1842"/>
                    </a:lnTo>
                    <a:lnTo>
                      <a:pt x="2538" y="1836"/>
                    </a:lnTo>
                    <a:lnTo>
                      <a:pt x="2550" y="1824"/>
                    </a:lnTo>
                    <a:lnTo>
                      <a:pt x="2556" y="1812"/>
                    </a:lnTo>
                    <a:lnTo>
                      <a:pt x="2556" y="1800"/>
                    </a:lnTo>
                    <a:lnTo>
                      <a:pt x="2562" y="1788"/>
                    </a:lnTo>
                    <a:lnTo>
                      <a:pt x="2562" y="1782"/>
                    </a:lnTo>
                    <a:lnTo>
                      <a:pt x="2586" y="1782"/>
                    </a:lnTo>
                    <a:lnTo>
                      <a:pt x="2610" y="1770"/>
                    </a:lnTo>
                    <a:lnTo>
                      <a:pt x="2622" y="1752"/>
                    </a:lnTo>
                    <a:lnTo>
                      <a:pt x="2646" y="1728"/>
                    </a:lnTo>
                    <a:lnTo>
                      <a:pt x="2670" y="1698"/>
                    </a:lnTo>
                    <a:lnTo>
                      <a:pt x="2688" y="1674"/>
                    </a:lnTo>
                    <a:lnTo>
                      <a:pt x="2700" y="1662"/>
                    </a:lnTo>
                    <a:lnTo>
                      <a:pt x="2700" y="1656"/>
                    </a:lnTo>
                    <a:lnTo>
                      <a:pt x="2706" y="1638"/>
                    </a:lnTo>
                    <a:lnTo>
                      <a:pt x="2706" y="1614"/>
                    </a:lnTo>
                    <a:lnTo>
                      <a:pt x="2712" y="1596"/>
                    </a:lnTo>
                    <a:lnTo>
                      <a:pt x="2718" y="1590"/>
                    </a:lnTo>
                    <a:lnTo>
                      <a:pt x="2730" y="1572"/>
                    </a:lnTo>
                    <a:lnTo>
                      <a:pt x="2754" y="1542"/>
                    </a:lnTo>
                    <a:lnTo>
                      <a:pt x="2772" y="1494"/>
                    </a:lnTo>
                    <a:lnTo>
                      <a:pt x="2796" y="1458"/>
                    </a:lnTo>
                    <a:lnTo>
                      <a:pt x="2808" y="1428"/>
                    </a:lnTo>
                    <a:lnTo>
                      <a:pt x="2814" y="1416"/>
                    </a:lnTo>
                    <a:lnTo>
                      <a:pt x="2814" y="1386"/>
                    </a:lnTo>
                    <a:lnTo>
                      <a:pt x="2802" y="1362"/>
                    </a:lnTo>
                    <a:lnTo>
                      <a:pt x="2820" y="1308"/>
                    </a:lnTo>
                    <a:lnTo>
                      <a:pt x="2832" y="1290"/>
                    </a:lnTo>
                    <a:lnTo>
                      <a:pt x="2838" y="1266"/>
                    </a:lnTo>
                    <a:lnTo>
                      <a:pt x="2838" y="1224"/>
                    </a:lnTo>
                    <a:lnTo>
                      <a:pt x="2832" y="1194"/>
                    </a:lnTo>
                    <a:lnTo>
                      <a:pt x="2832" y="1176"/>
                    </a:lnTo>
                    <a:lnTo>
                      <a:pt x="2802" y="1164"/>
                    </a:lnTo>
                    <a:close/>
                    <a:moveTo>
                      <a:pt x="2016" y="2436"/>
                    </a:moveTo>
                    <a:lnTo>
                      <a:pt x="2022" y="2442"/>
                    </a:lnTo>
                    <a:lnTo>
                      <a:pt x="2028" y="2442"/>
                    </a:lnTo>
                    <a:lnTo>
                      <a:pt x="2040" y="2436"/>
                    </a:lnTo>
                    <a:lnTo>
                      <a:pt x="2046" y="2430"/>
                    </a:lnTo>
                    <a:lnTo>
                      <a:pt x="2034" y="2418"/>
                    </a:lnTo>
                    <a:lnTo>
                      <a:pt x="2016" y="2436"/>
                    </a:lnTo>
                    <a:close/>
                    <a:moveTo>
                      <a:pt x="1992" y="2454"/>
                    </a:moveTo>
                    <a:lnTo>
                      <a:pt x="1974" y="2454"/>
                    </a:lnTo>
                    <a:lnTo>
                      <a:pt x="1962" y="2466"/>
                    </a:lnTo>
                    <a:lnTo>
                      <a:pt x="1962" y="2472"/>
                    </a:lnTo>
                    <a:lnTo>
                      <a:pt x="1962" y="2460"/>
                    </a:lnTo>
                    <a:lnTo>
                      <a:pt x="1938" y="2460"/>
                    </a:lnTo>
                    <a:lnTo>
                      <a:pt x="1926" y="2466"/>
                    </a:lnTo>
                    <a:lnTo>
                      <a:pt x="1914" y="2466"/>
                    </a:lnTo>
                    <a:lnTo>
                      <a:pt x="1908" y="2478"/>
                    </a:lnTo>
                    <a:lnTo>
                      <a:pt x="1890" y="2460"/>
                    </a:lnTo>
                    <a:lnTo>
                      <a:pt x="1854" y="2460"/>
                    </a:lnTo>
                    <a:lnTo>
                      <a:pt x="1830" y="2430"/>
                    </a:lnTo>
                    <a:lnTo>
                      <a:pt x="1824" y="2436"/>
                    </a:lnTo>
                    <a:lnTo>
                      <a:pt x="1818" y="2436"/>
                    </a:lnTo>
                    <a:lnTo>
                      <a:pt x="1812" y="2442"/>
                    </a:lnTo>
                    <a:lnTo>
                      <a:pt x="1806" y="2442"/>
                    </a:lnTo>
                    <a:lnTo>
                      <a:pt x="1776" y="2412"/>
                    </a:lnTo>
                    <a:lnTo>
                      <a:pt x="1776" y="2424"/>
                    </a:lnTo>
                    <a:lnTo>
                      <a:pt x="1782" y="2448"/>
                    </a:lnTo>
                    <a:lnTo>
                      <a:pt x="1782" y="2472"/>
                    </a:lnTo>
                    <a:lnTo>
                      <a:pt x="1776" y="2478"/>
                    </a:lnTo>
                    <a:lnTo>
                      <a:pt x="1776" y="2484"/>
                    </a:lnTo>
                    <a:lnTo>
                      <a:pt x="1770" y="2490"/>
                    </a:lnTo>
                    <a:lnTo>
                      <a:pt x="1770" y="2502"/>
                    </a:lnTo>
                    <a:lnTo>
                      <a:pt x="1776" y="2514"/>
                    </a:lnTo>
                    <a:lnTo>
                      <a:pt x="1776" y="2532"/>
                    </a:lnTo>
                    <a:lnTo>
                      <a:pt x="1764" y="2538"/>
                    </a:lnTo>
                    <a:lnTo>
                      <a:pt x="1758" y="2544"/>
                    </a:lnTo>
                    <a:lnTo>
                      <a:pt x="1752" y="2544"/>
                    </a:lnTo>
                    <a:lnTo>
                      <a:pt x="1740" y="2532"/>
                    </a:lnTo>
                    <a:lnTo>
                      <a:pt x="1740" y="2538"/>
                    </a:lnTo>
                    <a:lnTo>
                      <a:pt x="1734" y="2544"/>
                    </a:lnTo>
                    <a:lnTo>
                      <a:pt x="1734" y="2556"/>
                    </a:lnTo>
                    <a:lnTo>
                      <a:pt x="1728" y="2574"/>
                    </a:lnTo>
                    <a:lnTo>
                      <a:pt x="1728" y="2586"/>
                    </a:lnTo>
                    <a:lnTo>
                      <a:pt x="1740" y="2610"/>
                    </a:lnTo>
                    <a:lnTo>
                      <a:pt x="1740" y="2616"/>
                    </a:lnTo>
                    <a:lnTo>
                      <a:pt x="1746" y="2628"/>
                    </a:lnTo>
                    <a:lnTo>
                      <a:pt x="1770" y="2628"/>
                    </a:lnTo>
                    <a:lnTo>
                      <a:pt x="1752" y="2640"/>
                    </a:lnTo>
                    <a:lnTo>
                      <a:pt x="1758" y="2664"/>
                    </a:lnTo>
                    <a:lnTo>
                      <a:pt x="1770" y="2658"/>
                    </a:lnTo>
                    <a:lnTo>
                      <a:pt x="1776" y="2658"/>
                    </a:lnTo>
                    <a:lnTo>
                      <a:pt x="1782" y="2652"/>
                    </a:lnTo>
                    <a:lnTo>
                      <a:pt x="1794" y="2652"/>
                    </a:lnTo>
                    <a:lnTo>
                      <a:pt x="1800" y="2658"/>
                    </a:lnTo>
                    <a:lnTo>
                      <a:pt x="1818" y="2658"/>
                    </a:lnTo>
                    <a:lnTo>
                      <a:pt x="1830" y="2652"/>
                    </a:lnTo>
                    <a:lnTo>
                      <a:pt x="1836" y="2646"/>
                    </a:lnTo>
                    <a:lnTo>
                      <a:pt x="1842" y="2634"/>
                    </a:lnTo>
                    <a:lnTo>
                      <a:pt x="1854" y="2634"/>
                    </a:lnTo>
                    <a:lnTo>
                      <a:pt x="1860" y="2640"/>
                    </a:lnTo>
                    <a:lnTo>
                      <a:pt x="1860" y="2646"/>
                    </a:lnTo>
                    <a:lnTo>
                      <a:pt x="1848" y="2658"/>
                    </a:lnTo>
                    <a:lnTo>
                      <a:pt x="1866" y="2664"/>
                    </a:lnTo>
                    <a:lnTo>
                      <a:pt x="1884" y="2646"/>
                    </a:lnTo>
                    <a:lnTo>
                      <a:pt x="1890" y="2634"/>
                    </a:lnTo>
                    <a:lnTo>
                      <a:pt x="1902" y="2628"/>
                    </a:lnTo>
                    <a:lnTo>
                      <a:pt x="1908" y="2616"/>
                    </a:lnTo>
                    <a:lnTo>
                      <a:pt x="1920" y="2604"/>
                    </a:lnTo>
                    <a:lnTo>
                      <a:pt x="1914" y="2604"/>
                    </a:lnTo>
                    <a:lnTo>
                      <a:pt x="1902" y="2592"/>
                    </a:lnTo>
                    <a:lnTo>
                      <a:pt x="1920" y="2562"/>
                    </a:lnTo>
                    <a:lnTo>
                      <a:pt x="1950" y="2562"/>
                    </a:lnTo>
                    <a:lnTo>
                      <a:pt x="1962" y="2538"/>
                    </a:lnTo>
                    <a:lnTo>
                      <a:pt x="1962" y="2514"/>
                    </a:lnTo>
                    <a:lnTo>
                      <a:pt x="1968" y="2502"/>
                    </a:lnTo>
                    <a:lnTo>
                      <a:pt x="1980" y="2496"/>
                    </a:lnTo>
                    <a:lnTo>
                      <a:pt x="1986" y="2484"/>
                    </a:lnTo>
                    <a:lnTo>
                      <a:pt x="1992" y="2478"/>
                    </a:lnTo>
                    <a:lnTo>
                      <a:pt x="1998" y="2466"/>
                    </a:lnTo>
                    <a:lnTo>
                      <a:pt x="1998" y="2460"/>
                    </a:lnTo>
                    <a:lnTo>
                      <a:pt x="1992" y="2454"/>
                    </a:lnTo>
                    <a:close/>
                    <a:moveTo>
                      <a:pt x="1902" y="246"/>
                    </a:moveTo>
                    <a:lnTo>
                      <a:pt x="1890" y="258"/>
                    </a:lnTo>
                    <a:lnTo>
                      <a:pt x="1890" y="270"/>
                    </a:lnTo>
                    <a:lnTo>
                      <a:pt x="1884" y="282"/>
                    </a:lnTo>
                    <a:lnTo>
                      <a:pt x="1884" y="294"/>
                    </a:lnTo>
                    <a:lnTo>
                      <a:pt x="1896" y="300"/>
                    </a:lnTo>
                    <a:lnTo>
                      <a:pt x="1920" y="300"/>
                    </a:lnTo>
                    <a:lnTo>
                      <a:pt x="1926" y="294"/>
                    </a:lnTo>
                    <a:lnTo>
                      <a:pt x="1932" y="294"/>
                    </a:lnTo>
                    <a:lnTo>
                      <a:pt x="1926" y="282"/>
                    </a:lnTo>
                    <a:lnTo>
                      <a:pt x="1932" y="252"/>
                    </a:lnTo>
                    <a:lnTo>
                      <a:pt x="1920" y="252"/>
                    </a:lnTo>
                    <a:lnTo>
                      <a:pt x="1908" y="246"/>
                    </a:lnTo>
                    <a:lnTo>
                      <a:pt x="1902" y="246"/>
                    </a:lnTo>
                    <a:close/>
                    <a:moveTo>
                      <a:pt x="1770" y="2334"/>
                    </a:moveTo>
                    <a:lnTo>
                      <a:pt x="1758" y="2376"/>
                    </a:lnTo>
                    <a:lnTo>
                      <a:pt x="1812" y="2328"/>
                    </a:lnTo>
                    <a:lnTo>
                      <a:pt x="1770" y="2334"/>
                    </a:lnTo>
                    <a:close/>
                    <a:moveTo>
                      <a:pt x="2034" y="2400"/>
                    </a:moveTo>
                    <a:lnTo>
                      <a:pt x="2016" y="2358"/>
                    </a:lnTo>
                    <a:lnTo>
                      <a:pt x="1998" y="2376"/>
                    </a:lnTo>
                    <a:lnTo>
                      <a:pt x="1998" y="2394"/>
                    </a:lnTo>
                    <a:lnTo>
                      <a:pt x="2010" y="2406"/>
                    </a:lnTo>
                    <a:lnTo>
                      <a:pt x="2028" y="2406"/>
                    </a:lnTo>
                    <a:lnTo>
                      <a:pt x="2034" y="240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3" name="Armenia" descr="© INSCALE GmbH, 05.05.2010&#10;http://www.presentationload.com/">
                <a:extLst>
                  <a:ext uri="{FF2B5EF4-FFF2-40B4-BE49-F238E27FC236}">
                    <a16:creationId xmlns:a16="http://schemas.microsoft.com/office/drawing/2014/main" id="{7D3B1DBA-E72A-5C9D-E845-9FECD50434C8}"/>
                  </a:ext>
                </a:extLst>
              </p:cNvPr>
              <p:cNvSpPr>
                <a:spLocks/>
              </p:cNvSpPr>
              <p:nvPr/>
            </p:nvSpPr>
            <p:spPr bwMode="gray">
              <a:xfrm>
                <a:off x="5332348" y="1955492"/>
                <a:ext cx="84496" cy="80048"/>
              </a:xfrm>
              <a:custGeom>
                <a:avLst/>
                <a:gdLst>
                  <a:gd name="T0" fmla="*/ 2147483647 w 222"/>
                  <a:gd name="T1" fmla="*/ 2147483647 h 210"/>
                  <a:gd name="T2" fmla="*/ 2147483647 w 222"/>
                  <a:gd name="T3" fmla="*/ 2147483647 h 210"/>
                  <a:gd name="T4" fmla="*/ 2147483647 w 222"/>
                  <a:gd name="T5" fmla="*/ 2147483647 h 210"/>
                  <a:gd name="T6" fmla="*/ 2147483647 w 222"/>
                  <a:gd name="T7" fmla="*/ 2147483647 h 210"/>
                  <a:gd name="T8" fmla="*/ 2147483647 w 222"/>
                  <a:gd name="T9" fmla="*/ 2147483647 h 210"/>
                  <a:gd name="T10" fmla="*/ 2147483647 w 222"/>
                  <a:gd name="T11" fmla="*/ 2147483647 h 210"/>
                  <a:gd name="T12" fmla="*/ 2147483647 w 222"/>
                  <a:gd name="T13" fmla="*/ 2147483647 h 210"/>
                  <a:gd name="T14" fmla="*/ 2147483647 w 222"/>
                  <a:gd name="T15" fmla="*/ 2147483647 h 210"/>
                  <a:gd name="T16" fmla="*/ 2147483647 w 222"/>
                  <a:gd name="T17" fmla="*/ 2147483647 h 210"/>
                  <a:gd name="T18" fmla="*/ 2147483647 w 222"/>
                  <a:gd name="T19" fmla="*/ 2147483647 h 210"/>
                  <a:gd name="T20" fmla="*/ 2147483647 w 222"/>
                  <a:gd name="T21" fmla="*/ 2147483647 h 210"/>
                  <a:gd name="T22" fmla="*/ 2147483647 w 222"/>
                  <a:gd name="T23" fmla="*/ 2147483647 h 210"/>
                  <a:gd name="T24" fmla="*/ 2147483647 w 222"/>
                  <a:gd name="T25" fmla="*/ 2147483647 h 210"/>
                  <a:gd name="T26" fmla="*/ 2147483647 w 222"/>
                  <a:gd name="T27" fmla="*/ 2147483647 h 210"/>
                  <a:gd name="T28" fmla="*/ 2147483647 w 222"/>
                  <a:gd name="T29" fmla="*/ 2147483647 h 210"/>
                  <a:gd name="T30" fmla="*/ 2147483647 w 222"/>
                  <a:gd name="T31" fmla="*/ 2147483647 h 210"/>
                  <a:gd name="T32" fmla="*/ 2147483647 w 222"/>
                  <a:gd name="T33" fmla="*/ 2147483647 h 210"/>
                  <a:gd name="T34" fmla="*/ 2147483647 w 222"/>
                  <a:gd name="T35" fmla="*/ 2147483647 h 210"/>
                  <a:gd name="T36" fmla="*/ 2147483647 w 222"/>
                  <a:gd name="T37" fmla="*/ 2147483647 h 210"/>
                  <a:gd name="T38" fmla="*/ 2147483647 w 222"/>
                  <a:gd name="T39" fmla="*/ 0 h 210"/>
                  <a:gd name="T40" fmla="*/ 2147483647 w 222"/>
                  <a:gd name="T41" fmla="*/ 0 h 210"/>
                  <a:gd name="T42" fmla="*/ 2147483647 w 222"/>
                  <a:gd name="T43" fmla="*/ 2147483647 h 210"/>
                  <a:gd name="T44" fmla="*/ 2147483647 w 222"/>
                  <a:gd name="T45" fmla="*/ 2147483647 h 210"/>
                  <a:gd name="T46" fmla="*/ 2147483647 w 222"/>
                  <a:gd name="T47" fmla="*/ 2147483647 h 210"/>
                  <a:gd name="T48" fmla="*/ 0 w 222"/>
                  <a:gd name="T49" fmla="*/ 2147483647 h 210"/>
                  <a:gd name="T50" fmla="*/ 2147483647 w 222"/>
                  <a:gd name="T51" fmla="*/ 2147483647 h 210"/>
                  <a:gd name="T52" fmla="*/ 2147483647 w 222"/>
                  <a:gd name="T53" fmla="*/ 2147483647 h 210"/>
                  <a:gd name="T54" fmla="*/ 2147483647 w 222"/>
                  <a:gd name="T55" fmla="*/ 2147483647 h 210"/>
                  <a:gd name="T56" fmla="*/ 2147483647 w 222"/>
                  <a:gd name="T57" fmla="*/ 2147483647 h 210"/>
                  <a:gd name="T58" fmla="*/ 2147483647 w 222"/>
                  <a:gd name="T59" fmla="*/ 2147483647 h 210"/>
                  <a:gd name="T60" fmla="*/ 2147483647 w 222"/>
                  <a:gd name="T61" fmla="*/ 2147483647 h 210"/>
                  <a:gd name="T62" fmla="*/ 2147483647 w 222"/>
                  <a:gd name="T63" fmla="*/ 2147483647 h 210"/>
                  <a:gd name="T64" fmla="*/ 2147483647 w 222"/>
                  <a:gd name="T65" fmla="*/ 2147483647 h 210"/>
                  <a:gd name="T66" fmla="*/ 2147483647 w 222"/>
                  <a:gd name="T67" fmla="*/ 2147483647 h 210"/>
                  <a:gd name="T68" fmla="*/ 2147483647 w 222"/>
                  <a:gd name="T69" fmla="*/ 2147483647 h 210"/>
                  <a:gd name="T70" fmla="*/ 2147483647 w 222"/>
                  <a:gd name="T71" fmla="*/ 2147483647 h 210"/>
                  <a:gd name="T72" fmla="*/ 2147483647 w 222"/>
                  <a:gd name="T73" fmla="*/ 2147483647 h 210"/>
                  <a:gd name="T74" fmla="*/ 2147483647 w 222"/>
                  <a:gd name="T75" fmla="*/ 2147483647 h 210"/>
                  <a:gd name="T76" fmla="*/ 2147483647 w 222"/>
                  <a:gd name="T77" fmla="*/ 2147483647 h 210"/>
                  <a:gd name="T78" fmla="*/ 2147483647 w 222"/>
                  <a:gd name="T79" fmla="*/ 2147483647 h 210"/>
                  <a:gd name="T80" fmla="*/ 2147483647 w 222"/>
                  <a:gd name="T81" fmla="*/ 2147483647 h 210"/>
                  <a:gd name="T82" fmla="*/ 2147483647 w 222"/>
                  <a:gd name="T83" fmla="*/ 2147483647 h 210"/>
                  <a:gd name="T84" fmla="*/ 2147483647 w 222"/>
                  <a:gd name="T85" fmla="*/ 2147483647 h 210"/>
                  <a:gd name="T86" fmla="*/ 2147483647 w 222"/>
                  <a:gd name="T87" fmla="*/ 2147483647 h 210"/>
                  <a:gd name="T88" fmla="*/ 2147483647 w 222"/>
                  <a:gd name="T89" fmla="*/ 2147483647 h 210"/>
                  <a:gd name="T90" fmla="*/ 2147483647 w 222"/>
                  <a:gd name="T91" fmla="*/ 2147483647 h 210"/>
                  <a:gd name="T92" fmla="*/ 2147483647 w 222"/>
                  <a:gd name="T93" fmla="*/ 2147483647 h 210"/>
                  <a:gd name="T94" fmla="*/ 2147483647 w 222"/>
                  <a:gd name="T95" fmla="*/ 2147483647 h 210"/>
                  <a:gd name="T96" fmla="*/ 2147483647 w 222"/>
                  <a:gd name="T97" fmla="*/ 2147483647 h 210"/>
                  <a:gd name="T98" fmla="*/ 2147483647 w 222"/>
                  <a:gd name="T99" fmla="*/ 2147483647 h 210"/>
                  <a:gd name="T100" fmla="*/ 2147483647 w 222"/>
                  <a:gd name="T101" fmla="*/ 2147483647 h 210"/>
                  <a:gd name="T102" fmla="*/ 2147483647 w 222"/>
                  <a:gd name="T103" fmla="*/ 2147483647 h 210"/>
                  <a:gd name="T104" fmla="*/ 2147483647 w 222"/>
                  <a:gd name="T105" fmla="*/ 2147483647 h 210"/>
                  <a:gd name="T106" fmla="*/ 2147483647 w 222"/>
                  <a:gd name="T107" fmla="*/ 2147483647 h 21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22"/>
                  <a:gd name="T163" fmla="*/ 0 h 210"/>
                  <a:gd name="T164" fmla="*/ 222 w 222"/>
                  <a:gd name="T165" fmla="*/ 210 h 21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22" h="210">
                    <a:moveTo>
                      <a:pt x="222" y="168"/>
                    </a:moveTo>
                    <a:lnTo>
                      <a:pt x="216" y="156"/>
                    </a:lnTo>
                    <a:lnTo>
                      <a:pt x="216" y="144"/>
                    </a:lnTo>
                    <a:lnTo>
                      <a:pt x="186" y="138"/>
                    </a:lnTo>
                    <a:lnTo>
                      <a:pt x="174" y="120"/>
                    </a:lnTo>
                    <a:lnTo>
                      <a:pt x="144" y="108"/>
                    </a:lnTo>
                    <a:lnTo>
                      <a:pt x="156" y="108"/>
                    </a:lnTo>
                    <a:lnTo>
                      <a:pt x="174" y="90"/>
                    </a:lnTo>
                    <a:lnTo>
                      <a:pt x="174" y="84"/>
                    </a:lnTo>
                    <a:lnTo>
                      <a:pt x="168" y="78"/>
                    </a:lnTo>
                    <a:lnTo>
                      <a:pt x="144" y="66"/>
                    </a:lnTo>
                    <a:lnTo>
                      <a:pt x="138" y="60"/>
                    </a:lnTo>
                    <a:lnTo>
                      <a:pt x="132" y="60"/>
                    </a:lnTo>
                    <a:lnTo>
                      <a:pt x="138" y="54"/>
                    </a:lnTo>
                    <a:lnTo>
                      <a:pt x="138" y="30"/>
                    </a:lnTo>
                    <a:lnTo>
                      <a:pt x="132" y="24"/>
                    </a:lnTo>
                    <a:lnTo>
                      <a:pt x="114" y="24"/>
                    </a:lnTo>
                    <a:lnTo>
                      <a:pt x="114" y="12"/>
                    </a:lnTo>
                    <a:lnTo>
                      <a:pt x="102" y="6"/>
                    </a:lnTo>
                    <a:lnTo>
                      <a:pt x="96" y="0"/>
                    </a:lnTo>
                    <a:lnTo>
                      <a:pt x="84" y="0"/>
                    </a:lnTo>
                    <a:lnTo>
                      <a:pt x="84" y="18"/>
                    </a:lnTo>
                    <a:lnTo>
                      <a:pt x="30" y="12"/>
                    </a:lnTo>
                    <a:lnTo>
                      <a:pt x="24" y="18"/>
                    </a:lnTo>
                    <a:lnTo>
                      <a:pt x="0" y="24"/>
                    </a:lnTo>
                    <a:lnTo>
                      <a:pt x="6" y="30"/>
                    </a:lnTo>
                    <a:lnTo>
                      <a:pt x="6" y="42"/>
                    </a:lnTo>
                    <a:lnTo>
                      <a:pt x="18" y="78"/>
                    </a:lnTo>
                    <a:lnTo>
                      <a:pt x="18" y="90"/>
                    </a:lnTo>
                    <a:lnTo>
                      <a:pt x="24" y="102"/>
                    </a:lnTo>
                    <a:lnTo>
                      <a:pt x="30" y="108"/>
                    </a:lnTo>
                    <a:lnTo>
                      <a:pt x="42" y="114"/>
                    </a:lnTo>
                    <a:lnTo>
                      <a:pt x="54" y="114"/>
                    </a:lnTo>
                    <a:lnTo>
                      <a:pt x="66" y="108"/>
                    </a:lnTo>
                    <a:lnTo>
                      <a:pt x="72" y="108"/>
                    </a:lnTo>
                    <a:lnTo>
                      <a:pt x="72" y="114"/>
                    </a:lnTo>
                    <a:lnTo>
                      <a:pt x="78" y="120"/>
                    </a:lnTo>
                    <a:lnTo>
                      <a:pt x="78" y="132"/>
                    </a:lnTo>
                    <a:lnTo>
                      <a:pt x="84" y="144"/>
                    </a:lnTo>
                    <a:lnTo>
                      <a:pt x="84" y="150"/>
                    </a:lnTo>
                    <a:lnTo>
                      <a:pt x="90" y="156"/>
                    </a:lnTo>
                    <a:lnTo>
                      <a:pt x="108" y="132"/>
                    </a:lnTo>
                    <a:lnTo>
                      <a:pt x="126" y="132"/>
                    </a:lnTo>
                    <a:lnTo>
                      <a:pt x="138" y="144"/>
                    </a:lnTo>
                    <a:lnTo>
                      <a:pt x="174" y="144"/>
                    </a:lnTo>
                    <a:lnTo>
                      <a:pt x="174" y="156"/>
                    </a:lnTo>
                    <a:lnTo>
                      <a:pt x="180" y="162"/>
                    </a:lnTo>
                    <a:lnTo>
                      <a:pt x="180" y="174"/>
                    </a:lnTo>
                    <a:lnTo>
                      <a:pt x="186" y="186"/>
                    </a:lnTo>
                    <a:lnTo>
                      <a:pt x="186" y="198"/>
                    </a:lnTo>
                    <a:lnTo>
                      <a:pt x="192" y="204"/>
                    </a:lnTo>
                    <a:lnTo>
                      <a:pt x="192" y="210"/>
                    </a:lnTo>
                    <a:lnTo>
                      <a:pt x="222" y="210"/>
                    </a:lnTo>
                    <a:lnTo>
                      <a:pt x="222" y="16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4" name="Argentina" descr="© INSCALE GmbH, 05.05.2010&#10;http://www.presentationload.com/">
                <a:extLst>
                  <a:ext uri="{FF2B5EF4-FFF2-40B4-BE49-F238E27FC236}">
                    <a16:creationId xmlns:a16="http://schemas.microsoft.com/office/drawing/2014/main" id="{1DA6E7EE-E343-E8A6-C79A-092AA13F66C2}"/>
                  </a:ext>
                </a:extLst>
              </p:cNvPr>
              <p:cNvSpPr>
                <a:spLocks noEditPoints="1"/>
              </p:cNvSpPr>
              <p:nvPr/>
            </p:nvSpPr>
            <p:spPr bwMode="gray">
              <a:xfrm>
                <a:off x="2423933" y="3887030"/>
                <a:ext cx="413582" cy="925004"/>
              </a:xfrm>
              <a:custGeom>
                <a:avLst/>
                <a:gdLst>
                  <a:gd name="T0" fmla="*/ 2147483647 w 1092"/>
                  <a:gd name="T1" fmla="*/ 2147483647 h 2442"/>
                  <a:gd name="T2" fmla="*/ 2147483647 w 1092"/>
                  <a:gd name="T3" fmla="*/ 2147483647 h 2442"/>
                  <a:gd name="T4" fmla="*/ 2147483647 w 1092"/>
                  <a:gd name="T5" fmla="*/ 2147483647 h 2442"/>
                  <a:gd name="T6" fmla="*/ 2147483647 w 1092"/>
                  <a:gd name="T7" fmla="*/ 2147483647 h 2442"/>
                  <a:gd name="T8" fmla="*/ 2147483647 w 1092"/>
                  <a:gd name="T9" fmla="*/ 2147483647 h 2442"/>
                  <a:gd name="T10" fmla="*/ 2147483647 w 1092"/>
                  <a:gd name="T11" fmla="*/ 2147483647 h 2442"/>
                  <a:gd name="T12" fmla="*/ 2147483647 w 1092"/>
                  <a:gd name="T13" fmla="*/ 2147483647 h 2442"/>
                  <a:gd name="T14" fmla="*/ 2147483647 w 1092"/>
                  <a:gd name="T15" fmla="*/ 2147483647 h 2442"/>
                  <a:gd name="T16" fmla="*/ 2147483647 w 1092"/>
                  <a:gd name="T17" fmla="*/ 2147483647 h 2442"/>
                  <a:gd name="T18" fmla="*/ 2147483647 w 1092"/>
                  <a:gd name="T19" fmla="*/ 2147483647 h 2442"/>
                  <a:gd name="T20" fmla="*/ 2147483647 w 1092"/>
                  <a:gd name="T21" fmla="*/ 0 h 2442"/>
                  <a:gd name="T22" fmla="*/ 2147483647 w 1092"/>
                  <a:gd name="T23" fmla="*/ 2147483647 h 2442"/>
                  <a:gd name="T24" fmla="*/ 2147483647 w 1092"/>
                  <a:gd name="T25" fmla="*/ 2147483647 h 2442"/>
                  <a:gd name="T26" fmla="*/ 2147483647 w 1092"/>
                  <a:gd name="T27" fmla="*/ 2147483647 h 2442"/>
                  <a:gd name="T28" fmla="*/ 2147483647 w 1092"/>
                  <a:gd name="T29" fmla="*/ 2147483647 h 2442"/>
                  <a:gd name="T30" fmla="*/ 2147483647 w 1092"/>
                  <a:gd name="T31" fmla="*/ 2147483647 h 2442"/>
                  <a:gd name="T32" fmla="*/ 2147483647 w 1092"/>
                  <a:gd name="T33" fmla="*/ 2147483647 h 2442"/>
                  <a:gd name="T34" fmla="*/ 2147483647 w 1092"/>
                  <a:gd name="T35" fmla="*/ 2147483647 h 2442"/>
                  <a:gd name="T36" fmla="*/ 2147483647 w 1092"/>
                  <a:gd name="T37" fmla="*/ 2147483647 h 2442"/>
                  <a:gd name="T38" fmla="*/ 2147483647 w 1092"/>
                  <a:gd name="T39" fmla="*/ 2147483647 h 2442"/>
                  <a:gd name="T40" fmla="*/ 2147483647 w 1092"/>
                  <a:gd name="T41" fmla="*/ 2147483647 h 2442"/>
                  <a:gd name="T42" fmla="*/ 2147483647 w 1092"/>
                  <a:gd name="T43" fmla="*/ 2147483647 h 2442"/>
                  <a:gd name="T44" fmla="*/ 2147483647 w 1092"/>
                  <a:gd name="T45" fmla="*/ 2147483647 h 2442"/>
                  <a:gd name="T46" fmla="*/ 2147483647 w 1092"/>
                  <a:gd name="T47" fmla="*/ 2147483647 h 2442"/>
                  <a:gd name="T48" fmla="*/ 2147483647 w 1092"/>
                  <a:gd name="T49" fmla="*/ 2147483647 h 2442"/>
                  <a:gd name="T50" fmla="*/ 2147483647 w 1092"/>
                  <a:gd name="T51" fmla="*/ 2147483647 h 2442"/>
                  <a:gd name="T52" fmla="*/ 2147483647 w 1092"/>
                  <a:gd name="T53" fmla="*/ 2147483647 h 2442"/>
                  <a:gd name="T54" fmla="*/ 2147483647 w 1092"/>
                  <a:gd name="T55" fmla="*/ 2147483647 h 2442"/>
                  <a:gd name="T56" fmla="*/ 2147483647 w 1092"/>
                  <a:gd name="T57" fmla="*/ 2147483647 h 2442"/>
                  <a:gd name="T58" fmla="*/ 2147483647 w 1092"/>
                  <a:gd name="T59" fmla="*/ 2147483647 h 2442"/>
                  <a:gd name="T60" fmla="*/ 2147483647 w 1092"/>
                  <a:gd name="T61" fmla="*/ 2147483647 h 2442"/>
                  <a:gd name="T62" fmla="*/ 2147483647 w 1092"/>
                  <a:gd name="T63" fmla="*/ 2147483647 h 2442"/>
                  <a:gd name="T64" fmla="*/ 2147483647 w 1092"/>
                  <a:gd name="T65" fmla="*/ 2147483647 h 2442"/>
                  <a:gd name="T66" fmla="*/ 2147483647 w 1092"/>
                  <a:gd name="T67" fmla="*/ 2147483647 h 2442"/>
                  <a:gd name="T68" fmla="*/ 2147483647 w 1092"/>
                  <a:gd name="T69" fmla="*/ 2147483647 h 2442"/>
                  <a:gd name="T70" fmla="*/ 2147483647 w 1092"/>
                  <a:gd name="T71" fmla="*/ 2147483647 h 2442"/>
                  <a:gd name="T72" fmla="*/ 2147483647 w 1092"/>
                  <a:gd name="T73" fmla="*/ 2147483647 h 2442"/>
                  <a:gd name="T74" fmla="*/ 2147483647 w 1092"/>
                  <a:gd name="T75" fmla="*/ 2147483647 h 2442"/>
                  <a:gd name="T76" fmla="*/ 2147483647 w 1092"/>
                  <a:gd name="T77" fmla="*/ 2147483647 h 2442"/>
                  <a:gd name="T78" fmla="*/ 2147483647 w 1092"/>
                  <a:gd name="T79" fmla="*/ 2147483647 h 2442"/>
                  <a:gd name="T80" fmla="*/ 2147483647 w 1092"/>
                  <a:gd name="T81" fmla="*/ 2147483647 h 2442"/>
                  <a:gd name="T82" fmla="*/ 2147483647 w 1092"/>
                  <a:gd name="T83" fmla="*/ 2147483647 h 2442"/>
                  <a:gd name="T84" fmla="*/ 2147483647 w 1092"/>
                  <a:gd name="T85" fmla="*/ 2147483647 h 2442"/>
                  <a:gd name="T86" fmla="*/ 2147483647 w 1092"/>
                  <a:gd name="T87" fmla="*/ 2147483647 h 2442"/>
                  <a:gd name="T88" fmla="*/ 2147483647 w 1092"/>
                  <a:gd name="T89" fmla="*/ 2147483647 h 2442"/>
                  <a:gd name="T90" fmla="*/ 2147483647 w 1092"/>
                  <a:gd name="T91" fmla="*/ 2147483647 h 2442"/>
                  <a:gd name="T92" fmla="*/ 2147483647 w 1092"/>
                  <a:gd name="T93" fmla="*/ 2147483647 h 2442"/>
                  <a:gd name="T94" fmla="*/ 2147483647 w 1092"/>
                  <a:gd name="T95" fmla="*/ 2147483647 h 2442"/>
                  <a:gd name="T96" fmla="*/ 2147483647 w 1092"/>
                  <a:gd name="T97" fmla="*/ 2147483647 h 2442"/>
                  <a:gd name="T98" fmla="*/ 2147483647 w 1092"/>
                  <a:gd name="T99" fmla="*/ 2147483647 h 2442"/>
                  <a:gd name="T100" fmla="*/ 2147483647 w 1092"/>
                  <a:gd name="T101" fmla="*/ 2147483647 h 2442"/>
                  <a:gd name="T102" fmla="*/ 2147483647 w 1092"/>
                  <a:gd name="T103" fmla="*/ 2147483647 h 2442"/>
                  <a:gd name="T104" fmla="*/ 2147483647 w 1092"/>
                  <a:gd name="T105" fmla="*/ 2147483647 h 2442"/>
                  <a:gd name="T106" fmla="*/ 2147483647 w 1092"/>
                  <a:gd name="T107" fmla="*/ 2147483647 h 2442"/>
                  <a:gd name="T108" fmla="*/ 2147483647 w 1092"/>
                  <a:gd name="T109" fmla="*/ 2147483647 h 2442"/>
                  <a:gd name="T110" fmla="*/ 2147483647 w 1092"/>
                  <a:gd name="T111" fmla="*/ 2147483647 h 2442"/>
                  <a:gd name="T112" fmla="*/ 2147483647 w 1092"/>
                  <a:gd name="T113" fmla="*/ 2147483647 h 24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2"/>
                  <a:gd name="T172" fmla="*/ 0 h 2442"/>
                  <a:gd name="T173" fmla="*/ 1092 w 1092"/>
                  <a:gd name="T174" fmla="*/ 2442 h 24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2" h="2442">
                    <a:moveTo>
                      <a:pt x="954" y="534"/>
                    </a:moveTo>
                    <a:lnTo>
                      <a:pt x="978" y="528"/>
                    </a:lnTo>
                    <a:lnTo>
                      <a:pt x="984" y="504"/>
                    </a:lnTo>
                    <a:lnTo>
                      <a:pt x="990" y="498"/>
                    </a:lnTo>
                    <a:lnTo>
                      <a:pt x="990" y="480"/>
                    </a:lnTo>
                    <a:lnTo>
                      <a:pt x="1026" y="480"/>
                    </a:lnTo>
                    <a:lnTo>
                      <a:pt x="1026" y="462"/>
                    </a:lnTo>
                    <a:lnTo>
                      <a:pt x="1032" y="450"/>
                    </a:lnTo>
                    <a:lnTo>
                      <a:pt x="1038" y="444"/>
                    </a:lnTo>
                    <a:lnTo>
                      <a:pt x="1092" y="426"/>
                    </a:lnTo>
                    <a:lnTo>
                      <a:pt x="1092" y="390"/>
                    </a:lnTo>
                    <a:lnTo>
                      <a:pt x="1086" y="372"/>
                    </a:lnTo>
                    <a:lnTo>
                      <a:pt x="1086" y="342"/>
                    </a:lnTo>
                    <a:lnTo>
                      <a:pt x="1080" y="336"/>
                    </a:lnTo>
                    <a:lnTo>
                      <a:pt x="1074" y="336"/>
                    </a:lnTo>
                    <a:lnTo>
                      <a:pt x="1074" y="324"/>
                    </a:lnTo>
                    <a:lnTo>
                      <a:pt x="1062" y="300"/>
                    </a:lnTo>
                    <a:lnTo>
                      <a:pt x="1056" y="294"/>
                    </a:lnTo>
                    <a:lnTo>
                      <a:pt x="1038" y="294"/>
                    </a:lnTo>
                    <a:lnTo>
                      <a:pt x="1032" y="300"/>
                    </a:lnTo>
                    <a:lnTo>
                      <a:pt x="1020" y="306"/>
                    </a:lnTo>
                    <a:lnTo>
                      <a:pt x="1020" y="384"/>
                    </a:lnTo>
                    <a:lnTo>
                      <a:pt x="1008" y="390"/>
                    </a:lnTo>
                    <a:lnTo>
                      <a:pt x="1002" y="402"/>
                    </a:lnTo>
                    <a:lnTo>
                      <a:pt x="990" y="408"/>
                    </a:lnTo>
                    <a:lnTo>
                      <a:pt x="984" y="414"/>
                    </a:lnTo>
                    <a:lnTo>
                      <a:pt x="978" y="414"/>
                    </a:lnTo>
                    <a:lnTo>
                      <a:pt x="966" y="426"/>
                    </a:lnTo>
                    <a:lnTo>
                      <a:pt x="954" y="450"/>
                    </a:lnTo>
                    <a:lnTo>
                      <a:pt x="948" y="456"/>
                    </a:lnTo>
                    <a:lnTo>
                      <a:pt x="948" y="450"/>
                    </a:lnTo>
                    <a:lnTo>
                      <a:pt x="942" y="444"/>
                    </a:lnTo>
                    <a:lnTo>
                      <a:pt x="930" y="444"/>
                    </a:lnTo>
                    <a:lnTo>
                      <a:pt x="924" y="450"/>
                    </a:lnTo>
                    <a:lnTo>
                      <a:pt x="924" y="468"/>
                    </a:lnTo>
                    <a:lnTo>
                      <a:pt x="912" y="450"/>
                    </a:lnTo>
                    <a:lnTo>
                      <a:pt x="852" y="450"/>
                    </a:lnTo>
                    <a:lnTo>
                      <a:pt x="834" y="444"/>
                    </a:lnTo>
                    <a:lnTo>
                      <a:pt x="822" y="438"/>
                    </a:lnTo>
                    <a:lnTo>
                      <a:pt x="816" y="432"/>
                    </a:lnTo>
                    <a:lnTo>
                      <a:pt x="804" y="426"/>
                    </a:lnTo>
                    <a:lnTo>
                      <a:pt x="798" y="426"/>
                    </a:lnTo>
                    <a:lnTo>
                      <a:pt x="786" y="432"/>
                    </a:lnTo>
                    <a:lnTo>
                      <a:pt x="762" y="432"/>
                    </a:lnTo>
                    <a:lnTo>
                      <a:pt x="756" y="426"/>
                    </a:lnTo>
                    <a:lnTo>
                      <a:pt x="756" y="414"/>
                    </a:lnTo>
                    <a:lnTo>
                      <a:pt x="762" y="402"/>
                    </a:lnTo>
                    <a:lnTo>
                      <a:pt x="768" y="396"/>
                    </a:lnTo>
                    <a:lnTo>
                      <a:pt x="774" y="384"/>
                    </a:lnTo>
                    <a:lnTo>
                      <a:pt x="780" y="378"/>
                    </a:lnTo>
                    <a:lnTo>
                      <a:pt x="780" y="342"/>
                    </a:lnTo>
                    <a:lnTo>
                      <a:pt x="798" y="342"/>
                    </a:lnTo>
                    <a:lnTo>
                      <a:pt x="804" y="336"/>
                    </a:lnTo>
                    <a:lnTo>
                      <a:pt x="804" y="330"/>
                    </a:lnTo>
                    <a:lnTo>
                      <a:pt x="798" y="318"/>
                    </a:lnTo>
                    <a:lnTo>
                      <a:pt x="792" y="312"/>
                    </a:lnTo>
                    <a:lnTo>
                      <a:pt x="798" y="300"/>
                    </a:lnTo>
                    <a:lnTo>
                      <a:pt x="804" y="294"/>
                    </a:lnTo>
                    <a:lnTo>
                      <a:pt x="804" y="282"/>
                    </a:lnTo>
                    <a:lnTo>
                      <a:pt x="810" y="276"/>
                    </a:lnTo>
                    <a:lnTo>
                      <a:pt x="804" y="270"/>
                    </a:lnTo>
                    <a:lnTo>
                      <a:pt x="792" y="264"/>
                    </a:lnTo>
                    <a:lnTo>
                      <a:pt x="774" y="258"/>
                    </a:lnTo>
                    <a:lnTo>
                      <a:pt x="762" y="252"/>
                    </a:lnTo>
                    <a:lnTo>
                      <a:pt x="750" y="252"/>
                    </a:lnTo>
                    <a:lnTo>
                      <a:pt x="744" y="246"/>
                    </a:lnTo>
                    <a:lnTo>
                      <a:pt x="708" y="228"/>
                    </a:lnTo>
                    <a:lnTo>
                      <a:pt x="690" y="216"/>
                    </a:lnTo>
                    <a:lnTo>
                      <a:pt x="678" y="210"/>
                    </a:lnTo>
                    <a:lnTo>
                      <a:pt x="672" y="204"/>
                    </a:lnTo>
                    <a:lnTo>
                      <a:pt x="666" y="204"/>
                    </a:lnTo>
                    <a:lnTo>
                      <a:pt x="660" y="198"/>
                    </a:lnTo>
                    <a:lnTo>
                      <a:pt x="648" y="192"/>
                    </a:lnTo>
                    <a:lnTo>
                      <a:pt x="642" y="186"/>
                    </a:lnTo>
                    <a:lnTo>
                      <a:pt x="630" y="180"/>
                    </a:lnTo>
                    <a:lnTo>
                      <a:pt x="600" y="180"/>
                    </a:lnTo>
                    <a:lnTo>
                      <a:pt x="564" y="162"/>
                    </a:lnTo>
                    <a:lnTo>
                      <a:pt x="558" y="156"/>
                    </a:lnTo>
                    <a:lnTo>
                      <a:pt x="552" y="156"/>
                    </a:lnTo>
                    <a:lnTo>
                      <a:pt x="546" y="138"/>
                    </a:lnTo>
                    <a:lnTo>
                      <a:pt x="534" y="132"/>
                    </a:lnTo>
                    <a:lnTo>
                      <a:pt x="516" y="114"/>
                    </a:lnTo>
                    <a:lnTo>
                      <a:pt x="492" y="102"/>
                    </a:lnTo>
                    <a:lnTo>
                      <a:pt x="486" y="96"/>
                    </a:lnTo>
                    <a:lnTo>
                      <a:pt x="480" y="84"/>
                    </a:lnTo>
                    <a:lnTo>
                      <a:pt x="468" y="78"/>
                    </a:lnTo>
                    <a:lnTo>
                      <a:pt x="462" y="66"/>
                    </a:lnTo>
                    <a:lnTo>
                      <a:pt x="456" y="60"/>
                    </a:lnTo>
                    <a:lnTo>
                      <a:pt x="456" y="54"/>
                    </a:lnTo>
                    <a:lnTo>
                      <a:pt x="438" y="36"/>
                    </a:lnTo>
                    <a:lnTo>
                      <a:pt x="402" y="12"/>
                    </a:lnTo>
                    <a:lnTo>
                      <a:pt x="330" y="18"/>
                    </a:lnTo>
                    <a:lnTo>
                      <a:pt x="318" y="72"/>
                    </a:lnTo>
                    <a:lnTo>
                      <a:pt x="288" y="24"/>
                    </a:lnTo>
                    <a:lnTo>
                      <a:pt x="234" y="24"/>
                    </a:lnTo>
                    <a:lnTo>
                      <a:pt x="216" y="18"/>
                    </a:lnTo>
                    <a:lnTo>
                      <a:pt x="204" y="18"/>
                    </a:lnTo>
                    <a:lnTo>
                      <a:pt x="180" y="6"/>
                    </a:lnTo>
                    <a:lnTo>
                      <a:pt x="174" y="0"/>
                    </a:lnTo>
                    <a:lnTo>
                      <a:pt x="162" y="24"/>
                    </a:lnTo>
                    <a:lnTo>
                      <a:pt x="138" y="30"/>
                    </a:lnTo>
                    <a:lnTo>
                      <a:pt x="138" y="48"/>
                    </a:lnTo>
                    <a:lnTo>
                      <a:pt x="126" y="48"/>
                    </a:lnTo>
                    <a:lnTo>
                      <a:pt x="126" y="78"/>
                    </a:lnTo>
                    <a:lnTo>
                      <a:pt x="114" y="78"/>
                    </a:lnTo>
                    <a:lnTo>
                      <a:pt x="126" y="96"/>
                    </a:lnTo>
                    <a:lnTo>
                      <a:pt x="114" y="180"/>
                    </a:lnTo>
                    <a:lnTo>
                      <a:pt x="108" y="180"/>
                    </a:lnTo>
                    <a:lnTo>
                      <a:pt x="102" y="186"/>
                    </a:lnTo>
                    <a:lnTo>
                      <a:pt x="90" y="192"/>
                    </a:lnTo>
                    <a:lnTo>
                      <a:pt x="72" y="198"/>
                    </a:lnTo>
                    <a:lnTo>
                      <a:pt x="60" y="210"/>
                    </a:lnTo>
                    <a:lnTo>
                      <a:pt x="48" y="216"/>
                    </a:lnTo>
                    <a:lnTo>
                      <a:pt x="42" y="228"/>
                    </a:lnTo>
                    <a:lnTo>
                      <a:pt x="36" y="234"/>
                    </a:lnTo>
                    <a:lnTo>
                      <a:pt x="36" y="240"/>
                    </a:lnTo>
                    <a:lnTo>
                      <a:pt x="42" y="246"/>
                    </a:lnTo>
                    <a:lnTo>
                      <a:pt x="54" y="252"/>
                    </a:lnTo>
                    <a:lnTo>
                      <a:pt x="66" y="252"/>
                    </a:lnTo>
                    <a:lnTo>
                      <a:pt x="66" y="258"/>
                    </a:lnTo>
                    <a:lnTo>
                      <a:pt x="42" y="282"/>
                    </a:lnTo>
                    <a:lnTo>
                      <a:pt x="42" y="300"/>
                    </a:lnTo>
                    <a:lnTo>
                      <a:pt x="48" y="306"/>
                    </a:lnTo>
                    <a:lnTo>
                      <a:pt x="60" y="312"/>
                    </a:lnTo>
                    <a:lnTo>
                      <a:pt x="72" y="324"/>
                    </a:lnTo>
                    <a:lnTo>
                      <a:pt x="78" y="336"/>
                    </a:lnTo>
                    <a:lnTo>
                      <a:pt x="72" y="342"/>
                    </a:lnTo>
                    <a:lnTo>
                      <a:pt x="66" y="354"/>
                    </a:lnTo>
                    <a:lnTo>
                      <a:pt x="54" y="366"/>
                    </a:lnTo>
                    <a:lnTo>
                      <a:pt x="48" y="366"/>
                    </a:lnTo>
                    <a:lnTo>
                      <a:pt x="54" y="366"/>
                    </a:lnTo>
                    <a:lnTo>
                      <a:pt x="60" y="372"/>
                    </a:lnTo>
                    <a:lnTo>
                      <a:pt x="84" y="384"/>
                    </a:lnTo>
                    <a:lnTo>
                      <a:pt x="90" y="396"/>
                    </a:lnTo>
                    <a:lnTo>
                      <a:pt x="90" y="408"/>
                    </a:lnTo>
                    <a:lnTo>
                      <a:pt x="78" y="414"/>
                    </a:lnTo>
                    <a:lnTo>
                      <a:pt x="72" y="420"/>
                    </a:lnTo>
                    <a:lnTo>
                      <a:pt x="54" y="420"/>
                    </a:lnTo>
                    <a:lnTo>
                      <a:pt x="54" y="432"/>
                    </a:lnTo>
                    <a:lnTo>
                      <a:pt x="48" y="450"/>
                    </a:lnTo>
                    <a:lnTo>
                      <a:pt x="48" y="462"/>
                    </a:lnTo>
                    <a:lnTo>
                      <a:pt x="42" y="474"/>
                    </a:lnTo>
                    <a:lnTo>
                      <a:pt x="42" y="486"/>
                    </a:lnTo>
                    <a:lnTo>
                      <a:pt x="30" y="498"/>
                    </a:lnTo>
                    <a:lnTo>
                      <a:pt x="24" y="510"/>
                    </a:lnTo>
                    <a:lnTo>
                      <a:pt x="18" y="516"/>
                    </a:lnTo>
                    <a:lnTo>
                      <a:pt x="18" y="582"/>
                    </a:lnTo>
                    <a:lnTo>
                      <a:pt x="6" y="594"/>
                    </a:lnTo>
                    <a:lnTo>
                      <a:pt x="6" y="606"/>
                    </a:lnTo>
                    <a:lnTo>
                      <a:pt x="18" y="630"/>
                    </a:lnTo>
                    <a:lnTo>
                      <a:pt x="30" y="666"/>
                    </a:lnTo>
                    <a:lnTo>
                      <a:pt x="36" y="678"/>
                    </a:lnTo>
                    <a:lnTo>
                      <a:pt x="36" y="684"/>
                    </a:lnTo>
                    <a:lnTo>
                      <a:pt x="12" y="684"/>
                    </a:lnTo>
                    <a:lnTo>
                      <a:pt x="18" y="738"/>
                    </a:lnTo>
                    <a:lnTo>
                      <a:pt x="6" y="744"/>
                    </a:lnTo>
                    <a:lnTo>
                      <a:pt x="0" y="744"/>
                    </a:lnTo>
                    <a:lnTo>
                      <a:pt x="0" y="768"/>
                    </a:lnTo>
                    <a:lnTo>
                      <a:pt x="6" y="774"/>
                    </a:lnTo>
                    <a:lnTo>
                      <a:pt x="6" y="780"/>
                    </a:lnTo>
                    <a:lnTo>
                      <a:pt x="18" y="786"/>
                    </a:lnTo>
                    <a:lnTo>
                      <a:pt x="36" y="804"/>
                    </a:lnTo>
                    <a:lnTo>
                      <a:pt x="36" y="816"/>
                    </a:lnTo>
                    <a:lnTo>
                      <a:pt x="30" y="822"/>
                    </a:lnTo>
                    <a:lnTo>
                      <a:pt x="30" y="828"/>
                    </a:lnTo>
                    <a:lnTo>
                      <a:pt x="48" y="846"/>
                    </a:lnTo>
                    <a:lnTo>
                      <a:pt x="60" y="876"/>
                    </a:lnTo>
                    <a:lnTo>
                      <a:pt x="66" y="888"/>
                    </a:lnTo>
                    <a:lnTo>
                      <a:pt x="60" y="894"/>
                    </a:lnTo>
                    <a:lnTo>
                      <a:pt x="60" y="906"/>
                    </a:lnTo>
                    <a:lnTo>
                      <a:pt x="72" y="918"/>
                    </a:lnTo>
                    <a:lnTo>
                      <a:pt x="96" y="918"/>
                    </a:lnTo>
                    <a:lnTo>
                      <a:pt x="102" y="960"/>
                    </a:lnTo>
                    <a:lnTo>
                      <a:pt x="108" y="972"/>
                    </a:lnTo>
                    <a:lnTo>
                      <a:pt x="114" y="978"/>
                    </a:lnTo>
                    <a:lnTo>
                      <a:pt x="120" y="990"/>
                    </a:lnTo>
                    <a:lnTo>
                      <a:pt x="120" y="996"/>
                    </a:lnTo>
                    <a:lnTo>
                      <a:pt x="102" y="1014"/>
                    </a:lnTo>
                    <a:lnTo>
                      <a:pt x="102" y="1038"/>
                    </a:lnTo>
                    <a:lnTo>
                      <a:pt x="96" y="1056"/>
                    </a:lnTo>
                    <a:lnTo>
                      <a:pt x="96" y="1086"/>
                    </a:lnTo>
                    <a:lnTo>
                      <a:pt x="84" y="1086"/>
                    </a:lnTo>
                    <a:lnTo>
                      <a:pt x="90" y="1092"/>
                    </a:lnTo>
                    <a:lnTo>
                      <a:pt x="96" y="1104"/>
                    </a:lnTo>
                    <a:lnTo>
                      <a:pt x="102" y="1110"/>
                    </a:lnTo>
                    <a:lnTo>
                      <a:pt x="108" y="1122"/>
                    </a:lnTo>
                    <a:lnTo>
                      <a:pt x="114" y="1128"/>
                    </a:lnTo>
                    <a:lnTo>
                      <a:pt x="114" y="1140"/>
                    </a:lnTo>
                    <a:lnTo>
                      <a:pt x="108" y="1152"/>
                    </a:lnTo>
                    <a:lnTo>
                      <a:pt x="108" y="1158"/>
                    </a:lnTo>
                    <a:lnTo>
                      <a:pt x="102" y="1176"/>
                    </a:lnTo>
                    <a:lnTo>
                      <a:pt x="78" y="1182"/>
                    </a:lnTo>
                    <a:lnTo>
                      <a:pt x="78" y="1188"/>
                    </a:lnTo>
                    <a:lnTo>
                      <a:pt x="84" y="1194"/>
                    </a:lnTo>
                    <a:lnTo>
                      <a:pt x="84" y="1206"/>
                    </a:lnTo>
                    <a:lnTo>
                      <a:pt x="90" y="1224"/>
                    </a:lnTo>
                    <a:lnTo>
                      <a:pt x="96" y="1236"/>
                    </a:lnTo>
                    <a:lnTo>
                      <a:pt x="96" y="1284"/>
                    </a:lnTo>
                    <a:lnTo>
                      <a:pt x="126" y="1308"/>
                    </a:lnTo>
                    <a:lnTo>
                      <a:pt x="126" y="1326"/>
                    </a:lnTo>
                    <a:lnTo>
                      <a:pt x="132" y="1326"/>
                    </a:lnTo>
                    <a:lnTo>
                      <a:pt x="150" y="1344"/>
                    </a:lnTo>
                    <a:lnTo>
                      <a:pt x="150" y="1350"/>
                    </a:lnTo>
                    <a:lnTo>
                      <a:pt x="144" y="1362"/>
                    </a:lnTo>
                    <a:lnTo>
                      <a:pt x="132" y="1368"/>
                    </a:lnTo>
                    <a:lnTo>
                      <a:pt x="126" y="1374"/>
                    </a:lnTo>
                    <a:lnTo>
                      <a:pt x="120" y="1374"/>
                    </a:lnTo>
                    <a:lnTo>
                      <a:pt x="132" y="1416"/>
                    </a:lnTo>
                    <a:lnTo>
                      <a:pt x="114" y="1428"/>
                    </a:lnTo>
                    <a:lnTo>
                      <a:pt x="132" y="1446"/>
                    </a:lnTo>
                    <a:lnTo>
                      <a:pt x="132" y="1452"/>
                    </a:lnTo>
                    <a:lnTo>
                      <a:pt x="126" y="1464"/>
                    </a:lnTo>
                    <a:lnTo>
                      <a:pt x="126" y="1470"/>
                    </a:lnTo>
                    <a:lnTo>
                      <a:pt x="144" y="1482"/>
                    </a:lnTo>
                    <a:lnTo>
                      <a:pt x="144" y="1494"/>
                    </a:lnTo>
                    <a:lnTo>
                      <a:pt x="138" y="1500"/>
                    </a:lnTo>
                    <a:lnTo>
                      <a:pt x="138" y="1530"/>
                    </a:lnTo>
                    <a:lnTo>
                      <a:pt x="144" y="1536"/>
                    </a:lnTo>
                    <a:lnTo>
                      <a:pt x="150" y="1548"/>
                    </a:lnTo>
                    <a:lnTo>
                      <a:pt x="150" y="1572"/>
                    </a:lnTo>
                    <a:lnTo>
                      <a:pt x="156" y="1584"/>
                    </a:lnTo>
                    <a:lnTo>
                      <a:pt x="174" y="1602"/>
                    </a:lnTo>
                    <a:lnTo>
                      <a:pt x="186" y="1608"/>
                    </a:lnTo>
                    <a:lnTo>
                      <a:pt x="198" y="1620"/>
                    </a:lnTo>
                    <a:lnTo>
                      <a:pt x="192" y="1620"/>
                    </a:lnTo>
                    <a:lnTo>
                      <a:pt x="180" y="1626"/>
                    </a:lnTo>
                    <a:lnTo>
                      <a:pt x="174" y="1632"/>
                    </a:lnTo>
                    <a:lnTo>
                      <a:pt x="174" y="1644"/>
                    </a:lnTo>
                    <a:lnTo>
                      <a:pt x="180" y="1656"/>
                    </a:lnTo>
                    <a:lnTo>
                      <a:pt x="180" y="1674"/>
                    </a:lnTo>
                    <a:lnTo>
                      <a:pt x="186" y="1686"/>
                    </a:lnTo>
                    <a:lnTo>
                      <a:pt x="186" y="1698"/>
                    </a:lnTo>
                    <a:lnTo>
                      <a:pt x="192" y="1704"/>
                    </a:lnTo>
                    <a:lnTo>
                      <a:pt x="216" y="1716"/>
                    </a:lnTo>
                    <a:lnTo>
                      <a:pt x="210" y="1746"/>
                    </a:lnTo>
                    <a:lnTo>
                      <a:pt x="216" y="1746"/>
                    </a:lnTo>
                    <a:lnTo>
                      <a:pt x="228" y="1752"/>
                    </a:lnTo>
                    <a:lnTo>
                      <a:pt x="234" y="1758"/>
                    </a:lnTo>
                    <a:lnTo>
                      <a:pt x="234" y="1764"/>
                    </a:lnTo>
                    <a:lnTo>
                      <a:pt x="240" y="1776"/>
                    </a:lnTo>
                    <a:lnTo>
                      <a:pt x="240" y="1806"/>
                    </a:lnTo>
                    <a:lnTo>
                      <a:pt x="252" y="1818"/>
                    </a:lnTo>
                    <a:lnTo>
                      <a:pt x="282" y="1818"/>
                    </a:lnTo>
                    <a:lnTo>
                      <a:pt x="294" y="1824"/>
                    </a:lnTo>
                    <a:lnTo>
                      <a:pt x="294" y="1830"/>
                    </a:lnTo>
                    <a:lnTo>
                      <a:pt x="288" y="1836"/>
                    </a:lnTo>
                    <a:lnTo>
                      <a:pt x="276" y="1836"/>
                    </a:lnTo>
                    <a:lnTo>
                      <a:pt x="264" y="1842"/>
                    </a:lnTo>
                    <a:lnTo>
                      <a:pt x="246" y="1842"/>
                    </a:lnTo>
                    <a:lnTo>
                      <a:pt x="252" y="1848"/>
                    </a:lnTo>
                    <a:lnTo>
                      <a:pt x="258" y="1848"/>
                    </a:lnTo>
                    <a:lnTo>
                      <a:pt x="270" y="1854"/>
                    </a:lnTo>
                    <a:lnTo>
                      <a:pt x="276" y="1860"/>
                    </a:lnTo>
                    <a:lnTo>
                      <a:pt x="288" y="1860"/>
                    </a:lnTo>
                    <a:lnTo>
                      <a:pt x="312" y="1884"/>
                    </a:lnTo>
                    <a:lnTo>
                      <a:pt x="306" y="1890"/>
                    </a:lnTo>
                    <a:lnTo>
                      <a:pt x="300" y="1902"/>
                    </a:lnTo>
                    <a:lnTo>
                      <a:pt x="288" y="1914"/>
                    </a:lnTo>
                    <a:lnTo>
                      <a:pt x="312" y="1932"/>
                    </a:lnTo>
                    <a:lnTo>
                      <a:pt x="306" y="1956"/>
                    </a:lnTo>
                    <a:lnTo>
                      <a:pt x="330" y="1980"/>
                    </a:lnTo>
                    <a:lnTo>
                      <a:pt x="324" y="2016"/>
                    </a:lnTo>
                    <a:lnTo>
                      <a:pt x="336" y="2040"/>
                    </a:lnTo>
                    <a:lnTo>
                      <a:pt x="324" y="2046"/>
                    </a:lnTo>
                    <a:lnTo>
                      <a:pt x="318" y="2088"/>
                    </a:lnTo>
                    <a:lnTo>
                      <a:pt x="324" y="2088"/>
                    </a:lnTo>
                    <a:lnTo>
                      <a:pt x="348" y="2112"/>
                    </a:lnTo>
                    <a:lnTo>
                      <a:pt x="348" y="2118"/>
                    </a:lnTo>
                    <a:lnTo>
                      <a:pt x="342" y="2118"/>
                    </a:lnTo>
                    <a:lnTo>
                      <a:pt x="330" y="2124"/>
                    </a:lnTo>
                    <a:lnTo>
                      <a:pt x="324" y="2130"/>
                    </a:lnTo>
                    <a:lnTo>
                      <a:pt x="348" y="2154"/>
                    </a:lnTo>
                    <a:lnTo>
                      <a:pt x="348" y="2160"/>
                    </a:lnTo>
                    <a:lnTo>
                      <a:pt x="342" y="2166"/>
                    </a:lnTo>
                    <a:lnTo>
                      <a:pt x="336" y="2166"/>
                    </a:lnTo>
                    <a:lnTo>
                      <a:pt x="330" y="2172"/>
                    </a:lnTo>
                    <a:lnTo>
                      <a:pt x="324" y="2172"/>
                    </a:lnTo>
                    <a:lnTo>
                      <a:pt x="324" y="2196"/>
                    </a:lnTo>
                    <a:lnTo>
                      <a:pt x="312" y="2202"/>
                    </a:lnTo>
                    <a:lnTo>
                      <a:pt x="312" y="2214"/>
                    </a:lnTo>
                    <a:lnTo>
                      <a:pt x="318" y="2226"/>
                    </a:lnTo>
                    <a:lnTo>
                      <a:pt x="324" y="2232"/>
                    </a:lnTo>
                    <a:lnTo>
                      <a:pt x="324" y="2268"/>
                    </a:lnTo>
                    <a:lnTo>
                      <a:pt x="354" y="2274"/>
                    </a:lnTo>
                    <a:lnTo>
                      <a:pt x="354" y="2280"/>
                    </a:lnTo>
                    <a:lnTo>
                      <a:pt x="360" y="2286"/>
                    </a:lnTo>
                    <a:lnTo>
                      <a:pt x="360" y="2298"/>
                    </a:lnTo>
                    <a:lnTo>
                      <a:pt x="366" y="2304"/>
                    </a:lnTo>
                    <a:lnTo>
                      <a:pt x="378" y="2310"/>
                    </a:lnTo>
                    <a:lnTo>
                      <a:pt x="384" y="2310"/>
                    </a:lnTo>
                    <a:lnTo>
                      <a:pt x="396" y="2298"/>
                    </a:lnTo>
                    <a:lnTo>
                      <a:pt x="414" y="2298"/>
                    </a:lnTo>
                    <a:lnTo>
                      <a:pt x="426" y="2304"/>
                    </a:lnTo>
                    <a:lnTo>
                      <a:pt x="438" y="2316"/>
                    </a:lnTo>
                    <a:lnTo>
                      <a:pt x="438" y="2340"/>
                    </a:lnTo>
                    <a:lnTo>
                      <a:pt x="456" y="2364"/>
                    </a:lnTo>
                    <a:lnTo>
                      <a:pt x="468" y="2382"/>
                    </a:lnTo>
                    <a:lnTo>
                      <a:pt x="504" y="2400"/>
                    </a:lnTo>
                    <a:lnTo>
                      <a:pt x="522" y="2418"/>
                    </a:lnTo>
                    <a:lnTo>
                      <a:pt x="534" y="2418"/>
                    </a:lnTo>
                    <a:lnTo>
                      <a:pt x="546" y="2412"/>
                    </a:lnTo>
                    <a:lnTo>
                      <a:pt x="642" y="2412"/>
                    </a:lnTo>
                    <a:lnTo>
                      <a:pt x="666" y="2430"/>
                    </a:lnTo>
                    <a:lnTo>
                      <a:pt x="660" y="2442"/>
                    </a:lnTo>
                    <a:lnTo>
                      <a:pt x="666" y="2424"/>
                    </a:lnTo>
                    <a:lnTo>
                      <a:pt x="672" y="2418"/>
                    </a:lnTo>
                    <a:lnTo>
                      <a:pt x="684" y="2418"/>
                    </a:lnTo>
                    <a:lnTo>
                      <a:pt x="690" y="2424"/>
                    </a:lnTo>
                    <a:lnTo>
                      <a:pt x="702" y="2424"/>
                    </a:lnTo>
                    <a:lnTo>
                      <a:pt x="714" y="2430"/>
                    </a:lnTo>
                    <a:lnTo>
                      <a:pt x="720" y="2436"/>
                    </a:lnTo>
                    <a:lnTo>
                      <a:pt x="678" y="2382"/>
                    </a:lnTo>
                    <a:lnTo>
                      <a:pt x="660" y="2382"/>
                    </a:lnTo>
                    <a:lnTo>
                      <a:pt x="666" y="2370"/>
                    </a:lnTo>
                    <a:lnTo>
                      <a:pt x="630" y="2340"/>
                    </a:lnTo>
                    <a:lnTo>
                      <a:pt x="630" y="2310"/>
                    </a:lnTo>
                    <a:lnTo>
                      <a:pt x="618" y="2298"/>
                    </a:lnTo>
                    <a:lnTo>
                      <a:pt x="624" y="2286"/>
                    </a:lnTo>
                    <a:lnTo>
                      <a:pt x="630" y="2286"/>
                    </a:lnTo>
                    <a:lnTo>
                      <a:pt x="642" y="2274"/>
                    </a:lnTo>
                    <a:lnTo>
                      <a:pt x="642" y="2268"/>
                    </a:lnTo>
                    <a:lnTo>
                      <a:pt x="636" y="2268"/>
                    </a:lnTo>
                    <a:lnTo>
                      <a:pt x="624" y="2262"/>
                    </a:lnTo>
                    <a:lnTo>
                      <a:pt x="606" y="2262"/>
                    </a:lnTo>
                    <a:lnTo>
                      <a:pt x="618" y="2250"/>
                    </a:lnTo>
                    <a:lnTo>
                      <a:pt x="618" y="2232"/>
                    </a:lnTo>
                    <a:lnTo>
                      <a:pt x="636" y="2256"/>
                    </a:lnTo>
                    <a:lnTo>
                      <a:pt x="648" y="2262"/>
                    </a:lnTo>
                    <a:lnTo>
                      <a:pt x="666" y="2262"/>
                    </a:lnTo>
                    <a:lnTo>
                      <a:pt x="672" y="2256"/>
                    </a:lnTo>
                    <a:lnTo>
                      <a:pt x="678" y="2244"/>
                    </a:lnTo>
                    <a:lnTo>
                      <a:pt x="678" y="2226"/>
                    </a:lnTo>
                    <a:lnTo>
                      <a:pt x="672" y="2208"/>
                    </a:lnTo>
                    <a:lnTo>
                      <a:pt x="666" y="2196"/>
                    </a:lnTo>
                    <a:lnTo>
                      <a:pt x="666" y="2178"/>
                    </a:lnTo>
                    <a:lnTo>
                      <a:pt x="678" y="2154"/>
                    </a:lnTo>
                    <a:lnTo>
                      <a:pt x="690" y="2142"/>
                    </a:lnTo>
                    <a:lnTo>
                      <a:pt x="708" y="2130"/>
                    </a:lnTo>
                    <a:lnTo>
                      <a:pt x="738" y="2100"/>
                    </a:lnTo>
                    <a:lnTo>
                      <a:pt x="726" y="2088"/>
                    </a:lnTo>
                    <a:lnTo>
                      <a:pt x="702" y="2088"/>
                    </a:lnTo>
                    <a:lnTo>
                      <a:pt x="726" y="2082"/>
                    </a:lnTo>
                    <a:lnTo>
                      <a:pt x="726" y="2064"/>
                    </a:lnTo>
                    <a:lnTo>
                      <a:pt x="714" y="2040"/>
                    </a:lnTo>
                    <a:lnTo>
                      <a:pt x="708" y="2034"/>
                    </a:lnTo>
                    <a:lnTo>
                      <a:pt x="696" y="2028"/>
                    </a:lnTo>
                    <a:lnTo>
                      <a:pt x="690" y="2028"/>
                    </a:lnTo>
                    <a:lnTo>
                      <a:pt x="684" y="2034"/>
                    </a:lnTo>
                    <a:lnTo>
                      <a:pt x="672" y="2016"/>
                    </a:lnTo>
                    <a:lnTo>
                      <a:pt x="642" y="2016"/>
                    </a:lnTo>
                    <a:lnTo>
                      <a:pt x="636" y="2010"/>
                    </a:lnTo>
                    <a:lnTo>
                      <a:pt x="624" y="2004"/>
                    </a:lnTo>
                    <a:lnTo>
                      <a:pt x="606" y="1992"/>
                    </a:lnTo>
                    <a:lnTo>
                      <a:pt x="582" y="1968"/>
                    </a:lnTo>
                    <a:lnTo>
                      <a:pt x="570" y="1950"/>
                    </a:lnTo>
                    <a:lnTo>
                      <a:pt x="564" y="1938"/>
                    </a:lnTo>
                    <a:lnTo>
                      <a:pt x="564" y="1926"/>
                    </a:lnTo>
                    <a:lnTo>
                      <a:pt x="570" y="1914"/>
                    </a:lnTo>
                    <a:lnTo>
                      <a:pt x="570" y="1908"/>
                    </a:lnTo>
                    <a:lnTo>
                      <a:pt x="576" y="1908"/>
                    </a:lnTo>
                    <a:lnTo>
                      <a:pt x="582" y="1902"/>
                    </a:lnTo>
                    <a:lnTo>
                      <a:pt x="594" y="1878"/>
                    </a:lnTo>
                    <a:lnTo>
                      <a:pt x="606" y="1878"/>
                    </a:lnTo>
                    <a:lnTo>
                      <a:pt x="612" y="1860"/>
                    </a:lnTo>
                    <a:lnTo>
                      <a:pt x="666" y="1860"/>
                    </a:lnTo>
                    <a:lnTo>
                      <a:pt x="654" y="1848"/>
                    </a:lnTo>
                    <a:lnTo>
                      <a:pt x="654" y="1824"/>
                    </a:lnTo>
                    <a:lnTo>
                      <a:pt x="666" y="1824"/>
                    </a:lnTo>
                    <a:lnTo>
                      <a:pt x="666" y="1794"/>
                    </a:lnTo>
                    <a:lnTo>
                      <a:pt x="660" y="1788"/>
                    </a:lnTo>
                    <a:lnTo>
                      <a:pt x="654" y="1776"/>
                    </a:lnTo>
                    <a:lnTo>
                      <a:pt x="642" y="1764"/>
                    </a:lnTo>
                    <a:lnTo>
                      <a:pt x="642" y="1746"/>
                    </a:lnTo>
                    <a:lnTo>
                      <a:pt x="648" y="1728"/>
                    </a:lnTo>
                    <a:lnTo>
                      <a:pt x="654" y="1716"/>
                    </a:lnTo>
                    <a:lnTo>
                      <a:pt x="666" y="1710"/>
                    </a:lnTo>
                    <a:lnTo>
                      <a:pt x="672" y="1704"/>
                    </a:lnTo>
                    <a:lnTo>
                      <a:pt x="684" y="1704"/>
                    </a:lnTo>
                    <a:lnTo>
                      <a:pt x="684" y="1692"/>
                    </a:lnTo>
                    <a:lnTo>
                      <a:pt x="660" y="1692"/>
                    </a:lnTo>
                    <a:lnTo>
                      <a:pt x="648" y="1686"/>
                    </a:lnTo>
                    <a:lnTo>
                      <a:pt x="642" y="1680"/>
                    </a:lnTo>
                    <a:lnTo>
                      <a:pt x="642" y="1674"/>
                    </a:lnTo>
                    <a:lnTo>
                      <a:pt x="654" y="1668"/>
                    </a:lnTo>
                    <a:lnTo>
                      <a:pt x="666" y="1668"/>
                    </a:lnTo>
                    <a:lnTo>
                      <a:pt x="702" y="1686"/>
                    </a:lnTo>
                    <a:lnTo>
                      <a:pt x="708" y="1692"/>
                    </a:lnTo>
                    <a:lnTo>
                      <a:pt x="714" y="1692"/>
                    </a:lnTo>
                    <a:lnTo>
                      <a:pt x="720" y="1686"/>
                    </a:lnTo>
                    <a:lnTo>
                      <a:pt x="732" y="1680"/>
                    </a:lnTo>
                    <a:lnTo>
                      <a:pt x="732" y="1656"/>
                    </a:lnTo>
                    <a:lnTo>
                      <a:pt x="726" y="1644"/>
                    </a:lnTo>
                    <a:lnTo>
                      <a:pt x="708" y="1626"/>
                    </a:lnTo>
                    <a:lnTo>
                      <a:pt x="696" y="1626"/>
                    </a:lnTo>
                    <a:lnTo>
                      <a:pt x="690" y="1632"/>
                    </a:lnTo>
                    <a:lnTo>
                      <a:pt x="690" y="1650"/>
                    </a:lnTo>
                    <a:lnTo>
                      <a:pt x="684" y="1656"/>
                    </a:lnTo>
                    <a:lnTo>
                      <a:pt x="666" y="1656"/>
                    </a:lnTo>
                    <a:lnTo>
                      <a:pt x="654" y="1650"/>
                    </a:lnTo>
                    <a:lnTo>
                      <a:pt x="648" y="1644"/>
                    </a:lnTo>
                    <a:lnTo>
                      <a:pt x="648" y="1638"/>
                    </a:lnTo>
                    <a:lnTo>
                      <a:pt x="612" y="1638"/>
                    </a:lnTo>
                    <a:lnTo>
                      <a:pt x="606" y="1632"/>
                    </a:lnTo>
                    <a:lnTo>
                      <a:pt x="606" y="1572"/>
                    </a:lnTo>
                    <a:lnTo>
                      <a:pt x="600" y="1566"/>
                    </a:lnTo>
                    <a:lnTo>
                      <a:pt x="594" y="1554"/>
                    </a:lnTo>
                    <a:lnTo>
                      <a:pt x="588" y="1536"/>
                    </a:lnTo>
                    <a:lnTo>
                      <a:pt x="588" y="1524"/>
                    </a:lnTo>
                    <a:lnTo>
                      <a:pt x="594" y="1518"/>
                    </a:lnTo>
                    <a:lnTo>
                      <a:pt x="600" y="1518"/>
                    </a:lnTo>
                    <a:lnTo>
                      <a:pt x="606" y="1524"/>
                    </a:lnTo>
                    <a:lnTo>
                      <a:pt x="618" y="1524"/>
                    </a:lnTo>
                    <a:lnTo>
                      <a:pt x="624" y="1530"/>
                    </a:lnTo>
                    <a:lnTo>
                      <a:pt x="636" y="1536"/>
                    </a:lnTo>
                    <a:lnTo>
                      <a:pt x="672" y="1548"/>
                    </a:lnTo>
                    <a:lnTo>
                      <a:pt x="690" y="1560"/>
                    </a:lnTo>
                    <a:lnTo>
                      <a:pt x="708" y="1560"/>
                    </a:lnTo>
                    <a:lnTo>
                      <a:pt x="726" y="1554"/>
                    </a:lnTo>
                    <a:lnTo>
                      <a:pt x="738" y="1542"/>
                    </a:lnTo>
                    <a:lnTo>
                      <a:pt x="750" y="1536"/>
                    </a:lnTo>
                    <a:lnTo>
                      <a:pt x="768" y="1530"/>
                    </a:lnTo>
                    <a:lnTo>
                      <a:pt x="774" y="1524"/>
                    </a:lnTo>
                    <a:lnTo>
                      <a:pt x="774" y="1512"/>
                    </a:lnTo>
                    <a:lnTo>
                      <a:pt x="762" y="1506"/>
                    </a:lnTo>
                    <a:lnTo>
                      <a:pt x="750" y="1494"/>
                    </a:lnTo>
                    <a:lnTo>
                      <a:pt x="738" y="1488"/>
                    </a:lnTo>
                    <a:lnTo>
                      <a:pt x="738" y="1464"/>
                    </a:lnTo>
                    <a:lnTo>
                      <a:pt x="744" y="1452"/>
                    </a:lnTo>
                    <a:lnTo>
                      <a:pt x="750" y="1446"/>
                    </a:lnTo>
                    <a:lnTo>
                      <a:pt x="750" y="1434"/>
                    </a:lnTo>
                    <a:lnTo>
                      <a:pt x="756" y="1422"/>
                    </a:lnTo>
                    <a:lnTo>
                      <a:pt x="744" y="1410"/>
                    </a:lnTo>
                    <a:lnTo>
                      <a:pt x="726" y="1410"/>
                    </a:lnTo>
                    <a:lnTo>
                      <a:pt x="720" y="1386"/>
                    </a:lnTo>
                    <a:lnTo>
                      <a:pt x="714" y="1380"/>
                    </a:lnTo>
                    <a:lnTo>
                      <a:pt x="714" y="1368"/>
                    </a:lnTo>
                    <a:lnTo>
                      <a:pt x="720" y="1362"/>
                    </a:lnTo>
                    <a:lnTo>
                      <a:pt x="726" y="1362"/>
                    </a:lnTo>
                    <a:lnTo>
                      <a:pt x="732" y="1374"/>
                    </a:lnTo>
                    <a:lnTo>
                      <a:pt x="738" y="1380"/>
                    </a:lnTo>
                    <a:lnTo>
                      <a:pt x="738" y="1386"/>
                    </a:lnTo>
                    <a:lnTo>
                      <a:pt x="744" y="1398"/>
                    </a:lnTo>
                    <a:lnTo>
                      <a:pt x="756" y="1398"/>
                    </a:lnTo>
                    <a:lnTo>
                      <a:pt x="750" y="1380"/>
                    </a:lnTo>
                    <a:lnTo>
                      <a:pt x="828" y="1386"/>
                    </a:lnTo>
                    <a:lnTo>
                      <a:pt x="834" y="1380"/>
                    </a:lnTo>
                    <a:lnTo>
                      <a:pt x="840" y="1380"/>
                    </a:lnTo>
                    <a:lnTo>
                      <a:pt x="846" y="1374"/>
                    </a:lnTo>
                    <a:lnTo>
                      <a:pt x="864" y="1368"/>
                    </a:lnTo>
                    <a:lnTo>
                      <a:pt x="894" y="1362"/>
                    </a:lnTo>
                    <a:lnTo>
                      <a:pt x="930" y="1350"/>
                    </a:lnTo>
                    <a:lnTo>
                      <a:pt x="972" y="1338"/>
                    </a:lnTo>
                    <a:lnTo>
                      <a:pt x="1002" y="1326"/>
                    </a:lnTo>
                    <a:lnTo>
                      <a:pt x="1014" y="1320"/>
                    </a:lnTo>
                    <a:lnTo>
                      <a:pt x="1014" y="1284"/>
                    </a:lnTo>
                    <a:lnTo>
                      <a:pt x="1032" y="1272"/>
                    </a:lnTo>
                    <a:lnTo>
                      <a:pt x="1044" y="1218"/>
                    </a:lnTo>
                    <a:lnTo>
                      <a:pt x="1038" y="1194"/>
                    </a:lnTo>
                    <a:lnTo>
                      <a:pt x="1038" y="1170"/>
                    </a:lnTo>
                    <a:lnTo>
                      <a:pt x="1032" y="1170"/>
                    </a:lnTo>
                    <a:lnTo>
                      <a:pt x="1026" y="1164"/>
                    </a:lnTo>
                    <a:lnTo>
                      <a:pt x="1002" y="1152"/>
                    </a:lnTo>
                    <a:lnTo>
                      <a:pt x="990" y="1152"/>
                    </a:lnTo>
                    <a:lnTo>
                      <a:pt x="984" y="1146"/>
                    </a:lnTo>
                    <a:lnTo>
                      <a:pt x="978" y="1146"/>
                    </a:lnTo>
                    <a:lnTo>
                      <a:pt x="972" y="1140"/>
                    </a:lnTo>
                    <a:lnTo>
                      <a:pt x="990" y="1122"/>
                    </a:lnTo>
                    <a:lnTo>
                      <a:pt x="990" y="1092"/>
                    </a:lnTo>
                    <a:lnTo>
                      <a:pt x="984" y="1080"/>
                    </a:lnTo>
                    <a:lnTo>
                      <a:pt x="978" y="1074"/>
                    </a:lnTo>
                    <a:lnTo>
                      <a:pt x="954" y="1062"/>
                    </a:lnTo>
                    <a:lnTo>
                      <a:pt x="918" y="1050"/>
                    </a:lnTo>
                    <a:lnTo>
                      <a:pt x="906" y="1044"/>
                    </a:lnTo>
                    <a:lnTo>
                      <a:pt x="888" y="1032"/>
                    </a:lnTo>
                    <a:lnTo>
                      <a:pt x="876" y="1020"/>
                    </a:lnTo>
                    <a:lnTo>
                      <a:pt x="876" y="1002"/>
                    </a:lnTo>
                    <a:lnTo>
                      <a:pt x="882" y="990"/>
                    </a:lnTo>
                    <a:lnTo>
                      <a:pt x="888" y="990"/>
                    </a:lnTo>
                    <a:lnTo>
                      <a:pt x="888" y="984"/>
                    </a:lnTo>
                    <a:lnTo>
                      <a:pt x="858" y="948"/>
                    </a:lnTo>
                    <a:lnTo>
                      <a:pt x="858" y="900"/>
                    </a:lnTo>
                    <a:lnTo>
                      <a:pt x="882" y="900"/>
                    </a:lnTo>
                    <a:lnTo>
                      <a:pt x="888" y="894"/>
                    </a:lnTo>
                    <a:lnTo>
                      <a:pt x="894" y="894"/>
                    </a:lnTo>
                    <a:lnTo>
                      <a:pt x="894" y="888"/>
                    </a:lnTo>
                    <a:lnTo>
                      <a:pt x="888" y="876"/>
                    </a:lnTo>
                    <a:lnTo>
                      <a:pt x="876" y="870"/>
                    </a:lnTo>
                    <a:lnTo>
                      <a:pt x="870" y="858"/>
                    </a:lnTo>
                    <a:lnTo>
                      <a:pt x="864" y="852"/>
                    </a:lnTo>
                    <a:lnTo>
                      <a:pt x="876" y="834"/>
                    </a:lnTo>
                    <a:lnTo>
                      <a:pt x="864" y="822"/>
                    </a:lnTo>
                    <a:lnTo>
                      <a:pt x="858" y="810"/>
                    </a:lnTo>
                    <a:lnTo>
                      <a:pt x="852" y="804"/>
                    </a:lnTo>
                    <a:lnTo>
                      <a:pt x="864" y="792"/>
                    </a:lnTo>
                    <a:lnTo>
                      <a:pt x="882" y="792"/>
                    </a:lnTo>
                    <a:lnTo>
                      <a:pt x="858" y="774"/>
                    </a:lnTo>
                    <a:lnTo>
                      <a:pt x="858" y="738"/>
                    </a:lnTo>
                    <a:lnTo>
                      <a:pt x="882" y="726"/>
                    </a:lnTo>
                    <a:lnTo>
                      <a:pt x="876" y="726"/>
                    </a:lnTo>
                    <a:lnTo>
                      <a:pt x="852" y="702"/>
                    </a:lnTo>
                    <a:lnTo>
                      <a:pt x="852" y="696"/>
                    </a:lnTo>
                    <a:lnTo>
                      <a:pt x="870" y="678"/>
                    </a:lnTo>
                    <a:lnTo>
                      <a:pt x="870" y="666"/>
                    </a:lnTo>
                    <a:lnTo>
                      <a:pt x="876" y="654"/>
                    </a:lnTo>
                    <a:lnTo>
                      <a:pt x="876" y="642"/>
                    </a:lnTo>
                    <a:lnTo>
                      <a:pt x="882" y="636"/>
                    </a:lnTo>
                    <a:lnTo>
                      <a:pt x="900" y="636"/>
                    </a:lnTo>
                    <a:lnTo>
                      <a:pt x="906" y="630"/>
                    </a:lnTo>
                    <a:lnTo>
                      <a:pt x="912" y="618"/>
                    </a:lnTo>
                    <a:lnTo>
                      <a:pt x="918" y="612"/>
                    </a:lnTo>
                    <a:lnTo>
                      <a:pt x="918" y="588"/>
                    </a:lnTo>
                    <a:lnTo>
                      <a:pt x="930" y="588"/>
                    </a:lnTo>
                    <a:lnTo>
                      <a:pt x="948" y="570"/>
                    </a:lnTo>
                    <a:lnTo>
                      <a:pt x="948" y="558"/>
                    </a:lnTo>
                    <a:lnTo>
                      <a:pt x="954" y="546"/>
                    </a:lnTo>
                    <a:lnTo>
                      <a:pt x="954" y="534"/>
                    </a:lnTo>
                    <a:close/>
                    <a:moveTo>
                      <a:pt x="930" y="1020"/>
                    </a:moveTo>
                    <a:lnTo>
                      <a:pt x="942" y="1020"/>
                    </a:lnTo>
                    <a:lnTo>
                      <a:pt x="930" y="1014"/>
                    </a:lnTo>
                    <a:lnTo>
                      <a:pt x="930" y="102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5" name="Angola" descr="© INSCALE GmbH, 05.05.2010&#10;http://www.presentationload.com/">
                <a:extLst>
                  <a:ext uri="{FF2B5EF4-FFF2-40B4-BE49-F238E27FC236}">
                    <a16:creationId xmlns:a16="http://schemas.microsoft.com/office/drawing/2014/main" id="{9C9B4F28-3BF7-C814-5CEF-0532ADE6E52E}"/>
                  </a:ext>
                </a:extLst>
              </p:cNvPr>
              <p:cNvSpPr>
                <a:spLocks noEditPoints="1"/>
              </p:cNvSpPr>
              <p:nvPr/>
            </p:nvSpPr>
            <p:spPr bwMode="gray">
              <a:xfrm>
                <a:off x="4548173" y="3348928"/>
                <a:ext cx="336498" cy="419514"/>
              </a:xfrm>
              <a:custGeom>
                <a:avLst/>
                <a:gdLst>
                  <a:gd name="T0" fmla="*/ 2147483647 w 888"/>
                  <a:gd name="T1" fmla="*/ 2147483647 h 1104"/>
                  <a:gd name="T2" fmla="*/ 2147483647 w 888"/>
                  <a:gd name="T3" fmla="*/ 2147483647 h 1104"/>
                  <a:gd name="T4" fmla="*/ 2147483647 w 888"/>
                  <a:gd name="T5" fmla="*/ 2147483647 h 1104"/>
                  <a:gd name="T6" fmla="*/ 2147483647 w 888"/>
                  <a:gd name="T7" fmla="*/ 0 h 1104"/>
                  <a:gd name="T8" fmla="*/ 2147483647 w 888"/>
                  <a:gd name="T9" fmla="*/ 2147483647 h 1104"/>
                  <a:gd name="T10" fmla="*/ 2147483647 w 888"/>
                  <a:gd name="T11" fmla="*/ 2147483647 h 1104"/>
                  <a:gd name="T12" fmla="*/ 2147483647 w 888"/>
                  <a:gd name="T13" fmla="*/ 2147483647 h 1104"/>
                  <a:gd name="T14" fmla="*/ 2147483647 w 888"/>
                  <a:gd name="T15" fmla="*/ 2147483647 h 1104"/>
                  <a:gd name="T16" fmla="*/ 2147483647 w 888"/>
                  <a:gd name="T17" fmla="*/ 2147483647 h 1104"/>
                  <a:gd name="T18" fmla="*/ 2147483647 w 888"/>
                  <a:gd name="T19" fmla="*/ 2147483647 h 1104"/>
                  <a:gd name="T20" fmla="*/ 2147483647 w 888"/>
                  <a:gd name="T21" fmla="*/ 2147483647 h 1104"/>
                  <a:gd name="T22" fmla="*/ 2147483647 w 888"/>
                  <a:gd name="T23" fmla="*/ 2147483647 h 1104"/>
                  <a:gd name="T24" fmla="*/ 2147483647 w 888"/>
                  <a:gd name="T25" fmla="*/ 2147483647 h 1104"/>
                  <a:gd name="T26" fmla="*/ 2147483647 w 888"/>
                  <a:gd name="T27" fmla="*/ 2147483647 h 1104"/>
                  <a:gd name="T28" fmla="*/ 2147483647 w 888"/>
                  <a:gd name="T29" fmla="*/ 2147483647 h 1104"/>
                  <a:gd name="T30" fmla="*/ 2147483647 w 888"/>
                  <a:gd name="T31" fmla="*/ 2147483647 h 1104"/>
                  <a:gd name="T32" fmla="*/ 2147483647 w 888"/>
                  <a:gd name="T33" fmla="*/ 2147483647 h 1104"/>
                  <a:gd name="T34" fmla="*/ 2147483647 w 888"/>
                  <a:gd name="T35" fmla="*/ 2147483647 h 1104"/>
                  <a:gd name="T36" fmla="*/ 2147483647 w 888"/>
                  <a:gd name="T37" fmla="*/ 2147483647 h 1104"/>
                  <a:gd name="T38" fmla="*/ 2147483647 w 888"/>
                  <a:gd name="T39" fmla="*/ 2147483647 h 1104"/>
                  <a:gd name="T40" fmla="*/ 2147483647 w 888"/>
                  <a:gd name="T41" fmla="*/ 2147483647 h 1104"/>
                  <a:gd name="T42" fmla="*/ 2147483647 w 888"/>
                  <a:gd name="T43" fmla="*/ 2147483647 h 1104"/>
                  <a:gd name="T44" fmla="*/ 2147483647 w 888"/>
                  <a:gd name="T45" fmla="*/ 2147483647 h 1104"/>
                  <a:gd name="T46" fmla="*/ 2147483647 w 888"/>
                  <a:gd name="T47" fmla="*/ 2147483647 h 1104"/>
                  <a:gd name="T48" fmla="*/ 2147483647 w 888"/>
                  <a:gd name="T49" fmla="*/ 2147483647 h 1104"/>
                  <a:gd name="T50" fmla="*/ 2147483647 w 888"/>
                  <a:gd name="T51" fmla="*/ 2147483647 h 1104"/>
                  <a:gd name="T52" fmla="*/ 2147483647 w 888"/>
                  <a:gd name="T53" fmla="*/ 2147483647 h 1104"/>
                  <a:gd name="T54" fmla="*/ 2147483647 w 888"/>
                  <a:gd name="T55" fmla="*/ 2147483647 h 1104"/>
                  <a:gd name="T56" fmla="*/ 2147483647 w 888"/>
                  <a:gd name="T57" fmla="*/ 2147483647 h 1104"/>
                  <a:gd name="T58" fmla="*/ 2147483647 w 888"/>
                  <a:gd name="T59" fmla="*/ 2147483647 h 1104"/>
                  <a:gd name="T60" fmla="*/ 2147483647 w 888"/>
                  <a:gd name="T61" fmla="*/ 2147483647 h 1104"/>
                  <a:gd name="T62" fmla="*/ 2147483647 w 888"/>
                  <a:gd name="T63" fmla="*/ 2147483647 h 1104"/>
                  <a:gd name="T64" fmla="*/ 2147483647 w 888"/>
                  <a:gd name="T65" fmla="*/ 2147483647 h 1104"/>
                  <a:gd name="T66" fmla="*/ 2147483647 w 888"/>
                  <a:gd name="T67" fmla="*/ 2147483647 h 1104"/>
                  <a:gd name="T68" fmla="*/ 2147483647 w 888"/>
                  <a:gd name="T69" fmla="*/ 2147483647 h 1104"/>
                  <a:gd name="T70" fmla="*/ 2147483647 w 888"/>
                  <a:gd name="T71" fmla="*/ 2147483647 h 1104"/>
                  <a:gd name="T72" fmla="*/ 2147483647 w 888"/>
                  <a:gd name="T73" fmla="*/ 2147483647 h 1104"/>
                  <a:gd name="T74" fmla="*/ 0 w 888"/>
                  <a:gd name="T75" fmla="*/ 2147483647 h 1104"/>
                  <a:gd name="T76" fmla="*/ 2147483647 w 888"/>
                  <a:gd name="T77" fmla="*/ 2147483647 h 1104"/>
                  <a:gd name="T78" fmla="*/ 2147483647 w 888"/>
                  <a:gd name="T79" fmla="*/ 2147483647 h 1104"/>
                  <a:gd name="T80" fmla="*/ 2147483647 w 888"/>
                  <a:gd name="T81" fmla="*/ 2147483647 h 1104"/>
                  <a:gd name="T82" fmla="*/ 2147483647 w 888"/>
                  <a:gd name="T83" fmla="*/ 2147483647 h 1104"/>
                  <a:gd name="T84" fmla="*/ 2147483647 w 888"/>
                  <a:gd name="T85" fmla="*/ 2147483647 h 1104"/>
                  <a:gd name="T86" fmla="*/ 2147483647 w 888"/>
                  <a:gd name="T87" fmla="*/ 2147483647 h 1104"/>
                  <a:gd name="T88" fmla="*/ 2147483647 w 888"/>
                  <a:gd name="T89" fmla="*/ 2147483647 h 1104"/>
                  <a:gd name="T90" fmla="*/ 2147483647 w 888"/>
                  <a:gd name="T91" fmla="*/ 2147483647 h 1104"/>
                  <a:gd name="T92" fmla="*/ 2147483647 w 888"/>
                  <a:gd name="T93" fmla="*/ 2147483647 h 1104"/>
                  <a:gd name="T94" fmla="*/ 2147483647 w 888"/>
                  <a:gd name="T95" fmla="*/ 2147483647 h 11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888"/>
                  <a:gd name="T145" fmla="*/ 0 h 1104"/>
                  <a:gd name="T146" fmla="*/ 888 w 888"/>
                  <a:gd name="T147" fmla="*/ 1104 h 11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888" h="1104">
                    <a:moveTo>
                      <a:pt x="42" y="114"/>
                    </a:moveTo>
                    <a:lnTo>
                      <a:pt x="42" y="120"/>
                    </a:lnTo>
                    <a:lnTo>
                      <a:pt x="48" y="120"/>
                    </a:lnTo>
                    <a:lnTo>
                      <a:pt x="54" y="114"/>
                    </a:lnTo>
                    <a:lnTo>
                      <a:pt x="66" y="108"/>
                    </a:lnTo>
                    <a:lnTo>
                      <a:pt x="72" y="102"/>
                    </a:lnTo>
                    <a:lnTo>
                      <a:pt x="72" y="96"/>
                    </a:lnTo>
                    <a:lnTo>
                      <a:pt x="66" y="84"/>
                    </a:lnTo>
                    <a:lnTo>
                      <a:pt x="66" y="78"/>
                    </a:lnTo>
                    <a:lnTo>
                      <a:pt x="60" y="66"/>
                    </a:lnTo>
                    <a:lnTo>
                      <a:pt x="96" y="36"/>
                    </a:lnTo>
                    <a:lnTo>
                      <a:pt x="102" y="24"/>
                    </a:lnTo>
                    <a:lnTo>
                      <a:pt x="102" y="18"/>
                    </a:lnTo>
                    <a:lnTo>
                      <a:pt x="96" y="12"/>
                    </a:lnTo>
                    <a:lnTo>
                      <a:pt x="96" y="6"/>
                    </a:lnTo>
                    <a:lnTo>
                      <a:pt x="90" y="0"/>
                    </a:lnTo>
                    <a:lnTo>
                      <a:pt x="84" y="6"/>
                    </a:lnTo>
                    <a:lnTo>
                      <a:pt x="72" y="12"/>
                    </a:lnTo>
                    <a:lnTo>
                      <a:pt x="66" y="18"/>
                    </a:lnTo>
                    <a:lnTo>
                      <a:pt x="54" y="24"/>
                    </a:lnTo>
                    <a:lnTo>
                      <a:pt x="54" y="42"/>
                    </a:lnTo>
                    <a:lnTo>
                      <a:pt x="36" y="42"/>
                    </a:lnTo>
                    <a:lnTo>
                      <a:pt x="36" y="60"/>
                    </a:lnTo>
                    <a:lnTo>
                      <a:pt x="42" y="114"/>
                    </a:lnTo>
                    <a:close/>
                    <a:moveTo>
                      <a:pt x="876" y="546"/>
                    </a:moveTo>
                    <a:lnTo>
                      <a:pt x="852" y="546"/>
                    </a:lnTo>
                    <a:lnTo>
                      <a:pt x="840" y="534"/>
                    </a:lnTo>
                    <a:lnTo>
                      <a:pt x="828" y="534"/>
                    </a:lnTo>
                    <a:lnTo>
                      <a:pt x="828" y="546"/>
                    </a:lnTo>
                    <a:lnTo>
                      <a:pt x="804" y="552"/>
                    </a:lnTo>
                    <a:lnTo>
                      <a:pt x="774" y="546"/>
                    </a:lnTo>
                    <a:lnTo>
                      <a:pt x="768" y="564"/>
                    </a:lnTo>
                    <a:lnTo>
                      <a:pt x="762" y="558"/>
                    </a:lnTo>
                    <a:lnTo>
                      <a:pt x="756" y="558"/>
                    </a:lnTo>
                    <a:lnTo>
                      <a:pt x="750" y="552"/>
                    </a:lnTo>
                    <a:lnTo>
                      <a:pt x="750" y="528"/>
                    </a:lnTo>
                    <a:lnTo>
                      <a:pt x="756" y="522"/>
                    </a:lnTo>
                    <a:lnTo>
                      <a:pt x="756" y="510"/>
                    </a:lnTo>
                    <a:lnTo>
                      <a:pt x="762" y="498"/>
                    </a:lnTo>
                    <a:lnTo>
                      <a:pt x="762" y="480"/>
                    </a:lnTo>
                    <a:lnTo>
                      <a:pt x="756" y="474"/>
                    </a:lnTo>
                    <a:lnTo>
                      <a:pt x="744" y="450"/>
                    </a:lnTo>
                    <a:lnTo>
                      <a:pt x="732" y="432"/>
                    </a:lnTo>
                    <a:lnTo>
                      <a:pt x="726" y="414"/>
                    </a:lnTo>
                    <a:lnTo>
                      <a:pt x="726" y="402"/>
                    </a:lnTo>
                    <a:lnTo>
                      <a:pt x="732" y="396"/>
                    </a:lnTo>
                    <a:lnTo>
                      <a:pt x="732" y="384"/>
                    </a:lnTo>
                    <a:lnTo>
                      <a:pt x="726" y="360"/>
                    </a:lnTo>
                    <a:lnTo>
                      <a:pt x="732" y="354"/>
                    </a:lnTo>
                    <a:lnTo>
                      <a:pt x="738" y="342"/>
                    </a:lnTo>
                    <a:lnTo>
                      <a:pt x="738" y="330"/>
                    </a:lnTo>
                    <a:lnTo>
                      <a:pt x="732" y="318"/>
                    </a:lnTo>
                    <a:lnTo>
                      <a:pt x="720" y="306"/>
                    </a:lnTo>
                    <a:lnTo>
                      <a:pt x="714" y="288"/>
                    </a:lnTo>
                    <a:lnTo>
                      <a:pt x="726" y="270"/>
                    </a:lnTo>
                    <a:lnTo>
                      <a:pt x="726" y="246"/>
                    </a:lnTo>
                    <a:lnTo>
                      <a:pt x="636" y="246"/>
                    </a:lnTo>
                    <a:lnTo>
                      <a:pt x="636" y="222"/>
                    </a:lnTo>
                    <a:lnTo>
                      <a:pt x="624" y="216"/>
                    </a:lnTo>
                    <a:lnTo>
                      <a:pt x="612" y="216"/>
                    </a:lnTo>
                    <a:lnTo>
                      <a:pt x="612" y="222"/>
                    </a:lnTo>
                    <a:lnTo>
                      <a:pt x="564" y="222"/>
                    </a:lnTo>
                    <a:lnTo>
                      <a:pt x="558" y="228"/>
                    </a:lnTo>
                    <a:lnTo>
                      <a:pt x="558" y="234"/>
                    </a:lnTo>
                    <a:lnTo>
                      <a:pt x="564" y="240"/>
                    </a:lnTo>
                    <a:lnTo>
                      <a:pt x="570" y="252"/>
                    </a:lnTo>
                    <a:lnTo>
                      <a:pt x="570" y="264"/>
                    </a:lnTo>
                    <a:lnTo>
                      <a:pt x="558" y="264"/>
                    </a:lnTo>
                    <a:lnTo>
                      <a:pt x="558" y="270"/>
                    </a:lnTo>
                    <a:lnTo>
                      <a:pt x="552" y="276"/>
                    </a:lnTo>
                    <a:lnTo>
                      <a:pt x="552" y="294"/>
                    </a:lnTo>
                    <a:lnTo>
                      <a:pt x="510" y="300"/>
                    </a:lnTo>
                    <a:lnTo>
                      <a:pt x="504" y="294"/>
                    </a:lnTo>
                    <a:lnTo>
                      <a:pt x="492" y="300"/>
                    </a:lnTo>
                    <a:lnTo>
                      <a:pt x="468" y="300"/>
                    </a:lnTo>
                    <a:lnTo>
                      <a:pt x="462" y="312"/>
                    </a:lnTo>
                    <a:lnTo>
                      <a:pt x="450" y="306"/>
                    </a:lnTo>
                    <a:lnTo>
                      <a:pt x="420" y="306"/>
                    </a:lnTo>
                    <a:lnTo>
                      <a:pt x="408" y="282"/>
                    </a:lnTo>
                    <a:lnTo>
                      <a:pt x="402" y="276"/>
                    </a:lnTo>
                    <a:lnTo>
                      <a:pt x="402" y="264"/>
                    </a:lnTo>
                    <a:lnTo>
                      <a:pt x="390" y="252"/>
                    </a:lnTo>
                    <a:lnTo>
                      <a:pt x="384" y="252"/>
                    </a:lnTo>
                    <a:lnTo>
                      <a:pt x="378" y="246"/>
                    </a:lnTo>
                    <a:lnTo>
                      <a:pt x="378" y="240"/>
                    </a:lnTo>
                    <a:lnTo>
                      <a:pt x="384" y="234"/>
                    </a:lnTo>
                    <a:lnTo>
                      <a:pt x="384" y="210"/>
                    </a:lnTo>
                    <a:lnTo>
                      <a:pt x="366" y="192"/>
                    </a:lnTo>
                    <a:lnTo>
                      <a:pt x="366" y="150"/>
                    </a:lnTo>
                    <a:lnTo>
                      <a:pt x="354" y="138"/>
                    </a:lnTo>
                    <a:lnTo>
                      <a:pt x="348" y="126"/>
                    </a:lnTo>
                    <a:lnTo>
                      <a:pt x="342" y="120"/>
                    </a:lnTo>
                    <a:lnTo>
                      <a:pt x="324" y="120"/>
                    </a:lnTo>
                    <a:lnTo>
                      <a:pt x="318" y="126"/>
                    </a:lnTo>
                    <a:lnTo>
                      <a:pt x="294" y="126"/>
                    </a:lnTo>
                    <a:lnTo>
                      <a:pt x="276" y="132"/>
                    </a:lnTo>
                    <a:lnTo>
                      <a:pt x="246" y="132"/>
                    </a:lnTo>
                    <a:lnTo>
                      <a:pt x="234" y="126"/>
                    </a:lnTo>
                    <a:lnTo>
                      <a:pt x="222" y="126"/>
                    </a:lnTo>
                    <a:lnTo>
                      <a:pt x="210" y="132"/>
                    </a:lnTo>
                    <a:lnTo>
                      <a:pt x="180" y="132"/>
                    </a:lnTo>
                    <a:lnTo>
                      <a:pt x="168" y="126"/>
                    </a:lnTo>
                    <a:lnTo>
                      <a:pt x="144" y="132"/>
                    </a:lnTo>
                    <a:lnTo>
                      <a:pt x="132" y="126"/>
                    </a:lnTo>
                    <a:lnTo>
                      <a:pt x="126" y="132"/>
                    </a:lnTo>
                    <a:lnTo>
                      <a:pt x="102" y="126"/>
                    </a:lnTo>
                    <a:lnTo>
                      <a:pt x="54" y="150"/>
                    </a:lnTo>
                    <a:lnTo>
                      <a:pt x="48" y="156"/>
                    </a:lnTo>
                    <a:lnTo>
                      <a:pt x="54" y="168"/>
                    </a:lnTo>
                    <a:lnTo>
                      <a:pt x="60" y="174"/>
                    </a:lnTo>
                    <a:lnTo>
                      <a:pt x="66" y="186"/>
                    </a:lnTo>
                    <a:lnTo>
                      <a:pt x="90" y="210"/>
                    </a:lnTo>
                    <a:lnTo>
                      <a:pt x="84" y="234"/>
                    </a:lnTo>
                    <a:lnTo>
                      <a:pt x="90" y="246"/>
                    </a:lnTo>
                    <a:lnTo>
                      <a:pt x="108" y="270"/>
                    </a:lnTo>
                    <a:lnTo>
                      <a:pt x="120" y="300"/>
                    </a:lnTo>
                    <a:lnTo>
                      <a:pt x="126" y="330"/>
                    </a:lnTo>
                    <a:lnTo>
                      <a:pt x="120" y="354"/>
                    </a:lnTo>
                    <a:lnTo>
                      <a:pt x="108" y="378"/>
                    </a:lnTo>
                    <a:lnTo>
                      <a:pt x="102" y="384"/>
                    </a:lnTo>
                    <a:lnTo>
                      <a:pt x="102" y="408"/>
                    </a:lnTo>
                    <a:lnTo>
                      <a:pt x="114" y="408"/>
                    </a:lnTo>
                    <a:lnTo>
                      <a:pt x="114" y="438"/>
                    </a:lnTo>
                    <a:lnTo>
                      <a:pt x="126" y="474"/>
                    </a:lnTo>
                    <a:lnTo>
                      <a:pt x="150" y="510"/>
                    </a:lnTo>
                    <a:lnTo>
                      <a:pt x="162" y="552"/>
                    </a:lnTo>
                    <a:lnTo>
                      <a:pt x="162" y="582"/>
                    </a:lnTo>
                    <a:lnTo>
                      <a:pt x="156" y="594"/>
                    </a:lnTo>
                    <a:lnTo>
                      <a:pt x="150" y="612"/>
                    </a:lnTo>
                    <a:lnTo>
                      <a:pt x="144" y="618"/>
                    </a:lnTo>
                    <a:lnTo>
                      <a:pt x="138" y="630"/>
                    </a:lnTo>
                    <a:lnTo>
                      <a:pt x="144" y="642"/>
                    </a:lnTo>
                    <a:lnTo>
                      <a:pt x="144" y="660"/>
                    </a:lnTo>
                    <a:lnTo>
                      <a:pt x="138" y="666"/>
                    </a:lnTo>
                    <a:lnTo>
                      <a:pt x="126" y="672"/>
                    </a:lnTo>
                    <a:lnTo>
                      <a:pt x="108" y="672"/>
                    </a:lnTo>
                    <a:lnTo>
                      <a:pt x="96" y="690"/>
                    </a:lnTo>
                    <a:lnTo>
                      <a:pt x="102" y="714"/>
                    </a:lnTo>
                    <a:lnTo>
                      <a:pt x="78" y="714"/>
                    </a:lnTo>
                    <a:lnTo>
                      <a:pt x="66" y="720"/>
                    </a:lnTo>
                    <a:lnTo>
                      <a:pt x="66" y="750"/>
                    </a:lnTo>
                    <a:lnTo>
                      <a:pt x="60" y="762"/>
                    </a:lnTo>
                    <a:lnTo>
                      <a:pt x="60" y="774"/>
                    </a:lnTo>
                    <a:lnTo>
                      <a:pt x="48" y="786"/>
                    </a:lnTo>
                    <a:lnTo>
                      <a:pt x="48" y="858"/>
                    </a:lnTo>
                    <a:lnTo>
                      <a:pt x="36" y="864"/>
                    </a:lnTo>
                    <a:lnTo>
                      <a:pt x="30" y="870"/>
                    </a:lnTo>
                    <a:lnTo>
                      <a:pt x="30" y="912"/>
                    </a:lnTo>
                    <a:lnTo>
                      <a:pt x="6" y="930"/>
                    </a:lnTo>
                    <a:lnTo>
                      <a:pt x="6" y="966"/>
                    </a:lnTo>
                    <a:lnTo>
                      <a:pt x="18" y="984"/>
                    </a:lnTo>
                    <a:lnTo>
                      <a:pt x="0" y="1002"/>
                    </a:lnTo>
                    <a:lnTo>
                      <a:pt x="0" y="1044"/>
                    </a:lnTo>
                    <a:lnTo>
                      <a:pt x="18" y="1044"/>
                    </a:lnTo>
                    <a:lnTo>
                      <a:pt x="36" y="1038"/>
                    </a:lnTo>
                    <a:lnTo>
                      <a:pt x="42" y="1044"/>
                    </a:lnTo>
                    <a:lnTo>
                      <a:pt x="72" y="1044"/>
                    </a:lnTo>
                    <a:lnTo>
                      <a:pt x="90" y="1026"/>
                    </a:lnTo>
                    <a:lnTo>
                      <a:pt x="90" y="1020"/>
                    </a:lnTo>
                    <a:lnTo>
                      <a:pt x="120" y="1020"/>
                    </a:lnTo>
                    <a:lnTo>
                      <a:pt x="126" y="1026"/>
                    </a:lnTo>
                    <a:lnTo>
                      <a:pt x="132" y="1038"/>
                    </a:lnTo>
                    <a:lnTo>
                      <a:pt x="156" y="1050"/>
                    </a:lnTo>
                    <a:lnTo>
                      <a:pt x="168" y="1050"/>
                    </a:lnTo>
                    <a:lnTo>
                      <a:pt x="174" y="1056"/>
                    </a:lnTo>
                    <a:lnTo>
                      <a:pt x="480" y="1056"/>
                    </a:lnTo>
                    <a:lnTo>
                      <a:pt x="480" y="1062"/>
                    </a:lnTo>
                    <a:lnTo>
                      <a:pt x="504" y="1086"/>
                    </a:lnTo>
                    <a:lnTo>
                      <a:pt x="540" y="1086"/>
                    </a:lnTo>
                    <a:lnTo>
                      <a:pt x="546" y="1098"/>
                    </a:lnTo>
                    <a:lnTo>
                      <a:pt x="618" y="1092"/>
                    </a:lnTo>
                    <a:lnTo>
                      <a:pt x="624" y="1104"/>
                    </a:lnTo>
                    <a:lnTo>
                      <a:pt x="696" y="1104"/>
                    </a:lnTo>
                    <a:lnTo>
                      <a:pt x="732" y="1098"/>
                    </a:lnTo>
                    <a:lnTo>
                      <a:pt x="780" y="1092"/>
                    </a:lnTo>
                    <a:lnTo>
                      <a:pt x="816" y="1080"/>
                    </a:lnTo>
                    <a:lnTo>
                      <a:pt x="828" y="1074"/>
                    </a:lnTo>
                    <a:lnTo>
                      <a:pt x="738" y="984"/>
                    </a:lnTo>
                    <a:lnTo>
                      <a:pt x="738" y="966"/>
                    </a:lnTo>
                    <a:lnTo>
                      <a:pt x="732" y="954"/>
                    </a:lnTo>
                    <a:lnTo>
                      <a:pt x="732" y="702"/>
                    </a:lnTo>
                    <a:lnTo>
                      <a:pt x="858" y="708"/>
                    </a:lnTo>
                    <a:lnTo>
                      <a:pt x="864" y="708"/>
                    </a:lnTo>
                    <a:lnTo>
                      <a:pt x="876" y="696"/>
                    </a:lnTo>
                    <a:lnTo>
                      <a:pt x="876" y="672"/>
                    </a:lnTo>
                    <a:lnTo>
                      <a:pt x="870" y="666"/>
                    </a:lnTo>
                    <a:lnTo>
                      <a:pt x="870" y="660"/>
                    </a:lnTo>
                    <a:lnTo>
                      <a:pt x="888" y="654"/>
                    </a:lnTo>
                    <a:lnTo>
                      <a:pt x="876" y="642"/>
                    </a:lnTo>
                    <a:lnTo>
                      <a:pt x="876" y="588"/>
                    </a:lnTo>
                    <a:lnTo>
                      <a:pt x="882" y="588"/>
                    </a:lnTo>
                    <a:lnTo>
                      <a:pt x="888" y="582"/>
                    </a:lnTo>
                    <a:lnTo>
                      <a:pt x="888" y="564"/>
                    </a:lnTo>
                    <a:lnTo>
                      <a:pt x="876" y="552"/>
                    </a:lnTo>
                    <a:lnTo>
                      <a:pt x="876" y="546"/>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6" name="Andorra" descr="© INSCALE GmbH, 05.05.2010&#10;http://www.presentationload.com/">
                <a:extLst>
                  <a:ext uri="{FF2B5EF4-FFF2-40B4-BE49-F238E27FC236}">
                    <a16:creationId xmlns:a16="http://schemas.microsoft.com/office/drawing/2014/main" id="{A12B0275-4C4F-49DD-EDF3-EB83A6C034FD}"/>
                  </a:ext>
                </a:extLst>
              </p:cNvPr>
              <p:cNvSpPr>
                <a:spLocks/>
              </p:cNvSpPr>
              <p:nvPr/>
            </p:nvSpPr>
            <p:spPr bwMode="gray">
              <a:xfrm>
                <a:off x="4293206" y="1916951"/>
                <a:ext cx="11859" cy="5929"/>
              </a:xfrm>
              <a:custGeom>
                <a:avLst/>
                <a:gdLst>
                  <a:gd name="T0" fmla="*/ 2147483647 w 30"/>
                  <a:gd name="T1" fmla="*/ 2147483647 h 18"/>
                  <a:gd name="T2" fmla="*/ 2147483647 w 30"/>
                  <a:gd name="T3" fmla="*/ 2147483647 h 18"/>
                  <a:gd name="T4" fmla="*/ 2147483647 w 30"/>
                  <a:gd name="T5" fmla="*/ 2147483647 h 18"/>
                  <a:gd name="T6" fmla="*/ 2147483647 w 30"/>
                  <a:gd name="T7" fmla="*/ 0 h 18"/>
                  <a:gd name="T8" fmla="*/ 0 w 30"/>
                  <a:gd name="T9" fmla="*/ 0 h 18"/>
                  <a:gd name="T10" fmla="*/ 2147483647 w 30"/>
                  <a:gd name="T11" fmla="*/ 2147483647 h 18"/>
                  <a:gd name="T12" fmla="*/ 0 60000 65536"/>
                  <a:gd name="T13" fmla="*/ 0 60000 65536"/>
                  <a:gd name="T14" fmla="*/ 0 60000 65536"/>
                  <a:gd name="T15" fmla="*/ 0 60000 65536"/>
                  <a:gd name="T16" fmla="*/ 0 60000 65536"/>
                  <a:gd name="T17" fmla="*/ 0 60000 65536"/>
                  <a:gd name="T18" fmla="*/ 0 w 30"/>
                  <a:gd name="T19" fmla="*/ 0 h 18"/>
                  <a:gd name="T20" fmla="*/ 30 w 30"/>
                  <a:gd name="T21" fmla="*/ 18 h 18"/>
                </a:gdLst>
                <a:ahLst/>
                <a:cxnLst>
                  <a:cxn ang="T12">
                    <a:pos x="T0" y="T1"/>
                  </a:cxn>
                  <a:cxn ang="T13">
                    <a:pos x="T2" y="T3"/>
                  </a:cxn>
                  <a:cxn ang="T14">
                    <a:pos x="T4" y="T5"/>
                  </a:cxn>
                  <a:cxn ang="T15">
                    <a:pos x="T6" y="T7"/>
                  </a:cxn>
                  <a:cxn ang="T16">
                    <a:pos x="T8" y="T9"/>
                  </a:cxn>
                  <a:cxn ang="T17">
                    <a:pos x="T10" y="T11"/>
                  </a:cxn>
                </a:cxnLst>
                <a:rect l="T18" t="T19" r="T20" b="T21"/>
                <a:pathLst>
                  <a:path w="30" h="18">
                    <a:moveTo>
                      <a:pt x="6" y="18"/>
                    </a:moveTo>
                    <a:lnTo>
                      <a:pt x="18" y="12"/>
                    </a:lnTo>
                    <a:lnTo>
                      <a:pt x="30" y="12"/>
                    </a:lnTo>
                    <a:lnTo>
                      <a:pt x="30" y="0"/>
                    </a:lnTo>
                    <a:lnTo>
                      <a:pt x="0" y="0"/>
                    </a:lnTo>
                    <a:lnTo>
                      <a:pt x="6" y="1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7" name="Algeria" descr="© INSCALE GmbH, 05.05.2010&#10;http://www.presentationload.com/">
                <a:extLst>
                  <a:ext uri="{FF2B5EF4-FFF2-40B4-BE49-F238E27FC236}">
                    <a16:creationId xmlns:a16="http://schemas.microsoft.com/office/drawing/2014/main" id="{D7BC9421-A4BD-6BAB-EDD6-E37FD097B2F8}"/>
                  </a:ext>
                </a:extLst>
              </p:cNvPr>
              <p:cNvSpPr>
                <a:spLocks/>
              </p:cNvSpPr>
              <p:nvPr/>
            </p:nvSpPr>
            <p:spPr bwMode="gray">
              <a:xfrm>
                <a:off x="3996732" y="2082976"/>
                <a:ext cx="560338" cy="554408"/>
              </a:xfrm>
              <a:custGeom>
                <a:avLst/>
                <a:gdLst>
                  <a:gd name="T0" fmla="*/ 2147483647 w 1476"/>
                  <a:gd name="T1" fmla="*/ 2147483647 h 1464"/>
                  <a:gd name="T2" fmla="*/ 2147483647 w 1476"/>
                  <a:gd name="T3" fmla="*/ 2147483647 h 1464"/>
                  <a:gd name="T4" fmla="*/ 2147483647 w 1476"/>
                  <a:gd name="T5" fmla="*/ 2147483647 h 1464"/>
                  <a:gd name="T6" fmla="*/ 2147483647 w 1476"/>
                  <a:gd name="T7" fmla="*/ 2147483647 h 1464"/>
                  <a:gd name="T8" fmla="*/ 2147483647 w 1476"/>
                  <a:gd name="T9" fmla="*/ 2147483647 h 1464"/>
                  <a:gd name="T10" fmla="*/ 2147483647 w 1476"/>
                  <a:gd name="T11" fmla="*/ 2147483647 h 1464"/>
                  <a:gd name="T12" fmla="*/ 2147483647 w 1476"/>
                  <a:gd name="T13" fmla="*/ 2147483647 h 1464"/>
                  <a:gd name="T14" fmla="*/ 2147483647 w 1476"/>
                  <a:gd name="T15" fmla="*/ 2147483647 h 1464"/>
                  <a:gd name="T16" fmla="*/ 2147483647 w 1476"/>
                  <a:gd name="T17" fmla="*/ 2147483647 h 1464"/>
                  <a:gd name="T18" fmla="*/ 2147483647 w 1476"/>
                  <a:gd name="T19" fmla="*/ 2147483647 h 1464"/>
                  <a:gd name="T20" fmla="*/ 2147483647 w 1476"/>
                  <a:gd name="T21" fmla="*/ 2147483647 h 1464"/>
                  <a:gd name="T22" fmla="*/ 2147483647 w 1476"/>
                  <a:gd name="T23" fmla="*/ 2147483647 h 1464"/>
                  <a:gd name="T24" fmla="*/ 2147483647 w 1476"/>
                  <a:gd name="T25" fmla="*/ 2147483647 h 1464"/>
                  <a:gd name="T26" fmla="*/ 2147483647 w 1476"/>
                  <a:gd name="T27" fmla="*/ 2147483647 h 1464"/>
                  <a:gd name="T28" fmla="*/ 2147483647 w 1476"/>
                  <a:gd name="T29" fmla="*/ 2147483647 h 1464"/>
                  <a:gd name="T30" fmla="*/ 2147483647 w 1476"/>
                  <a:gd name="T31" fmla="*/ 2147483647 h 1464"/>
                  <a:gd name="T32" fmla="*/ 2147483647 w 1476"/>
                  <a:gd name="T33" fmla="*/ 2147483647 h 1464"/>
                  <a:gd name="T34" fmla="*/ 2147483647 w 1476"/>
                  <a:gd name="T35" fmla="*/ 2147483647 h 1464"/>
                  <a:gd name="T36" fmla="*/ 2147483647 w 1476"/>
                  <a:gd name="T37" fmla="*/ 2147483647 h 1464"/>
                  <a:gd name="T38" fmla="*/ 2147483647 w 1476"/>
                  <a:gd name="T39" fmla="*/ 2147483647 h 1464"/>
                  <a:gd name="T40" fmla="*/ 2147483647 w 1476"/>
                  <a:gd name="T41" fmla="*/ 2147483647 h 1464"/>
                  <a:gd name="T42" fmla="*/ 2147483647 w 1476"/>
                  <a:gd name="T43" fmla="*/ 2147483647 h 1464"/>
                  <a:gd name="T44" fmla="*/ 2147483647 w 1476"/>
                  <a:gd name="T45" fmla="*/ 2147483647 h 1464"/>
                  <a:gd name="T46" fmla="*/ 2147483647 w 1476"/>
                  <a:gd name="T47" fmla="*/ 2147483647 h 1464"/>
                  <a:gd name="T48" fmla="*/ 2147483647 w 1476"/>
                  <a:gd name="T49" fmla="*/ 2147483647 h 1464"/>
                  <a:gd name="T50" fmla="*/ 2147483647 w 1476"/>
                  <a:gd name="T51" fmla="*/ 2147483647 h 1464"/>
                  <a:gd name="T52" fmla="*/ 2147483647 w 1476"/>
                  <a:gd name="T53" fmla="*/ 2147483647 h 1464"/>
                  <a:gd name="T54" fmla="*/ 2147483647 w 1476"/>
                  <a:gd name="T55" fmla="*/ 2147483647 h 1464"/>
                  <a:gd name="T56" fmla="*/ 2147483647 w 1476"/>
                  <a:gd name="T57" fmla="*/ 2147483647 h 1464"/>
                  <a:gd name="T58" fmla="*/ 2147483647 w 1476"/>
                  <a:gd name="T59" fmla="*/ 2147483647 h 1464"/>
                  <a:gd name="T60" fmla="*/ 2147483647 w 1476"/>
                  <a:gd name="T61" fmla="*/ 2147483647 h 1464"/>
                  <a:gd name="T62" fmla="*/ 2147483647 w 1476"/>
                  <a:gd name="T63" fmla="*/ 2147483647 h 1464"/>
                  <a:gd name="T64" fmla="*/ 2147483647 w 1476"/>
                  <a:gd name="T65" fmla="*/ 2147483647 h 1464"/>
                  <a:gd name="T66" fmla="*/ 2147483647 w 1476"/>
                  <a:gd name="T67" fmla="*/ 2147483647 h 1464"/>
                  <a:gd name="T68" fmla="*/ 2147483647 w 1476"/>
                  <a:gd name="T69" fmla="*/ 2147483647 h 1464"/>
                  <a:gd name="T70" fmla="*/ 2147483647 w 1476"/>
                  <a:gd name="T71" fmla="*/ 2147483647 h 1464"/>
                  <a:gd name="T72" fmla="*/ 2147483647 w 1476"/>
                  <a:gd name="T73" fmla="*/ 2147483647 h 1464"/>
                  <a:gd name="T74" fmla="*/ 2147483647 w 1476"/>
                  <a:gd name="T75" fmla="*/ 2147483647 h 1464"/>
                  <a:gd name="T76" fmla="*/ 2147483647 w 1476"/>
                  <a:gd name="T77" fmla="*/ 2147483647 h 1464"/>
                  <a:gd name="T78" fmla="*/ 2147483647 w 1476"/>
                  <a:gd name="T79" fmla="*/ 2147483647 h 1464"/>
                  <a:gd name="T80" fmla="*/ 2147483647 w 1476"/>
                  <a:gd name="T81" fmla="*/ 2147483647 h 1464"/>
                  <a:gd name="T82" fmla="*/ 2147483647 w 1476"/>
                  <a:gd name="T83" fmla="*/ 2147483647 h 1464"/>
                  <a:gd name="T84" fmla="*/ 2147483647 w 1476"/>
                  <a:gd name="T85" fmla="*/ 2147483647 h 1464"/>
                  <a:gd name="T86" fmla="*/ 2147483647 w 1476"/>
                  <a:gd name="T87" fmla="*/ 2147483647 h 1464"/>
                  <a:gd name="T88" fmla="*/ 2147483647 w 1476"/>
                  <a:gd name="T89" fmla="*/ 2147483647 h 1464"/>
                  <a:gd name="T90" fmla="*/ 2147483647 w 1476"/>
                  <a:gd name="T91" fmla="*/ 2147483647 h 1464"/>
                  <a:gd name="T92" fmla="*/ 2147483647 w 1476"/>
                  <a:gd name="T93" fmla="*/ 2147483647 h 1464"/>
                  <a:gd name="T94" fmla="*/ 2147483647 w 1476"/>
                  <a:gd name="T95" fmla="*/ 2147483647 h 1464"/>
                  <a:gd name="T96" fmla="*/ 2147483647 w 1476"/>
                  <a:gd name="T97" fmla="*/ 2147483647 h 1464"/>
                  <a:gd name="T98" fmla="*/ 2147483647 w 1476"/>
                  <a:gd name="T99" fmla="*/ 2147483647 h 1464"/>
                  <a:gd name="T100" fmla="*/ 2147483647 w 1476"/>
                  <a:gd name="T101" fmla="*/ 2147483647 h 1464"/>
                  <a:gd name="T102" fmla="*/ 2147483647 w 1476"/>
                  <a:gd name="T103" fmla="*/ 2147483647 h 1464"/>
                  <a:gd name="T104" fmla="*/ 2147483647 w 1476"/>
                  <a:gd name="T105" fmla="*/ 2147483647 h 14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1476"/>
                  <a:gd name="T160" fmla="*/ 0 h 1464"/>
                  <a:gd name="T161" fmla="*/ 1476 w 1476"/>
                  <a:gd name="T162" fmla="*/ 1464 h 14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1476" h="1464">
                    <a:moveTo>
                      <a:pt x="360" y="534"/>
                    </a:moveTo>
                    <a:lnTo>
                      <a:pt x="318" y="534"/>
                    </a:lnTo>
                    <a:lnTo>
                      <a:pt x="312" y="546"/>
                    </a:lnTo>
                    <a:lnTo>
                      <a:pt x="306" y="552"/>
                    </a:lnTo>
                    <a:lnTo>
                      <a:pt x="294" y="576"/>
                    </a:lnTo>
                    <a:lnTo>
                      <a:pt x="282" y="588"/>
                    </a:lnTo>
                    <a:lnTo>
                      <a:pt x="258" y="588"/>
                    </a:lnTo>
                    <a:lnTo>
                      <a:pt x="246" y="582"/>
                    </a:lnTo>
                    <a:lnTo>
                      <a:pt x="234" y="582"/>
                    </a:lnTo>
                    <a:lnTo>
                      <a:pt x="228" y="594"/>
                    </a:lnTo>
                    <a:lnTo>
                      <a:pt x="204" y="600"/>
                    </a:lnTo>
                    <a:lnTo>
                      <a:pt x="204" y="606"/>
                    </a:lnTo>
                    <a:lnTo>
                      <a:pt x="198" y="618"/>
                    </a:lnTo>
                    <a:lnTo>
                      <a:pt x="186" y="618"/>
                    </a:lnTo>
                    <a:lnTo>
                      <a:pt x="180" y="612"/>
                    </a:lnTo>
                    <a:lnTo>
                      <a:pt x="168" y="606"/>
                    </a:lnTo>
                    <a:lnTo>
                      <a:pt x="138" y="624"/>
                    </a:lnTo>
                    <a:lnTo>
                      <a:pt x="120" y="624"/>
                    </a:lnTo>
                    <a:lnTo>
                      <a:pt x="120" y="630"/>
                    </a:lnTo>
                    <a:lnTo>
                      <a:pt x="90" y="660"/>
                    </a:lnTo>
                    <a:lnTo>
                      <a:pt x="78" y="666"/>
                    </a:lnTo>
                    <a:lnTo>
                      <a:pt x="72" y="672"/>
                    </a:lnTo>
                    <a:lnTo>
                      <a:pt x="60" y="678"/>
                    </a:lnTo>
                    <a:lnTo>
                      <a:pt x="54" y="708"/>
                    </a:lnTo>
                    <a:lnTo>
                      <a:pt x="54" y="768"/>
                    </a:lnTo>
                    <a:lnTo>
                      <a:pt x="0" y="768"/>
                    </a:lnTo>
                    <a:lnTo>
                      <a:pt x="54" y="768"/>
                    </a:lnTo>
                    <a:lnTo>
                      <a:pt x="54" y="804"/>
                    </a:lnTo>
                    <a:lnTo>
                      <a:pt x="312" y="984"/>
                    </a:lnTo>
                    <a:lnTo>
                      <a:pt x="720" y="1296"/>
                    </a:lnTo>
                    <a:lnTo>
                      <a:pt x="720" y="1320"/>
                    </a:lnTo>
                    <a:lnTo>
                      <a:pt x="744" y="1320"/>
                    </a:lnTo>
                    <a:lnTo>
                      <a:pt x="750" y="1326"/>
                    </a:lnTo>
                    <a:lnTo>
                      <a:pt x="750" y="1344"/>
                    </a:lnTo>
                    <a:lnTo>
                      <a:pt x="762" y="1356"/>
                    </a:lnTo>
                    <a:lnTo>
                      <a:pt x="798" y="1356"/>
                    </a:lnTo>
                    <a:lnTo>
                      <a:pt x="804" y="1386"/>
                    </a:lnTo>
                    <a:lnTo>
                      <a:pt x="810" y="1386"/>
                    </a:lnTo>
                    <a:lnTo>
                      <a:pt x="816" y="1380"/>
                    </a:lnTo>
                    <a:lnTo>
                      <a:pt x="846" y="1380"/>
                    </a:lnTo>
                    <a:lnTo>
                      <a:pt x="858" y="1386"/>
                    </a:lnTo>
                    <a:lnTo>
                      <a:pt x="870" y="1410"/>
                    </a:lnTo>
                    <a:lnTo>
                      <a:pt x="870" y="1428"/>
                    </a:lnTo>
                    <a:lnTo>
                      <a:pt x="852" y="1446"/>
                    </a:lnTo>
                    <a:lnTo>
                      <a:pt x="852" y="1452"/>
                    </a:lnTo>
                    <a:lnTo>
                      <a:pt x="858" y="1458"/>
                    </a:lnTo>
                    <a:lnTo>
                      <a:pt x="870" y="1464"/>
                    </a:lnTo>
                    <a:lnTo>
                      <a:pt x="900" y="1464"/>
                    </a:lnTo>
                    <a:lnTo>
                      <a:pt x="906" y="1458"/>
                    </a:lnTo>
                    <a:lnTo>
                      <a:pt x="924" y="1458"/>
                    </a:lnTo>
                    <a:lnTo>
                      <a:pt x="954" y="1452"/>
                    </a:lnTo>
                    <a:lnTo>
                      <a:pt x="984" y="1440"/>
                    </a:lnTo>
                    <a:lnTo>
                      <a:pt x="1020" y="1434"/>
                    </a:lnTo>
                    <a:lnTo>
                      <a:pt x="1038" y="1434"/>
                    </a:lnTo>
                    <a:lnTo>
                      <a:pt x="1062" y="1416"/>
                    </a:lnTo>
                    <a:lnTo>
                      <a:pt x="1098" y="1386"/>
                    </a:lnTo>
                    <a:lnTo>
                      <a:pt x="1128" y="1350"/>
                    </a:lnTo>
                    <a:lnTo>
                      <a:pt x="1158" y="1326"/>
                    </a:lnTo>
                    <a:lnTo>
                      <a:pt x="1182" y="1314"/>
                    </a:lnTo>
                    <a:lnTo>
                      <a:pt x="1224" y="1284"/>
                    </a:lnTo>
                    <a:lnTo>
                      <a:pt x="1272" y="1248"/>
                    </a:lnTo>
                    <a:lnTo>
                      <a:pt x="1332" y="1206"/>
                    </a:lnTo>
                    <a:lnTo>
                      <a:pt x="1386" y="1170"/>
                    </a:lnTo>
                    <a:lnTo>
                      <a:pt x="1434" y="1134"/>
                    </a:lnTo>
                    <a:lnTo>
                      <a:pt x="1464" y="1110"/>
                    </a:lnTo>
                    <a:lnTo>
                      <a:pt x="1476" y="1104"/>
                    </a:lnTo>
                    <a:lnTo>
                      <a:pt x="1476" y="1098"/>
                    </a:lnTo>
                    <a:lnTo>
                      <a:pt x="1470" y="1092"/>
                    </a:lnTo>
                    <a:lnTo>
                      <a:pt x="1464" y="1080"/>
                    </a:lnTo>
                    <a:lnTo>
                      <a:pt x="1458" y="1062"/>
                    </a:lnTo>
                    <a:lnTo>
                      <a:pt x="1452" y="1050"/>
                    </a:lnTo>
                    <a:lnTo>
                      <a:pt x="1452" y="1044"/>
                    </a:lnTo>
                    <a:lnTo>
                      <a:pt x="1440" y="1032"/>
                    </a:lnTo>
                    <a:lnTo>
                      <a:pt x="1428" y="1032"/>
                    </a:lnTo>
                    <a:lnTo>
                      <a:pt x="1392" y="1014"/>
                    </a:lnTo>
                    <a:lnTo>
                      <a:pt x="1386" y="1014"/>
                    </a:lnTo>
                    <a:lnTo>
                      <a:pt x="1362" y="1026"/>
                    </a:lnTo>
                    <a:lnTo>
                      <a:pt x="1338" y="1002"/>
                    </a:lnTo>
                    <a:lnTo>
                      <a:pt x="1338" y="960"/>
                    </a:lnTo>
                    <a:lnTo>
                      <a:pt x="1332" y="954"/>
                    </a:lnTo>
                    <a:lnTo>
                      <a:pt x="1326" y="942"/>
                    </a:lnTo>
                    <a:lnTo>
                      <a:pt x="1314" y="930"/>
                    </a:lnTo>
                    <a:lnTo>
                      <a:pt x="1308" y="912"/>
                    </a:lnTo>
                    <a:lnTo>
                      <a:pt x="1296" y="900"/>
                    </a:lnTo>
                    <a:lnTo>
                      <a:pt x="1290" y="888"/>
                    </a:lnTo>
                    <a:lnTo>
                      <a:pt x="1290" y="882"/>
                    </a:lnTo>
                    <a:lnTo>
                      <a:pt x="1296" y="876"/>
                    </a:lnTo>
                    <a:lnTo>
                      <a:pt x="1308" y="876"/>
                    </a:lnTo>
                    <a:lnTo>
                      <a:pt x="1320" y="870"/>
                    </a:lnTo>
                    <a:lnTo>
                      <a:pt x="1326" y="864"/>
                    </a:lnTo>
                    <a:lnTo>
                      <a:pt x="1332" y="852"/>
                    </a:lnTo>
                    <a:lnTo>
                      <a:pt x="1332" y="840"/>
                    </a:lnTo>
                    <a:lnTo>
                      <a:pt x="1326" y="834"/>
                    </a:lnTo>
                    <a:lnTo>
                      <a:pt x="1326" y="828"/>
                    </a:lnTo>
                    <a:lnTo>
                      <a:pt x="1320" y="774"/>
                    </a:lnTo>
                    <a:lnTo>
                      <a:pt x="1332" y="750"/>
                    </a:lnTo>
                    <a:lnTo>
                      <a:pt x="1326" y="732"/>
                    </a:lnTo>
                    <a:lnTo>
                      <a:pt x="1326" y="726"/>
                    </a:lnTo>
                    <a:lnTo>
                      <a:pt x="1332" y="720"/>
                    </a:lnTo>
                    <a:lnTo>
                      <a:pt x="1332" y="690"/>
                    </a:lnTo>
                    <a:lnTo>
                      <a:pt x="1338" y="678"/>
                    </a:lnTo>
                    <a:lnTo>
                      <a:pt x="1338" y="672"/>
                    </a:lnTo>
                    <a:lnTo>
                      <a:pt x="1326" y="648"/>
                    </a:lnTo>
                    <a:lnTo>
                      <a:pt x="1302" y="588"/>
                    </a:lnTo>
                    <a:lnTo>
                      <a:pt x="1290" y="570"/>
                    </a:lnTo>
                    <a:lnTo>
                      <a:pt x="1296" y="564"/>
                    </a:lnTo>
                    <a:lnTo>
                      <a:pt x="1308" y="558"/>
                    </a:lnTo>
                    <a:lnTo>
                      <a:pt x="1296" y="528"/>
                    </a:lnTo>
                    <a:lnTo>
                      <a:pt x="1284" y="480"/>
                    </a:lnTo>
                    <a:lnTo>
                      <a:pt x="1278" y="438"/>
                    </a:lnTo>
                    <a:lnTo>
                      <a:pt x="1272" y="414"/>
                    </a:lnTo>
                    <a:lnTo>
                      <a:pt x="1266" y="408"/>
                    </a:lnTo>
                    <a:lnTo>
                      <a:pt x="1260" y="396"/>
                    </a:lnTo>
                    <a:lnTo>
                      <a:pt x="1236" y="384"/>
                    </a:lnTo>
                    <a:lnTo>
                      <a:pt x="1230" y="378"/>
                    </a:lnTo>
                    <a:lnTo>
                      <a:pt x="1224" y="378"/>
                    </a:lnTo>
                    <a:lnTo>
                      <a:pt x="1224" y="336"/>
                    </a:lnTo>
                    <a:lnTo>
                      <a:pt x="1212" y="324"/>
                    </a:lnTo>
                    <a:lnTo>
                      <a:pt x="1194" y="318"/>
                    </a:lnTo>
                    <a:lnTo>
                      <a:pt x="1182" y="318"/>
                    </a:lnTo>
                    <a:lnTo>
                      <a:pt x="1182" y="288"/>
                    </a:lnTo>
                    <a:lnTo>
                      <a:pt x="1170" y="288"/>
                    </a:lnTo>
                    <a:lnTo>
                      <a:pt x="1170" y="246"/>
                    </a:lnTo>
                    <a:lnTo>
                      <a:pt x="1194" y="222"/>
                    </a:lnTo>
                    <a:lnTo>
                      <a:pt x="1218" y="204"/>
                    </a:lnTo>
                    <a:lnTo>
                      <a:pt x="1218" y="198"/>
                    </a:lnTo>
                    <a:lnTo>
                      <a:pt x="1224" y="192"/>
                    </a:lnTo>
                    <a:lnTo>
                      <a:pt x="1224" y="180"/>
                    </a:lnTo>
                    <a:lnTo>
                      <a:pt x="1230" y="168"/>
                    </a:lnTo>
                    <a:lnTo>
                      <a:pt x="1230" y="126"/>
                    </a:lnTo>
                    <a:lnTo>
                      <a:pt x="1224" y="114"/>
                    </a:lnTo>
                    <a:lnTo>
                      <a:pt x="1224" y="78"/>
                    </a:lnTo>
                    <a:lnTo>
                      <a:pt x="1230" y="66"/>
                    </a:lnTo>
                    <a:lnTo>
                      <a:pt x="1230" y="54"/>
                    </a:lnTo>
                    <a:lnTo>
                      <a:pt x="1212" y="48"/>
                    </a:lnTo>
                    <a:lnTo>
                      <a:pt x="1254" y="30"/>
                    </a:lnTo>
                    <a:lnTo>
                      <a:pt x="1254" y="18"/>
                    </a:lnTo>
                    <a:lnTo>
                      <a:pt x="1242" y="18"/>
                    </a:lnTo>
                    <a:lnTo>
                      <a:pt x="1236" y="12"/>
                    </a:lnTo>
                    <a:lnTo>
                      <a:pt x="1224" y="12"/>
                    </a:lnTo>
                    <a:lnTo>
                      <a:pt x="1206" y="24"/>
                    </a:lnTo>
                    <a:lnTo>
                      <a:pt x="1170" y="6"/>
                    </a:lnTo>
                    <a:lnTo>
                      <a:pt x="1152" y="6"/>
                    </a:lnTo>
                    <a:lnTo>
                      <a:pt x="1152" y="18"/>
                    </a:lnTo>
                    <a:lnTo>
                      <a:pt x="1116" y="18"/>
                    </a:lnTo>
                    <a:lnTo>
                      <a:pt x="1092" y="0"/>
                    </a:lnTo>
                    <a:lnTo>
                      <a:pt x="1086" y="30"/>
                    </a:lnTo>
                    <a:lnTo>
                      <a:pt x="1056" y="18"/>
                    </a:lnTo>
                    <a:lnTo>
                      <a:pt x="1026" y="42"/>
                    </a:lnTo>
                    <a:lnTo>
                      <a:pt x="1002" y="30"/>
                    </a:lnTo>
                    <a:lnTo>
                      <a:pt x="984" y="30"/>
                    </a:lnTo>
                    <a:lnTo>
                      <a:pt x="966" y="24"/>
                    </a:lnTo>
                    <a:lnTo>
                      <a:pt x="948" y="24"/>
                    </a:lnTo>
                    <a:lnTo>
                      <a:pt x="924" y="30"/>
                    </a:lnTo>
                    <a:lnTo>
                      <a:pt x="906" y="30"/>
                    </a:lnTo>
                    <a:lnTo>
                      <a:pt x="900" y="36"/>
                    </a:lnTo>
                    <a:lnTo>
                      <a:pt x="888" y="36"/>
                    </a:lnTo>
                    <a:lnTo>
                      <a:pt x="876" y="42"/>
                    </a:lnTo>
                    <a:lnTo>
                      <a:pt x="816" y="42"/>
                    </a:lnTo>
                    <a:lnTo>
                      <a:pt x="810" y="48"/>
                    </a:lnTo>
                    <a:lnTo>
                      <a:pt x="750" y="48"/>
                    </a:lnTo>
                    <a:lnTo>
                      <a:pt x="744" y="54"/>
                    </a:lnTo>
                    <a:lnTo>
                      <a:pt x="726" y="54"/>
                    </a:lnTo>
                    <a:lnTo>
                      <a:pt x="714" y="60"/>
                    </a:lnTo>
                    <a:lnTo>
                      <a:pt x="696" y="66"/>
                    </a:lnTo>
                    <a:lnTo>
                      <a:pt x="684" y="78"/>
                    </a:lnTo>
                    <a:lnTo>
                      <a:pt x="678" y="90"/>
                    </a:lnTo>
                    <a:lnTo>
                      <a:pt x="666" y="102"/>
                    </a:lnTo>
                    <a:lnTo>
                      <a:pt x="666" y="108"/>
                    </a:lnTo>
                    <a:lnTo>
                      <a:pt x="636" y="108"/>
                    </a:lnTo>
                    <a:lnTo>
                      <a:pt x="624" y="114"/>
                    </a:lnTo>
                    <a:lnTo>
                      <a:pt x="606" y="114"/>
                    </a:lnTo>
                    <a:lnTo>
                      <a:pt x="594" y="120"/>
                    </a:lnTo>
                    <a:lnTo>
                      <a:pt x="588" y="126"/>
                    </a:lnTo>
                    <a:lnTo>
                      <a:pt x="588" y="132"/>
                    </a:lnTo>
                    <a:lnTo>
                      <a:pt x="558" y="162"/>
                    </a:lnTo>
                    <a:lnTo>
                      <a:pt x="546" y="168"/>
                    </a:lnTo>
                    <a:lnTo>
                      <a:pt x="522" y="168"/>
                    </a:lnTo>
                    <a:lnTo>
                      <a:pt x="528" y="174"/>
                    </a:lnTo>
                    <a:lnTo>
                      <a:pt x="534" y="186"/>
                    </a:lnTo>
                    <a:lnTo>
                      <a:pt x="546" y="192"/>
                    </a:lnTo>
                    <a:lnTo>
                      <a:pt x="540" y="198"/>
                    </a:lnTo>
                    <a:lnTo>
                      <a:pt x="540" y="210"/>
                    </a:lnTo>
                    <a:lnTo>
                      <a:pt x="552" y="210"/>
                    </a:lnTo>
                    <a:lnTo>
                      <a:pt x="546" y="276"/>
                    </a:lnTo>
                    <a:lnTo>
                      <a:pt x="558" y="294"/>
                    </a:lnTo>
                    <a:lnTo>
                      <a:pt x="546" y="324"/>
                    </a:lnTo>
                    <a:lnTo>
                      <a:pt x="564" y="324"/>
                    </a:lnTo>
                    <a:lnTo>
                      <a:pt x="564" y="354"/>
                    </a:lnTo>
                    <a:lnTo>
                      <a:pt x="588" y="372"/>
                    </a:lnTo>
                    <a:lnTo>
                      <a:pt x="570" y="390"/>
                    </a:lnTo>
                    <a:lnTo>
                      <a:pt x="570" y="402"/>
                    </a:lnTo>
                    <a:lnTo>
                      <a:pt x="516" y="408"/>
                    </a:lnTo>
                    <a:lnTo>
                      <a:pt x="504" y="402"/>
                    </a:lnTo>
                    <a:lnTo>
                      <a:pt x="486" y="402"/>
                    </a:lnTo>
                    <a:lnTo>
                      <a:pt x="486" y="408"/>
                    </a:lnTo>
                    <a:lnTo>
                      <a:pt x="480" y="414"/>
                    </a:lnTo>
                    <a:lnTo>
                      <a:pt x="474" y="408"/>
                    </a:lnTo>
                    <a:lnTo>
                      <a:pt x="462" y="408"/>
                    </a:lnTo>
                    <a:lnTo>
                      <a:pt x="462" y="414"/>
                    </a:lnTo>
                    <a:lnTo>
                      <a:pt x="456" y="420"/>
                    </a:lnTo>
                    <a:lnTo>
                      <a:pt x="456" y="432"/>
                    </a:lnTo>
                    <a:lnTo>
                      <a:pt x="432" y="432"/>
                    </a:lnTo>
                    <a:lnTo>
                      <a:pt x="420" y="438"/>
                    </a:lnTo>
                    <a:lnTo>
                      <a:pt x="396" y="438"/>
                    </a:lnTo>
                    <a:lnTo>
                      <a:pt x="390" y="444"/>
                    </a:lnTo>
                    <a:lnTo>
                      <a:pt x="390" y="456"/>
                    </a:lnTo>
                    <a:lnTo>
                      <a:pt x="396" y="462"/>
                    </a:lnTo>
                    <a:lnTo>
                      <a:pt x="402" y="474"/>
                    </a:lnTo>
                    <a:lnTo>
                      <a:pt x="414" y="492"/>
                    </a:lnTo>
                    <a:lnTo>
                      <a:pt x="390" y="504"/>
                    </a:lnTo>
                    <a:lnTo>
                      <a:pt x="390" y="510"/>
                    </a:lnTo>
                    <a:lnTo>
                      <a:pt x="378" y="522"/>
                    </a:lnTo>
                    <a:lnTo>
                      <a:pt x="366" y="528"/>
                    </a:lnTo>
                    <a:lnTo>
                      <a:pt x="360" y="534"/>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8" name="Albania" descr="© INSCALE GmbH, 05.05.2010&#10;http://www.presentationload.com/">
                <a:extLst>
                  <a:ext uri="{FF2B5EF4-FFF2-40B4-BE49-F238E27FC236}">
                    <a16:creationId xmlns:a16="http://schemas.microsoft.com/office/drawing/2014/main" id="{0DF3212A-42EB-4915-FA8B-07F4657ED722}"/>
                  </a:ext>
                </a:extLst>
              </p:cNvPr>
              <p:cNvSpPr>
                <a:spLocks/>
              </p:cNvSpPr>
              <p:nvPr/>
            </p:nvSpPr>
            <p:spPr bwMode="gray">
              <a:xfrm>
                <a:off x="4724577" y="1916949"/>
                <a:ext cx="54848" cy="93390"/>
              </a:xfrm>
              <a:custGeom>
                <a:avLst/>
                <a:gdLst>
                  <a:gd name="T0" fmla="*/ 2147483647 w 144"/>
                  <a:gd name="T1" fmla="*/ 2147483647 h 246"/>
                  <a:gd name="T2" fmla="*/ 2147483647 w 144"/>
                  <a:gd name="T3" fmla="*/ 2147483647 h 246"/>
                  <a:gd name="T4" fmla="*/ 2147483647 w 144"/>
                  <a:gd name="T5" fmla="*/ 2147483647 h 246"/>
                  <a:gd name="T6" fmla="*/ 2147483647 w 144"/>
                  <a:gd name="T7" fmla="*/ 2147483647 h 246"/>
                  <a:gd name="T8" fmla="*/ 2147483647 w 144"/>
                  <a:gd name="T9" fmla="*/ 2147483647 h 246"/>
                  <a:gd name="T10" fmla="*/ 2147483647 w 144"/>
                  <a:gd name="T11" fmla="*/ 2147483647 h 246"/>
                  <a:gd name="T12" fmla="*/ 2147483647 w 144"/>
                  <a:gd name="T13" fmla="*/ 2147483647 h 246"/>
                  <a:gd name="T14" fmla="*/ 2147483647 w 144"/>
                  <a:gd name="T15" fmla="*/ 2147483647 h 246"/>
                  <a:gd name="T16" fmla="*/ 2147483647 w 144"/>
                  <a:gd name="T17" fmla="*/ 2147483647 h 246"/>
                  <a:gd name="T18" fmla="*/ 2147483647 w 144"/>
                  <a:gd name="T19" fmla="*/ 2147483647 h 246"/>
                  <a:gd name="T20" fmla="*/ 2147483647 w 144"/>
                  <a:gd name="T21" fmla="*/ 2147483647 h 246"/>
                  <a:gd name="T22" fmla="*/ 2147483647 w 144"/>
                  <a:gd name="T23" fmla="*/ 2147483647 h 246"/>
                  <a:gd name="T24" fmla="*/ 2147483647 w 144"/>
                  <a:gd name="T25" fmla="*/ 2147483647 h 246"/>
                  <a:gd name="T26" fmla="*/ 2147483647 w 144"/>
                  <a:gd name="T27" fmla="*/ 2147483647 h 246"/>
                  <a:gd name="T28" fmla="*/ 2147483647 w 144"/>
                  <a:gd name="T29" fmla="*/ 2147483647 h 246"/>
                  <a:gd name="T30" fmla="*/ 2147483647 w 144"/>
                  <a:gd name="T31" fmla="*/ 2147483647 h 246"/>
                  <a:gd name="T32" fmla="*/ 2147483647 w 144"/>
                  <a:gd name="T33" fmla="*/ 2147483647 h 246"/>
                  <a:gd name="T34" fmla="*/ 2147483647 w 144"/>
                  <a:gd name="T35" fmla="*/ 2147483647 h 246"/>
                  <a:gd name="T36" fmla="*/ 2147483647 w 144"/>
                  <a:gd name="T37" fmla="*/ 2147483647 h 246"/>
                  <a:gd name="T38" fmla="*/ 2147483647 w 144"/>
                  <a:gd name="T39" fmla="*/ 0 h 246"/>
                  <a:gd name="T40" fmla="*/ 2147483647 w 144"/>
                  <a:gd name="T41" fmla="*/ 2147483647 h 246"/>
                  <a:gd name="T42" fmla="*/ 2147483647 w 144"/>
                  <a:gd name="T43" fmla="*/ 2147483647 h 246"/>
                  <a:gd name="T44" fmla="*/ 0 w 144"/>
                  <a:gd name="T45" fmla="*/ 2147483647 h 246"/>
                  <a:gd name="T46" fmla="*/ 2147483647 w 144"/>
                  <a:gd name="T47" fmla="*/ 2147483647 h 246"/>
                  <a:gd name="T48" fmla="*/ 2147483647 w 144"/>
                  <a:gd name="T49" fmla="*/ 2147483647 h 246"/>
                  <a:gd name="T50" fmla="*/ 2147483647 w 144"/>
                  <a:gd name="T51" fmla="*/ 2147483647 h 246"/>
                  <a:gd name="T52" fmla="*/ 2147483647 w 144"/>
                  <a:gd name="T53" fmla="*/ 2147483647 h 246"/>
                  <a:gd name="T54" fmla="*/ 2147483647 w 144"/>
                  <a:gd name="T55" fmla="*/ 2147483647 h 246"/>
                  <a:gd name="T56" fmla="*/ 2147483647 w 144"/>
                  <a:gd name="T57" fmla="*/ 2147483647 h 246"/>
                  <a:gd name="T58" fmla="*/ 2147483647 w 144"/>
                  <a:gd name="T59" fmla="*/ 2147483647 h 246"/>
                  <a:gd name="T60" fmla="*/ 2147483647 w 144"/>
                  <a:gd name="T61" fmla="*/ 2147483647 h 246"/>
                  <a:gd name="T62" fmla="*/ 2147483647 w 144"/>
                  <a:gd name="T63" fmla="*/ 2147483647 h 246"/>
                  <a:gd name="T64" fmla="*/ 2147483647 w 144"/>
                  <a:gd name="T65" fmla="*/ 2147483647 h 246"/>
                  <a:gd name="T66" fmla="*/ 2147483647 w 144"/>
                  <a:gd name="T67" fmla="*/ 2147483647 h 246"/>
                  <a:gd name="T68" fmla="*/ 2147483647 w 144"/>
                  <a:gd name="T69" fmla="*/ 2147483647 h 246"/>
                  <a:gd name="T70" fmla="*/ 2147483647 w 144"/>
                  <a:gd name="T71" fmla="*/ 2147483647 h 246"/>
                  <a:gd name="T72" fmla="*/ 2147483647 w 144"/>
                  <a:gd name="T73" fmla="*/ 2147483647 h 246"/>
                  <a:gd name="T74" fmla="*/ 2147483647 w 144"/>
                  <a:gd name="T75" fmla="*/ 2147483647 h 246"/>
                  <a:gd name="T76" fmla="*/ 2147483647 w 144"/>
                  <a:gd name="T77" fmla="*/ 2147483647 h 246"/>
                  <a:gd name="T78" fmla="*/ 2147483647 w 144"/>
                  <a:gd name="T79" fmla="*/ 2147483647 h 246"/>
                  <a:gd name="T80" fmla="*/ 2147483647 w 144"/>
                  <a:gd name="T81" fmla="*/ 2147483647 h 246"/>
                  <a:gd name="T82" fmla="*/ 2147483647 w 144"/>
                  <a:gd name="T83" fmla="*/ 2147483647 h 246"/>
                  <a:gd name="T84" fmla="*/ 2147483647 w 144"/>
                  <a:gd name="T85" fmla="*/ 2147483647 h 246"/>
                  <a:gd name="T86" fmla="*/ 2147483647 w 144"/>
                  <a:gd name="T87" fmla="*/ 2147483647 h 246"/>
                  <a:gd name="T88" fmla="*/ 2147483647 w 144"/>
                  <a:gd name="T89" fmla="*/ 2147483647 h 24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4"/>
                  <a:gd name="T136" fmla="*/ 0 h 246"/>
                  <a:gd name="T137" fmla="*/ 144 w 144"/>
                  <a:gd name="T138" fmla="*/ 246 h 24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4" h="246">
                    <a:moveTo>
                      <a:pt x="96" y="210"/>
                    </a:moveTo>
                    <a:lnTo>
                      <a:pt x="96" y="204"/>
                    </a:lnTo>
                    <a:lnTo>
                      <a:pt x="108" y="204"/>
                    </a:lnTo>
                    <a:lnTo>
                      <a:pt x="120" y="198"/>
                    </a:lnTo>
                    <a:lnTo>
                      <a:pt x="120" y="174"/>
                    </a:lnTo>
                    <a:lnTo>
                      <a:pt x="138" y="174"/>
                    </a:lnTo>
                    <a:lnTo>
                      <a:pt x="144" y="168"/>
                    </a:lnTo>
                    <a:lnTo>
                      <a:pt x="144" y="138"/>
                    </a:lnTo>
                    <a:lnTo>
                      <a:pt x="120" y="144"/>
                    </a:lnTo>
                    <a:lnTo>
                      <a:pt x="120" y="126"/>
                    </a:lnTo>
                    <a:lnTo>
                      <a:pt x="114" y="126"/>
                    </a:lnTo>
                    <a:lnTo>
                      <a:pt x="108" y="120"/>
                    </a:lnTo>
                    <a:lnTo>
                      <a:pt x="108" y="96"/>
                    </a:lnTo>
                    <a:lnTo>
                      <a:pt x="102" y="84"/>
                    </a:lnTo>
                    <a:lnTo>
                      <a:pt x="102" y="42"/>
                    </a:lnTo>
                    <a:lnTo>
                      <a:pt x="96" y="24"/>
                    </a:lnTo>
                    <a:lnTo>
                      <a:pt x="84" y="24"/>
                    </a:lnTo>
                    <a:lnTo>
                      <a:pt x="72" y="6"/>
                    </a:lnTo>
                    <a:lnTo>
                      <a:pt x="66" y="12"/>
                    </a:lnTo>
                    <a:lnTo>
                      <a:pt x="36" y="0"/>
                    </a:lnTo>
                    <a:lnTo>
                      <a:pt x="36" y="18"/>
                    </a:lnTo>
                    <a:lnTo>
                      <a:pt x="24" y="24"/>
                    </a:lnTo>
                    <a:lnTo>
                      <a:pt x="0" y="24"/>
                    </a:lnTo>
                    <a:lnTo>
                      <a:pt x="18" y="36"/>
                    </a:lnTo>
                    <a:lnTo>
                      <a:pt x="24" y="30"/>
                    </a:lnTo>
                    <a:lnTo>
                      <a:pt x="30" y="48"/>
                    </a:lnTo>
                    <a:lnTo>
                      <a:pt x="18" y="60"/>
                    </a:lnTo>
                    <a:lnTo>
                      <a:pt x="24" y="66"/>
                    </a:lnTo>
                    <a:lnTo>
                      <a:pt x="48" y="66"/>
                    </a:lnTo>
                    <a:lnTo>
                      <a:pt x="48" y="84"/>
                    </a:lnTo>
                    <a:lnTo>
                      <a:pt x="42" y="96"/>
                    </a:lnTo>
                    <a:lnTo>
                      <a:pt x="42" y="114"/>
                    </a:lnTo>
                    <a:lnTo>
                      <a:pt x="36" y="132"/>
                    </a:lnTo>
                    <a:lnTo>
                      <a:pt x="36" y="156"/>
                    </a:lnTo>
                    <a:lnTo>
                      <a:pt x="24" y="180"/>
                    </a:lnTo>
                    <a:lnTo>
                      <a:pt x="24" y="186"/>
                    </a:lnTo>
                    <a:lnTo>
                      <a:pt x="42" y="204"/>
                    </a:lnTo>
                    <a:lnTo>
                      <a:pt x="54" y="210"/>
                    </a:lnTo>
                    <a:lnTo>
                      <a:pt x="60" y="216"/>
                    </a:lnTo>
                    <a:lnTo>
                      <a:pt x="60" y="234"/>
                    </a:lnTo>
                    <a:lnTo>
                      <a:pt x="66" y="240"/>
                    </a:lnTo>
                    <a:lnTo>
                      <a:pt x="84" y="240"/>
                    </a:lnTo>
                    <a:lnTo>
                      <a:pt x="90" y="246"/>
                    </a:lnTo>
                    <a:lnTo>
                      <a:pt x="96" y="246"/>
                    </a:lnTo>
                    <a:lnTo>
                      <a:pt x="96" y="210"/>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sp>
            <p:nvSpPr>
              <p:cNvPr id="179" name="Afghanistan" descr="© INSCALE GmbH, 05.05.2010&#10;http://www.presentationload.com/">
                <a:extLst>
                  <a:ext uri="{FF2B5EF4-FFF2-40B4-BE49-F238E27FC236}">
                    <a16:creationId xmlns:a16="http://schemas.microsoft.com/office/drawing/2014/main" id="{568273CD-D6A6-1EFD-B25C-5C70A52B1A1A}"/>
                  </a:ext>
                </a:extLst>
              </p:cNvPr>
              <p:cNvSpPr>
                <a:spLocks/>
              </p:cNvSpPr>
              <p:nvPr/>
            </p:nvSpPr>
            <p:spPr bwMode="gray">
              <a:xfrm>
                <a:off x="5791890" y="2041466"/>
                <a:ext cx="343911" cy="280169"/>
              </a:xfrm>
              <a:custGeom>
                <a:avLst/>
                <a:gdLst>
                  <a:gd name="T0" fmla="*/ 2147483647 w 906"/>
                  <a:gd name="T1" fmla="*/ 2147483647 h 738"/>
                  <a:gd name="T2" fmla="*/ 2147483647 w 906"/>
                  <a:gd name="T3" fmla="*/ 2147483647 h 738"/>
                  <a:gd name="T4" fmla="*/ 2147483647 w 906"/>
                  <a:gd name="T5" fmla="*/ 2147483647 h 738"/>
                  <a:gd name="T6" fmla="*/ 2147483647 w 906"/>
                  <a:gd name="T7" fmla="*/ 2147483647 h 738"/>
                  <a:gd name="T8" fmla="*/ 2147483647 w 906"/>
                  <a:gd name="T9" fmla="*/ 2147483647 h 738"/>
                  <a:gd name="T10" fmla="*/ 2147483647 w 906"/>
                  <a:gd name="T11" fmla="*/ 0 h 738"/>
                  <a:gd name="T12" fmla="*/ 2147483647 w 906"/>
                  <a:gd name="T13" fmla="*/ 2147483647 h 738"/>
                  <a:gd name="T14" fmla="*/ 2147483647 w 906"/>
                  <a:gd name="T15" fmla="*/ 2147483647 h 738"/>
                  <a:gd name="T16" fmla="*/ 2147483647 w 906"/>
                  <a:gd name="T17" fmla="*/ 2147483647 h 738"/>
                  <a:gd name="T18" fmla="*/ 2147483647 w 906"/>
                  <a:gd name="T19" fmla="*/ 2147483647 h 738"/>
                  <a:gd name="T20" fmla="*/ 2147483647 w 906"/>
                  <a:gd name="T21" fmla="*/ 2147483647 h 738"/>
                  <a:gd name="T22" fmla="*/ 2147483647 w 906"/>
                  <a:gd name="T23" fmla="*/ 2147483647 h 738"/>
                  <a:gd name="T24" fmla="*/ 2147483647 w 906"/>
                  <a:gd name="T25" fmla="*/ 2147483647 h 738"/>
                  <a:gd name="T26" fmla="*/ 2147483647 w 906"/>
                  <a:gd name="T27" fmla="*/ 2147483647 h 738"/>
                  <a:gd name="T28" fmla="*/ 2147483647 w 906"/>
                  <a:gd name="T29" fmla="*/ 2147483647 h 738"/>
                  <a:gd name="T30" fmla="*/ 2147483647 w 906"/>
                  <a:gd name="T31" fmla="*/ 2147483647 h 738"/>
                  <a:gd name="T32" fmla="*/ 2147483647 w 906"/>
                  <a:gd name="T33" fmla="*/ 2147483647 h 738"/>
                  <a:gd name="T34" fmla="*/ 2147483647 w 906"/>
                  <a:gd name="T35" fmla="*/ 2147483647 h 738"/>
                  <a:gd name="T36" fmla="*/ 2147483647 w 906"/>
                  <a:gd name="T37" fmla="*/ 2147483647 h 738"/>
                  <a:gd name="T38" fmla="*/ 2147483647 w 906"/>
                  <a:gd name="T39" fmla="*/ 2147483647 h 738"/>
                  <a:gd name="T40" fmla="*/ 2147483647 w 906"/>
                  <a:gd name="T41" fmla="*/ 2147483647 h 738"/>
                  <a:gd name="T42" fmla="*/ 2147483647 w 906"/>
                  <a:gd name="T43" fmla="*/ 2147483647 h 738"/>
                  <a:gd name="T44" fmla="*/ 2147483647 w 906"/>
                  <a:gd name="T45" fmla="*/ 2147483647 h 738"/>
                  <a:gd name="T46" fmla="*/ 0 w 906"/>
                  <a:gd name="T47" fmla="*/ 2147483647 h 738"/>
                  <a:gd name="T48" fmla="*/ 2147483647 w 906"/>
                  <a:gd name="T49" fmla="*/ 2147483647 h 738"/>
                  <a:gd name="T50" fmla="*/ 2147483647 w 906"/>
                  <a:gd name="T51" fmla="*/ 2147483647 h 738"/>
                  <a:gd name="T52" fmla="*/ 2147483647 w 906"/>
                  <a:gd name="T53" fmla="*/ 2147483647 h 738"/>
                  <a:gd name="T54" fmla="*/ 2147483647 w 906"/>
                  <a:gd name="T55" fmla="*/ 2147483647 h 738"/>
                  <a:gd name="T56" fmla="*/ 2147483647 w 906"/>
                  <a:gd name="T57" fmla="*/ 2147483647 h 738"/>
                  <a:gd name="T58" fmla="*/ 2147483647 w 906"/>
                  <a:gd name="T59" fmla="*/ 2147483647 h 738"/>
                  <a:gd name="T60" fmla="*/ 2147483647 w 906"/>
                  <a:gd name="T61" fmla="*/ 2147483647 h 738"/>
                  <a:gd name="T62" fmla="*/ 2147483647 w 906"/>
                  <a:gd name="T63" fmla="*/ 2147483647 h 738"/>
                  <a:gd name="T64" fmla="*/ 2147483647 w 906"/>
                  <a:gd name="T65" fmla="*/ 2147483647 h 738"/>
                  <a:gd name="T66" fmla="*/ 2147483647 w 906"/>
                  <a:gd name="T67" fmla="*/ 2147483647 h 738"/>
                  <a:gd name="T68" fmla="*/ 2147483647 w 906"/>
                  <a:gd name="T69" fmla="*/ 2147483647 h 738"/>
                  <a:gd name="T70" fmla="*/ 2147483647 w 906"/>
                  <a:gd name="T71" fmla="*/ 2147483647 h 738"/>
                  <a:gd name="T72" fmla="*/ 2147483647 w 906"/>
                  <a:gd name="T73" fmla="*/ 2147483647 h 738"/>
                  <a:gd name="T74" fmla="*/ 2147483647 w 906"/>
                  <a:gd name="T75" fmla="*/ 2147483647 h 738"/>
                  <a:gd name="T76" fmla="*/ 2147483647 w 906"/>
                  <a:gd name="T77" fmla="*/ 2147483647 h 738"/>
                  <a:gd name="T78" fmla="*/ 2147483647 w 906"/>
                  <a:gd name="T79" fmla="*/ 2147483647 h 738"/>
                  <a:gd name="T80" fmla="*/ 2147483647 w 906"/>
                  <a:gd name="T81" fmla="*/ 2147483647 h 738"/>
                  <a:gd name="T82" fmla="*/ 2147483647 w 906"/>
                  <a:gd name="T83" fmla="*/ 2147483647 h 738"/>
                  <a:gd name="T84" fmla="*/ 2147483647 w 906"/>
                  <a:gd name="T85" fmla="*/ 2147483647 h 738"/>
                  <a:gd name="T86" fmla="*/ 2147483647 w 906"/>
                  <a:gd name="T87" fmla="*/ 2147483647 h 738"/>
                  <a:gd name="T88" fmla="*/ 2147483647 w 906"/>
                  <a:gd name="T89" fmla="*/ 2147483647 h 738"/>
                  <a:gd name="T90" fmla="*/ 2147483647 w 906"/>
                  <a:gd name="T91" fmla="*/ 2147483647 h 738"/>
                  <a:gd name="T92" fmla="*/ 2147483647 w 906"/>
                  <a:gd name="T93" fmla="*/ 2147483647 h 738"/>
                  <a:gd name="T94" fmla="*/ 2147483647 w 906"/>
                  <a:gd name="T95" fmla="*/ 2147483647 h 738"/>
                  <a:gd name="T96" fmla="*/ 2147483647 w 906"/>
                  <a:gd name="T97" fmla="*/ 2147483647 h 738"/>
                  <a:gd name="T98" fmla="*/ 2147483647 w 906"/>
                  <a:gd name="T99" fmla="*/ 2147483647 h 738"/>
                  <a:gd name="T100" fmla="*/ 2147483647 w 906"/>
                  <a:gd name="T101" fmla="*/ 2147483647 h 738"/>
                  <a:gd name="T102" fmla="*/ 2147483647 w 906"/>
                  <a:gd name="T103" fmla="*/ 2147483647 h 738"/>
                  <a:gd name="T104" fmla="*/ 2147483647 w 906"/>
                  <a:gd name="T105" fmla="*/ 2147483647 h 738"/>
                  <a:gd name="T106" fmla="*/ 2147483647 w 906"/>
                  <a:gd name="T107" fmla="*/ 2147483647 h 738"/>
                  <a:gd name="T108" fmla="*/ 2147483647 w 906"/>
                  <a:gd name="T109" fmla="*/ 2147483647 h 73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906"/>
                  <a:gd name="T166" fmla="*/ 0 h 738"/>
                  <a:gd name="T167" fmla="*/ 906 w 906"/>
                  <a:gd name="T168" fmla="*/ 738 h 73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906" h="738">
                    <a:moveTo>
                      <a:pt x="894" y="108"/>
                    </a:moveTo>
                    <a:lnTo>
                      <a:pt x="894" y="96"/>
                    </a:lnTo>
                    <a:lnTo>
                      <a:pt x="906" y="96"/>
                    </a:lnTo>
                    <a:lnTo>
                      <a:pt x="900" y="90"/>
                    </a:lnTo>
                    <a:lnTo>
                      <a:pt x="876" y="90"/>
                    </a:lnTo>
                    <a:lnTo>
                      <a:pt x="840" y="102"/>
                    </a:lnTo>
                    <a:lnTo>
                      <a:pt x="840" y="84"/>
                    </a:lnTo>
                    <a:lnTo>
                      <a:pt x="816" y="84"/>
                    </a:lnTo>
                    <a:lnTo>
                      <a:pt x="792" y="96"/>
                    </a:lnTo>
                    <a:lnTo>
                      <a:pt x="786" y="102"/>
                    </a:lnTo>
                    <a:lnTo>
                      <a:pt x="780" y="114"/>
                    </a:lnTo>
                    <a:lnTo>
                      <a:pt x="774" y="120"/>
                    </a:lnTo>
                    <a:lnTo>
                      <a:pt x="756" y="120"/>
                    </a:lnTo>
                    <a:lnTo>
                      <a:pt x="750" y="126"/>
                    </a:lnTo>
                    <a:lnTo>
                      <a:pt x="744" y="138"/>
                    </a:lnTo>
                    <a:lnTo>
                      <a:pt x="732" y="144"/>
                    </a:lnTo>
                    <a:lnTo>
                      <a:pt x="726" y="150"/>
                    </a:lnTo>
                    <a:lnTo>
                      <a:pt x="720" y="150"/>
                    </a:lnTo>
                    <a:lnTo>
                      <a:pt x="690" y="120"/>
                    </a:lnTo>
                    <a:lnTo>
                      <a:pt x="690" y="114"/>
                    </a:lnTo>
                    <a:lnTo>
                      <a:pt x="678" y="48"/>
                    </a:lnTo>
                    <a:lnTo>
                      <a:pt x="660" y="48"/>
                    </a:lnTo>
                    <a:lnTo>
                      <a:pt x="660" y="18"/>
                    </a:lnTo>
                    <a:lnTo>
                      <a:pt x="642" y="0"/>
                    </a:lnTo>
                    <a:lnTo>
                      <a:pt x="624" y="0"/>
                    </a:lnTo>
                    <a:lnTo>
                      <a:pt x="618" y="6"/>
                    </a:lnTo>
                    <a:lnTo>
                      <a:pt x="618" y="30"/>
                    </a:lnTo>
                    <a:lnTo>
                      <a:pt x="612" y="36"/>
                    </a:lnTo>
                    <a:lnTo>
                      <a:pt x="606" y="36"/>
                    </a:lnTo>
                    <a:lnTo>
                      <a:pt x="594" y="48"/>
                    </a:lnTo>
                    <a:lnTo>
                      <a:pt x="594" y="54"/>
                    </a:lnTo>
                    <a:lnTo>
                      <a:pt x="600" y="60"/>
                    </a:lnTo>
                    <a:lnTo>
                      <a:pt x="606" y="60"/>
                    </a:lnTo>
                    <a:lnTo>
                      <a:pt x="600" y="84"/>
                    </a:lnTo>
                    <a:lnTo>
                      <a:pt x="588" y="72"/>
                    </a:lnTo>
                    <a:lnTo>
                      <a:pt x="570" y="72"/>
                    </a:lnTo>
                    <a:lnTo>
                      <a:pt x="558" y="78"/>
                    </a:lnTo>
                    <a:lnTo>
                      <a:pt x="546" y="90"/>
                    </a:lnTo>
                    <a:lnTo>
                      <a:pt x="546" y="120"/>
                    </a:lnTo>
                    <a:lnTo>
                      <a:pt x="540" y="120"/>
                    </a:lnTo>
                    <a:lnTo>
                      <a:pt x="534" y="114"/>
                    </a:lnTo>
                    <a:lnTo>
                      <a:pt x="528" y="102"/>
                    </a:lnTo>
                    <a:lnTo>
                      <a:pt x="522" y="96"/>
                    </a:lnTo>
                    <a:lnTo>
                      <a:pt x="510" y="96"/>
                    </a:lnTo>
                    <a:lnTo>
                      <a:pt x="504" y="102"/>
                    </a:lnTo>
                    <a:lnTo>
                      <a:pt x="492" y="108"/>
                    </a:lnTo>
                    <a:lnTo>
                      <a:pt x="474" y="126"/>
                    </a:lnTo>
                    <a:lnTo>
                      <a:pt x="468" y="126"/>
                    </a:lnTo>
                    <a:lnTo>
                      <a:pt x="456" y="114"/>
                    </a:lnTo>
                    <a:lnTo>
                      <a:pt x="444" y="108"/>
                    </a:lnTo>
                    <a:lnTo>
                      <a:pt x="438" y="102"/>
                    </a:lnTo>
                    <a:lnTo>
                      <a:pt x="426" y="102"/>
                    </a:lnTo>
                    <a:lnTo>
                      <a:pt x="414" y="108"/>
                    </a:lnTo>
                    <a:lnTo>
                      <a:pt x="396" y="84"/>
                    </a:lnTo>
                    <a:lnTo>
                      <a:pt x="384" y="96"/>
                    </a:lnTo>
                    <a:lnTo>
                      <a:pt x="342" y="96"/>
                    </a:lnTo>
                    <a:lnTo>
                      <a:pt x="330" y="90"/>
                    </a:lnTo>
                    <a:lnTo>
                      <a:pt x="324" y="84"/>
                    </a:lnTo>
                    <a:lnTo>
                      <a:pt x="312" y="78"/>
                    </a:lnTo>
                    <a:lnTo>
                      <a:pt x="300" y="78"/>
                    </a:lnTo>
                    <a:lnTo>
                      <a:pt x="300" y="102"/>
                    </a:lnTo>
                    <a:lnTo>
                      <a:pt x="264" y="102"/>
                    </a:lnTo>
                    <a:lnTo>
                      <a:pt x="252" y="108"/>
                    </a:lnTo>
                    <a:lnTo>
                      <a:pt x="246" y="120"/>
                    </a:lnTo>
                    <a:lnTo>
                      <a:pt x="246" y="180"/>
                    </a:lnTo>
                    <a:lnTo>
                      <a:pt x="234" y="180"/>
                    </a:lnTo>
                    <a:lnTo>
                      <a:pt x="222" y="186"/>
                    </a:lnTo>
                    <a:lnTo>
                      <a:pt x="216" y="198"/>
                    </a:lnTo>
                    <a:lnTo>
                      <a:pt x="180" y="216"/>
                    </a:lnTo>
                    <a:lnTo>
                      <a:pt x="168" y="216"/>
                    </a:lnTo>
                    <a:lnTo>
                      <a:pt x="168" y="228"/>
                    </a:lnTo>
                    <a:lnTo>
                      <a:pt x="156" y="252"/>
                    </a:lnTo>
                    <a:lnTo>
                      <a:pt x="150" y="258"/>
                    </a:lnTo>
                    <a:lnTo>
                      <a:pt x="138" y="264"/>
                    </a:lnTo>
                    <a:lnTo>
                      <a:pt x="114" y="264"/>
                    </a:lnTo>
                    <a:lnTo>
                      <a:pt x="90" y="240"/>
                    </a:lnTo>
                    <a:lnTo>
                      <a:pt x="84" y="240"/>
                    </a:lnTo>
                    <a:lnTo>
                      <a:pt x="78" y="246"/>
                    </a:lnTo>
                    <a:lnTo>
                      <a:pt x="66" y="246"/>
                    </a:lnTo>
                    <a:lnTo>
                      <a:pt x="60" y="240"/>
                    </a:lnTo>
                    <a:lnTo>
                      <a:pt x="48" y="240"/>
                    </a:lnTo>
                    <a:lnTo>
                      <a:pt x="42" y="234"/>
                    </a:lnTo>
                    <a:lnTo>
                      <a:pt x="36" y="240"/>
                    </a:lnTo>
                    <a:lnTo>
                      <a:pt x="30" y="252"/>
                    </a:lnTo>
                    <a:lnTo>
                      <a:pt x="30" y="258"/>
                    </a:lnTo>
                    <a:lnTo>
                      <a:pt x="36" y="270"/>
                    </a:lnTo>
                    <a:lnTo>
                      <a:pt x="36" y="294"/>
                    </a:lnTo>
                    <a:lnTo>
                      <a:pt x="42" y="300"/>
                    </a:lnTo>
                    <a:lnTo>
                      <a:pt x="42" y="306"/>
                    </a:lnTo>
                    <a:lnTo>
                      <a:pt x="18" y="312"/>
                    </a:lnTo>
                    <a:lnTo>
                      <a:pt x="30" y="330"/>
                    </a:lnTo>
                    <a:lnTo>
                      <a:pt x="24" y="330"/>
                    </a:lnTo>
                    <a:lnTo>
                      <a:pt x="18" y="336"/>
                    </a:lnTo>
                    <a:lnTo>
                      <a:pt x="6" y="342"/>
                    </a:lnTo>
                    <a:lnTo>
                      <a:pt x="0" y="348"/>
                    </a:lnTo>
                    <a:lnTo>
                      <a:pt x="0" y="354"/>
                    </a:lnTo>
                    <a:lnTo>
                      <a:pt x="12" y="366"/>
                    </a:lnTo>
                    <a:lnTo>
                      <a:pt x="12" y="396"/>
                    </a:lnTo>
                    <a:lnTo>
                      <a:pt x="36" y="396"/>
                    </a:lnTo>
                    <a:lnTo>
                      <a:pt x="42" y="402"/>
                    </a:lnTo>
                    <a:lnTo>
                      <a:pt x="42" y="408"/>
                    </a:lnTo>
                    <a:lnTo>
                      <a:pt x="24" y="426"/>
                    </a:lnTo>
                    <a:lnTo>
                      <a:pt x="18" y="438"/>
                    </a:lnTo>
                    <a:lnTo>
                      <a:pt x="30" y="462"/>
                    </a:lnTo>
                    <a:lnTo>
                      <a:pt x="42" y="480"/>
                    </a:lnTo>
                    <a:lnTo>
                      <a:pt x="54" y="504"/>
                    </a:lnTo>
                    <a:lnTo>
                      <a:pt x="60" y="510"/>
                    </a:lnTo>
                    <a:lnTo>
                      <a:pt x="60" y="564"/>
                    </a:lnTo>
                    <a:lnTo>
                      <a:pt x="66" y="570"/>
                    </a:lnTo>
                    <a:lnTo>
                      <a:pt x="72" y="570"/>
                    </a:lnTo>
                    <a:lnTo>
                      <a:pt x="84" y="576"/>
                    </a:lnTo>
                    <a:lnTo>
                      <a:pt x="120" y="576"/>
                    </a:lnTo>
                    <a:lnTo>
                      <a:pt x="126" y="582"/>
                    </a:lnTo>
                    <a:lnTo>
                      <a:pt x="138" y="606"/>
                    </a:lnTo>
                    <a:lnTo>
                      <a:pt x="114" y="654"/>
                    </a:lnTo>
                    <a:lnTo>
                      <a:pt x="108" y="660"/>
                    </a:lnTo>
                    <a:lnTo>
                      <a:pt x="102" y="672"/>
                    </a:lnTo>
                    <a:lnTo>
                      <a:pt x="84" y="690"/>
                    </a:lnTo>
                    <a:lnTo>
                      <a:pt x="84" y="702"/>
                    </a:lnTo>
                    <a:lnTo>
                      <a:pt x="120" y="702"/>
                    </a:lnTo>
                    <a:lnTo>
                      <a:pt x="132" y="708"/>
                    </a:lnTo>
                    <a:lnTo>
                      <a:pt x="150" y="720"/>
                    </a:lnTo>
                    <a:lnTo>
                      <a:pt x="168" y="726"/>
                    </a:lnTo>
                    <a:lnTo>
                      <a:pt x="192" y="738"/>
                    </a:lnTo>
                    <a:lnTo>
                      <a:pt x="210" y="738"/>
                    </a:lnTo>
                    <a:lnTo>
                      <a:pt x="228" y="732"/>
                    </a:lnTo>
                    <a:lnTo>
                      <a:pt x="234" y="732"/>
                    </a:lnTo>
                    <a:lnTo>
                      <a:pt x="240" y="726"/>
                    </a:lnTo>
                    <a:lnTo>
                      <a:pt x="294" y="726"/>
                    </a:lnTo>
                    <a:lnTo>
                      <a:pt x="294" y="732"/>
                    </a:lnTo>
                    <a:lnTo>
                      <a:pt x="318" y="732"/>
                    </a:lnTo>
                    <a:lnTo>
                      <a:pt x="324" y="726"/>
                    </a:lnTo>
                    <a:lnTo>
                      <a:pt x="348" y="726"/>
                    </a:lnTo>
                    <a:lnTo>
                      <a:pt x="366" y="720"/>
                    </a:lnTo>
                    <a:lnTo>
                      <a:pt x="396" y="720"/>
                    </a:lnTo>
                    <a:lnTo>
                      <a:pt x="444" y="696"/>
                    </a:lnTo>
                    <a:lnTo>
                      <a:pt x="450" y="696"/>
                    </a:lnTo>
                    <a:lnTo>
                      <a:pt x="456" y="690"/>
                    </a:lnTo>
                    <a:lnTo>
                      <a:pt x="456" y="660"/>
                    </a:lnTo>
                    <a:lnTo>
                      <a:pt x="450" y="654"/>
                    </a:lnTo>
                    <a:lnTo>
                      <a:pt x="450" y="636"/>
                    </a:lnTo>
                    <a:lnTo>
                      <a:pt x="444" y="624"/>
                    </a:lnTo>
                    <a:lnTo>
                      <a:pt x="444" y="606"/>
                    </a:lnTo>
                    <a:lnTo>
                      <a:pt x="450" y="594"/>
                    </a:lnTo>
                    <a:lnTo>
                      <a:pt x="462" y="588"/>
                    </a:lnTo>
                    <a:lnTo>
                      <a:pt x="468" y="576"/>
                    </a:lnTo>
                    <a:lnTo>
                      <a:pt x="486" y="576"/>
                    </a:lnTo>
                    <a:lnTo>
                      <a:pt x="486" y="588"/>
                    </a:lnTo>
                    <a:lnTo>
                      <a:pt x="528" y="588"/>
                    </a:lnTo>
                    <a:lnTo>
                      <a:pt x="534" y="582"/>
                    </a:lnTo>
                    <a:lnTo>
                      <a:pt x="534" y="576"/>
                    </a:lnTo>
                    <a:lnTo>
                      <a:pt x="528" y="570"/>
                    </a:lnTo>
                    <a:lnTo>
                      <a:pt x="522" y="570"/>
                    </a:lnTo>
                    <a:lnTo>
                      <a:pt x="522" y="564"/>
                    </a:lnTo>
                    <a:lnTo>
                      <a:pt x="528" y="558"/>
                    </a:lnTo>
                    <a:lnTo>
                      <a:pt x="534" y="558"/>
                    </a:lnTo>
                    <a:lnTo>
                      <a:pt x="546" y="552"/>
                    </a:lnTo>
                    <a:lnTo>
                      <a:pt x="552" y="546"/>
                    </a:lnTo>
                    <a:lnTo>
                      <a:pt x="564" y="540"/>
                    </a:lnTo>
                    <a:lnTo>
                      <a:pt x="594" y="540"/>
                    </a:lnTo>
                    <a:lnTo>
                      <a:pt x="594" y="552"/>
                    </a:lnTo>
                    <a:lnTo>
                      <a:pt x="600" y="558"/>
                    </a:lnTo>
                    <a:lnTo>
                      <a:pt x="612" y="558"/>
                    </a:lnTo>
                    <a:lnTo>
                      <a:pt x="624" y="552"/>
                    </a:lnTo>
                    <a:lnTo>
                      <a:pt x="630" y="540"/>
                    </a:lnTo>
                    <a:lnTo>
                      <a:pt x="636" y="534"/>
                    </a:lnTo>
                    <a:lnTo>
                      <a:pt x="636" y="528"/>
                    </a:lnTo>
                    <a:lnTo>
                      <a:pt x="630" y="522"/>
                    </a:lnTo>
                    <a:lnTo>
                      <a:pt x="630" y="510"/>
                    </a:lnTo>
                    <a:lnTo>
                      <a:pt x="624" y="498"/>
                    </a:lnTo>
                    <a:lnTo>
                      <a:pt x="624" y="480"/>
                    </a:lnTo>
                    <a:lnTo>
                      <a:pt x="630" y="474"/>
                    </a:lnTo>
                    <a:lnTo>
                      <a:pt x="636" y="474"/>
                    </a:lnTo>
                    <a:lnTo>
                      <a:pt x="636" y="438"/>
                    </a:lnTo>
                    <a:lnTo>
                      <a:pt x="642" y="432"/>
                    </a:lnTo>
                    <a:lnTo>
                      <a:pt x="660" y="432"/>
                    </a:lnTo>
                    <a:lnTo>
                      <a:pt x="690" y="414"/>
                    </a:lnTo>
                    <a:lnTo>
                      <a:pt x="684" y="414"/>
                    </a:lnTo>
                    <a:lnTo>
                      <a:pt x="672" y="408"/>
                    </a:lnTo>
                    <a:lnTo>
                      <a:pt x="672" y="402"/>
                    </a:lnTo>
                    <a:lnTo>
                      <a:pt x="666" y="396"/>
                    </a:lnTo>
                    <a:lnTo>
                      <a:pt x="666" y="390"/>
                    </a:lnTo>
                    <a:lnTo>
                      <a:pt x="654" y="384"/>
                    </a:lnTo>
                    <a:lnTo>
                      <a:pt x="642" y="372"/>
                    </a:lnTo>
                    <a:lnTo>
                      <a:pt x="642" y="360"/>
                    </a:lnTo>
                    <a:lnTo>
                      <a:pt x="660" y="360"/>
                    </a:lnTo>
                    <a:lnTo>
                      <a:pt x="666" y="366"/>
                    </a:lnTo>
                    <a:lnTo>
                      <a:pt x="684" y="372"/>
                    </a:lnTo>
                    <a:lnTo>
                      <a:pt x="690" y="372"/>
                    </a:lnTo>
                    <a:lnTo>
                      <a:pt x="696" y="366"/>
                    </a:lnTo>
                    <a:lnTo>
                      <a:pt x="714" y="366"/>
                    </a:lnTo>
                    <a:lnTo>
                      <a:pt x="714" y="336"/>
                    </a:lnTo>
                    <a:lnTo>
                      <a:pt x="708" y="330"/>
                    </a:lnTo>
                    <a:lnTo>
                      <a:pt x="708" y="318"/>
                    </a:lnTo>
                    <a:lnTo>
                      <a:pt x="714" y="306"/>
                    </a:lnTo>
                    <a:lnTo>
                      <a:pt x="738" y="282"/>
                    </a:lnTo>
                    <a:lnTo>
                      <a:pt x="738" y="276"/>
                    </a:lnTo>
                    <a:lnTo>
                      <a:pt x="732" y="264"/>
                    </a:lnTo>
                    <a:lnTo>
                      <a:pt x="726" y="258"/>
                    </a:lnTo>
                    <a:lnTo>
                      <a:pt x="726" y="228"/>
                    </a:lnTo>
                    <a:lnTo>
                      <a:pt x="696" y="198"/>
                    </a:lnTo>
                    <a:lnTo>
                      <a:pt x="696" y="192"/>
                    </a:lnTo>
                    <a:lnTo>
                      <a:pt x="702" y="186"/>
                    </a:lnTo>
                    <a:lnTo>
                      <a:pt x="708" y="174"/>
                    </a:lnTo>
                    <a:lnTo>
                      <a:pt x="714" y="168"/>
                    </a:lnTo>
                    <a:lnTo>
                      <a:pt x="738" y="156"/>
                    </a:lnTo>
                    <a:lnTo>
                      <a:pt x="744" y="150"/>
                    </a:lnTo>
                    <a:lnTo>
                      <a:pt x="768" y="138"/>
                    </a:lnTo>
                    <a:lnTo>
                      <a:pt x="774" y="138"/>
                    </a:lnTo>
                    <a:lnTo>
                      <a:pt x="780" y="132"/>
                    </a:lnTo>
                    <a:lnTo>
                      <a:pt x="822" y="132"/>
                    </a:lnTo>
                    <a:lnTo>
                      <a:pt x="828" y="126"/>
                    </a:lnTo>
                    <a:lnTo>
                      <a:pt x="852" y="126"/>
                    </a:lnTo>
                    <a:lnTo>
                      <a:pt x="864" y="132"/>
                    </a:lnTo>
                    <a:lnTo>
                      <a:pt x="876" y="132"/>
                    </a:lnTo>
                    <a:lnTo>
                      <a:pt x="882" y="126"/>
                    </a:lnTo>
                    <a:lnTo>
                      <a:pt x="894" y="126"/>
                    </a:lnTo>
                    <a:lnTo>
                      <a:pt x="900" y="120"/>
                    </a:lnTo>
                    <a:lnTo>
                      <a:pt x="894" y="114"/>
                    </a:lnTo>
                    <a:lnTo>
                      <a:pt x="894" y="108"/>
                    </a:lnTo>
                    <a:close/>
                  </a:path>
                </a:pathLst>
              </a:custGeom>
              <a:grpFill/>
              <a:ln>
                <a:noFill/>
              </a:ln>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u="none" strike="noStrike" kern="1200" cap="none" spc="0" normalizeH="0" baseline="0" noProof="0" dirty="0">
                  <a:noFill/>
                  <a:effectLst/>
                  <a:uLnTx/>
                  <a:uFillTx/>
                  <a:latin typeface="Amazon Ember Display" panose="020F0603020204020204" pitchFamily="34" charset="0"/>
                  <a:ea typeface="+mn-ea"/>
                  <a:cs typeface="+mn-cs"/>
                </a:endParaRPr>
              </a:p>
            </p:txBody>
          </p:sp>
        </p:grpSp>
        <p:sp>
          <p:nvSpPr>
            <p:cNvPr id="180" name="Rectangle 179">
              <a:extLst>
                <a:ext uri="{FF2B5EF4-FFF2-40B4-BE49-F238E27FC236}">
                  <a16:creationId xmlns:a16="http://schemas.microsoft.com/office/drawing/2014/main" id="{DE557E74-A45C-04BE-9B95-6DF5184C8850}"/>
                </a:ext>
              </a:extLst>
            </p:cNvPr>
            <p:cNvSpPr/>
            <p:nvPr/>
          </p:nvSpPr>
          <p:spPr>
            <a:xfrm>
              <a:off x="1111864" y="1080182"/>
              <a:ext cx="1947097"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North America</a:t>
              </a:r>
            </a:p>
          </p:txBody>
        </p:sp>
        <p:sp>
          <p:nvSpPr>
            <p:cNvPr id="181" name="Rectangle 180">
              <a:extLst>
                <a:ext uri="{FF2B5EF4-FFF2-40B4-BE49-F238E27FC236}">
                  <a16:creationId xmlns:a16="http://schemas.microsoft.com/office/drawing/2014/main" id="{4BFA8905-ECDF-5F16-7256-66ECA5915CC7}"/>
                </a:ext>
              </a:extLst>
            </p:cNvPr>
            <p:cNvSpPr/>
            <p:nvPr/>
          </p:nvSpPr>
          <p:spPr>
            <a:xfrm>
              <a:off x="2990506" y="1703230"/>
              <a:ext cx="1375312"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South America</a:t>
              </a:r>
            </a:p>
          </p:txBody>
        </p:sp>
        <p:sp>
          <p:nvSpPr>
            <p:cNvPr id="182" name="Rectangle 181">
              <a:extLst>
                <a:ext uri="{FF2B5EF4-FFF2-40B4-BE49-F238E27FC236}">
                  <a16:creationId xmlns:a16="http://schemas.microsoft.com/office/drawing/2014/main" id="{B9998248-FDC7-C8D5-0BF5-1A5041C909E8}"/>
                </a:ext>
              </a:extLst>
            </p:cNvPr>
            <p:cNvSpPr/>
            <p:nvPr/>
          </p:nvSpPr>
          <p:spPr>
            <a:xfrm>
              <a:off x="1244711" y="1328627"/>
              <a:ext cx="917531" cy="1405513"/>
            </a:xfrm>
            <a:prstGeom prst="rect">
              <a:avLst/>
            </a:prstGeom>
          </p:spPr>
          <p:txBody>
            <a:bodyPr wrap="square">
              <a:spAutoFit/>
            </a:bodyPr>
            <a:lstStyle/>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Atlanta</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Boston</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Chicago</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Dallas</a:t>
              </a:r>
            </a:p>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Denver</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Houston</a:t>
              </a:r>
            </a:p>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Kansas City</a:t>
              </a:r>
            </a:p>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Las Vegas</a:t>
              </a:r>
            </a:p>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Los Angeles</a:t>
              </a:r>
            </a:p>
          </p:txBody>
        </p:sp>
        <p:sp>
          <p:nvSpPr>
            <p:cNvPr id="183" name="Rectangle 182">
              <a:extLst>
                <a:ext uri="{FF2B5EF4-FFF2-40B4-BE49-F238E27FC236}">
                  <a16:creationId xmlns:a16="http://schemas.microsoft.com/office/drawing/2014/main" id="{CDE20CB9-FC20-C6FD-880C-EFA9E16D35DD}"/>
                </a:ext>
              </a:extLst>
            </p:cNvPr>
            <p:cNvSpPr/>
            <p:nvPr/>
          </p:nvSpPr>
          <p:spPr>
            <a:xfrm>
              <a:off x="2060205" y="1339499"/>
              <a:ext cx="917531" cy="1703030"/>
            </a:xfrm>
            <a:prstGeom prst="rect">
              <a:avLst/>
            </a:prstGeom>
          </p:spPr>
          <p:txBody>
            <a:bodyPr wrap="square">
              <a:spAutoFit/>
            </a:bodyPr>
            <a:lstStyle/>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Miami</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Minneapolis</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NYC</a:t>
              </a:r>
            </a:p>
            <a:p>
              <a:pPr marL="0" marR="0" lvl="0" indent="0" algn="l" defTabSz="914400" rtl="0" eaLnBrk="1" fontAlgn="auto" latinLnBrk="0" hangingPunct="1">
                <a:spcAft>
                  <a:spcPts val="200"/>
                </a:spcAft>
                <a:buClrTx/>
                <a:buSzTx/>
                <a:buFontTx/>
                <a:buNone/>
                <a:tabLst/>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Phoenix</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Philadelphia</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Portland</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Querétaro</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Seattle</a:t>
              </a:r>
            </a:p>
            <a:p>
              <a:pPr>
                <a:spcAft>
                  <a:spcPts val="200"/>
                </a:spcAf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Toronto</a:t>
              </a:r>
            </a:p>
            <a:p>
              <a:pPr>
                <a:spcAft>
                  <a:spcPts val="200"/>
                </a:spcAf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Vancouver</a:t>
              </a:r>
            </a:p>
            <a:p>
              <a:pPr marL="0" marR="0" lvl="0" indent="0" algn="l" defTabSz="914400" rtl="0" eaLnBrk="1" fontAlgn="auto" latinLnBrk="0" hangingPunct="1">
                <a:spcAft>
                  <a:spcPts val="200"/>
                </a:spcAft>
                <a:buClrTx/>
                <a:buSzTx/>
                <a:buFontTx/>
                <a:buNone/>
                <a:tabLst/>
                <a:defRPr/>
              </a:pPr>
              <a:endPar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84" name="Rectangle 183">
              <a:extLst>
                <a:ext uri="{FF2B5EF4-FFF2-40B4-BE49-F238E27FC236}">
                  <a16:creationId xmlns:a16="http://schemas.microsoft.com/office/drawing/2014/main" id="{2E941093-51FA-D0A7-EB8C-18FDAE7D3772}"/>
                </a:ext>
              </a:extLst>
            </p:cNvPr>
            <p:cNvSpPr/>
            <p:nvPr/>
          </p:nvSpPr>
          <p:spPr>
            <a:xfrm>
              <a:off x="3137309" y="1923983"/>
              <a:ext cx="917531" cy="959237"/>
            </a:xfrm>
            <a:prstGeom prst="rect">
              <a:avLst/>
            </a:prstGeom>
          </p:spPr>
          <p:txBody>
            <a:bodyPr wrap="square">
              <a:spAutoFit/>
            </a:bodyPr>
            <a:lstStyle/>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Buenos Aires</a:t>
              </a:r>
            </a:p>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Lima</a:t>
              </a:r>
            </a:p>
            <a:p>
              <a:pPr>
                <a:spcAft>
                  <a:spcPts val="200"/>
                </a:spcAf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Santiago</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Bogotá</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Rio de Janeiro</a:t>
              </a:r>
            </a:p>
            <a:p>
              <a:pPr>
                <a:spcAft>
                  <a:spcPts val="200"/>
                </a:spcAft>
                <a:defRPr/>
              </a:pPr>
              <a:endPar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85" name="Rectangle 184">
              <a:extLst>
                <a:ext uri="{FF2B5EF4-FFF2-40B4-BE49-F238E27FC236}">
                  <a16:creationId xmlns:a16="http://schemas.microsoft.com/office/drawing/2014/main" id="{D784F70A-E94E-9AE3-1F85-CCE76146CF0F}"/>
                </a:ext>
              </a:extLst>
            </p:cNvPr>
            <p:cNvSpPr/>
            <p:nvPr/>
          </p:nvSpPr>
          <p:spPr>
            <a:xfrm>
              <a:off x="4794238" y="1981906"/>
              <a:ext cx="979048" cy="564257"/>
            </a:xfrm>
            <a:prstGeom prst="rect">
              <a:avLst/>
            </a:prstGeom>
          </p:spPr>
          <p:txBody>
            <a:bodyPr wrap="square">
              <a:spAutoFit/>
            </a:bodyPr>
            <a:lstStyle/>
            <a:p>
              <a:pPr>
                <a:spcBef>
                  <a:spcPts val="400"/>
                </a:spcBef>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Lagos</a:t>
              </a:r>
            </a:p>
            <a:p>
              <a:pPr>
                <a:spcBef>
                  <a:spcPts val="400"/>
                </a:spcBef>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Johannesburg</a:t>
              </a:r>
            </a:p>
            <a:p>
              <a:pPr>
                <a:spcBef>
                  <a:spcPts val="400"/>
                </a:spcBef>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Nairobi</a:t>
              </a:r>
            </a:p>
          </p:txBody>
        </p:sp>
        <p:sp>
          <p:nvSpPr>
            <p:cNvPr id="186" name="Rectangle 185">
              <a:extLst>
                <a:ext uri="{FF2B5EF4-FFF2-40B4-BE49-F238E27FC236}">
                  <a16:creationId xmlns:a16="http://schemas.microsoft.com/office/drawing/2014/main" id="{2171DE81-84FB-1C46-7943-2AE4BA4EF216}"/>
                </a:ext>
              </a:extLst>
            </p:cNvPr>
            <p:cNvSpPr/>
            <p:nvPr/>
          </p:nvSpPr>
          <p:spPr>
            <a:xfrm>
              <a:off x="5697332" y="1326108"/>
              <a:ext cx="934461" cy="1256754"/>
            </a:xfrm>
            <a:prstGeom prst="rect">
              <a:avLst/>
            </a:prstGeom>
          </p:spPr>
          <p:txBody>
            <a:bodyPr wrap="square">
              <a:spAutoFit/>
            </a:bodyPr>
            <a:lstStyle/>
            <a:p>
              <a:pPr>
                <a:spcAft>
                  <a:spcPts val="200"/>
                </a:spcAft>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Copenhagen</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Hamburg</a:t>
              </a:r>
            </a:p>
            <a:p>
              <a:pPr>
                <a:spcAft>
                  <a:spcPts val="200"/>
                </a:spcAft>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Helsinki</a:t>
              </a:r>
              <a:endPar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Warsaw</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Amsterdam</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Athens</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Berlin</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Brussels</a:t>
              </a:r>
            </a:p>
          </p:txBody>
        </p:sp>
        <p:sp>
          <p:nvSpPr>
            <p:cNvPr id="187" name="Rectangle 186">
              <a:extLst>
                <a:ext uri="{FF2B5EF4-FFF2-40B4-BE49-F238E27FC236}">
                  <a16:creationId xmlns:a16="http://schemas.microsoft.com/office/drawing/2014/main" id="{1EADBA33-EE3C-0BCF-DAFB-6D0BF50971A0}"/>
                </a:ext>
              </a:extLst>
            </p:cNvPr>
            <p:cNvSpPr/>
            <p:nvPr/>
          </p:nvSpPr>
          <p:spPr>
            <a:xfrm>
              <a:off x="6449566" y="1328627"/>
              <a:ext cx="847314" cy="810478"/>
            </a:xfrm>
            <a:prstGeom prst="rect">
              <a:avLst/>
            </a:prstGeom>
          </p:spPr>
          <p:txBody>
            <a:bodyPr wrap="square">
              <a:spAutoFit/>
            </a:bodyPr>
            <a:lstStyle/>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Lisbon</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Munich</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Oslo</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Prague</a:t>
              </a:r>
            </a:p>
            <a:p>
              <a:pPr marR="0" lvl="0" indent="0" fontAlgn="auto">
                <a:spcAft>
                  <a:spcPts val="20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Vienna</a:t>
              </a:r>
            </a:p>
          </p:txBody>
        </p:sp>
        <p:sp>
          <p:nvSpPr>
            <p:cNvPr id="188" name="Rectangle 187">
              <a:extLst>
                <a:ext uri="{FF2B5EF4-FFF2-40B4-BE49-F238E27FC236}">
                  <a16:creationId xmlns:a16="http://schemas.microsoft.com/office/drawing/2014/main" id="{7BFDBF40-2AB4-3927-DD9C-EE86BAC275F9}"/>
                </a:ext>
              </a:extLst>
            </p:cNvPr>
            <p:cNvSpPr/>
            <p:nvPr/>
          </p:nvSpPr>
          <p:spPr>
            <a:xfrm>
              <a:off x="10731239" y="2411486"/>
              <a:ext cx="979048" cy="512961"/>
            </a:xfrm>
            <a:prstGeom prst="rect">
              <a:avLst/>
            </a:prstGeom>
          </p:spPr>
          <p:txBody>
            <a:bodyPr wrap="square">
              <a:spAutoFit/>
            </a:bodyPr>
            <a:lstStyle/>
            <a:p>
              <a:pPr>
                <a:spcAft>
                  <a:spcPts val="200"/>
                </a:spcAft>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Auckland</a:t>
              </a:r>
            </a:p>
            <a:p>
              <a:pPr>
                <a:spcAft>
                  <a:spcPts val="200"/>
                </a:spcAft>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Perth</a:t>
              </a:r>
            </a:p>
            <a:p>
              <a:pPr>
                <a:spcAft>
                  <a:spcPts val="200"/>
                </a:spcAf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Brisbane</a:t>
              </a:r>
            </a:p>
          </p:txBody>
        </p:sp>
        <p:sp>
          <p:nvSpPr>
            <p:cNvPr id="189" name="Rectangle 188">
              <a:extLst>
                <a:ext uri="{FF2B5EF4-FFF2-40B4-BE49-F238E27FC236}">
                  <a16:creationId xmlns:a16="http://schemas.microsoft.com/office/drawing/2014/main" id="{57050DE6-4318-4381-C90F-0D4015F41AC1}"/>
                </a:ext>
              </a:extLst>
            </p:cNvPr>
            <p:cNvSpPr/>
            <p:nvPr/>
          </p:nvSpPr>
          <p:spPr>
            <a:xfrm>
              <a:off x="6968770" y="2616890"/>
              <a:ext cx="979048" cy="215444"/>
            </a:xfrm>
            <a:prstGeom prst="rect">
              <a:avLst/>
            </a:prstGeom>
          </p:spPr>
          <p:txBody>
            <a:bodyPr wrap="square">
              <a:spAutoFit/>
            </a:bodyPr>
            <a:lstStyle/>
            <a:p>
              <a:pPr>
                <a:spcAft>
                  <a:spcPts val="200"/>
                </a:spcAft>
                <a:defRPr/>
              </a:pPr>
              <a:r>
                <a:rPr lang="en-US" sz="800" dirty="0">
                  <a:solidFill>
                    <a:schemeClr val="accent1"/>
                  </a:solidFill>
                  <a:latin typeface="Amazon Ember Display" panose="020F0603020204020204" pitchFamily="34" charset="0"/>
                  <a:ea typeface="Amazon Ember Display" panose="020F0603020204020204" pitchFamily="34" charset="0"/>
                  <a:cs typeface="Amazon Ember Display" panose="020F0603020204020204" pitchFamily="34" charset="0"/>
                </a:rPr>
                <a:t>Muscat</a:t>
              </a:r>
            </a:p>
          </p:txBody>
        </p:sp>
        <p:sp>
          <p:nvSpPr>
            <p:cNvPr id="190" name="Rectangle 189">
              <a:extLst>
                <a:ext uri="{FF2B5EF4-FFF2-40B4-BE49-F238E27FC236}">
                  <a16:creationId xmlns:a16="http://schemas.microsoft.com/office/drawing/2014/main" id="{353A2816-FC04-836F-5B78-EBC78AE21DB9}"/>
                </a:ext>
              </a:extLst>
            </p:cNvPr>
            <p:cNvSpPr/>
            <p:nvPr/>
          </p:nvSpPr>
          <p:spPr>
            <a:xfrm>
              <a:off x="9129768" y="1615792"/>
              <a:ext cx="847314" cy="1333698"/>
            </a:xfrm>
            <a:prstGeom prst="rect">
              <a:avLst/>
            </a:prstGeom>
          </p:spPr>
          <p:txBody>
            <a:bodyPr wrap="square">
              <a:spAutoFit/>
            </a:bodyPr>
            <a:lstStyle/>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Bangkok</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Bengaluru</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Chennai</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Delhi</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Kolkata</a:t>
              </a:r>
            </a:p>
            <a:p>
              <a:pPr marL="0" marR="0" lvl="0" indent="0" algn="l" defTabSz="914400" rtl="0" eaLnBrk="1" fontAlgn="auto" latinLnBrk="0" hangingPunct="1">
                <a:spcAft>
                  <a:spcPts val="200"/>
                </a:spcAft>
                <a:buClrTx/>
                <a:buSzTx/>
                <a:buFontTx/>
                <a:buNone/>
                <a:tabLst/>
                <a:defRPr/>
              </a:pPr>
              <a:r>
                <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Taipei</a:t>
              </a:r>
            </a:p>
            <a:p>
              <a:pPr marL="0" marR="0" lvl="0" indent="0" algn="l" defTabSz="914400" rtl="0" eaLnBrk="1" fontAlgn="auto" latinLnBrk="0" hangingPunct="1">
                <a:spcBef>
                  <a:spcPts val="400"/>
                </a:spcBef>
                <a:spcAft>
                  <a:spcPts val="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Hanoi</a:t>
              </a:r>
            </a:p>
            <a:p>
              <a:pPr marL="0" marR="0" lvl="0" indent="0" algn="l" defTabSz="914400" rtl="0" eaLnBrk="1" fontAlgn="auto" latinLnBrk="0" hangingPunct="1">
                <a:spcBef>
                  <a:spcPts val="400"/>
                </a:spcBef>
                <a:spcAft>
                  <a:spcPts val="0"/>
                </a:spcAft>
                <a:buClrTx/>
                <a:buSzTx/>
                <a:buFontTx/>
                <a:buNone/>
                <a:tabLst/>
                <a:defRPr/>
              </a:pP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Manila</a:t>
              </a:r>
            </a:p>
          </p:txBody>
        </p:sp>
        <p:sp>
          <p:nvSpPr>
            <p:cNvPr id="191" name="Rectangle 190">
              <a:extLst>
                <a:ext uri="{FF2B5EF4-FFF2-40B4-BE49-F238E27FC236}">
                  <a16:creationId xmlns:a16="http://schemas.microsoft.com/office/drawing/2014/main" id="{EC510439-9D6C-D291-05A4-CB6BCA81D307}"/>
                </a:ext>
              </a:extLst>
            </p:cNvPr>
            <p:cNvSpPr/>
            <p:nvPr/>
          </p:nvSpPr>
          <p:spPr>
            <a:xfrm>
              <a:off x="4684808" y="1746514"/>
              <a:ext cx="596323"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Africa</a:t>
              </a:r>
              <a:endParaRPr kumimoji="0" lang="en-US" sz="11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92" name="Rectangle 191">
              <a:extLst>
                <a:ext uri="{FF2B5EF4-FFF2-40B4-BE49-F238E27FC236}">
                  <a16:creationId xmlns:a16="http://schemas.microsoft.com/office/drawing/2014/main" id="{8C5A0F93-7CF3-73CA-7446-9D24C4F884DE}"/>
                </a:ext>
              </a:extLst>
            </p:cNvPr>
            <p:cNvSpPr/>
            <p:nvPr/>
          </p:nvSpPr>
          <p:spPr>
            <a:xfrm>
              <a:off x="5590316" y="1091590"/>
              <a:ext cx="681642"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Europe</a:t>
              </a:r>
              <a:endParaRPr kumimoji="0" lang="en-US" sz="11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93" name="Rectangle 192">
              <a:extLst>
                <a:ext uri="{FF2B5EF4-FFF2-40B4-BE49-F238E27FC236}">
                  <a16:creationId xmlns:a16="http://schemas.microsoft.com/office/drawing/2014/main" id="{40409FBB-FD22-E0F3-4899-8894990DC4FE}"/>
                </a:ext>
              </a:extLst>
            </p:cNvPr>
            <p:cNvSpPr/>
            <p:nvPr/>
          </p:nvSpPr>
          <p:spPr>
            <a:xfrm>
              <a:off x="6797579" y="2368417"/>
              <a:ext cx="1161103"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Middle East</a:t>
              </a:r>
              <a:endParaRPr kumimoji="0" lang="en-US" sz="11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94" name="Rectangle 193">
              <a:extLst>
                <a:ext uri="{FF2B5EF4-FFF2-40B4-BE49-F238E27FC236}">
                  <a16:creationId xmlns:a16="http://schemas.microsoft.com/office/drawing/2014/main" id="{FE31668B-CE75-24F8-0207-4079BC9B9EAD}"/>
                </a:ext>
              </a:extLst>
            </p:cNvPr>
            <p:cNvSpPr/>
            <p:nvPr/>
          </p:nvSpPr>
          <p:spPr>
            <a:xfrm>
              <a:off x="8982290" y="1395489"/>
              <a:ext cx="1161103"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Asia Pacific</a:t>
              </a:r>
              <a:endParaRPr kumimoji="0" lang="en-US" sz="11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95" name="Rectangle 194">
              <a:extLst>
                <a:ext uri="{FF2B5EF4-FFF2-40B4-BE49-F238E27FC236}">
                  <a16:creationId xmlns:a16="http://schemas.microsoft.com/office/drawing/2014/main" id="{C19F5023-1C17-D5C6-F4F3-995B6B4016EA}"/>
                </a:ext>
              </a:extLst>
            </p:cNvPr>
            <p:cNvSpPr/>
            <p:nvPr/>
          </p:nvSpPr>
          <p:spPr>
            <a:xfrm>
              <a:off x="10599317" y="1976946"/>
              <a:ext cx="1161103" cy="461665"/>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Australia &amp;</a:t>
              </a:r>
              <a:b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b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New Zealand</a:t>
              </a:r>
              <a:endParaRPr kumimoji="0" lang="en-US" sz="11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cxnSp>
          <p:nvCxnSpPr>
            <p:cNvPr id="196" name="Straight Connector 195">
              <a:extLst>
                <a:ext uri="{FF2B5EF4-FFF2-40B4-BE49-F238E27FC236}">
                  <a16:creationId xmlns:a16="http://schemas.microsoft.com/office/drawing/2014/main" id="{235392D2-E09B-3F08-F0E6-1627B2E357CA}"/>
                </a:ext>
              </a:extLst>
            </p:cNvPr>
            <p:cNvCxnSpPr>
              <a:cxnSpLocks/>
            </p:cNvCxnSpPr>
            <p:nvPr/>
          </p:nvCxnSpPr>
          <p:spPr>
            <a:xfrm>
              <a:off x="1244711" y="1368053"/>
              <a:ext cx="0" cy="23271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7A6C15B0-E658-2513-923E-561B4C71CFDE}"/>
                </a:ext>
              </a:extLst>
            </p:cNvPr>
            <p:cNvCxnSpPr>
              <a:cxnSpLocks/>
            </p:cNvCxnSpPr>
            <p:nvPr/>
          </p:nvCxnSpPr>
          <p:spPr>
            <a:xfrm>
              <a:off x="3137306" y="1991829"/>
              <a:ext cx="0" cy="27180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AA8CA449-BDA2-98F0-2241-474A6A7BF332}"/>
                </a:ext>
              </a:extLst>
            </p:cNvPr>
            <p:cNvCxnSpPr>
              <a:cxnSpLocks/>
            </p:cNvCxnSpPr>
            <p:nvPr/>
          </p:nvCxnSpPr>
          <p:spPr>
            <a:xfrm>
              <a:off x="4800964" y="2027683"/>
              <a:ext cx="0" cy="209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82DA0175-2B7F-1A96-9F22-3C4E72CC69DD}"/>
                </a:ext>
              </a:extLst>
            </p:cNvPr>
            <p:cNvCxnSpPr>
              <a:cxnSpLocks/>
            </p:cNvCxnSpPr>
            <p:nvPr/>
          </p:nvCxnSpPr>
          <p:spPr>
            <a:xfrm>
              <a:off x="5690716" y="1391902"/>
              <a:ext cx="0" cy="209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029CEB08-190B-FFAA-C39B-E0EE94FAE959}"/>
                </a:ext>
              </a:extLst>
            </p:cNvPr>
            <p:cNvCxnSpPr>
              <a:cxnSpLocks/>
            </p:cNvCxnSpPr>
            <p:nvPr/>
          </p:nvCxnSpPr>
          <p:spPr>
            <a:xfrm>
              <a:off x="6959535" y="2637551"/>
              <a:ext cx="0" cy="140066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CB289961-B711-8B23-B5B7-02E3E96C0B9F}"/>
                </a:ext>
              </a:extLst>
            </p:cNvPr>
            <p:cNvCxnSpPr>
              <a:cxnSpLocks/>
            </p:cNvCxnSpPr>
            <p:nvPr/>
          </p:nvCxnSpPr>
          <p:spPr>
            <a:xfrm>
              <a:off x="9118904" y="1672166"/>
              <a:ext cx="0" cy="209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45BDA506-1320-C5B2-8ED9-8DC08E5090DC}"/>
                </a:ext>
              </a:extLst>
            </p:cNvPr>
            <p:cNvCxnSpPr>
              <a:cxnSpLocks/>
            </p:cNvCxnSpPr>
            <p:nvPr/>
          </p:nvCxnSpPr>
          <p:spPr>
            <a:xfrm>
              <a:off x="10735053" y="2479099"/>
              <a:ext cx="0" cy="2569480"/>
            </a:xfrm>
            <a:prstGeom prst="line">
              <a:avLst/>
            </a:prstGeom>
          </p:spPr>
          <p:style>
            <a:lnRef idx="1">
              <a:schemeClr val="accent1"/>
            </a:lnRef>
            <a:fillRef idx="0">
              <a:schemeClr val="accent1"/>
            </a:fillRef>
            <a:effectRef idx="0">
              <a:schemeClr val="accent1"/>
            </a:effectRef>
            <a:fontRef idx="minor">
              <a:schemeClr val="tx1"/>
            </a:fontRef>
          </p:style>
        </p:cxnSp>
        <p:sp>
          <p:nvSpPr>
            <p:cNvPr id="203" name="Oval 202">
              <a:extLst>
                <a:ext uri="{FF2B5EF4-FFF2-40B4-BE49-F238E27FC236}">
                  <a16:creationId xmlns:a16="http://schemas.microsoft.com/office/drawing/2014/main" id="{567B7D4D-34BD-6823-97C9-E5DDA281E61E}"/>
                </a:ext>
              </a:extLst>
            </p:cNvPr>
            <p:cNvSpPr/>
            <p:nvPr/>
          </p:nvSpPr>
          <p:spPr>
            <a:xfrm>
              <a:off x="931056" y="3617482"/>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204" name="Oval 203">
              <a:extLst>
                <a:ext uri="{FF2B5EF4-FFF2-40B4-BE49-F238E27FC236}">
                  <a16:creationId xmlns:a16="http://schemas.microsoft.com/office/drawing/2014/main" id="{4E72AC7A-AC08-D213-7344-2290FFF555CA}"/>
                </a:ext>
              </a:extLst>
            </p:cNvPr>
            <p:cNvSpPr/>
            <p:nvPr/>
          </p:nvSpPr>
          <p:spPr>
            <a:xfrm>
              <a:off x="2785256" y="4633482"/>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205" name="Oval 204">
              <a:extLst>
                <a:ext uri="{FF2B5EF4-FFF2-40B4-BE49-F238E27FC236}">
                  <a16:creationId xmlns:a16="http://schemas.microsoft.com/office/drawing/2014/main" id="{6AECF769-30A4-6EC1-01CC-7BCDDBB1746F}"/>
                </a:ext>
              </a:extLst>
            </p:cNvPr>
            <p:cNvSpPr/>
            <p:nvPr/>
          </p:nvSpPr>
          <p:spPr>
            <a:xfrm>
              <a:off x="4436256" y="4061982"/>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206" name="Oval 205">
              <a:extLst>
                <a:ext uri="{FF2B5EF4-FFF2-40B4-BE49-F238E27FC236}">
                  <a16:creationId xmlns:a16="http://schemas.microsoft.com/office/drawing/2014/main" id="{88C45571-2BE4-2671-9A8A-15D2C093DD51}"/>
                </a:ext>
              </a:extLst>
            </p:cNvPr>
            <p:cNvSpPr/>
            <p:nvPr/>
          </p:nvSpPr>
          <p:spPr>
            <a:xfrm>
              <a:off x="5287156" y="3426982"/>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207" name="Oval 206">
              <a:extLst>
                <a:ext uri="{FF2B5EF4-FFF2-40B4-BE49-F238E27FC236}">
                  <a16:creationId xmlns:a16="http://schemas.microsoft.com/office/drawing/2014/main" id="{33FB8AE0-4F08-DE02-DB48-CDDED4654EEB}"/>
                </a:ext>
              </a:extLst>
            </p:cNvPr>
            <p:cNvSpPr/>
            <p:nvPr/>
          </p:nvSpPr>
          <p:spPr>
            <a:xfrm>
              <a:off x="6620656" y="4023882"/>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208" name="Oval 207">
              <a:extLst>
                <a:ext uri="{FF2B5EF4-FFF2-40B4-BE49-F238E27FC236}">
                  <a16:creationId xmlns:a16="http://schemas.microsoft.com/office/drawing/2014/main" id="{7EF1E8DF-CF20-C15D-BF86-9475DA230C3C}"/>
                </a:ext>
              </a:extLst>
            </p:cNvPr>
            <p:cNvSpPr/>
            <p:nvPr/>
          </p:nvSpPr>
          <p:spPr>
            <a:xfrm>
              <a:off x="8791618" y="3693668"/>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209" name="Oval 208">
              <a:extLst>
                <a:ext uri="{FF2B5EF4-FFF2-40B4-BE49-F238E27FC236}">
                  <a16:creationId xmlns:a16="http://schemas.microsoft.com/office/drawing/2014/main" id="{36F6C2F8-B906-FC91-4D84-907DB53E34DC}"/>
                </a:ext>
              </a:extLst>
            </p:cNvPr>
            <p:cNvSpPr/>
            <p:nvPr/>
          </p:nvSpPr>
          <p:spPr>
            <a:xfrm>
              <a:off x="10328318" y="4950968"/>
              <a:ext cx="732657" cy="143763"/>
            </a:xfrm>
            <a:prstGeom prst="ellipse">
              <a:avLst/>
            </a:prstGeom>
            <a:gradFill flip="none" rotWithShape="1">
              <a:gsLst>
                <a:gs pos="100000">
                  <a:schemeClr val="accent1">
                    <a:alpha val="0"/>
                  </a:schemeClr>
                </a:gs>
                <a:gs pos="0">
                  <a:schemeClr val="accent1">
                    <a:lumMod val="100000"/>
                    <a:alpha val="74107"/>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grpSp>
    </p:spTree>
    <p:extLst>
      <p:ext uri="{BB962C8B-B14F-4D97-AF65-F5344CB8AC3E}">
        <p14:creationId xmlns:p14="http://schemas.microsoft.com/office/powerpoint/2010/main" val="179283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E49457-07A4-3B40-8505-B28776953ADC}"/>
              </a:ext>
            </a:extLst>
          </p:cNvPr>
          <p:cNvSpPr>
            <a:spLocks noGrp="1"/>
          </p:cNvSpPr>
          <p:nvPr>
            <p:ph type="sldNum" sz="quarter" idx="12"/>
          </p:nvPr>
        </p:nvSpPr>
        <p:spPr/>
        <p:txBody>
          <a:bodyPr/>
          <a:lstStyle/>
          <a:p>
            <a:fld id="{EB4B8DE2-A4E8-46E4-8BBF-D75455EFF32C}" type="slidenum">
              <a:rPr lang="en-US" smtClean="0"/>
              <a:pPr/>
              <a:t>106</a:t>
            </a:fld>
            <a:endParaRPr lang="en-US" dirty="0"/>
          </a:p>
        </p:txBody>
      </p:sp>
      <p:grpSp>
        <p:nvGrpSpPr>
          <p:cNvPr id="26" name="Group 25">
            <a:extLst>
              <a:ext uri="{FF2B5EF4-FFF2-40B4-BE49-F238E27FC236}">
                <a16:creationId xmlns:a16="http://schemas.microsoft.com/office/drawing/2014/main" id="{CB53FA50-98C6-7B6A-FE27-8FB851934F46}"/>
              </a:ext>
            </a:extLst>
          </p:cNvPr>
          <p:cNvGrpSpPr/>
          <p:nvPr/>
        </p:nvGrpSpPr>
        <p:grpSpPr>
          <a:xfrm>
            <a:off x="586084" y="1782036"/>
            <a:ext cx="11605916" cy="3293928"/>
            <a:chOff x="586084" y="2515849"/>
            <a:chExt cx="11605916" cy="3293928"/>
          </a:xfrm>
        </p:grpSpPr>
        <p:sp>
          <p:nvSpPr>
            <p:cNvPr id="3" name="Rectangle 2">
              <a:extLst>
                <a:ext uri="{FF2B5EF4-FFF2-40B4-BE49-F238E27FC236}">
                  <a16:creationId xmlns:a16="http://schemas.microsoft.com/office/drawing/2014/main" id="{E3F98A4C-F055-1454-AA9F-F75B2D2CD692}"/>
                </a:ext>
              </a:extLst>
            </p:cNvPr>
            <p:cNvSpPr/>
            <p:nvPr/>
          </p:nvSpPr>
          <p:spPr>
            <a:xfrm>
              <a:off x="586084" y="3879086"/>
              <a:ext cx="156669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A</a:t>
              </a:r>
            </a:p>
          </p:txBody>
        </p:sp>
        <p:sp>
          <p:nvSpPr>
            <p:cNvPr id="4" name="Rectangle 3">
              <a:extLst>
                <a:ext uri="{FF2B5EF4-FFF2-40B4-BE49-F238E27FC236}">
                  <a16:creationId xmlns:a16="http://schemas.microsoft.com/office/drawing/2014/main" id="{8084FC9D-34A4-5560-A5F0-05868C7CC1C2}"/>
                </a:ext>
              </a:extLst>
            </p:cNvPr>
            <p:cNvSpPr/>
            <p:nvPr/>
          </p:nvSpPr>
          <p:spPr>
            <a:xfrm>
              <a:off x="597659" y="4127531"/>
              <a:ext cx="1498600" cy="707886"/>
            </a:xfrm>
            <a:prstGeom prst="rect">
              <a:avLst/>
            </a:prstGeom>
          </p:spPr>
          <p:txBody>
            <a:bodyPr wrap="square">
              <a:spAutoFit/>
            </a:bodyPr>
            <a:lstStyle/>
            <a:p>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5" name="Rectangle 4">
              <a:extLst>
                <a:ext uri="{FF2B5EF4-FFF2-40B4-BE49-F238E27FC236}">
                  <a16:creationId xmlns:a16="http://schemas.microsoft.com/office/drawing/2014/main" id="{6686D782-903D-DAD4-5C2F-35A24C106C8B}"/>
                </a:ext>
              </a:extLst>
            </p:cNvPr>
            <p:cNvSpPr/>
            <p:nvPr/>
          </p:nvSpPr>
          <p:spPr>
            <a:xfrm>
              <a:off x="2726087" y="3879086"/>
              <a:ext cx="151017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B</a:t>
              </a:r>
            </a:p>
          </p:txBody>
        </p:sp>
        <p:sp>
          <p:nvSpPr>
            <p:cNvPr id="6" name="Rectangle 5">
              <a:extLst>
                <a:ext uri="{FF2B5EF4-FFF2-40B4-BE49-F238E27FC236}">
                  <a16:creationId xmlns:a16="http://schemas.microsoft.com/office/drawing/2014/main" id="{A6F6D15F-0CE7-5F95-2419-CF4A0FD709F9}"/>
                </a:ext>
              </a:extLst>
            </p:cNvPr>
            <p:cNvSpPr/>
            <p:nvPr/>
          </p:nvSpPr>
          <p:spPr>
            <a:xfrm>
              <a:off x="2737662" y="4127531"/>
              <a:ext cx="1498600" cy="707886"/>
            </a:xfrm>
            <a:prstGeom prst="rect">
              <a:avLst/>
            </a:prstGeom>
          </p:spPr>
          <p:txBody>
            <a:bodyPr wrap="square">
              <a:spAutoFit/>
            </a:bodyPr>
            <a:lstStyle/>
            <a:p>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7" name="Rectangle 6">
              <a:extLst>
                <a:ext uri="{FF2B5EF4-FFF2-40B4-BE49-F238E27FC236}">
                  <a16:creationId xmlns:a16="http://schemas.microsoft.com/office/drawing/2014/main" id="{97099B85-EA0E-E624-334A-1C4B00950565}"/>
                </a:ext>
              </a:extLst>
            </p:cNvPr>
            <p:cNvSpPr/>
            <p:nvPr/>
          </p:nvSpPr>
          <p:spPr>
            <a:xfrm>
              <a:off x="4797994" y="3879086"/>
              <a:ext cx="151017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C</a:t>
              </a:r>
            </a:p>
          </p:txBody>
        </p:sp>
        <p:sp>
          <p:nvSpPr>
            <p:cNvPr id="8" name="Rectangle 7">
              <a:extLst>
                <a:ext uri="{FF2B5EF4-FFF2-40B4-BE49-F238E27FC236}">
                  <a16:creationId xmlns:a16="http://schemas.microsoft.com/office/drawing/2014/main" id="{13E60C3D-5F68-B046-34F1-09125D02FE7F}"/>
                </a:ext>
              </a:extLst>
            </p:cNvPr>
            <p:cNvSpPr/>
            <p:nvPr/>
          </p:nvSpPr>
          <p:spPr>
            <a:xfrm>
              <a:off x="4809569" y="4127531"/>
              <a:ext cx="1498600" cy="707886"/>
            </a:xfrm>
            <a:prstGeom prst="rect">
              <a:avLst/>
            </a:prstGeom>
          </p:spPr>
          <p:txBody>
            <a:bodyPr wrap="square">
              <a:spAutoFit/>
            </a:bodyPr>
            <a:lstStyle/>
            <a:p>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nvGrpSpPr>
            <p:cNvPr id="9" name="Group 8">
              <a:extLst>
                <a:ext uri="{FF2B5EF4-FFF2-40B4-BE49-F238E27FC236}">
                  <a16:creationId xmlns:a16="http://schemas.microsoft.com/office/drawing/2014/main" id="{821AD0D8-5537-2B4C-D3D6-59F5046D8A40}"/>
                </a:ext>
              </a:extLst>
            </p:cNvPr>
            <p:cNvGrpSpPr/>
            <p:nvPr/>
          </p:nvGrpSpPr>
          <p:grpSpPr>
            <a:xfrm>
              <a:off x="762000" y="2515849"/>
              <a:ext cx="11430000" cy="2171699"/>
              <a:chOff x="762000" y="2590800"/>
              <a:chExt cx="10426700" cy="2171699"/>
            </a:xfrm>
          </p:grpSpPr>
          <p:pic>
            <p:nvPicPr>
              <p:cNvPr id="10" name="Graphic 9">
                <a:extLst>
                  <a:ext uri="{FF2B5EF4-FFF2-40B4-BE49-F238E27FC236}">
                    <a16:creationId xmlns:a16="http://schemas.microsoft.com/office/drawing/2014/main" id="{334AD852-05A0-F8F5-B820-192E71F05CD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10801" y="2590800"/>
                <a:ext cx="2082100" cy="2171699"/>
              </a:xfrm>
              <a:prstGeom prst="rect">
                <a:avLst/>
              </a:prstGeom>
            </p:spPr>
          </p:pic>
          <p:cxnSp>
            <p:nvCxnSpPr>
              <p:cNvPr id="11" name="Straight Connector 10">
                <a:extLst>
                  <a:ext uri="{FF2B5EF4-FFF2-40B4-BE49-F238E27FC236}">
                    <a16:creationId xmlns:a16="http://schemas.microsoft.com/office/drawing/2014/main" id="{84BD986A-D1ED-49EF-6CF5-0F65683143A5}"/>
                  </a:ext>
                </a:extLst>
              </p:cNvPr>
              <p:cNvCxnSpPr>
                <a:cxnSpLocks/>
              </p:cNvCxnSpPr>
              <p:nvPr/>
            </p:nvCxnSpPr>
            <p:spPr>
              <a:xfrm>
                <a:off x="762000" y="3771900"/>
                <a:ext cx="1883757" cy="0"/>
              </a:xfrm>
              <a:prstGeom prst="line">
                <a:avLst/>
              </a:prstGeom>
              <a:ln w="12700">
                <a:solidFill>
                  <a:schemeClr val="tx2"/>
                </a:solidFill>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A6FF16F-63F4-E32A-DAC9-4F0608E07614}"/>
                  </a:ext>
                </a:extLst>
              </p:cNvPr>
              <p:cNvCxnSpPr>
                <a:cxnSpLocks/>
              </p:cNvCxnSpPr>
              <p:nvPr/>
            </p:nvCxnSpPr>
            <p:spPr>
              <a:xfrm>
                <a:off x="2645757" y="3771900"/>
                <a:ext cx="1897659" cy="0"/>
              </a:xfrm>
              <a:prstGeom prst="line">
                <a:avLst/>
              </a:prstGeom>
              <a:ln w="12700">
                <a:solidFill>
                  <a:schemeClr val="tx2"/>
                </a:solidFill>
                <a:headEnd type="none"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6967AA2-F5A9-6921-6010-4EBBC534D153}"/>
                  </a:ext>
                </a:extLst>
              </p:cNvPr>
              <p:cNvCxnSpPr>
                <a:cxnSpLocks/>
              </p:cNvCxnSpPr>
              <p:nvPr/>
            </p:nvCxnSpPr>
            <p:spPr>
              <a:xfrm>
                <a:off x="6692900" y="2603500"/>
                <a:ext cx="2247900" cy="0"/>
              </a:xfrm>
              <a:prstGeom prst="line">
                <a:avLst/>
              </a:prstGeom>
              <a:ln w="12700">
                <a:headEnd type="oval" w="lg" len="lg"/>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557C376-ABAC-E040-C52C-143E41D4D375}"/>
                  </a:ext>
                </a:extLst>
              </p:cNvPr>
              <p:cNvCxnSpPr>
                <a:cxnSpLocks/>
              </p:cNvCxnSpPr>
              <p:nvPr/>
            </p:nvCxnSpPr>
            <p:spPr>
              <a:xfrm>
                <a:off x="6692900" y="4749800"/>
                <a:ext cx="2247900" cy="0"/>
              </a:xfrm>
              <a:prstGeom prst="line">
                <a:avLst/>
              </a:prstGeom>
              <a:ln w="12700">
                <a:headEnd type="oval" w="lg" len="lg"/>
                <a:tailEnd type="none" w="lg" len="lg"/>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3F9EB07-3E98-EFA9-101B-4C2BF1BBC1B5}"/>
                  </a:ext>
                </a:extLst>
              </p:cNvPr>
              <p:cNvCxnSpPr>
                <a:cxnSpLocks/>
              </p:cNvCxnSpPr>
              <p:nvPr/>
            </p:nvCxnSpPr>
            <p:spPr>
              <a:xfrm>
                <a:off x="8940800" y="2603500"/>
                <a:ext cx="2247900" cy="0"/>
              </a:xfrm>
              <a:prstGeom prst="line">
                <a:avLst/>
              </a:prstGeom>
              <a:ln w="12700">
                <a:gradFill flip="none" rotWithShape="1">
                  <a:gsLst>
                    <a:gs pos="0">
                      <a:schemeClr val="tx1">
                        <a:alpha val="0"/>
                      </a:schemeClr>
                    </a:gs>
                    <a:gs pos="100000">
                      <a:schemeClr val="tx2"/>
                    </a:gs>
                  </a:gsLst>
                  <a:lin ang="10800000" scaled="0"/>
                  <a:tileRect/>
                </a:gradFill>
                <a:headEnd type="oval" w="lg" len="lg"/>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0EB09DE-4822-2785-2506-2640BA02CED1}"/>
                  </a:ext>
                </a:extLst>
              </p:cNvPr>
              <p:cNvCxnSpPr>
                <a:cxnSpLocks/>
              </p:cNvCxnSpPr>
              <p:nvPr/>
            </p:nvCxnSpPr>
            <p:spPr>
              <a:xfrm>
                <a:off x="8940800" y="4749800"/>
                <a:ext cx="2247900" cy="0"/>
              </a:xfrm>
              <a:prstGeom prst="line">
                <a:avLst/>
              </a:prstGeom>
              <a:ln w="12700">
                <a:gradFill flip="none" rotWithShape="1">
                  <a:gsLst>
                    <a:gs pos="0">
                      <a:schemeClr val="tx1">
                        <a:alpha val="0"/>
                      </a:schemeClr>
                    </a:gs>
                    <a:gs pos="100000">
                      <a:schemeClr val="tx2"/>
                    </a:gs>
                  </a:gsLst>
                  <a:lin ang="10800000" scaled="0"/>
                  <a:tileRect/>
                </a:gradFill>
                <a:headEnd type="oval" w="lg" len="lg"/>
                <a:tailEnd type="none" w="lg" len="lg"/>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90C3CE60-09D7-E455-0611-55B80F6A115B}"/>
                  </a:ext>
                </a:extLst>
              </p:cNvPr>
              <p:cNvSpPr/>
              <p:nvPr/>
            </p:nvSpPr>
            <p:spPr>
              <a:xfrm>
                <a:off x="4509861" y="3701799"/>
                <a:ext cx="116779" cy="128016"/>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grpSp>
        <p:sp>
          <p:nvSpPr>
            <p:cNvPr id="18" name="Rectangle 17">
              <a:extLst>
                <a:ext uri="{FF2B5EF4-FFF2-40B4-BE49-F238E27FC236}">
                  <a16:creationId xmlns:a16="http://schemas.microsoft.com/office/drawing/2014/main" id="{9BFD0637-963E-AC97-DDC7-02C2604C87EB}"/>
                </a:ext>
              </a:extLst>
            </p:cNvPr>
            <p:cNvSpPr/>
            <p:nvPr/>
          </p:nvSpPr>
          <p:spPr>
            <a:xfrm>
              <a:off x="7141065" y="2694863"/>
              <a:ext cx="151017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D</a:t>
              </a:r>
            </a:p>
          </p:txBody>
        </p:sp>
        <p:sp>
          <p:nvSpPr>
            <p:cNvPr id="19" name="Rectangle 18">
              <a:extLst>
                <a:ext uri="{FF2B5EF4-FFF2-40B4-BE49-F238E27FC236}">
                  <a16:creationId xmlns:a16="http://schemas.microsoft.com/office/drawing/2014/main" id="{07E97861-ED90-BC46-1D0D-B79E53B7EECF}"/>
                </a:ext>
              </a:extLst>
            </p:cNvPr>
            <p:cNvSpPr/>
            <p:nvPr/>
          </p:nvSpPr>
          <p:spPr>
            <a:xfrm>
              <a:off x="7152640" y="2943308"/>
              <a:ext cx="1498600" cy="707886"/>
            </a:xfrm>
            <a:prstGeom prst="rect">
              <a:avLst/>
            </a:prstGeom>
          </p:spPr>
          <p:txBody>
            <a:bodyPr wrap="square">
              <a:spAutoFit/>
            </a:bodyPr>
            <a:lstStyle/>
            <a:p>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20" name="Rectangle 19">
              <a:extLst>
                <a:ext uri="{FF2B5EF4-FFF2-40B4-BE49-F238E27FC236}">
                  <a16:creationId xmlns:a16="http://schemas.microsoft.com/office/drawing/2014/main" id="{BBF21C07-3C3B-981B-7502-29698F558E76}"/>
                </a:ext>
              </a:extLst>
            </p:cNvPr>
            <p:cNvSpPr/>
            <p:nvPr/>
          </p:nvSpPr>
          <p:spPr>
            <a:xfrm>
              <a:off x="9573489" y="2694863"/>
              <a:ext cx="151017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E</a:t>
              </a:r>
            </a:p>
          </p:txBody>
        </p:sp>
        <p:sp>
          <p:nvSpPr>
            <p:cNvPr id="21" name="Rectangle 20">
              <a:extLst>
                <a:ext uri="{FF2B5EF4-FFF2-40B4-BE49-F238E27FC236}">
                  <a16:creationId xmlns:a16="http://schemas.microsoft.com/office/drawing/2014/main" id="{B907D4C7-5E95-11F3-FF1B-99F4610790DC}"/>
                </a:ext>
              </a:extLst>
            </p:cNvPr>
            <p:cNvSpPr/>
            <p:nvPr/>
          </p:nvSpPr>
          <p:spPr>
            <a:xfrm>
              <a:off x="9585064" y="2943308"/>
              <a:ext cx="1498600" cy="707886"/>
            </a:xfrm>
            <a:prstGeom prst="rect">
              <a:avLst/>
            </a:prstGeom>
          </p:spPr>
          <p:txBody>
            <a:bodyPr wrap="square">
              <a:spAutoFit/>
            </a:bodyPr>
            <a:lstStyle/>
            <a:p>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22" name="Rectangle 21">
              <a:extLst>
                <a:ext uri="{FF2B5EF4-FFF2-40B4-BE49-F238E27FC236}">
                  <a16:creationId xmlns:a16="http://schemas.microsoft.com/office/drawing/2014/main" id="{E9B052CE-161A-674E-F39D-CB3BC7A3ABE1}"/>
                </a:ext>
              </a:extLst>
            </p:cNvPr>
            <p:cNvSpPr/>
            <p:nvPr/>
          </p:nvSpPr>
          <p:spPr>
            <a:xfrm>
              <a:off x="7141065" y="4853446"/>
              <a:ext cx="151017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F</a:t>
              </a:r>
            </a:p>
          </p:txBody>
        </p:sp>
        <p:sp>
          <p:nvSpPr>
            <p:cNvPr id="23" name="Rectangle 22">
              <a:extLst>
                <a:ext uri="{FF2B5EF4-FFF2-40B4-BE49-F238E27FC236}">
                  <a16:creationId xmlns:a16="http://schemas.microsoft.com/office/drawing/2014/main" id="{8A3662BC-6CD0-F7FC-2E1E-F755BFD42BC2}"/>
                </a:ext>
              </a:extLst>
            </p:cNvPr>
            <p:cNvSpPr/>
            <p:nvPr/>
          </p:nvSpPr>
          <p:spPr>
            <a:xfrm>
              <a:off x="7152640" y="5101891"/>
              <a:ext cx="1498600" cy="707886"/>
            </a:xfrm>
            <a:prstGeom prst="rect">
              <a:avLst/>
            </a:prstGeom>
          </p:spPr>
          <p:txBody>
            <a:bodyPr wrap="square">
              <a:spAutoFit/>
            </a:bodyPr>
            <a:lstStyle/>
            <a:p>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24" name="Rectangle 23">
              <a:extLst>
                <a:ext uri="{FF2B5EF4-FFF2-40B4-BE49-F238E27FC236}">
                  <a16:creationId xmlns:a16="http://schemas.microsoft.com/office/drawing/2014/main" id="{6A30B51D-3B6E-F223-56A3-98DFEE6BB29D}"/>
                </a:ext>
              </a:extLst>
            </p:cNvPr>
            <p:cNvSpPr/>
            <p:nvPr/>
          </p:nvSpPr>
          <p:spPr>
            <a:xfrm>
              <a:off x="9585064" y="4853446"/>
              <a:ext cx="151017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G</a:t>
              </a:r>
            </a:p>
          </p:txBody>
        </p:sp>
        <p:sp>
          <p:nvSpPr>
            <p:cNvPr id="25" name="Rectangle 24">
              <a:extLst>
                <a:ext uri="{FF2B5EF4-FFF2-40B4-BE49-F238E27FC236}">
                  <a16:creationId xmlns:a16="http://schemas.microsoft.com/office/drawing/2014/main" id="{630DBDF3-969C-9ACF-FF32-7FCA4D5452EC}"/>
                </a:ext>
              </a:extLst>
            </p:cNvPr>
            <p:cNvSpPr/>
            <p:nvPr/>
          </p:nvSpPr>
          <p:spPr>
            <a:xfrm>
              <a:off x="9596639" y="5101891"/>
              <a:ext cx="1498600" cy="707886"/>
            </a:xfrm>
            <a:prstGeom prst="rect">
              <a:avLst/>
            </a:prstGeom>
          </p:spPr>
          <p:txBody>
            <a:bodyPr wrap="square">
              <a:spAutoFit/>
            </a:bodyPr>
            <a:lstStyle/>
            <a:p>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800" dirty="0">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 magna </a:t>
              </a:r>
              <a:r>
                <a:rPr lang="en-US" sz="8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aliqua</a:t>
              </a:r>
              <a:r>
                <a:rPr lang="en-US" sz="8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endParaRPr kumimoji="0" lang="en-US" sz="8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spTree>
    <p:extLst>
      <p:ext uri="{BB962C8B-B14F-4D97-AF65-F5344CB8AC3E}">
        <p14:creationId xmlns:p14="http://schemas.microsoft.com/office/powerpoint/2010/main" val="45321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D46AE1D-88EC-373E-9947-D7B3E35F2DB6}"/>
              </a:ext>
            </a:extLst>
          </p:cNvPr>
          <p:cNvSpPr>
            <a:spLocks noGrp="1"/>
          </p:cNvSpPr>
          <p:nvPr>
            <p:ph type="sldNum" sz="quarter" idx="12"/>
          </p:nvPr>
        </p:nvSpPr>
        <p:spPr/>
        <p:txBody>
          <a:bodyPr/>
          <a:lstStyle/>
          <a:p>
            <a:fld id="{EB4B8DE2-A4E8-46E4-8BBF-D75455EFF32C}" type="slidenum">
              <a:rPr lang="en-US" smtClean="0"/>
              <a:pPr/>
              <a:t>107</a:t>
            </a:fld>
            <a:endParaRPr lang="en-US" dirty="0"/>
          </a:p>
        </p:txBody>
      </p:sp>
      <p:grpSp>
        <p:nvGrpSpPr>
          <p:cNvPr id="19" name="Group 18">
            <a:extLst>
              <a:ext uri="{FF2B5EF4-FFF2-40B4-BE49-F238E27FC236}">
                <a16:creationId xmlns:a16="http://schemas.microsoft.com/office/drawing/2014/main" id="{05EFDC9E-15F4-DF01-8E60-EDCBE37A5AF4}"/>
              </a:ext>
            </a:extLst>
          </p:cNvPr>
          <p:cNvGrpSpPr/>
          <p:nvPr/>
        </p:nvGrpSpPr>
        <p:grpSpPr>
          <a:xfrm>
            <a:off x="457244" y="2148840"/>
            <a:ext cx="11277512" cy="2560320"/>
            <a:chOff x="358586" y="2982953"/>
            <a:chExt cx="11277512" cy="2560320"/>
          </a:xfrm>
        </p:grpSpPr>
        <p:grpSp>
          <p:nvGrpSpPr>
            <p:cNvPr id="3" name="Group 2">
              <a:extLst>
                <a:ext uri="{FF2B5EF4-FFF2-40B4-BE49-F238E27FC236}">
                  <a16:creationId xmlns:a16="http://schemas.microsoft.com/office/drawing/2014/main" id="{4E5C5921-744C-54F1-5225-988BE6A9C1A5}"/>
                </a:ext>
              </a:extLst>
            </p:cNvPr>
            <p:cNvGrpSpPr/>
            <p:nvPr/>
          </p:nvGrpSpPr>
          <p:grpSpPr>
            <a:xfrm>
              <a:off x="358586" y="2982953"/>
              <a:ext cx="11277512" cy="2560320"/>
              <a:chOff x="358586" y="2982953"/>
              <a:chExt cx="11277512" cy="2560320"/>
            </a:xfrm>
          </p:grpSpPr>
          <p:sp>
            <p:nvSpPr>
              <p:cNvPr id="4" name="Oval 3">
                <a:extLst>
                  <a:ext uri="{FF2B5EF4-FFF2-40B4-BE49-F238E27FC236}">
                    <a16:creationId xmlns:a16="http://schemas.microsoft.com/office/drawing/2014/main" id="{D313B607-3B3E-7BB3-65A2-18178A1560B0}"/>
                  </a:ext>
                </a:extLst>
              </p:cNvPr>
              <p:cNvSpPr/>
              <p:nvPr/>
            </p:nvSpPr>
            <p:spPr>
              <a:xfrm>
                <a:off x="358586" y="2982953"/>
                <a:ext cx="2560320" cy="2560320"/>
              </a:xfrm>
              <a:prstGeom prst="ellipse">
                <a:avLst/>
              </a:prstGeom>
              <a:gradFill>
                <a:gsLst>
                  <a:gs pos="0">
                    <a:srgbClr val="1D262F"/>
                  </a:gs>
                  <a:gs pos="100000">
                    <a:srgbClr val="2444C8"/>
                  </a:gs>
                </a:gsLst>
                <a:lin ang="14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5" name="Oval 4">
                <a:extLst>
                  <a:ext uri="{FF2B5EF4-FFF2-40B4-BE49-F238E27FC236}">
                    <a16:creationId xmlns:a16="http://schemas.microsoft.com/office/drawing/2014/main" id="{8CCA6C3F-ED3D-3A2B-5F56-C103164C2EEC}"/>
                  </a:ext>
                </a:extLst>
              </p:cNvPr>
              <p:cNvSpPr/>
              <p:nvPr/>
            </p:nvSpPr>
            <p:spPr>
              <a:xfrm>
                <a:off x="2537884" y="2982953"/>
                <a:ext cx="2560320" cy="2560320"/>
              </a:xfrm>
              <a:prstGeom prst="ellipse">
                <a:avLst/>
              </a:prstGeom>
              <a:gradFill>
                <a:gsLst>
                  <a:gs pos="0">
                    <a:schemeClr val="accent2">
                      <a:lumMod val="75000"/>
                    </a:schemeClr>
                  </a:gs>
                  <a:gs pos="96000">
                    <a:srgbClr val="2444C8"/>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6" name="Oval 5">
                <a:extLst>
                  <a:ext uri="{FF2B5EF4-FFF2-40B4-BE49-F238E27FC236}">
                    <a16:creationId xmlns:a16="http://schemas.microsoft.com/office/drawing/2014/main" id="{BF84F68F-CFD7-FF76-5AC8-38703E1E848F}"/>
                  </a:ext>
                </a:extLst>
              </p:cNvPr>
              <p:cNvSpPr/>
              <p:nvPr/>
            </p:nvSpPr>
            <p:spPr>
              <a:xfrm>
                <a:off x="4717182" y="2982953"/>
                <a:ext cx="2560320" cy="2560320"/>
              </a:xfrm>
              <a:prstGeom prst="ellipse">
                <a:avLst/>
              </a:prstGeom>
              <a:gradFill>
                <a:gsLst>
                  <a:gs pos="96000">
                    <a:srgbClr val="5400AD"/>
                  </a:gs>
                  <a:gs pos="0">
                    <a:srgbClr val="B81EE7"/>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7" name="Oval 6">
                <a:extLst>
                  <a:ext uri="{FF2B5EF4-FFF2-40B4-BE49-F238E27FC236}">
                    <a16:creationId xmlns:a16="http://schemas.microsoft.com/office/drawing/2014/main" id="{D57FFCCE-5211-CA4C-FD0F-E924406D0C51}"/>
                  </a:ext>
                </a:extLst>
              </p:cNvPr>
              <p:cNvSpPr/>
              <p:nvPr/>
            </p:nvSpPr>
            <p:spPr>
              <a:xfrm>
                <a:off x="6896480" y="2982953"/>
                <a:ext cx="2560320" cy="2560320"/>
              </a:xfrm>
              <a:prstGeom prst="ellipse">
                <a:avLst/>
              </a:prstGeom>
              <a:gradFill>
                <a:gsLst>
                  <a:gs pos="20000">
                    <a:schemeClr val="accent4">
                      <a:lumMod val="50000"/>
                    </a:schemeClr>
                  </a:gs>
                  <a:gs pos="100000">
                    <a:srgbClr val="B81EE7"/>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8" name="Oval 7">
                <a:extLst>
                  <a:ext uri="{FF2B5EF4-FFF2-40B4-BE49-F238E27FC236}">
                    <a16:creationId xmlns:a16="http://schemas.microsoft.com/office/drawing/2014/main" id="{7A174AD9-63F4-1532-AE09-651070B4294C}"/>
                  </a:ext>
                </a:extLst>
              </p:cNvPr>
              <p:cNvSpPr/>
              <p:nvPr/>
            </p:nvSpPr>
            <p:spPr>
              <a:xfrm>
                <a:off x="9075778" y="2982953"/>
                <a:ext cx="2560320" cy="2560320"/>
              </a:xfrm>
              <a:prstGeom prst="ellipse">
                <a:avLst/>
              </a:prstGeom>
              <a:gradFill>
                <a:gsLst>
                  <a:gs pos="0">
                    <a:schemeClr val="accent5">
                      <a:lumMod val="75000"/>
                    </a:schemeClr>
                  </a:gs>
                  <a:gs pos="100000">
                    <a:schemeClr val="accent4">
                      <a:lumMod val="50000"/>
                    </a:schemeClr>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grpSp>
        <p:sp>
          <p:nvSpPr>
            <p:cNvPr id="9" name="Rectangle 8">
              <a:extLst>
                <a:ext uri="{FF2B5EF4-FFF2-40B4-BE49-F238E27FC236}">
                  <a16:creationId xmlns:a16="http://schemas.microsoft.com/office/drawing/2014/main" id="{2B6FFD75-E03F-80DD-DC79-11F9E299B05B}"/>
                </a:ext>
              </a:extLst>
            </p:cNvPr>
            <p:cNvSpPr/>
            <p:nvPr/>
          </p:nvSpPr>
          <p:spPr>
            <a:xfrm>
              <a:off x="739608" y="3879086"/>
              <a:ext cx="156669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One</a:t>
              </a:r>
            </a:p>
          </p:txBody>
        </p:sp>
        <p:sp>
          <p:nvSpPr>
            <p:cNvPr id="10" name="Rectangle 9">
              <a:extLst>
                <a:ext uri="{FF2B5EF4-FFF2-40B4-BE49-F238E27FC236}">
                  <a16:creationId xmlns:a16="http://schemas.microsoft.com/office/drawing/2014/main" id="{FD81D1BA-0468-33D5-24E9-31FA7EF4F356}"/>
                </a:ext>
              </a:extLst>
            </p:cNvPr>
            <p:cNvSpPr/>
            <p:nvPr/>
          </p:nvSpPr>
          <p:spPr>
            <a:xfrm>
              <a:off x="751183" y="4127531"/>
              <a:ext cx="1498600" cy="543097"/>
            </a:xfrm>
            <a:prstGeom prst="rect">
              <a:avLst/>
            </a:prstGeom>
          </p:spPr>
          <p:txBody>
            <a:bodyPr wrap="square">
              <a:spAutoFit/>
            </a:bodyPr>
            <a:lstStyle/>
            <a:p>
              <a:pPr>
                <a:lnSpc>
                  <a:spcPct val="125000"/>
                </a:lnSpc>
              </a:pP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800" u="none" strike="noStrike" kern="1200" cap="none" spc="0"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1" name="Rectangle 10">
              <a:extLst>
                <a:ext uri="{FF2B5EF4-FFF2-40B4-BE49-F238E27FC236}">
                  <a16:creationId xmlns:a16="http://schemas.microsoft.com/office/drawing/2014/main" id="{2C4CB6BE-E45C-6D26-F616-17FB39265B96}"/>
                </a:ext>
              </a:extLst>
            </p:cNvPr>
            <p:cNvSpPr/>
            <p:nvPr/>
          </p:nvSpPr>
          <p:spPr>
            <a:xfrm>
              <a:off x="3003306" y="3879086"/>
              <a:ext cx="156669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Two</a:t>
              </a:r>
            </a:p>
          </p:txBody>
        </p:sp>
        <p:sp>
          <p:nvSpPr>
            <p:cNvPr id="12" name="Rectangle 11">
              <a:extLst>
                <a:ext uri="{FF2B5EF4-FFF2-40B4-BE49-F238E27FC236}">
                  <a16:creationId xmlns:a16="http://schemas.microsoft.com/office/drawing/2014/main" id="{0FFED6F8-98A9-23C3-DCE4-84EB03E35F83}"/>
                </a:ext>
              </a:extLst>
            </p:cNvPr>
            <p:cNvSpPr/>
            <p:nvPr/>
          </p:nvSpPr>
          <p:spPr>
            <a:xfrm>
              <a:off x="3014881" y="4127531"/>
              <a:ext cx="1498600" cy="543097"/>
            </a:xfrm>
            <a:prstGeom prst="rect">
              <a:avLst/>
            </a:prstGeom>
          </p:spPr>
          <p:txBody>
            <a:bodyPr wrap="square">
              <a:spAutoFit/>
            </a:bodyPr>
            <a:lstStyle/>
            <a:p>
              <a:pPr>
                <a:lnSpc>
                  <a:spcPct val="125000"/>
                </a:lnSpc>
              </a:pP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800" u="none" strike="noStrike" kern="1200" cap="none" spc="0"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3" name="Rectangle 12">
              <a:extLst>
                <a:ext uri="{FF2B5EF4-FFF2-40B4-BE49-F238E27FC236}">
                  <a16:creationId xmlns:a16="http://schemas.microsoft.com/office/drawing/2014/main" id="{A757C77C-31DD-F732-637C-3547E9FBE9E3}"/>
                </a:ext>
              </a:extLst>
            </p:cNvPr>
            <p:cNvSpPr/>
            <p:nvPr/>
          </p:nvSpPr>
          <p:spPr>
            <a:xfrm>
              <a:off x="5218080" y="3879086"/>
              <a:ext cx="156669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Three</a:t>
              </a:r>
            </a:p>
          </p:txBody>
        </p:sp>
        <p:sp>
          <p:nvSpPr>
            <p:cNvPr id="14" name="Rectangle 13">
              <a:extLst>
                <a:ext uri="{FF2B5EF4-FFF2-40B4-BE49-F238E27FC236}">
                  <a16:creationId xmlns:a16="http://schemas.microsoft.com/office/drawing/2014/main" id="{66618404-BBD2-C2C8-E785-655462AEA828}"/>
                </a:ext>
              </a:extLst>
            </p:cNvPr>
            <p:cNvSpPr/>
            <p:nvPr/>
          </p:nvSpPr>
          <p:spPr>
            <a:xfrm>
              <a:off x="5229655" y="4127531"/>
              <a:ext cx="1498600" cy="543097"/>
            </a:xfrm>
            <a:prstGeom prst="rect">
              <a:avLst/>
            </a:prstGeom>
          </p:spPr>
          <p:txBody>
            <a:bodyPr wrap="square">
              <a:spAutoFit/>
            </a:bodyPr>
            <a:lstStyle/>
            <a:p>
              <a:pPr>
                <a:lnSpc>
                  <a:spcPct val="125000"/>
                </a:lnSpc>
              </a:pP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800" u="none" strike="noStrike" kern="1200" cap="none" spc="0"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5" name="Rectangle 14">
              <a:extLst>
                <a:ext uri="{FF2B5EF4-FFF2-40B4-BE49-F238E27FC236}">
                  <a16:creationId xmlns:a16="http://schemas.microsoft.com/office/drawing/2014/main" id="{989CFC90-DC03-42B1-21BF-EAD47BB71FF2}"/>
                </a:ext>
              </a:extLst>
            </p:cNvPr>
            <p:cNvSpPr/>
            <p:nvPr/>
          </p:nvSpPr>
          <p:spPr>
            <a:xfrm>
              <a:off x="7400122" y="3879086"/>
              <a:ext cx="156669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Four</a:t>
              </a:r>
            </a:p>
          </p:txBody>
        </p:sp>
        <p:sp>
          <p:nvSpPr>
            <p:cNvPr id="16" name="Rectangle 15">
              <a:extLst>
                <a:ext uri="{FF2B5EF4-FFF2-40B4-BE49-F238E27FC236}">
                  <a16:creationId xmlns:a16="http://schemas.microsoft.com/office/drawing/2014/main" id="{A823BDB7-D25F-D7C8-7CC9-51B54D95EECD}"/>
                </a:ext>
              </a:extLst>
            </p:cNvPr>
            <p:cNvSpPr/>
            <p:nvPr/>
          </p:nvSpPr>
          <p:spPr>
            <a:xfrm>
              <a:off x="7411697" y="4127531"/>
              <a:ext cx="1498600" cy="543097"/>
            </a:xfrm>
            <a:prstGeom prst="rect">
              <a:avLst/>
            </a:prstGeom>
          </p:spPr>
          <p:txBody>
            <a:bodyPr wrap="square">
              <a:spAutoFit/>
            </a:bodyPr>
            <a:lstStyle/>
            <a:p>
              <a:pPr>
                <a:lnSpc>
                  <a:spcPct val="125000"/>
                </a:lnSpc>
              </a:pP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800" u="none" strike="noStrike" kern="1200" cap="none" spc="0"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7" name="Rectangle 16">
              <a:extLst>
                <a:ext uri="{FF2B5EF4-FFF2-40B4-BE49-F238E27FC236}">
                  <a16:creationId xmlns:a16="http://schemas.microsoft.com/office/drawing/2014/main" id="{82747771-2194-6881-A8B2-C841A3C843C8}"/>
                </a:ext>
              </a:extLst>
            </p:cNvPr>
            <p:cNvSpPr/>
            <p:nvPr/>
          </p:nvSpPr>
          <p:spPr>
            <a:xfrm>
              <a:off x="9660584" y="3879086"/>
              <a:ext cx="1566695" cy="276999"/>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Five</a:t>
              </a:r>
            </a:p>
          </p:txBody>
        </p:sp>
        <p:sp>
          <p:nvSpPr>
            <p:cNvPr id="18" name="Rectangle 17">
              <a:extLst>
                <a:ext uri="{FF2B5EF4-FFF2-40B4-BE49-F238E27FC236}">
                  <a16:creationId xmlns:a16="http://schemas.microsoft.com/office/drawing/2014/main" id="{5C29849F-092C-2D99-39A5-8B9AA1F5AA46}"/>
                </a:ext>
              </a:extLst>
            </p:cNvPr>
            <p:cNvSpPr/>
            <p:nvPr/>
          </p:nvSpPr>
          <p:spPr>
            <a:xfrm>
              <a:off x="9672159" y="4127531"/>
              <a:ext cx="1498600" cy="543097"/>
            </a:xfrm>
            <a:prstGeom prst="rect">
              <a:avLst/>
            </a:prstGeom>
          </p:spPr>
          <p:txBody>
            <a:bodyPr wrap="square">
              <a:spAutoFit/>
            </a:bodyPr>
            <a:lstStyle/>
            <a:p>
              <a:pPr>
                <a:lnSpc>
                  <a:spcPct val="125000"/>
                </a:lnSpc>
              </a:pP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800" dirty="0" err="1">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800" dirty="0">
                  <a:solidFill>
                    <a:schemeClr val="bg1"/>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800" u="none" strike="noStrike" kern="1200" cap="none" spc="0"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spTree>
    <p:extLst>
      <p:ext uri="{BB962C8B-B14F-4D97-AF65-F5344CB8AC3E}">
        <p14:creationId xmlns:p14="http://schemas.microsoft.com/office/powerpoint/2010/main" val="3719090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D4B6477-2F52-1535-F781-9AC58682ABCB}"/>
              </a:ext>
            </a:extLst>
          </p:cNvPr>
          <p:cNvSpPr>
            <a:spLocks noGrp="1"/>
          </p:cNvSpPr>
          <p:nvPr>
            <p:ph type="sldNum" sz="quarter" idx="12"/>
          </p:nvPr>
        </p:nvSpPr>
        <p:spPr/>
        <p:txBody>
          <a:bodyPr/>
          <a:lstStyle/>
          <a:p>
            <a:fld id="{EB4B8DE2-A4E8-46E4-8BBF-D75455EFF32C}" type="slidenum">
              <a:rPr lang="en-US" smtClean="0"/>
              <a:pPr/>
              <a:t>108</a:t>
            </a:fld>
            <a:endParaRPr lang="en-US" dirty="0"/>
          </a:p>
        </p:txBody>
      </p:sp>
      <p:sp>
        <p:nvSpPr>
          <p:cNvPr id="12" name="Rounded Rectangle 11">
            <a:extLst>
              <a:ext uri="{FF2B5EF4-FFF2-40B4-BE49-F238E27FC236}">
                <a16:creationId xmlns:a16="http://schemas.microsoft.com/office/drawing/2014/main" id="{1C208C64-9D3A-EDEF-DA11-CDD120C70598}"/>
              </a:ext>
            </a:extLst>
          </p:cNvPr>
          <p:cNvSpPr/>
          <p:nvPr/>
        </p:nvSpPr>
        <p:spPr>
          <a:xfrm>
            <a:off x="518579" y="1455867"/>
            <a:ext cx="10965695" cy="1358501"/>
          </a:xfrm>
          <a:prstGeom prst="roundRect">
            <a:avLst>
              <a:gd name="adj" fmla="val 50000"/>
            </a:avLst>
          </a:prstGeom>
          <a:gradFill>
            <a:gsLst>
              <a:gs pos="47000">
                <a:schemeClr val="accent2">
                  <a:lumMod val="75000"/>
                </a:schemeClr>
              </a:gs>
              <a:gs pos="0">
                <a:srgbClr val="002060"/>
              </a:gs>
              <a:gs pos="99000">
                <a:schemeClr val="accent4">
                  <a:lumMod val="75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3" name="Rectangle 2">
            <a:extLst>
              <a:ext uri="{FF2B5EF4-FFF2-40B4-BE49-F238E27FC236}">
                <a16:creationId xmlns:a16="http://schemas.microsoft.com/office/drawing/2014/main" id="{0179968E-B712-FD4D-1DF6-005DB4653D89}"/>
              </a:ext>
            </a:extLst>
          </p:cNvPr>
          <p:cNvSpPr/>
          <p:nvPr/>
        </p:nvSpPr>
        <p:spPr>
          <a:xfrm>
            <a:off x="1149946" y="2005291"/>
            <a:ext cx="2735073" cy="461665"/>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A</a:t>
            </a:r>
          </a:p>
        </p:txBody>
      </p:sp>
      <p:sp>
        <p:nvSpPr>
          <p:cNvPr id="4" name="Rectangle 3">
            <a:extLst>
              <a:ext uri="{FF2B5EF4-FFF2-40B4-BE49-F238E27FC236}">
                <a16:creationId xmlns:a16="http://schemas.microsoft.com/office/drawing/2014/main" id="{47296AB4-4B4B-5383-7880-6F923D10D09B}"/>
              </a:ext>
            </a:extLst>
          </p:cNvPr>
          <p:cNvSpPr/>
          <p:nvPr/>
        </p:nvSpPr>
        <p:spPr>
          <a:xfrm>
            <a:off x="1149945" y="3001476"/>
            <a:ext cx="2735074" cy="2400657"/>
          </a:xfrm>
          <a:prstGeom prst="rect">
            <a:avLst/>
          </a:prstGeom>
        </p:spPr>
        <p:txBody>
          <a:bodyPr wrap="square">
            <a:spAutoFit/>
          </a:bodyPr>
          <a:lstStyle/>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adipiscing</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elit</a:t>
            </a:r>
            <a:r>
              <a:rPr lang="en-US" sz="1400" dirty="0">
                <a:effectLst/>
                <a:latin typeface="Amazon Ember Display" panose="020F0603020204020204" pitchFamily="34" charset="0"/>
              </a:rPr>
              <a:t>, sed do </a:t>
            </a:r>
            <a:r>
              <a:rPr lang="en-US" sz="1400" dirty="0" err="1">
                <a:effectLst/>
                <a:latin typeface="Amazon Ember Display" panose="020F0603020204020204" pitchFamily="34" charset="0"/>
              </a:rPr>
              <a:t>eiusmod</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tempor</a:t>
            </a:r>
            <a:r>
              <a:rPr lang="en-US" sz="1400" dirty="0">
                <a:effectLst/>
                <a:latin typeface="Amazon Ember Display" panose="020F0603020204020204" pitchFamily="34" charset="0"/>
              </a:rPr>
              <a:t> </a:t>
            </a:r>
          </a:p>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adipiscing</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elit</a:t>
            </a:r>
            <a:r>
              <a:rPr lang="en-US" sz="1400" dirty="0">
                <a:effectLst/>
                <a:latin typeface="Amazon Ember Display" panose="020F0603020204020204" pitchFamily="34" charset="0"/>
              </a:rPr>
              <a:t>, sed do </a:t>
            </a:r>
            <a:r>
              <a:rPr lang="en-US" sz="1400" dirty="0" err="1">
                <a:effectLst/>
                <a:latin typeface="Amazon Ember Display" panose="020F0603020204020204" pitchFamily="34" charset="0"/>
              </a:rPr>
              <a:t>eiusmod</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tempor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incididunt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ut</a:t>
            </a:r>
            <a:r>
              <a:rPr lang="en-US" sz="1400" dirty="0">
                <a:effectLst/>
                <a:latin typeface="Amazon Ember Display" panose="020F0603020204020204" pitchFamily="34" charset="0"/>
              </a:rPr>
              <a:t> labore et dolore magna</a:t>
            </a:r>
          </a:p>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endParaRPr kumimoji="0" lang="en-US" sz="14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5" name="Rectangle 4">
            <a:extLst>
              <a:ext uri="{FF2B5EF4-FFF2-40B4-BE49-F238E27FC236}">
                <a16:creationId xmlns:a16="http://schemas.microsoft.com/office/drawing/2014/main" id="{212DA900-D783-5A42-DB35-D70A1F2A2347}"/>
              </a:ext>
            </a:extLst>
          </p:cNvPr>
          <p:cNvSpPr/>
          <p:nvPr/>
        </p:nvSpPr>
        <p:spPr>
          <a:xfrm>
            <a:off x="4760204" y="2005291"/>
            <a:ext cx="2735073" cy="461665"/>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B</a:t>
            </a:r>
          </a:p>
        </p:txBody>
      </p:sp>
      <p:sp>
        <p:nvSpPr>
          <p:cNvPr id="6" name="Rectangle 5">
            <a:extLst>
              <a:ext uri="{FF2B5EF4-FFF2-40B4-BE49-F238E27FC236}">
                <a16:creationId xmlns:a16="http://schemas.microsoft.com/office/drawing/2014/main" id="{E2ED99A3-C80E-753E-87AC-A15A9FFEB72D}"/>
              </a:ext>
            </a:extLst>
          </p:cNvPr>
          <p:cNvSpPr/>
          <p:nvPr/>
        </p:nvSpPr>
        <p:spPr>
          <a:xfrm>
            <a:off x="8326217" y="2005291"/>
            <a:ext cx="2735073" cy="461665"/>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u="none" strike="noStrike" kern="1200" cap="none" normalizeH="0" baseline="0" noProof="0" dirty="0">
                <a:ln>
                  <a:noFill/>
                </a:ln>
                <a:solidFill>
                  <a:schemeClr val="bg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Category C</a:t>
            </a:r>
          </a:p>
        </p:txBody>
      </p:sp>
      <p:sp>
        <p:nvSpPr>
          <p:cNvPr id="7" name="Rectangle 6">
            <a:extLst>
              <a:ext uri="{FF2B5EF4-FFF2-40B4-BE49-F238E27FC236}">
                <a16:creationId xmlns:a16="http://schemas.microsoft.com/office/drawing/2014/main" id="{9D57D328-BEF8-4E63-7696-CF136B63353C}"/>
              </a:ext>
            </a:extLst>
          </p:cNvPr>
          <p:cNvSpPr/>
          <p:nvPr/>
        </p:nvSpPr>
        <p:spPr>
          <a:xfrm>
            <a:off x="1179442" y="1818183"/>
            <a:ext cx="1453781" cy="261610"/>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rPr>
              <a:t>PHASE ONE</a:t>
            </a:r>
          </a:p>
        </p:txBody>
      </p:sp>
      <p:sp>
        <p:nvSpPr>
          <p:cNvPr id="8" name="Rectangle 7">
            <a:extLst>
              <a:ext uri="{FF2B5EF4-FFF2-40B4-BE49-F238E27FC236}">
                <a16:creationId xmlns:a16="http://schemas.microsoft.com/office/drawing/2014/main" id="{C763E3E8-C0DB-287A-4031-8D5CF8427A11}"/>
              </a:ext>
            </a:extLst>
          </p:cNvPr>
          <p:cNvSpPr/>
          <p:nvPr/>
        </p:nvSpPr>
        <p:spPr>
          <a:xfrm>
            <a:off x="4789701" y="1818183"/>
            <a:ext cx="1453780" cy="261610"/>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rPr>
              <a:t>PHASE TWO</a:t>
            </a:r>
          </a:p>
        </p:txBody>
      </p:sp>
      <p:sp>
        <p:nvSpPr>
          <p:cNvPr id="9" name="Rectangle 8">
            <a:extLst>
              <a:ext uri="{FF2B5EF4-FFF2-40B4-BE49-F238E27FC236}">
                <a16:creationId xmlns:a16="http://schemas.microsoft.com/office/drawing/2014/main" id="{0257EBA2-54CD-46F2-F785-2258EE3A63A4}"/>
              </a:ext>
            </a:extLst>
          </p:cNvPr>
          <p:cNvSpPr/>
          <p:nvPr/>
        </p:nvSpPr>
        <p:spPr>
          <a:xfrm>
            <a:off x="8355713" y="1818183"/>
            <a:ext cx="1594251" cy="261610"/>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rPr>
              <a:t>PHASE THREE</a:t>
            </a:r>
          </a:p>
        </p:txBody>
      </p:sp>
      <p:sp>
        <p:nvSpPr>
          <p:cNvPr id="10" name="Rectangle 9">
            <a:extLst>
              <a:ext uri="{FF2B5EF4-FFF2-40B4-BE49-F238E27FC236}">
                <a16:creationId xmlns:a16="http://schemas.microsoft.com/office/drawing/2014/main" id="{990F8F86-E45A-122B-31EA-F5C715D8A573}"/>
              </a:ext>
            </a:extLst>
          </p:cNvPr>
          <p:cNvSpPr/>
          <p:nvPr/>
        </p:nvSpPr>
        <p:spPr>
          <a:xfrm>
            <a:off x="4760204" y="3001476"/>
            <a:ext cx="2735074" cy="1246495"/>
          </a:xfrm>
          <a:prstGeom prst="rect">
            <a:avLst/>
          </a:prstGeom>
        </p:spPr>
        <p:txBody>
          <a:bodyPr wrap="square">
            <a:spAutoFit/>
          </a:bodyPr>
          <a:lstStyle/>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adipiscing</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elit</a:t>
            </a:r>
            <a:r>
              <a:rPr lang="en-US" sz="1400" dirty="0">
                <a:effectLst/>
                <a:latin typeface="Amazon Ember Display" panose="020F0603020204020204" pitchFamily="34" charset="0"/>
              </a:rPr>
              <a:t>, sed do </a:t>
            </a:r>
            <a:r>
              <a:rPr lang="en-US" sz="1400" dirty="0" err="1">
                <a:effectLst/>
                <a:latin typeface="Amazon Ember Display" panose="020F0603020204020204" pitchFamily="34" charset="0"/>
              </a:rPr>
              <a:t>eiusmod</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tempor</a:t>
            </a:r>
            <a:r>
              <a:rPr lang="en-US" sz="1400" dirty="0">
                <a:effectLst/>
                <a:latin typeface="Amazon Ember Display" panose="020F0603020204020204" pitchFamily="34" charset="0"/>
              </a:rPr>
              <a:t> </a:t>
            </a:r>
          </a:p>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endParaRPr kumimoji="0" lang="en-US" sz="14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1" name="Rectangle 10">
            <a:extLst>
              <a:ext uri="{FF2B5EF4-FFF2-40B4-BE49-F238E27FC236}">
                <a16:creationId xmlns:a16="http://schemas.microsoft.com/office/drawing/2014/main" id="{87853698-180D-555B-3178-45FF54A4CC19}"/>
              </a:ext>
            </a:extLst>
          </p:cNvPr>
          <p:cNvSpPr/>
          <p:nvPr/>
        </p:nvSpPr>
        <p:spPr>
          <a:xfrm>
            <a:off x="8347160" y="3001476"/>
            <a:ext cx="2735074" cy="2400657"/>
          </a:xfrm>
          <a:prstGeom prst="rect">
            <a:avLst/>
          </a:prstGeom>
        </p:spPr>
        <p:txBody>
          <a:bodyPr wrap="square">
            <a:spAutoFit/>
          </a:bodyPr>
          <a:lstStyle/>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adipiscing</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elit</a:t>
            </a:r>
            <a:r>
              <a:rPr lang="en-US" sz="1400" dirty="0">
                <a:effectLst/>
                <a:latin typeface="Amazon Ember Display" panose="020F0603020204020204" pitchFamily="34" charset="0"/>
              </a:rPr>
              <a:t>, sed do </a:t>
            </a:r>
            <a:r>
              <a:rPr lang="en-US" sz="1400" dirty="0" err="1">
                <a:effectLst/>
                <a:latin typeface="Amazon Ember Display" panose="020F0603020204020204" pitchFamily="34" charset="0"/>
              </a:rPr>
              <a:t>eiusmod</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tempor</a:t>
            </a:r>
            <a:r>
              <a:rPr lang="en-US" sz="1400" dirty="0">
                <a:effectLst/>
                <a:latin typeface="Amazon Ember Display" panose="020F0603020204020204" pitchFamily="34" charset="0"/>
              </a:rPr>
              <a:t> </a:t>
            </a:r>
          </a:p>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adipiscing</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elit</a:t>
            </a:r>
            <a:r>
              <a:rPr lang="en-US" sz="1400" dirty="0">
                <a:effectLst/>
                <a:latin typeface="Amazon Ember Display" panose="020F0603020204020204" pitchFamily="34" charset="0"/>
              </a:rPr>
              <a:t>, sed do </a:t>
            </a:r>
            <a:r>
              <a:rPr lang="en-US" sz="1400" dirty="0" err="1">
                <a:effectLst/>
                <a:latin typeface="Amazon Ember Display" panose="020F0603020204020204" pitchFamily="34" charset="0"/>
              </a:rPr>
              <a:t>eiusmod</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tempor</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incididunt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ut</a:t>
            </a:r>
            <a:r>
              <a:rPr lang="en-US" sz="1400" dirty="0">
                <a:effectLst/>
                <a:latin typeface="Amazon Ember Display" panose="020F0603020204020204" pitchFamily="34" charset="0"/>
              </a:rPr>
              <a:t> labore et dolore magna</a:t>
            </a:r>
          </a:p>
          <a:p>
            <a:pPr marL="171450" indent="-171450">
              <a:spcAft>
                <a:spcPts val="600"/>
              </a:spcAft>
              <a:buFont typeface="Arial" panose="020B0604020202020204" pitchFamily="34" charset="0"/>
              <a:buChar char="•"/>
            </a:pPr>
            <a:r>
              <a:rPr lang="en-US" sz="1400" dirty="0">
                <a:effectLst/>
                <a:latin typeface="Amazon Ember Display" panose="020F0603020204020204" pitchFamily="34" charset="0"/>
              </a:rPr>
              <a:t>Lorem ipsum dolor sit </a:t>
            </a:r>
            <a:r>
              <a:rPr lang="en-US" sz="1400" dirty="0" err="1">
                <a:effectLst/>
                <a:latin typeface="Amazon Ember Display" panose="020F0603020204020204" pitchFamily="34" charset="0"/>
              </a:rPr>
              <a:t>amet</a:t>
            </a:r>
            <a:r>
              <a:rPr lang="en-US" sz="1400" dirty="0">
                <a:effectLst/>
                <a:latin typeface="Amazon Ember Display" panose="020F0603020204020204" pitchFamily="34" charset="0"/>
              </a:rPr>
              <a:t>, </a:t>
            </a:r>
            <a:r>
              <a:rPr lang="en-US" sz="1400" dirty="0" err="1">
                <a:effectLst/>
                <a:latin typeface="Amazon Ember Display" panose="020F0603020204020204" pitchFamily="34" charset="0"/>
              </a:rPr>
              <a:t>consectetur</a:t>
            </a:r>
            <a:endParaRPr kumimoji="0" lang="en-US" sz="14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Tree>
    <p:extLst>
      <p:ext uri="{BB962C8B-B14F-4D97-AF65-F5344CB8AC3E}">
        <p14:creationId xmlns:p14="http://schemas.microsoft.com/office/powerpoint/2010/main" val="581976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DDAFFC-B0C1-E6C4-4389-E915A10C9D3F}"/>
              </a:ext>
            </a:extLst>
          </p:cNvPr>
          <p:cNvSpPr>
            <a:spLocks noGrp="1"/>
          </p:cNvSpPr>
          <p:nvPr>
            <p:ph type="sldNum" sz="quarter" idx="12"/>
          </p:nvPr>
        </p:nvSpPr>
        <p:spPr/>
        <p:txBody>
          <a:bodyPr/>
          <a:lstStyle/>
          <a:p>
            <a:fld id="{EB4B8DE2-A4E8-46E4-8BBF-D75455EFF32C}" type="slidenum">
              <a:rPr lang="en-US" smtClean="0"/>
              <a:pPr/>
              <a:t>109</a:t>
            </a:fld>
            <a:endParaRPr lang="en-US" dirty="0"/>
          </a:p>
        </p:txBody>
      </p:sp>
      <p:pic>
        <p:nvPicPr>
          <p:cNvPr id="3" name="Graphic 2">
            <a:extLst>
              <a:ext uri="{FF2B5EF4-FFF2-40B4-BE49-F238E27FC236}">
                <a16:creationId xmlns:a16="http://schemas.microsoft.com/office/drawing/2014/main" id="{A57E1CAD-EB63-DAA3-90A9-517A89E16B3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13830" r="-431"/>
          <a:stretch/>
        </p:blipFill>
        <p:spPr>
          <a:xfrm>
            <a:off x="0" y="1521414"/>
            <a:ext cx="12252960" cy="3508314"/>
          </a:xfrm>
          <a:prstGeom prst="rect">
            <a:avLst/>
          </a:prstGeom>
        </p:spPr>
      </p:pic>
      <p:sp>
        <p:nvSpPr>
          <p:cNvPr id="4" name="Rectangle 3">
            <a:extLst>
              <a:ext uri="{FF2B5EF4-FFF2-40B4-BE49-F238E27FC236}">
                <a16:creationId xmlns:a16="http://schemas.microsoft.com/office/drawing/2014/main" id="{DCB5AAAB-244D-BA90-3484-443D03E471BD}"/>
              </a:ext>
            </a:extLst>
          </p:cNvPr>
          <p:cNvSpPr/>
          <p:nvPr/>
        </p:nvSpPr>
        <p:spPr>
          <a:xfrm>
            <a:off x="828098" y="5198086"/>
            <a:ext cx="1566695" cy="338554"/>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u="none" strike="noStrike" kern="1200" cap="none" normalizeH="0" baseline="0" noProof="0" dirty="0">
                <a:ln>
                  <a:noFill/>
                </a:ln>
                <a:solidFill>
                  <a:schemeClr val="accent1"/>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One</a:t>
            </a:r>
          </a:p>
        </p:txBody>
      </p:sp>
      <p:sp>
        <p:nvSpPr>
          <p:cNvPr id="5" name="Rectangle 4">
            <a:extLst>
              <a:ext uri="{FF2B5EF4-FFF2-40B4-BE49-F238E27FC236}">
                <a16:creationId xmlns:a16="http://schemas.microsoft.com/office/drawing/2014/main" id="{6AD7CD2F-33A6-47EF-1DFF-0B0685B3CF54}"/>
              </a:ext>
            </a:extLst>
          </p:cNvPr>
          <p:cNvSpPr/>
          <p:nvPr/>
        </p:nvSpPr>
        <p:spPr>
          <a:xfrm>
            <a:off x="839672" y="5536640"/>
            <a:ext cx="2213244" cy="646331"/>
          </a:xfrm>
          <a:prstGeom prst="rect">
            <a:avLst/>
          </a:prstGeom>
        </p:spPr>
        <p:txBody>
          <a:bodyPr wrap="square">
            <a:spAutoFit/>
          </a:bodyPr>
          <a:lstStyle/>
          <a:p>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12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6" name="Rectangle 5">
            <a:extLst>
              <a:ext uri="{FF2B5EF4-FFF2-40B4-BE49-F238E27FC236}">
                <a16:creationId xmlns:a16="http://schemas.microsoft.com/office/drawing/2014/main" id="{1DC6A131-F103-2E37-66A9-1DED4B15900C}"/>
              </a:ext>
            </a:extLst>
          </p:cNvPr>
          <p:cNvSpPr/>
          <p:nvPr/>
        </p:nvSpPr>
        <p:spPr>
          <a:xfrm>
            <a:off x="4323466" y="3973970"/>
            <a:ext cx="1566695" cy="338554"/>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u="none" strike="noStrike" kern="1200" cap="none" normalizeH="0" baseline="0" noProof="0" dirty="0">
                <a:ln>
                  <a:noFill/>
                </a:ln>
                <a:solidFill>
                  <a:schemeClr val="accent2"/>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Two</a:t>
            </a:r>
          </a:p>
        </p:txBody>
      </p:sp>
      <p:sp>
        <p:nvSpPr>
          <p:cNvPr id="7" name="Rectangle 6">
            <a:extLst>
              <a:ext uri="{FF2B5EF4-FFF2-40B4-BE49-F238E27FC236}">
                <a16:creationId xmlns:a16="http://schemas.microsoft.com/office/drawing/2014/main" id="{BCB5EB12-4552-16F9-693E-A649E9AB56E0}"/>
              </a:ext>
            </a:extLst>
          </p:cNvPr>
          <p:cNvSpPr/>
          <p:nvPr/>
        </p:nvSpPr>
        <p:spPr>
          <a:xfrm>
            <a:off x="4335040" y="4312524"/>
            <a:ext cx="2213244" cy="646331"/>
          </a:xfrm>
          <a:prstGeom prst="rect">
            <a:avLst/>
          </a:prstGeom>
        </p:spPr>
        <p:txBody>
          <a:bodyPr wrap="square">
            <a:spAutoFit/>
          </a:bodyPr>
          <a:lstStyle/>
          <a:p>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12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8" name="Rectangle 7">
            <a:extLst>
              <a:ext uri="{FF2B5EF4-FFF2-40B4-BE49-F238E27FC236}">
                <a16:creationId xmlns:a16="http://schemas.microsoft.com/office/drawing/2014/main" id="{CB98D3EC-63DB-205C-44A1-8F72DFA479F7}"/>
              </a:ext>
            </a:extLst>
          </p:cNvPr>
          <p:cNvSpPr/>
          <p:nvPr/>
        </p:nvSpPr>
        <p:spPr>
          <a:xfrm>
            <a:off x="8246537" y="2425390"/>
            <a:ext cx="1566695" cy="338554"/>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u="none" strike="noStrike" kern="1200" cap="none" normalizeH="0" baseline="0" noProof="0" dirty="0">
                <a:ln>
                  <a:noFill/>
                </a:ln>
                <a:solidFill>
                  <a:schemeClr val="accent5"/>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Phase Three</a:t>
            </a:r>
          </a:p>
        </p:txBody>
      </p:sp>
      <p:sp>
        <p:nvSpPr>
          <p:cNvPr id="9" name="Rectangle 8">
            <a:extLst>
              <a:ext uri="{FF2B5EF4-FFF2-40B4-BE49-F238E27FC236}">
                <a16:creationId xmlns:a16="http://schemas.microsoft.com/office/drawing/2014/main" id="{DC35C64F-EEEA-04AF-075C-CB4E92C55060}"/>
              </a:ext>
            </a:extLst>
          </p:cNvPr>
          <p:cNvSpPr/>
          <p:nvPr/>
        </p:nvSpPr>
        <p:spPr>
          <a:xfrm>
            <a:off x="8258111" y="2763944"/>
            <a:ext cx="2213244" cy="646331"/>
          </a:xfrm>
          <a:prstGeom prst="rect">
            <a:avLst/>
          </a:prstGeom>
        </p:spPr>
        <p:txBody>
          <a:bodyPr wrap="square">
            <a:spAutoFit/>
          </a:bodyPr>
          <a:lstStyle/>
          <a:p>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amet</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consectetur</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adipiscing</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elit</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sed do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eiusmod</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1200" dirty="0">
                <a:effectLst/>
                <a:latin typeface="Amazon Ember Display" panose="020F0603020204020204" pitchFamily="34" charset="0"/>
                <a:ea typeface="Amazon Ember Display" panose="020F0603020204020204" pitchFamily="34" charset="0"/>
                <a:cs typeface="Amazon Ember Display" panose="020F0603020204020204" pitchFamily="34" charset="0"/>
              </a:rPr>
              <a:t>.</a:t>
            </a:r>
            <a:endParaRPr kumimoji="0" lang="en-US" sz="1200" u="none" strike="noStrike" kern="1200" cap="none" spc="0"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Tree>
    <p:extLst>
      <p:ext uri="{BB962C8B-B14F-4D97-AF65-F5344CB8AC3E}">
        <p14:creationId xmlns:p14="http://schemas.microsoft.com/office/powerpoint/2010/main" val="639425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9A5A68-8224-4E9B-8F69-95DE47F3BB4F}"/>
              </a:ext>
            </a:extLst>
          </p:cNvPr>
          <p:cNvSpPr>
            <a:spLocks noGrp="1"/>
          </p:cNvSpPr>
          <p:nvPr>
            <p:ph type="sldNum" sz="quarter" idx="12"/>
          </p:nvPr>
        </p:nvSpPr>
        <p:spPr/>
        <p:txBody>
          <a:bodyPr/>
          <a:lstStyle/>
          <a:p>
            <a:fld id="{EB4B8DE2-A4E8-46E4-8BBF-D75455EFF32C}" type="slidenum">
              <a:rPr lang="en-US" smtClean="0"/>
              <a:pPr/>
              <a:t>110</a:t>
            </a:fld>
            <a:endParaRPr lang="en-US" dirty="0"/>
          </a:p>
        </p:txBody>
      </p:sp>
      <p:graphicFrame>
        <p:nvGraphicFramePr>
          <p:cNvPr id="5" name="Chart 4">
            <a:extLst>
              <a:ext uri="{FF2B5EF4-FFF2-40B4-BE49-F238E27FC236}">
                <a16:creationId xmlns:a16="http://schemas.microsoft.com/office/drawing/2014/main" id="{075D94C3-DEFD-5DD9-730F-12ADAB51C6F7}"/>
              </a:ext>
            </a:extLst>
          </p:cNvPr>
          <p:cNvGraphicFramePr/>
          <p:nvPr/>
        </p:nvGraphicFramePr>
        <p:xfrm>
          <a:off x="4519448" y="1870842"/>
          <a:ext cx="7313965" cy="457086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Chart 5">
            <a:extLst>
              <a:ext uri="{FF2B5EF4-FFF2-40B4-BE49-F238E27FC236}">
                <a16:creationId xmlns:a16="http://schemas.microsoft.com/office/drawing/2014/main" id="{E53BACD5-0FD0-0F50-0EA5-8154D646B4AC}"/>
              </a:ext>
            </a:extLst>
          </p:cNvPr>
          <p:cNvGraphicFramePr/>
          <p:nvPr>
            <p:extLst>
              <p:ext uri="{D42A27DB-BD31-4B8C-83A1-F6EECF244321}">
                <p14:modId xmlns:p14="http://schemas.microsoft.com/office/powerpoint/2010/main" val="854220182"/>
              </p:ext>
            </p:extLst>
          </p:nvPr>
        </p:nvGraphicFramePr>
        <p:xfrm>
          <a:off x="4956963" y="1122985"/>
          <a:ext cx="6856299" cy="4941521"/>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846ACF45-244C-7884-BA61-007713298D09}"/>
              </a:ext>
            </a:extLst>
          </p:cNvPr>
          <p:cNvSpPr/>
          <p:nvPr/>
        </p:nvSpPr>
        <p:spPr>
          <a:xfrm>
            <a:off x="7830967" y="3132080"/>
            <a:ext cx="1372028" cy="923330"/>
          </a:xfrm>
          <a:prstGeom prst="rect">
            <a:avLst/>
          </a:prstGeom>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u="none" strike="noStrike" kern="1200" cap="none"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The Innovator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mazon Ember Display" panose="020F0603020204020204" pitchFamily="34" charset="0"/>
                <a:ea typeface="Amazon Ember Display" panose="020F0603020204020204" pitchFamily="34" charset="0"/>
                <a:cs typeface="Amazon Ember Display" panose="020F0603020204020204" pitchFamily="34" charset="0"/>
              </a:rPr>
              <a:t>Flywheel</a:t>
            </a:r>
            <a:endParaRPr kumimoji="0" lang="en-US" u="none" strike="noStrike" kern="1200" cap="none" normalizeH="0" baseline="0" noProof="0" dirty="0">
              <a:ln>
                <a:noFill/>
              </a:ln>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8" name="Rectangle 7">
            <a:extLst>
              <a:ext uri="{FF2B5EF4-FFF2-40B4-BE49-F238E27FC236}">
                <a16:creationId xmlns:a16="http://schemas.microsoft.com/office/drawing/2014/main" id="{DDA50503-E78B-383B-706C-93E6229BB4C3}"/>
              </a:ext>
            </a:extLst>
          </p:cNvPr>
          <p:cNvSpPr/>
          <p:nvPr/>
        </p:nvSpPr>
        <p:spPr>
          <a:xfrm rot="19195936">
            <a:off x="6686280" y="2128602"/>
            <a:ext cx="1372028" cy="261610"/>
          </a:xfrm>
          <a:prstGeom prst="rect">
            <a:avLst/>
          </a:prstGeom>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rPr>
              <a:t>ANALYZE</a:t>
            </a:r>
          </a:p>
        </p:txBody>
      </p:sp>
      <p:sp>
        <p:nvSpPr>
          <p:cNvPr id="9" name="Rectangle 8">
            <a:extLst>
              <a:ext uri="{FF2B5EF4-FFF2-40B4-BE49-F238E27FC236}">
                <a16:creationId xmlns:a16="http://schemas.microsoft.com/office/drawing/2014/main" id="{85B01353-715B-1E2F-16A4-18AAE6D10248}"/>
              </a:ext>
            </a:extLst>
          </p:cNvPr>
          <p:cNvSpPr/>
          <p:nvPr/>
        </p:nvSpPr>
        <p:spPr>
          <a:xfrm rot="17354589">
            <a:off x="8999403" y="4025469"/>
            <a:ext cx="1910849" cy="261610"/>
          </a:xfrm>
          <a:prstGeom prst="rect">
            <a:avLst/>
          </a:prstGeom>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rPr>
              <a:t>COLLABORATE</a:t>
            </a:r>
          </a:p>
        </p:txBody>
      </p:sp>
      <p:sp>
        <p:nvSpPr>
          <p:cNvPr id="10" name="Rectangle 9">
            <a:extLst>
              <a:ext uri="{FF2B5EF4-FFF2-40B4-BE49-F238E27FC236}">
                <a16:creationId xmlns:a16="http://schemas.microsoft.com/office/drawing/2014/main" id="{D313C4BD-6674-5593-8D04-2D3CC9BA6F93}"/>
              </a:ext>
            </a:extLst>
          </p:cNvPr>
          <p:cNvSpPr/>
          <p:nvPr/>
        </p:nvSpPr>
        <p:spPr>
          <a:xfrm rot="2206714">
            <a:off x="8705266" y="2120308"/>
            <a:ext cx="1372028" cy="261610"/>
          </a:xfrm>
          <a:prstGeom prst="rect">
            <a:avLst/>
          </a:prstGeom>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rPr>
              <a:t>SELECT</a:t>
            </a:r>
          </a:p>
        </p:txBody>
      </p:sp>
      <p:sp>
        <p:nvSpPr>
          <p:cNvPr id="11" name="Rectangle 10">
            <a:extLst>
              <a:ext uri="{FF2B5EF4-FFF2-40B4-BE49-F238E27FC236}">
                <a16:creationId xmlns:a16="http://schemas.microsoft.com/office/drawing/2014/main" id="{C4A36065-A9F4-9BA5-1CC0-77D8FB34DEE6}"/>
              </a:ext>
            </a:extLst>
          </p:cNvPr>
          <p:cNvSpPr/>
          <p:nvPr/>
        </p:nvSpPr>
        <p:spPr>
          <a:xfrm>
            <a:off x="7408674" y="5168738"/>
            <a:ext cx="1910849" cy="261610"/>
          </a:xfrm>
          <a:prstGeom prst="rect">
            <a:avLst/>
          </a:prstGeom>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INTEGRATION</a:t>
            </a:r>
            <a:endPar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endParaRPr>
          </a:p>
        </p:txBody>
      </p:sp>
      <p:sp>
        <p:nvSpPr>
          <p:cNvPr id="12" name="Rectangle 11">
            <a:extLst>
              <a:ext uri="{FF2B5EF4-FFF2-40B4-BE49-F238E27FC236}">
                <a16:creationId xmlns:a16="http://schemas.microsoft.com/office/drawing/2014/main" id="{7DA60012-E153-0F8B-4CCF-2B21BD75B8B8}"/>
              </a:ext>
            </a:extLst>
          </p:cNvPr>
          <p:cNvSpPr/>
          <p:nvPr/>
        </p:nvSpPr>
        <p:spPr>
          <a:xfrm rot="3895999">
            <a:off x="5822128" y="3946513"/>
            <a:ext cx="1910849" cy="261610"/>
          </a:xfrm>
          <a:prstGeom prst="rect">
            <a:avLst/>
          </a:prstGeom>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solidFill>
                  <a:schemeClr val="bg1"/>
                </a:solidFill>
                <a:latin typeface="Amazon Ember Mono" panose="020B0509020204020204" pitchFamily="49" charset="0"/>
                <a:ea typeface="Amazon Ember Mono" panose="020B0509020204020204" pitchFamily="49" charset="0"/>
                <a:cs typeface="Amazon Ember Mono" panose="020B0509020204020204" pitchFamily="49" charset="0"/>
              </a:rPr>
              <a:t>SCALE</a:t>
            </a:r>
            <a:endParaRPr kumimoji="0" lang="en-US" sz="1100" u="none" strike="noStrike" kern="1200" cap="none" normalizeH="0" baseline="0" noProof="0" dirty="0">
              <a:ln>
                <a:noFill/>
              </a:ln>
              <a:solidFill>
                <a:schemeClr val="bg1"/>
              </a:solidFill>
              <a:effectLst/>
              <a:uLnTx/>
              <a:uFillTx/>
              <a:latin typeface="Amazon Ember Mono" panose="020B0509020204020204" pitchFamily="49" charset="0"/>
              <a:ea typeface="Amazon Ember Mono" panose="020B0509020204020204" pitchFamily="49" charset="0"/>
              <a:cs typeface="Amazon Ember Mono" panose="020B0509020204020204" pitchFamily="49" charset="0"/>
            </a:endParaRPr>
          </a:p>
        </p:txBody>
      </p:sp>
    </p:spTree>
    <p:extLst>
      <p:ext uri="{BB962C8B-B14F-4D97-AF65-F5344CB8AC3E}">
        <p14:creationId xmlns:p14="http://schemas.microsoft.com/office/powerpoint/2010/main" val="1671121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04F07E2-33CB-0EA8-8CDA-36CF6EEBE670}"/>
              </a:ext>
            </a:extLst>
          </p:cNvPr>
          <p:cNvSpPr>
            <a:spLocks noGrp="1"/>
          </p:cNvSpPr>
          <p:nvPr>
            <p:ph type="sldNum" sz="quarter" idx="12"/>
          </p:nvPr>
        </p:nvSpPr>
        <p:spPr/>
        <p:txBody>
          <a:bodyPr/>
          <a:lstStyle/>
          <a:p>
            <a:fld id="{EB4B8DE2-A4E8-46E4-8BBF-D75455EFF32C}" type="slidenum">
              <a:rPr lang="en-US" smtClean="0"/>
              <a:pPr/>
              <a:t>111</a:t>
            </a:fld>
            <a:endParaRPr lang="en-US" dirty="0"/>
          </a:p>
        </p:txBody>
      </p:sp>
      <p:grpSp>
        <p:nvGrpSpPr>
          <p:cNvPr id="3" name="Group 2">
            <a:extLst>
              <a:ext uri="{FF2B5EF4-FFF2-40B4-BE49-F238E27FC236}">
                <a16:creationId xmlns:a16="http://schemas.microsoft.com/office/drawing/2014/main" id="{75DBF193-D632-DC91-2DCF-41C352563718}"/>
              </a:ext>
            </a:extLst>
          </p:cNvPr>
          <p:cNvGrpSpPr/>
          <p:nvPr/>
        </p:nvGrpSpPr>
        <p:grpSpPr>
          <a:xfrm>
            <a:off x="568240" y="2867891"/>
            <a:ext cx="3597407" cy="3387436"/>
            <a:chOff x="560640" y="2867891"/>
            <a:chExt cx="3597407" cy="3387436"/>
          </a:xfrm>
        </p:grpSpPr>
        <p:sp>
          <p:nvSpPr>
            <p:cNvPr id="4" name="Rounded Rectangle 3">
              <a:extLst>
                <a:ext uri="{FF2B5EF4-FFF2-40B4-BE49-F238E27FC236}">
                  <a16:creationId xmlns:a16="http://schemas.microsoft.com/office/drawing/2014/main" id="{E9C7EAFB-EBCC-A6A7-9118-7AC8FB395B1F}"/>
                </a:ext>
              </a:extLst>
            </p:cNvPr>
            <p:cNvSpPr/>
            <p:nvPr/>
          </p:nvSpPr>
          <p:spPr>
            <a:xfrm>
              <a:off x="560640" y="2867891"/>
              <a:ext cx="3597407" cy="3387436"/>
            </a:xfrm>
            <a:prstGeom prst="roundRect">
              <a:avLst>
                <a:gd name="adj" fmla="val 4111"/>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5" name="TextBox 4">
              <a:extLst>
                <a:ext uri="{FF2B5EF4-FFF2-40B4-BE49-F238E27FC236}">
                  <a16:creationId xmlns:a16="http://schemas.microsoft.com/office/drawing/2014/main" id="{126EC7F8-8DD1-D496-9317-DA15DB12D911}"/>
                </a:ext>
              </a:extLst>
            </p:cNvPr>
            <p:cNvSpPr txBox="1"/>
            <p:nvPr/>
          </p:nvSpPr>
          <p:spPr>
            <a:xfrm>
              <a:off x="751124" y="2990676"/>
              <a:ext cx="1910407" cy="923330"/>
            </a:xfrm>
            <a:prstGeom prst="rect">
              <a:avLst/>
            </a:prstGeom>
            <a:noFill/>
          </p:spPr>
          <p:txBody>
            <a:bodyPr wrap="square" rtlCol="0">
              <a:spAutoFit/>
            </a:bodyPr>
            <a:lstStyle/>
            <a:p>
              <a:r>
                <a:rPr lang="en-US" sz="54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6" name="TextBox 5">
              <a:extLst>
                <a:ext uri="{FF2B5EF4-FFF2-40B4-BE49-F238E27FC236}">
                  <a16:creationId xmlns:a16="http://schemas.microsoft.com/office/drawing/2014/main" id="{3683EBA0-A87B-8CB8-B097-2547CC155DFA}"/>
                </a:ext>
              </a:extLst>
            </p:cNvPr>
            <p:cNvSpPr txBox="1"/>
            <p:nvPr/>
          </p:nvSpPr>
          <p:spPr>
            <a:xfrm>
              <a:off x="688044" y="3870749"/>
              <a:ext cx="1973487" cy="523220"/>
            </a:xfrm>
            <a:prstGeom prst="rect">
              <a:avLst/>
            </a:prstGeom>
            <a:noFill/>
          </p:spPr>
          <p:txBody>
            <a:bodyPr wrap="square" rtlCol="0">
              <a:spAutoFit/>
            </a:bodyPr>
            <a:lstStyle/>
            <a:p>
              <a:r>
                <a:rPr lang="en-US" sz="14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 AMET</a:t>
              </a:r>
              <a:endParaRPr lang="en-US" sz="9600" dirty="0">
                <a:latin typeface="Amazon Ember Mono" panose="020B0509020204020204" pitchFamily="49" charset="0"/>
                <a:ea typeface="Amazon Ember Mono" panose="020B0509020204020204" pitchFamily="49" charset="0"/>
                <a:cs typeface="Amazon Ember Mono" panose="020B0509020204020204" pitchFamily="49" charset="0"/>
              </a:endParaRPr>
            </a:p>
          </p:txBody>
        </p:sp>
        <p:sp>
          <p:nvSpPr>
            <p:cNvPr id="7" name="TextBox 6">
              <a:extLst>
                <a:ext uri="{FF2B5EF4-FFF2-40B4-BE49-F238E27FC236}">
                  <a16:creationId xmlns:a16="http://schemas.microsoft.com/office/drawing/2014/main" id="{BD4F2FF2-4143-5E44-DDCE-1875063B7F62}"/>
                </a:ext>
              </a:extLst>
            </p:cNvPr>
            <p:cNvSpPr txBox="1"/>
            <p:nvPr/>
          </p:nvSpPr>
          <p:spPr>
            <a:xfrm>
              <a:off x="690754" y="5336053"/>
              <a:ext cx="3193517" cy="698012"/>
            </a:xfrm>
            <a:prstGeom prst="rect">
              <a:avLst/>
            </a:prstGeom>
            <a:noFill/>
          </p:spPr>
          <p:txBody>
            <a:bodyPr wrap="square" rtlCol="0">
              <a:spAutoFit/>
            </a:bodyPr>
            <a:lstStyle/>
            <a:p>
              <a:pPr>
                <a:lnSpc>
                  <a:spcPts val="1600"/>
                </a:lnSpc>
              </a:pP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amet, consectetur adipiscing elit, sed do eiusmod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1200"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a:t>
              </a:r>
              <a:endParaRPr lang="en-US" sz="1200" dirty="0">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grpSp>
        <p:nvGrpSpPr>
          <p:cNvPr id="8" name="Group 7">
            <a:extLst>
              <a:ext uri="{FF2B5EF4-FFF2-40B4-BE49-F238E27FC236}">
                <a16:creationId xmlns:a16="http://schemas.microsoft.com/office/drawing/2014/main" id="{F29C3C1F-C9C6-AE3D-8225-FAAAE15DF70A}"/>
              </a:ext>
            </a:extLst>
          </p:cNvPr>
          <p:cNvGrpSpPr/>
          <p:nvPr/>
        </p:nvGrpSpPr>
        <p:grpSpPr>
          <a:xfrm>
            <a:off x="4308967" y="2867891"/>
            <a:ext cx="3597407" cy="3387436"/>
            <a:chOff x="560640" y="2867891"/>
            <a:chExt cx="3597407" cy="3387436"/>
          </a:xfrm>
        </p:grpSpPr>
        <p:sp>
          <p:nvSpPr>
            <p:cNvPr id="9" name="Rounded Rectangle 8">
              <a:extLst>
                <a:ext uri="{FF2B5EF4-FFF2-40B4-BE49-F238E27FC236}">
                  <a16:creationId xmlns:a16="http://schemas.microsoft.com/office/drawing/2014/main" id="{449D82F9-9A93-94AE-26C1-08CE24139315}"/>
                </a:ext>
              </a:extLst>
            </p:cNvPr>
            <p:cNvSpPr/>
            <p:nvPr/>
          </p:nvSpPr>
          <p:spPr>
            <a:xfrm>
              <a:off x="560640" y="2867891"/>
              <a:ext cx="3597407" cy="3387436"/>
            </a:xfrm>
            <a:prstGeom prst="roundRect">
              <a:avLst>
                <a:gd name="adj" fmla="val 4111"/>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10" name="TextBox 9">
              <a:extLst>
                <a:ext uri="{FF2B5EF4-FFF2-40B4-BE49-F238E27FC236}">
                  <a16:creationId xmlns:a16="http://schemas.microsoft.com/office/drawing/2014/main" id="{369DF7DF-924C-6448-028D-88972F074207}"/>
                </a:ext>
              </a:extLst>
            </p:cNvPr>
            <p:cNvSpPr txBox="1"/>
            <p:nvPr/>
          </p:nvSpPr>
          <p:spPr>
            <a:xfrm>
              <a:off x="751124" y="2990676"/>
              <a:ext cx="1910407" cy="923330"/>
            </a:xfrm>
            <a:prstGeom prst="rect">
              <a:avLst/>
            </a:prstGeom>
            <a:noFill/>
          </p:spPr>
          <p:txBody>
            <a:bodyPr wrap="square" rtlCol="0">
              <a:spAutoFit/>
            </a:bodyPr>
            <a:lstStyle/>
            <a:p>
              <a:r>
                <a:rPr lang="en-US" sz="5400" dirty="0">
                  <a:latin typeface="Amazon Ember Mono" panose="020B0509020204020204" pitchFamily="49" charset="0"/>
                  <a:ea typeface="Amazon Ember Mono" panose="020B0509020204020204" pitchFamily="49" charset="0"/>
                  <a:cs typeface="Amazon Ember Mono" panose="020B0509020204020204" pitchFamily="49" charset="0"/>
                </a:rPr>
                <a:t>XX%</a:t>
              </a:r>
            </a:p>
          </p:txBody>
        </p:sp>
        <p:sp>
          <p:nvSpPr>
            <p:cNvPr id="11" name="TextBox 10">
              <a:extLst>
                <a:ext uri="{FF2B5EF4-FFF2-40B4-BE49-F238E27FC236}">
                  <a16:creationId xmlns:a16="http://schemas.microsoft.com/office/drawing/2014/main" id="{6F32253E-C1B7-3D9B-9F45-2CA8D46F8B75}"/>
                </a:ext>
              </a:extLst>
            </p:cNvPr>
            <p:cNvSpPr txBox="1"/>
            <p:nvPr/>
          </p:nvSpPr>
          <p:spPr>
            <a:xfrm>
              <a:off x="688044" y="3870749"/>
              <a:ext cx="1973487" cy="523220"/>
            </a:xfrm>
            <a:prstGeom prst="rect">
              <a:avLst/>
            </a:prstGeom>
            <a:noFill/>
          </p:spPr>
          <p:txBody>
            <a:bodyPr wrap="square" rtlCol="0">
              <a:spAutoFit/>
            </a:bodyPr>
            <a:lstStyle/>
            <a:p>
              <a:r>
                <a:rPr lang="en-US" sz="14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 AMET</a:t>
              </a:r>
              <a:endParaRPr lang="en-US" sz="9600" dirty="0">
                <a:latin typeface="Amazon Ember Mono" panose="020B0509020204020204" pitchFamily="49" charset="0"/>
                <a:ea typeface="Amazon Ember Mono" panose="020B0509020204020204" pitchFamily="49" charset="0"/>
                <a:cs typeface="Amazon Ember Mono" panose="020B0509020204020204" pitchFamily="49" charset="0"/>
              </a:endParaRPr>
            </a:p>
          </p:txBody>
        </p:sp>
        <p:sp>
          <p:nvSpPr>
            <p:cNvPr id="12" name="TextBox 11">
              <a:extLst>
                <a:ext uri="{FF2B5EF4-FFF2-40B4-BE49-F238E27FC236}">
                  <a16:creationId xmlns:a16="http://schemas.microsoft.com/office/drawing/2014/main" id="{F5EEDFE6-CCEF-84A9-9438-9693F8A1E119}"/>
                </a:ext>
              </a:extLst>
            </p:cNvPr>
            <p:cNvSpPr txBox="1"/>
            <p:nvPr/>
          </p:nvSpPr>
          <p:spPr>
            <a:xfrm>
              <a:off x="690754" y="5336053"/>
              <a:ext cx="3193517" cy="698012"/>
            </a:xfrm>
            <a:prstGeom prst="rect">
              <a:avLst/>
            </a:prstGeom>
            <a:noFill/>
          </p:spPr>
          <p:txBody>
            <a:bodyPr wrap="square" rtlCol="0">
              <a:spAutoFit/>
            </a:bodyPr>
            <a:lstStyle/>
            <a:p>
              <a:pPr>
                <a:lnSpc>
                  <a:spcPts val="1600"/>
                </a:lnSpc>
              </a:pP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amet, consectetur adipiscing elit, sed do eiusmod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1200"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a:t>
              </a:r>
              <a:endParaRPr lang="en-US" sz="1200" dirty="0">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grpSp>
        <p:nvGrpSpPr>
          <p:cNvPr id="13" name="Group 12">
            <a:extLst>
              <a:ext uri="{FF2B5EF4-FFF2-40B4-BE49-F238E27FC236}">
                <a16:creationId xmlns:a16="http://schemas.microsoft.com/office/drawing/2014/main" id="{FD6999D5-947B-BB7E-6D1B-C3F6A74C73C0}"/>
              </a:ext>
            </a:extLst>
          </p:cNvPr>
          <p:cNvGrpSpPr/>
          <p:nvPr/>
        </p:nvGrpSpPr>
        <p:grpSpPr>
          <a:xfrm>
            <a:off x="8049695" y="2867891"/>
            <a:ext cx="3597407" cy="3387436"/>
            <a:chOff x="560640" y="2867891"/>
            <a:chExt cx="3597407" cy="3387436"/>
          </a:xfrm>
        </p:grpSpPr>
        <p:sp>
          <p:nvSpPr>
            <p:cNvPr id="14" name="Rounded Rectangle 13">
              <a:extLst>
                <a:ext uri="{FF2B5EF4-FFF2-40B4-BE49-F238E27FC236}">
                  <a16:creationId xmlns:a16="http://schemas.microsoft.com/office/drawing/2014/main" id="{180CD9E6-1498-9373-7B66-27AA333B702A}"/>
                </a:ext>
              </a:extLst>
            </p:cNvPr>
            <p:cNvSpPr/>
            <p:nvPr/>
          </p:nvSpPr>
          <p:spPr>
            <a:xfrm>
              <a:off x="560640" y="2867891"/>
              <a:ext cx="3597407" cy="3387436"/>
            </a:xfrm>
            <a:prstGeom prst="roundRect">
              <a:avLst>
                <a:gd name="adj" fmla="val 4111"/>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mazon Ember Display" panose="020F0603020204020204" pitchFamily="34" charset="0"/>
              </a:endParaRPr>
            </a:p>
          </p:txBody>
        </p:sp>
        <p:sp>
          <p:nvSpPr>
            <p:cNvPr id="15" name="TextBox 14">
              <a:extLst>
                <a:ext uri="{FF2B5EF4-FFF2-40B4-BE49-F238E27FC236}">
                  <a16:creationId xmlns:a16="http://schemas.microsoft.com/office/drawing/2014/main" id="{C64EF8C1-D8A6-7CC0-2F83-6C8E1D04FF24}"/>
                </a:ext>
              </a:extLst>
            </p:cNvPr>
            <p:cNvSpPr txBox="1"/>
            <p:nvPr/>
          </p:nvSpPr>
          <p:spPr>
            <a:xfrm>
              <a:off x="751124" y="2990676"/>
              <a:ext cx="1910407" cy="923330"/>
            </a:xfrm>
            <a:prstGeom prst="rect">
              <a:avLst/>
            </a:prstGeom>
            <a:noFill/>
          </p:spPr>
          <p:txBody>
            <a:bodyPr wrap="square" rtlCol="0">
              <a:spAutoFit/>
            </a:bodyPr>
            <a:lstStyle/>
            <a:p>
              <a:r>
                <a:rPr lang="en-US" sz="5400" dirty="0">
                  <a:latin typeface="Amazon Ember Mono" panose="020B0509020204020204" pitchFamily="49" charset="0"/>
                  <a:ea typeface="Amazon Ember Mono" panose="020B0509020204020204" pitchFamily="49" charset="0"/>
                  <a:cs typeface="Amazon Ember Mono" panose="020B0509020204020204" pitchFamily="49" charset="0"/>
                </a:rPr>
                <a:t>10k</a:t>
              </a:r>
            </a:p>
          </p:txBody>
        </p:sp>
        <p:sp>
          <p:nvSpPr>
            <p:cNvPr id="16" name="TextBox 15">
              <a:extLst>
                <a:ext uri="{FF2B5EF4-FFF2-40B4-BE49-F238E27FC236}">
                  <a16:creationId xmlns:a16="http://schemas.microsoft.com/office/drawing/2014/main" id="{F48563FE-B628-8EDB-720D-FD0E2B7A5E67}"/>
                </a:ext>
              </a:extLst>
            </p:cNvPr>
            <p:cNvSpPr txBox="1"/>
            <p:nvPr/>
          </p:nvSpPr>
          <p:spPr>
            <a:xfrm>
              <a:off x="688044" y="3870749"/>
              <a:ext cx="1973487" cy="523220"/>
            </a:xfrm>
            <a:prstGeom prst="rect">
              <a:avLst/>
            </a:prstGeom>
            <a:noFill/>
          </p:spPr>
          <p:txBody>
            <a:bodyPr wrap="square" rtlCol="0">
              <a:spAutoFit/>
            </a:bodyPr>
            <a:lstStyle/>
            <a:p>
              <a:r>
                <a:rPr lang="en-US" sz="1400" dirty="0">
                  <a:latin typeface="Amazon Ember Mono" panose="020B0509020204020204" pitchFamily="49" charset="0"/>
                  <a:ea typeface="Amazon Ember Mono" panose="020B0509020204020204" pitchFamily="49" charset="0"/>
                  <a:cs typeface="Amazon Ember Mono" panose="020B0509020204020204" pitchFamily="49" charset="0"/>
                </a:rPr>
                <a:t>LOREM IPSUM DOLOR SIT AMET</a:t>
              </a:r>
              <a:endParaRPr lang="en-US" sz="9600" dirty="0">
                <a:latin typeface="Amazon Ember Mono" panose="020B0509020204020204" pitchFamily="49" charset="0"/>
                <a:ea typeface="Amazon Ember Mono" panose="020B0509020204020204" pitchFamily="49" charset="0"/>
                <a:cs typeface="Amazon Ember Mono" panose="020B0509020204020204" pitchFamily="49" charset="0"/>
              </a:endParaRPr>
            </a:p>
          </p:txBody>
        </p:sp>
        <p:sp>
          <p:nvSpPr>
            <p:cNvPr id="17" name="TextBox 16">
              <a:extLst>
                <a:ext uri="{FF2B5EF4-FFF2-40B4-BE49-F238E27FC236}">
                  <a16:creationId xmlns:a16="http://schemas.microsoft.com/office/drawing/2014/main" id="{CD7F3E47-0CC8-B789-8314-36A8EE770CDB}"/>
                </a:ext>
              </a:extLst>
            </p:cNvPr>
            <p:cNvSpPr txBox="1"/>
            <p:nvPr/>
          </p:nvSpPr>
          <p:spPr>
            <a:xfrm>
              <a:off x="690754" y="5336053"/>
              <a:ext cx="3193517" cy="698012"/>
            </a:xfrm>
            <a:prstGeom prst="rect">
              <a:avLst/>
            </a:prstGeom>
            <a:noFill/>
          </p:spPr>
          <p:txBody>
            <a:bodyPr wrap="square" rtlCol="0">
              <a:spAutoFit/>
            </a:bodyPr>
            <a:lstStyle/>
            <a:p>
              <a:pPr>
                <a:lnSpc>
                  <a:spcPts val="1600"/>
                </a:lnSpc>
              </a:pP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Lorem ipsum dolor sit amet, consectetur adipiscing elit, sed do eiusmod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tempor</a:t>
              </a: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incididunt</a:t>
              </a:r>
              <a:r>
                <a:rPr lang="en-US" sz="1200"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 </a:t>
              </a:r>
              <a:r>
                <a:rPr lang="en-US" sz="1200" dirty="0" err="1">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ut</a:t>
              </a:r>
              <a:r>
                <a:rPr lang="en-US" sz="1200" dirty="0">
                  <a:solidFill>
                    <a:srgbClr val="000000"/>
                  </a:solidFill>
                  <a:effectLst/>
                  <a:latin typeface="Amazon Ember Display" panose="020F0603020204020204" pitchFamily="34" charset="0"/>
                  <a:ea typeface="Amazon Ember Display" panose="020F0603020204020204" pitchFamily="34" charset="0"/>
                  <a:cs typeface="Amazon Ember Display" panose="020F0603020204020204" pitchFamily="34" charset="0"/>
                </a:rPr>
                <a:t> labore et dolore.</a:t>
              </a:r>
              <a:endParaRPr lang="en-US" sz="1200" dirty="0">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grpSp>
    </p:spTree>
    <p:extLst>
      <p:ext uri="{BB962C8B-B14F-4D97-AF65-F5344CB8AC3E}">
        <p14:creationId xmlns:p14="http://schemas.microsoft.com/office/powerpoint/2010/main" val="19423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8750AE-124F-D753-EE47-BD09A2EB1F1D}"/>
              </a:ext>
            </a:extLst>
          </p:cNvPr>
          <p:cNvSpPr>
            <a:spLocks noGrp="1"/>
          </p:cNvSpPr>
          <p:nvPr>
            <p:ph type="sldNum" sz="quarter" idx="12"/>
          </p:nvPr>
        </p:nvSpPr>
        <p:spPr/>
        <p:txBody>
          <a:bodyPr/>
          <a:lstStyle/>
          <a:p>
            <a:fld id="{EB4B8DE2-A4E8-46E4-8BBF-D75455EFF32C}" type="slidenum">
              <a:rPr lang="en-US" smtClean="0"/>
              <a:pPr/>
              <a:t>112</a:t>
            </a:fld>
            <a:endParaRPr lang="en-US" dirty="0"/>
          </a:p>
        </p:txBody>
      </p:sp>
      <p:graphicFrame>
        <p:nvGraphicFramePr>
          <p:cNvPr id="3" name="Chart 2">
            <a:extLst>
              <a:ext uri="{FF2B5EF4-FFF2-40B4-BE49-F238E27FC236}">
                <a16:creationId xmlns:a16="http://schemas.microsoft.com/office/drawing/2014/main" id="{28C24D25-552A-1837-7E9A-4E41250E8F7F}"/>
              </a:ext>
            </a:extLst>
          </p:cNvPr>
          <p:cNvGraphicFramePr/>
          <p:nvPr>
            <p:extLst>
              <p:ext uri="{D42A27DB-BD31-4B8C-83A1-F6EECF244321}">
                <p14:modId xmlns:p14="http://schemas.microsoft.com/office/powerpoint/2010/main" val="429774481"/>
              </p:ext>
            </p:extLst>
          </p:nvPr>
        </p:nvGraphicFramePr>
        <p:xfrm>
          <a:off x="4519448" y="1870842"/>
          <a:ext cx="7313965" cy="457086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94506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WS Confidential Light">
  <a:themeElements>
    <a:clrScheme name="AWS 2024">
      <a:dk1>
        <a:srgbClr val="000000"/>
      </a:dk1>
      <a:lt1>
        <a:srgbClr val="FFFFFF"/>
      </a:lt1>
      <a:dk2>
        <a:srgbClr val="161D26"/>
      </a:dk2>
      <a:lt2>
        <a:srgbClr val="F3F3F7"/>
      </a:lt2>
      <a:accent1>
        <a:srgbClr val="41B3FF"/>
      </a:accent1>
      <a:accent2>
        <a:srgbClr val="AD5CFF"/>
      </a:accent2>
      <a:accent3>
        <a:srgbClr val="00E500"/>
      </a:accent3>
      <a:accent4>
        <a:srgbClr val="FF5C85"/>
      </a:accent4>
      <a:accent5>
        <a:srgbClr val="FF693C"/>
      </a:accent5>
      <a:accent6>
        <a:srgbClr val="FBD332"/>
      </a:accent6>
      <a:hlink>
        <a:srgbClr val="41B1E8"/>
      </a:hlink>
      <a:folHlink>
        <a:srgbClr val="41B1E8"/>
      </a:folHlink>
    </a:clrScheme>
    <a:fontScheme name="Ember Heavy and Ember">
      <a:majorFont>
        <a:latin typeface="Amazon Ember Heavy"/>
        <a:ea typeface=""/>
        <a:cs typeface=""/>
      </a:majorFont>
      <a:minorFont>
        <a:latin typeface="Amazon Emb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45720" tIns="45720" rIns="45720"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l">
          <a:defRPr dirty="0" err="1" smtClean="0"/>
        </a:defPPr>
      </a:lstStyle>
    </a:txDef>
  </a:objectDefaults>
  <a:extraClrSchemeLst/>
  <a:extLst>
    <a:ext uri="{05A4C25C-085E-4340-85A3-A5531E510DB2}">
      <thm15:themeFamily xmlns:thm15="http://schemas.microsoft.com/office/thememl/2012/main" name="Presentation2" id="{9669ED17-9462-D14C-B6E5-447B788E9B2B}" vid="{91E6B8BE-7767-2D49-A594-4B5A32E9F08B}"/>
    </a:ext>
  </a:extLst>
</a:theme>
</file>

<file path=ppt/theme/theme2.xml><?xml version="1.0" encoding="utf-8"?>
<a:theme xmlns:a="http://schemas.openxmlformats.org/drawingml/2006/main" name="AWS Confidential Dark">
  <a:themeElements>
    <a:clrScheme name="AWS 2024">
      <a:dk1>
        <a:srgbClr val="000000"/>
      </a:dk1>
      <a:lt1>
        <a:srgbClr val="FFFFFF"/>
      </a:lt1>
      <a:dk2>
        <a:srgbClr val="161D26"/>
      </a:dk2>
      <a:lt2>
        <a:srgbClr val="F3F3F7"/>
      </a:lt2>
      <a:accent1>
        <a:srgbClr val="41B3FF"/>
      </a:accent1>
      <a:accent2>
        <a:srgbClr val="AD5CFF"/>
      </a:accent2>
      <a:accent3>
        <a:srgbClr val="00E500"/>
      </a:accent3>
      <a:accent4>
        <a:srgbClr val="FF5C85"/>
      </a:accent4>
      <a:accent5>
        <a:srgbClr val="FF693C"/>
      </a:accent5>
      <a:accent6>
        <a:srgbClr val="FBD332"/>
      </a:accent6>
      <a:hlink>
        <a:srgbClr val="41B1E8"/>
      </a:hlink>
      <a:folHlink>
        <a:srgbClr val="41B1E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ne Brand 2022 Dark">
      <a:dk1>
        <a:srgbClr val="000000"/>
      </a:dk1>
      <a:lt1>
        <a:sysClr val="window" lastClr="FFFFFF"/>
      </a:lt1>
      <a:dk2>
        <a:srgbClr val="232F3E"/>
      </a:dk2>
      <a:lt2>
        <a:srgbClr val="F1F3F3"/>
      </a:lt2>
      <a:accent1>
        <a:srgbClr val="FF8500"/>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Heavy and Normal">
      <a:majorFont>
        <a:latin typeface="Amazon Ember Heavy"/>
        <a:ea typeface=""/>
        <a:cs typeface=""/>
      </a:majorFont>
      <a:minorFont>
        <a:latin typeface="Amazon Emb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ne Brand 2022 Dark">
      <a:dk1>
        <a:srgbClr val="000000"/>
      </a:dk1>
      <a:lt1>
        <a:sysClr val="window" lastClr="FFFFFF"/>
      </a:lt1>
      <a:dk2>
        <a:srgbClr val="232F3E"/>
      </a:dk2>
      <a:lt2>
        <a:srgbClr val="F1F3F3"/>
      </a:lt2>
      <a:accent1>
        <a:srgbClr val="FF8500"/>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Heavy and Normal">
      <a:majorFont>
        <a:latin typeface="Amazon Ember Heavy"/>
        <a:ea typeface=""/>
        <a:cs typeface=""/>
      </a:majorFont>
      <a:minorFont>
        <a:latin typeface="Amazon Emb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AWS 2024">
    <a:dk1>
      <a:srgbClr val="000000"/>
    </a:dk1>
    <a:lt1>
      <a:srgbClr val="FFFFFF"/>
    </a:lt1>
    <a:dk2>
      <a:srgbClr val="161D26"/>
    </a:dk2>
    <a:lt2>
      <a:srgbClr val="F3F3F7"/>
    </a:lt2>
    <a:accent1>
      <a:srgbClr val="41B3FF"/>
    </a:accent1>
    <a:accent2>
      <a:srgbClr val="AD5CFF"/>
    </a:accent2>
    <a:accent3>
      <a:srgbClr val="00E500"/>
    </a:accent3>
    <a:accent4>
      <a:srgbClr val="FF5C85"/>
    </a:accent4>
    <a:accent5>
      <a:srgbClr val="FF693C"/>
    </a:accent5>
    <a:accent6>
      <a:srgbClr val="FBD332"/>
    </a:accent6>
    <a:hlink>
      <a:srgbClr val="41B1E8"/>
    </a:hlink>
    <a:folHlink>
      <a:srgbClr val="41B1E8"/>
    </a:folHlink>
  </a:clr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31027CB-BA99-4849-AD2B-D501A617C772}">
  <we:reference id="wa200001625" version="1.0.0.8" store="en-US" storeType="OMEX"/>
  <we:alternateReferences>
    <we:reference id="wa200001625" version="1.0.0.8" store="wa200001625"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85848</TotalTime>
  <Words>3132</Words>
  <Application>Microsoft Macintosh PowerPoint</Application>
  <PresentationFormat>Widescreen</PresentationFormat>
  <Paragraphs>564</Paragraphs>
  <Slides>112</Slides>
  <Notes>9</Notes>
  <HiddenSlides>21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112</vt:i4>
      </vt:variant>
    </vt:vector>
  </HeadingPairs>
  <TitlesOfParts>
    <vt:vector size="119" baseType="lpstr">
      <vt:lpstr>Amazon Ember Mono</vt:lpstr>
      <vt:lpstr>Arial</vt:lpstr>
      <vt:lpstr>Amazon Ember</vt:lpstr>
      <vt:lpstr>Amazon Ember Display</vt:lpstr>
      <vt:lpstr>Lucida Console</vt:lpstr>
      <vt:lpstr>AWS Confidential Light</vt:lpstr>
      <vt:lpstr>AWS Confidential Dark</vt:lpstr>
      <vt:lpstr>This template includes</vt:lpstr>
      <vt:lpstr>How to add or reuse content</vt:lpstr>
      <vt:lpstr>Editing the master slide</vt:lpstr>
      <vt:lpstr>Some caveats</vt:lpstr>
      <vt:lpstr>Font guidance</vt:lpstr>
      <vt:lpstr>Accessibility guidelines</vt:lpstr>
      <vt:lpstr>Icons, logos, diagrams, animations, and images</vt:lpstr>
      <vt:lpstr>Creating Partner  marketing assets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Build, learn, create</vt:lpstr>
      <vt:lpstr>Agenda</vt:lpstr>
      <vt:lpstr>Good presentations</vt:lpstr>
      <vt:lpstr>Tips</vt:lpstr>
      <vt:lpstr>Every new thing creates two new questions and two new opportunities.</vt:lpstr>
      <vt:lpstr>Enter descriptive titles for charts</vt:lpstr>
      <vt:lpstr>Keep charts as simple and clear as possible</vt:lpstr>
      <vt:lpstr>Customer personas</vt:lpstr>
      <vt:lpstr>Use this slide to compare two things</vt:lpstr>
      <vt:lpstr>Tables</vt:lpstr>
      <vt:lpstr>Photography</vt:lpstr>
      <vt:lpstr>PowerPoint Presentation</vt:lpstr>
      <vt:lpstr>Additional resources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template includes</dc:title>
  <dc:creator>Microsoft Office User</dc:creator>
  <cp:lastModifiedBy>Langston, Danielle</cp:lastModifiedBy>
  <cp:revision>106</cp:revision>
  <dcterms:created xsi:type="dcterms:W3CDTF">2022-07-18T16:28:56Z</dcterms:created>
  <dcterms:modified xsi:type="dcterms:W3CDTF">2025-12-10T04:23:53Z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2025-12-05T01:24:31Z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7b1224d4-86da-4971-b225-c77e7e0131b5</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