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  <p:sldMasterId id="2147483732" r:id="rId2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B0603020204020204" pitchFamily="34" charset="0"/>
      <p:regular r:id="rId9"/>
      <p:bold r:id="rId10"/>
      <p:italic r:id="rId11"/>
      <p:boldItalic r:id="rId12"/>
    </p:embeddedFont>
    <p:embeddedFont>
      <p:font typeface="Amazon Ember Mono" panose="020B0603020204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9D9D9"/>
    <a:srgbClr val="41B3FF"/>
    <a:srgbClr val="1A0033"/>
    <a:srgbClr val="FCFCFD"/>
    <a:srgbClr val="7F1EE7"/>
    <a:srgbClr val="0000A3"/>
    <a:srgbClr val="B81EE7"/>
    <a:srgbClr val="5400AD"/>
    <a:srgbClr val="1D2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36" autoAdjust="0"/>
    <p:restoredTop sz="96215" autoAdjust="0"/>
  </p:normalViewPr>
  <p:slideViewPr>
    <p:cSldViewPr snapToGrid="0">
      <p:cViewPr varScale="1">
        <p:scale>
          <a:sx n="128" d="100"/>
          <a:sy n="128" d="100"/>
        </p:scale>
        <p:origin x="872" y="176"/>
      </p:cViewPr>
      <p:guideLst>
        <p:guide orient="horz" pos="129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0" d="100"/>
          <a:sy n="110" d="100"/>
        </p:scale>
        <p:origin x="333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3.sv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5.svg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4.png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png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2.png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1902C-75F7-534A-DA79-C070E1D034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E43EBB-89F7-CE68-C5FA-E5E366904B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D603374-8180-8E01-BA18-DE11A6BC2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65812-9ABB-8591-F3F0-CA1C02DB18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366851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265AB5E-77C0-1B4E-7AF6-71F7343718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9DB8BB-A96F-21D2-BD02-CDCB6C0382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237522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3E1A9C0-25D4-6213-F6DE-1B604250E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B38457-CE92-7B1F-6614-6136E9F8F9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 txBox="1"/>
          <p:nvPr userDrawn="1"/>
        </p:nvSpPr>
        <p:spPr>
          <a:xfrm>
            <a:off x="-135802" y="247159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337433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2F7587B-9987-686E-FBA3-C703A0359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F3C931-F34B-7961-BC75-B4572B02FF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219837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5BDDB8-98EE-F01A-753C-07B65A3249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F3C931-F34B-7961-BC75-B4572B02FF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92952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BE91D-E2C8-E92E-F84F-301C485175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65812-9ABB-8591-F3F0-CA1C02DB18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8" y="314619"/>
            <a:ext cx="1283702" cy="769597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667889-09AD-2802-609E-5B422FC70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965866"/>
            <a:ext cx="3713020" cy="19151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EYEBROW TREATMENT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A177297-A5AF-7CEE-5816-E3D493824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4440902"/>
            <a:ext cx="6460999" cy="166539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363E65-101C-AC0F-9792-DAB94457D9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70126" y="5034988"/>
            <a:ext cx="2544628" cy="313932"/>
          </a:xfrm>
        </p:spPr>
        <p:txBody>
          <a:bodyPr wrap="square"/>
          <a:lstStyle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In collaboration with</a:t>
            </a:r>
          </a:p>
        </p:txBody>
      </p:sp>
    </p:spTree>
    <p:extLst>
      <p:ext uri="{BB962C8B-B14F-4D97-AF65-F5344CB8AC3E}">
        <p14:creationId xmlns:p14="http://schemas.microsoft.com/office/powerpoint/2010/main" val="196801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D603374-8180-8E01-BA18-DE11A6BC2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965866"/>
            <a:ext cx="3142271" cy="19151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EYEBROW TREATMENT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4440902"/>
            <a:ext cx="6460999" cy="166539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5DBD93-60E8-0B8F-03C1-2B446EC2F7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8" y="314619"/>
            <a:ext cx="1283702" cy="769597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897E40-56A2-91DD-CCE8-8E38608EBF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70126" y="5034988"/>
            <a:ext cx="2544628" cy="313932"/>
          </a:xfrm>
        </p:spPr>
        <p:txBody>
          <a:bodyPr wrap="square"/>
          <a:lstStyle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In collaboration with</a:t>
            </a:r>
          </a:p>
        </p:txBody>
      </p:sp>
    </p:spTree>
    <p:extLst>
      <p:ext uri="{BB962C8B-B14F-4D97-AF65-F5344CB8AC3E}">
        <p14:creationId xmlns:p14="http://schemas.microsoft.com/office/powerpoint/2010/main" val="327709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C35B44E-D009-7238-7D9A-79314B1D0C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7A14831-118F-D903-FBF8-08F6C0E1C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965866"/>
            <a:ext cx="3170550" cy="19151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EYEBROW TREATMENT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5667255-5717-15E3-15D5-EE54F25E24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4440902"/>
            <a:ext cx="6460999" cy="166539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A3514D-62F7-F4CA-514C-09D1E5C317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8" y="314619"/>
            <a:ext cx="1283702" cy="769597"/>
          </a:xfrm>
          <a:prstGeom prst="rect">
            <a:avLst/>
          </a:prstGeom>
        </p:spPr>
      </p:pic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37019E3F-7419-4C95-D907-DC1BEA4036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70126" y="5034988"/>
            <a:ext cx="2544628" cy="313932"/>
          </a:xfrm>
        </p:spPr>
        <p:txBody>
          <a:bodyPr wrap="square"/>
          <a:lstStyle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In collaboration with</a:t>
            </a:r>
          </a:p>
        </p:txBody>
      </p:sp>
    </p:spTree>
    <p:extLst>
      <p:ext uri="{BB962C8B-B14F-4D97-AF65-F5344CB8AC3E}">
        <p14:creationId xmlns:p14="http://schemas.microsoft.com/office/powerpoint/2010/main" val="351582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F1B3F-5EAF-BF4D-EAC3-027F3AE85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9356ED-54C0-AD03-2028-FEFC88C137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107079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267722-074B-A21B-E711-8760B52945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7451C-3F29-6F6D-F332-22252720A0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18930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F1B3F-5EAF-BF4D-EAC3-027F3AE85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AE391E1B-A49D-3B43-4F1E-E92B03E351ED}"/>
              </a:ext>
            </a:extLst>
          </p:cNvPr>
          <p:cNvSpPr/>
          <p:nvPr userDrawn="1"/>
        </p:nvSpPr>
        <p:spPr>
          <a:xfrm>
            <a:off x="7358062" y="-1"/>
            <a:ext cx="4833938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1BF4B3-22B7-9353-72C3-2C2F24EAC365}"/>
              </a:ext>
            </a:extLst>
          </p:cNvPr>
          <p:cNvCxnSpPr>
            <a:cxnSpLocks/>
          </p:cNvCxnSpPr>
          <p:nvPr userDrawn="1"/>
        </p:nvCxnSpPr>
        <p:spPr>
          <a:xfrm>
            <a:off x="8931690" y="3412924"/>
            <a:ext cx="1716845" cy="0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9">
            <a:extLst>
              <a:ext uri="{FF2B5EF4-FFF2-40B4-BE49-F238E27FC236}">
                <a16:creationId xmlns:a16="http://schemas.microsoft.com/office/drawing/2014/main" id="{8FDB5355-B444-421F-11E6-582B728448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783542" y="1733828"/>
            <a:ext cx="2013141" cy="1207885"/>
          </a:xfrm>
          <a:prstGeom prst="rect">
            <a:avLst/>
          </a:prstGeom>
        </p:spPr>
      </p:pic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00448299-E640-F5DD-1720-16EC9F48AA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61412" y="3851626"/>
            <a:ext cx="2057400" cy="20574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r>
              <a:rPr lang="en-AU" dirty="0"/>
              <a:t>Click icon to add customer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6498422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6414198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45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F1B3F-5EAF-BF4D-EAC3-027F3AE85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23F36C4-BF0E-E0C3-FF51-5813D6922C4F}"/>
              </a:ext>
            </a:extLst>
          </p:cNvPr>
          <p:cNvSpPr/>
          <p:nvPr userDrawn="1"/>
        </p:nvSpPr>
        <p:spPr>
          <a:xfrm>
            <a:off x="6019800" y="0"/>
            <a:ext cx="6172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1C9F2705-3E34-D81D-598E-50A0C863F15C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6936743" y="531982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4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83544F5-2D43-9F45-4D4C-C7E37B7AFBB0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6446886" y="531981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29DC28E-14A8-64C6-5311-01822FE1FDC6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6936743" y="989182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677FE724-C2C4-7B2B-12D9-83C5137A47F5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936743" y="1708164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5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A962881-F30C-2A01-35C1-AF893519C261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6446886" y="1708163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01E49F56-FA7C-F676-414E-32C7ECE8C551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936743" y="2165364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1300DB1-CA16-5D37-116F-4F5F1E9529EB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6936743" y="2884346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6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172A21D-DC7D-DDD6-39A1-D7DBFEF9C45D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6446886" y="2884345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A94DED7A-670F-2DB0-D5F6-F8848FF28187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6936743" y="3341546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7F76A38D-196F-9D34-7ECE-9F6F27661D0E}"/>
              </a:ext>
            </a:extLst>
          </p:cNvPr>
          <p:cNvSpPr>
            <a:spLocks noGrp="1"/>
          </p:cNvSpPr>
          <p:nvPr>
            <p:ph type="body" sz="half" idx="31" hasCustomPrompt="1"/>
          </p:nvPr>
        </p:nvSpPr>
        <p:spPr>
          <a:xfrm>
            <a:off x="6936743" y="4060528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7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129EDB6-9F80-95AA-D9F6-BEF408FDEC01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6446886" y="4060527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07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EEBE7CF-7A58-D94E-E900-C6D62A6F57B0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6936743" y="4517728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551D5BE-0CFB-B592-925A-8849B394C208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936743" y="5236710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8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918DF4D-8BA2-518A-C155-1EF58B84FB37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6446886" y="5236709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08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17569504-88A6-56D1-B79C-F64C4D33C285}"/>
              </a:ext>
            </a:extLst>
          </p:cNvPr>
          <p:cNvSpPr>
            <a:spLocks noGrp="1"/>
          </p:cNvSpPr>
          <p:nvPr>
            <p:ph type="body" sz="half" idx="36" hasCustomPrompt="1"/>
          </p:nvPr>
        </p:nvSpPr>
        <p:spPr>
          <a:xfrm>
            <a:off x="6936743" y="5693910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6325" y="914401"/>
            <a:ext cx="3320698" cy="1179663"/>
          </a:xfrm>
          <a:prstGeom prst="rect">
            <a:avLst/>
          </a:prstGeom>
        </p:spPr>
        <p:txBody>
          <a:bodyPr anchor="t"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Today’s </a:t>
            </a:r>
            <a:br>
              <a:rPr lang="en-US" dirty="0"/>
            </a:br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87B1CE-68AF-587E-0E2A-439F396633B6}"/>
              </a:ext>
            </a:extLst>
          </p:cNvPr>
          <p:cNvGrpSpPr/>
          <p:nvPr userDrawn="1"/>
        </p:nvGrpSpPr>
        <p:grpSpPr>
          <a:xfrm>
            <a:off x="623248" y="891945"/>
            <a:ext cx="1159496" cy="1159496"/>
            <a:chOff x="4156804" y="327221"/>
            <a:chExt cx="1905000" cy="1905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9F7A8BF-8259-9DBD-1971-56B0AB3BFCBD}"/>
                </a:ext>
              </a:extLst>
            </p:cNvPr>
            <p:cNvSpPr/>
            <p:nvPr userDrawn="1"/>
          </p:nvSpPr>
          <p:spPr>
            <a:xfrm>
              <a:off x="4178576" y="348993"/>
              <a:ext cx="1861457" cy="1861457"/>
            </a:xfrm>
            <a:prstGeom prst="ellipse">
              <a:avLst/>
            </a:prstGeom>
            <a:noFill/>
            <a:ln w="28575">
              <a:solidFill>
                <a:srgbClr val="232F3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accent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C825AEC-956D-7D29-A720-F21D14B541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56804" y="327221"/>
              <a:ext cx="1905000" cy="1905000"/>
            </a:xfrm>
            <a:prstGeom prst="rect">
              <a:avLst/>
            </a:prstGeom>
          </p:spPr>
        </p:pic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8ADA7E1-3F01-D40C-6D6D-0D78C3466C2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6214" y="2467986"/>
            <a:ext cx="4535604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1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0CB537-9054-12E2-99EB-721FBD848D9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6356" y="2467985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035D08-388B-FBEF-B879-DCD50343817B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096214" y="2925186"/>
            <a:ext cx="4535604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DBA953-BD1B-DD1E-FFFA-348CF664573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1096214" y="3640740"/>
            <a:ext cx="4535604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2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B2E63DF-DF4A-0CDD-3154-615BB9108444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6356" y="3640739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0B86AF6-2BDF-ADBC-1352-887ABFF0D34D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096214" y="4097940"/>
            <a:ext cx="4535604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C81135F-A909-D093-BEB9-A4524602D426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096214" y="4813494"/>
            <a:ext cx="4535604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3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6F97B3D-DA0C-6A2C-3CA7-0FFAF44339B2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6356" y="4813493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A71D032-2F58-5E2C-F80B-0FB72F023464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1096214" y="5270694"/>
            <a:ext cx="4535604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</p:spTree>
    <p:extLst>
      <p:ext uri="{BB962C8B-B14F-4D97-AF65-F5344CB8AC3E}">
        <p14:creationId xmlns:p14="http://schemas.microsoft.com/office/powerpoint/2010/main" val="326600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9356ED-54C0-AD03-2028-FEFC88C137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BE4362-3DF8-D18B-CAE3-886FD80D22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03474" y="1713547"/>
            <a:ext cx="3988526" cy="4480703"/>
          </a:xfrm>
          <a:prstGeom prst="rect">
            <a:avLst/>
          </a:prstGeom>
        </p:spPr>
        <p:txBody>
          <a:bodyPr anchor="ctr"/>
          <a:lstStyle>
            <a:lvl1pPr>
              <a:defRPr sz="1600"/>
            </a:lvl1pPr>
          </a:lstStyle>
          <a:p>
            <a:r>
              <a:rPr lang="en-US" sz="1600" dirty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29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00D62F-E191-C046-B6EA-E79BE99AA24A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2C0AD3-8E0A-E268-62C3-C4FC5A4FB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28B6B8-8E5D-CCC5-1806-0A8018C1A944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40168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C3FBB-5E23-AF69-9744-2F6B8EFD3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F4A711-3A53-0556-7C8C-BBE097FED1A5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16544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9A2D94-1136-E0D2-3E6B-F8762074B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5991EA-CAC1-E0F6-9D55-149B6A0AE19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22602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1D3B374-854B-EF47-9B56-0018B9F83111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38B2222-37A4-5449-B1D9-9B13ADA59E84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9026E32-37D5-A446-8A01-9B6BBEB5E69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203680"/>
          </a:xfr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  <a:lvl2pPr>
              <a:defRPr b="0" i="0">
                <a:latin typeface="Amazon Ember Display" panose="020F0603020204020204" pitchFamily="34" charset="0"/>
              </a:defRPr>
            </a:lvl2pPr>
            <a:lvl3pPr>
              <a:defRPr b="0" i="0">
                <a:latin typeface="Amazon Ember Display" panose="020F0603020204020204" pitchFamily="34" charset="0"/>
              </a:defRPr>
            </a:lvl3pPr>
            <a:lvl4pPr>
              <a:defRPr b="0" i="0">
                <a:latin typeface="Amazon Ember Display" panose="020F0603020204020204" pitchFamily="34" charset="0"/>
              </a:defRPr>
            </a:lvl4pPr>
            <a:lvl5pPr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68F78D1-9721-044C-B65C-A6FC97994CEC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4422CFE-CB70-E144-AF43-F0FCE393742F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4FC2D43-256D-6645-BCF9-A844B8D7019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5368F4-2030-03F3-1497-C6D85632C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FFFB4-FF6D-9545-8FF8-67BC87137E2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6EB6BB-732B-826B-70F6-0884CC3AB2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572058-8A2F-63B1-24B9-FF2FF1B020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EF575-8224-DA14-5D32-515D4952C56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D20E4C-9187-3688-70E3-A4C82F7586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68B873-04D3-AF11-8C29-6653AFF106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Content, and Image w/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ECDC68-5692-510F-04A5-2CCE468D5053}"/>
              </a:ext>
            </a:extLst>
          </p:cNvPr>
          <p:cNvSpPr/>
          <p:nvPr userDrawn="1"/>
        </p:nvSpPr>
        <p:spPr>
          <a:xfrm>
            <a:off x="5873262" y="0"/>
            <a:ext cx="6318738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EF575-8224-DA14-5D32-515D4952C56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D20E4C-9187-3688-70E3-A4C82F7586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0201ECBF-36F8-8826-0CC9-E4FAF7B49C5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86566" y="342900"/>
            <a:ext cx="5162534" cy="5867400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95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40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467C09E-9944-944E-A974-7D6AA4E02B83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 w/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467C09E-9944-944E-A974-7D6AA4E02B83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AE22ED-2969-44D6-A5BF-413F0EAED083}"/>
              </a:ext>
            </a:extLst>
          </p:cNvPr>
          <p:cNvCxnSpPr/>
          <p:nvPr userDrawn="1"/>
        </p:nvCxnSpPr>
        <p:spPr>
          <a:xfrm>
            <a:off x="6098598" y="1805231"/>
            <a:ext cx="0" cy="4338498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91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C031CC3-E800-D94E-ACE2-59E99B1146F6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44B5C68-7AAF-714C-BA5C-79EE2A2BF521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, Subtitle, and Bullet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A8076F7-D427-34D1-99C0-68EFF424C2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2118876"/>
            <a:ext cx="5303520" cy="2500918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7D72663-D094-A43A-F950-11115B2059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1295" y="2118876"/>
            <a:ext cx="5303520" cy="2500918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4839415"/>
            <a:ext cx="5248274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4839414"/>
            <a:ext cx="5248276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60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, Subtitle, and Bullet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images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6D1E8C2-048F-4D45-212C-61D550CD324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82836" y="2103266"/>
            <a:ext cx="6909088" cy="182687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BBB67C2-0DFD-D762-6EE5-B22BE27706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2118876"/>
            <a:ext cx="3643746" cy="1811268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30A51E-62A0-8627-D0C7-1AB0F2A0ECC0}"/>
              </a:ext>
            </a:extLst>
          </p:cNvPr>
          <p:cNvCxnSpPr/>
          <p:nvPr userDrawn="1"/>
        </p:nvCxnSpPr>
        <p:spPr>
          <a:xfrm>
            <a:off x="4461164" y="2103266"/>
            <a:ext cx="0" cy="1826877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4655B86-6B6B-4332-9FE0-9DDCD6E261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82836" y="4209157"/>
            <a:ext cx="6909088" cy="182687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032ECB24-2769-30C2-8042-B5D6AE9968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9" y="4224767"/>
            <a:ext cx="3643746" cy="1811268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6A019F-B935-D08B-38E4-94E67A0F6D93}"/>
              </a:ext>
            </a:extLst>
          </p:cNvPr>
          <p:cNvCxnSpPr/>
          <p:nvPr userDrawn="1"/>
        </p:nvCxnSpPr>
        <p:spPr>
          <a:xfrm>
            <a:off x="4461164" y="4209157"/>
            <a:ext cx="0" cy="1826877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14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, Subtitle, and Bullet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6D1E8C2-048F-4D45-212C-61D550CD324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82836" y="2103266"/>
            <a:ext cx="6909088" cy="182687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BBB67C2-0DFD-D762-6EE5-B22BE27706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2118876"/>
            <a:ext cx="3643746" cy="3917158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30A51E-62A0-8627-D0C7-1AB0F2A0ECC0}"/>
              </a:ext>
            </a:extLst>
          </p:cNvPr>
          <p:cNvCxnSpPr/>
          <p:nvPr userDrawn="1"/>
        </p:nvCxnSpPr>
        <p:spPr>
          <a:xfrm>
            <a:off x="4461164" y="2103266"/>
            <a:ext cx="0" cy="1826877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4655B86-6B6B-4332-9FE0-9DDCD6E261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82836" y="4209157"/>
            <a:ext cx="6909088" cy="182687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6A019F-B935-D08B-38E4-94E67A0F6D93}"/>
              </a:ext>
            </a:extLst>
          </p:cNvPr>
          <p:cNvCxnSpPr/>
          <p:nvPr userDrawn="1"/>
        </p:nvCxnSpPr>
        <p:spPr>
          <a:xfrm>
            <a:off x="4461164" y="4209157"/>
            <a:ext cx="0" cy="1826877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33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, Subtitle, and Bullets diagon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4401"/>
            <a:ext cx="11481753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diagonal images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6D1E8C2-048F-4D45-212C-61D550CD324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9125" y="2103266"/>
            <a:ext cx="6205421" cy="418623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EE447B0-FFD1-D2E7-64B7-900BAAF130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6915" y="2133601"/>
            <a:ext cx="2337085" cy="4114800"/>
          </a:xfrm>
          <a:custGeom>
            <a:avLst/>
            <a:gdLst>
              <a:gd name="connsiteX0" fmla="*/ 615142 w 3075709"/>
              <a:gd name="connsiteY0" fmla="*/ 0 h 5514109"/>
              <a:gd name="connsiteX1" fmla="*/ 3075709 w 3075709"/>
              <a:gd name="connsiteY1" fmla="*/ 0 h 5514109"/>
              <a:gd name="connsiteX2" fmla="*/ 2460567 w 3075709"/>
              <a:gd name="connsiteY2" fmla="*/ 5514109 h 5514109"/>
              <a:gd name="connsiteX3" fmla="*/ 0 w 3075709"/>
              <a:gd name="connsiteY3" fmla="*/ 5514109 h 551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5709" h="5514109">
                <a:moveTo>
                  <a:pt x="615142" y="0"/>
                </a:moveTo>
                <a:lnTo>
                  <a:pt x="3075709" y="0"/>
                </a:lnTo>
                <a:lnTo>
                  <a:pt x="2460567" y="5514109"/>
                </a:lnTo>
                <a:lnTo>
                  <a:pt x="0" y="5514109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BA332808-0752-9612-A23C-DCB959D6B3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45315" y="2133601"/>
            <a:ext cx="2337085" cy="4114800"/>
          </a:xfrm>
          <a:custGeom>
            <a:avLst/>
            <a:gdLst>
              <a:gd name="connsiteX0" fmla="*/ 615142 w 3075709"/>
              <a:gd name="connsiteY0" fmla="*/ 0 h 5514109"/>
              <a:gd name="connsiteX1" fmla="*/ 3075709 w 3075709"/>
              <a:gd name="connsiteY1" fmla="*/ 0 h 5514109"/>
              <a:gd name="connsiteX2" fmla="*/ 2460567 w 3075709"/>
              <a:gd name="connsiteY2" fmla="*/ 5514109 h 5514109"/>
              <a:gd name="connsiteX3" fmla="*/ 0 w 3075709"/>
              <a:gd name="connsiteY3" fmla="*/ 5514109 h 551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5709" h="5514109">
                <a:moveTo>
                  <a:pt x="615142" y="0"/>
                </a:moveTo>
                <a:lnTo>
                  <a:pt x="3075709" y="0"/>
                </a:lnTo>
                <a:lnTo>
                  <a:pt x="2460567" y="5514109"/>
                </a:lnTo>
                <a:lnTo>
                  <a:pt x="0" y="5514109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4828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, Subtitle, and Bullets diagonal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4401"/>
            <a:ext cx="11481753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diagonal images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1D65AD-DBC0-374F-299B-14082E7CB3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14655" y="2133601"/>
            <a:ext cx="5167744" cy="40212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4D272019-CCCD-2B7B-44AF-18FC7E2653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682" y="2146662"/>
            <a:ext cx="5577840" cy="1920240"/>
          </a:xfrm>
          <a:custGeom>
            <a:avLst/>
            <a:gdLst>
              <a:gd name="connsiteX0" fmla="*/ 6858000 w 6858000"/>
              <a:gd name="connsiteY0" fmla="*/ 0 h 2369128"/>
              <a:gd name="connsiteX1" fmla="*/ 6276109 w 6858000"/>
              <a:gd name="connsiteY1" fmla="*/ 2313709 h 2369128"/>
              <a:gd name="connsiteX2" fmla="*/ 0 w 6858000"/>
              <a:gd name="connsiteY2" fmla="*/ 2369128 h 2369128"/>
              <a:gd name="connsiteX3" fmla="*/ 678872 w 6858000"/>
              <a:gd name="connsiteY3" fmla="*/ 69273 h 2369128"/>
              <a:gd name="connsiteX0" fmla="*/ 6858000 w 6858000"/>
              <a:gd name="connsiteY0" fmla="*/ 0 h 2369128"/>
              <a:gd name="connsiteX1" fmla="*/ 6139834 w 6858000"/>
              <a:gd name="connsiteY1" fmla="*/ 2362659 h 2369128"/>
              <a:gd name="connsiteX2" fmla="*/ 0 w 6858000"/>
              <a:gd name="connsiteY2" fmla="*/ 2369128 h 2369128"/>
              <a:gd name="connsiteX3" fmla="*/ 678872 w 6858000"/>
              <a:gd name="connsiteY3" fmla="*/ 69273 h 2369128"/>
              <a:gd name="connsiteX4" fmla="*/ 6858000 w 6858000"/>
              <a:gd name="connsiteY4" fmla="*/ 0 h 236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2369128">
                <a:moveTo>
                  <a:pt x="6858000" y="0"/>
                </a:moveTo>
                <a:lnTo>
                  <a:pt x="6139834" y="2362659"/>
                </a:lnTo>
                <a:lnTo>
                  <a:pt x="0" y="2369128"/>
                </a:lnTo>
                <a:lnTo>
                  <a:pt x="678872" y="69273"/>
                </a:lnTo>
                <a:lnTo>
                  <a:pt x="6858000" y="0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 algn="ctr">
              <a:buNone/>
              <a:defRPr sz="18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DD66ED59-D4E7-86E1-76EA-2E51257EE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4682" y="4234640"/>
            <a:ext cx="5577840" cy="1920240"/>
          </a:xfrm>
          <a:custGeom>
            <a:avLst/>
            <a:gdLst>
              <a:gd name="connsiteX0" fmla="*/ 6858000 w 6858000"/>
              <a:gd name="connsiteY0" fmla="*/ 0 h 2369128"/>
              <a:gd name="connsiteX1" fmla="*/ 6276109 w 6858000"/>
              <a:gd name="connsiteY1" fmla="*/ 2313709 h 2369128"/>
              <a:gd name="connsiteX2" fmla="*/ 0 w 6858000"/>
              <a:gd name="connsiteY2" fmla="*/ 2369128 h 2369128"/>
              <a:gd name="connsiteX3" fmla="*/ 678872 w 6858000"/>
              <a:gd name="connsiteY3" fmla="*/ 69273 h 2369128"/>
              <a:gd name="connsiteX0" fmla="*/ 6858000 w 6858000"/>
              <a:gd name="connsiteY0" fmla="*/ 0 h 2369128"/>
              <a:gd name="connsiteX1" fmla="*/ 6139834 w 6858000"/>
              <a:gd name="connsiteY1" fmla="*/ 2362659 h 2369128"/>
              <a:gd name="connsiteX2" fmla="*/ 0 w 6858000"/>
              <a:gd name="connsiteY2" fmla="*/ 2369128 h 2369128"/>
              <a:gd name="connsiteX3" fmla="*/ 678872 w 6858000"/>
              <a:gd name="connsiteY3" fmla="*/ 69273 h 2369128"/>
              <a:gd name="connsiteX4" fmla="*/ 6858000 w 6858000"/>
              <a:gd name="connsiteY4" fmla="*/ 0 h 236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2369128">
                <a:moveTo>
                  <a:pt x="6858000" y="0"/>
                </a:moveTo>
                <a:lnTo>
                  <a:pt x="6139834" y="2362659"/>
                </a:lnTo>
                <a:lnTo>
                  <a:pt x="0" y="2369128"/>
                </a:lnTo>
                <a:lnTo>
                  <a:pt x="678872" y="69273"/>
                </a:lnTo>
                <a:lnTo>
                  <a:pt x="6858000" y="0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 algn="ctr">
              <a:buNone/>
              <a:defRPr sz="18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4778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-column, subtitle, bull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Three-column, subtitle, bullets layout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D583FB2-55AE-54BE-E2DD-306F3137D3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F2B262-18FA-0174-661A-7EA8C828B6D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2133600"/>
            <a:ext cx="10972799" cy="1379034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536368-2F9D-EFF5-6B76-13265E104753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09600" y="3713017"/>
            <a:ext cx="5334000" cy="2227406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7FAEAD2-7C22-1EE3-38EF-BDE40F9D9832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48398" y="3713017"/>
            <a:ext cx="5334000" cy="2227406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9519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, Subtitle, and Bullet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A8076F7-D427-34D1-99C0-68EFF424C2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2118876"/>
            <a:ext cx="3474720" cy="2505456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7D72663-D094-A43A-F950-11115B2059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58640" y="2118876"/>
            <a:ext cx="3474720" cy="2505456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Three-column, subtitle, bullets layout,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4839415"/>
            <a:ext cx="3474720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01470" y="4839414"/>
            <a:ext cx="3474720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4E4E984-0CF8-D81B-EEFD-F7BAE9C3798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05449" y="2118876"/>
            <a:ext cx="3474720" cy="2505456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B583509-C158-3207-D578-13FA09D9199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48279" y="4839414"/>
            <a:ext cx="3474720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8410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, Subtitle, and Bullet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Three-column, subtitle, callout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3836021"/>
            <a:ext cx="3474720" cy="206830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01470" y="3836020"/>
            <a:ext cx="3474720" cy="206830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B583509-C158-3207-D578-13FA09D9199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48279" y="3836020"/>
            <a:ext cx="3474720" cy="206830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6B44C63-F39D-D06A-5475-046629AF43E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09599" y="2133600"/>
            <a:ext cx="10972799" cy="1379034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6366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Three column with subheading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A38A03-7D41-1A55-93A7-1D72FD514552}"/>
              </a:ext>
            </a:extLst>
          </p:cNvPr>
          <p:cNvCxnSpPr/>
          <p:nvPr userDrawn="1"/>
        </p:nvCxnSpPr>
        <p:spPr>
          <a:xfrm>
            <a:off x="4217775" y="1736519"/>
            <a:ext cx="0" cy="4480560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Right Facing Arrow 2" descr="red circle with white arrow used to indicate a relationship between items 2 and 3 out of 3 in a linear progression">
            <a:extLst>
              <a:ext uri="{FF2B5EF4-FFF2-40B4-BE49-F238E27FC236}">
                <a16:creationId xmlns:a16="http://schemas.microsoft.com/office/drawing/2014/main" id="{4A5E2DC0-C318-53A0-DEF7-960C744C0E7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096676" y="3688634"/>
            <a:ext cx="274320" cy="274320"/>
            <a:chOff x="5834062" y="3167062"/>
            <a:chExt cx="353293" cy="353293"/>
          </a:xfrm>
        </p:grpSpPr>
        <p:sp>
          <p:nvSpPr>
            <p:cNvPr id="14" name="Circle">
              <a:extLst>
                <a:ext uri="{FF2B5EF4-FFF2-40B4-BE49-F238E27FC236}">
                  <a16:creationId xmlns:a16="http://schemas.microsoft.com/office/drawing/2014/main" id="{3089F129-80C0-E190-3D00-7908E8CADC67}"/>
                </a:ext>
              </a:extLst>
            </p:cNvPr>
            <p:cNvSpPr/>
            <p:nvPr/>
          </p:nvSpPr>
          <p:spPr>
            <a:xfrm>
              <a:off x="5834062" y="3167062"/>
              <a:ext cx="353293" cy="353293"/>
            </a:xfrm>
            <a:custGeom>
              <a:avLst/>
              <a:gdLst>
                <a:gd name="connsiteX0" fmla="*/ 353293 w 353293"/>
                <a:gd name="connsiteY0" fmla="*/ 176647 h 353293"/>
                <a:gd name="connsiteX1" fmla="*/ 176647 w 353293"/>
                <a:gd name="connsiteY1" fmla="*/ 353293 h 353293"/>
                <a:gd name="connsiteX2" fmla="*/ 0 w 353293"/>
                <a:gd name="connsiteY2" fmla="*/ 176647 h 353293"/>
                <a:gd name="connsiteX3" fmla="*/ 176647 w 353293"/>
                <a:gd name="connsiteY3" fmla="*/ 0 h 353293"/>
                <a:gd name="connsiteX4" fmla="*/ 353293 w 353293"/>
                <a:gd name="connsiteY4" fmla="*/ 176647 h 35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293" h="353293">
                  <a:moveTo>
                    <a:pt x="353293" y="176647"/>
                  </a:moveTo>
                  <a:cubicBezTo>
                    <a:pt x="353293" y="274206"/>
                    <a:pt x="274206" y="353293"/>
                    <a:pt x="176647" y="353293"/>
                  </a:cubicBezTo>
                  <a:cubicBezTo>
                    <a:pt x="79087" y="353293"/>
                    <a:pt x="0" y="274206"/>
                    <a:pt x="0" y="176647"/>
                  </a:cubicBezTo>
                  <a:cubicBezTo>
                    <a:pt x="0" y="79087"/>
                    <a:pt x="79087" y="0"/>
                    <a:pt x="176647" y="0"/>
                  </a:cubicBezTo>
                  <a:cubicBezTo>
                    <a:pt x="274206" y="0"/>
                    <a:pt x="353293" y="79087"/>
                    <a:pt x="353293" y="176647"/>
                  </a:cubicBezTo>
                  <a:close/>
                </a:path>
              </a:pathLst>
            </a:custGeom>
            <a:solidFill>
              <a:schemeClr val="accent3"/>
            </a:solidFill>
            <a:ln w="6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Arrow">
              <a:extLst>
                <a:ext uri="{FF2B5EF4-FFF2-40B4-BE49-F238E27FC236}">
                  <a16:creationId xmlns:a16="http://schemas.microsoft.com/office/drawing/2014/main" id="{D890A71E-0652-ABA3-D906-C951C946F6B4}"/>
                </a:ext>
              </a:extLst>
            </p:cNvPr>
            <p:cNvSpPr/>
            <p:nvPr/>
          </p:nvSpPr>
          <p:spPr>
            <a:xfrm>
              <a:off x="5902091" y="3252194"/>
              <a:ext cx="227828" cy="182964"/>
            </a:xfrm>
            <a:custGeom>
              <a:avLst/>
              <a:gdLst>
                <a:gd name="connsiteX0" fmla="*/ 136378 w 227828"/>
                <a:gd name="connsiteY0" fmla="*/ 0 h 182964"/>
                <a:gd name="connsiteX1" fmla="*/ 113787 w 227828"/>
                <a:gd name="connsiteY1" fmla="*/ 22591 h 182964"/>
                <a:gd name="connsiteX2" fmla="*/ 166755 w 227828"/>
                <a:gd name="connsiteY2" fmla="*/ 75560 h 182964"/>
                <a:gd name="connsiteX3" fmla="*/ 0 w 227828"/>
                <a:gd name="connsiteY3" fmla="*/ 75560 h 182964"/>
                <a:gd name="connsiteX4" fmla="*/ 0 w 227828"/>
                <a:gd name="connsiteY4" fmla="*/ 107469 h 182964"/>
                <a:gd name="connsiteX5" fmla="*/ 166755 w 227828"/>
                <a:gd name="connsiteY5" fmla="*/ 107469 h 182964"/>
                <a:gd name="connsiteX6" fmla="*/ 113787 w 227828"/>
                <a:gd name="connsiteY6" fmla="*/ 160437 h 182964"/>
                <a:gd name="connsiteX7" fmla="*/ 136378 w 227828"/>
                <a:gd name="connsiteY7" fmla="*/ 182965 h 182964"/>
                <a:gd name="connsiteX8" fmla="*/ 227828 w 227828"/>
                <a:gd name="connsiteY8" fmla="*/ 91514 h 182964"/>
                <a:gd name="connsiteX9" fmla="*/ 136378 w 227828"/>
                <a:gd name="connsiteY9" fmla="*/ 0 h 18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828" h="182964">
                  <a:moveTo>
                    <a:pt x="136378" y="0"/>
                  </a:moveTo>
                  <a:lnTo>
                    <a:pt x="113787" y="22591"/>
                  </a:lnTo>
                  <a:lnTo>
                    <a:pt x="166755" y="75560"/>
                  </a:lnTo>
                  <a:lnTo>
                    <a:pt x="0" y="75560"/>
                  </a:lnTo>
                  <a:lnTo>
                    <a:pt x="0" y="107469"/>
                  </a:lnTo>
                  <a:lnTo>
                    <a:pt x="166755" y="107469"/>
                  </a:lnTo>
                  <a:lnTo>
                    <a:pt x="113787" y="160437"/>
                  </a:lnTo>
                  <a:lnTo>
                    <a:pt x="136378" y="182965"/>
                  </a:lnTo>
                  <a:lnTo>
                    <a:pt x="227828" y="91514"/>
                  </a:lnTo>
                  <a:lnTo>
                    <a:pt x="136378" y="0"/>
                  </a:lnTo>
                  <a:close/>
                </a:path>
              </a:pathLst>
            </a:custGeom>
            <a:solidFill>
              <a:srgbClr val="FFFFFF"/>
            </a:solidFill>
            <a:ln w="6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A1ADC3E-54B7-4C60-19DA-8C51B7D7CB6F}"/>
              </a:ext>
            </a:extLst>
          </p:cNvPr>
          <p:cNvCxnSpPr/>
          <p:nvPr userDrawn="1"/>
        </p:nvCxnSpPr>
        <p:spPr>
          <a:xfrm>
            <a:off x="7964277" y="1736519"/>
            <a:ext cx="0" cy="4480560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Right Facing Arrow 2" descr="red circle with white arrow used to indicate a relationship between items 2 and 3 out of 3 in a linear progression">
            <a:extLst>
              <a:ext uri="{FF2B5EF4-FFF2-40B4-BE49-F238E27FC236}">
                <a16:creationId xmlns:a16="http://schemas.microsoft.com/office/drawing/2014/main" id="{4530AA19-1CB2-0259-AE83-1C974068B0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831455" y="3688634"/>
            <a:ext cx="274320" cy="274320"/>
            <a:chOff x="5834062" y="3167062"/>
            <a:chExt cx="353293" cy="353293"/>
          </a:xfrm>
        </p:grpSpPr>
        <p:sp>
          <p:nvSpPr>
            <p:cNvPr id="18" name="Circle">
              <a:extLst>
                <a:ext uri="{FF2B5EF4-FFF2-40B4-BE49-F238E27FC236}">
                  <a16:creationId xmlns:a16="http://schemas.microsoft.com/office/drawing/2014/main" id="{5427B9FC-E3C6-CE17-409D-4099EE122FFC}"/>
                </a:ext>
              </a:extLst>
            </p:cNvPr>
            <p:cNvSpPr/>
            <p:nvPr/>
          </p:nvSpPr>
          <p:spPr>
            <a:xfrm>
              <a:off x="5834062" y="3167062"/>
              <a:ext cx="353293" cy="353293"/>
            </a:xfrm>
            <a:custGeom>
              <a:avLst/>
              <a:gdLst>
                <a:gd name="connsiteX0" fmla="*/ 353293 w 353293"/>
                <a:gd name="connsiteY0" fmla="*/ 176647 h 353293"/>
                <a:gd name="connsiteX1" fmla="*/ 176647 w 353293"/>
                <a:gd name="connsiteY1" fmla="*/ 353293 h 353293"/>
                <a:gd name="connsiteX2" fmla="*/ 0 w 353293"/>
                <a:gd name="connsiteY2" fmla="*/ 176647 h 353293"/>
                <a:gd name="connsiteX3" fmla="*/ 176647 w 353293"/>
                <a:gd name="connsiteY3" fmla="*/ 0 h 353293"/>
                <a:gd name="connsiteX4" fmla="*/ 353293 w 353293"/>
                <a:gd name="connsiteY4" fmla="*/ 176647 h 35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293" h="353293">
                  <a:moveTo>
                    <a:pt x="353293" y="176647"/>
                  </a:moveTo>
                  <a:cubicBezTo>
                    <a:pt x="353293" y="274206"/>
                    <a:pt x="274206" y="353293"/>
                    <a:pt x="176647" y="353293"/>
                  </a:cubicBezTo>
                  <a:cubicBezTo>
                    <a:pt x="79087" y="353293"/>
                    <a:pt x="0" y="274206"/>
                    <a:pt x="0" y="176647"/>
                  </a:cubicBezTo>
                  <a:cubicBezTo>
                    <a:pt x="0" y="79087"/>
                    <a:pt x="79087" y="0"/>
                    <a:pt x="176647" y="0"/>
                  </a:cubicBezTo>
                  <a:cubicBezTo>
                    <a:pt x="274206" y="0"/>
                    <a:pt x="353293" y="79087"/>
                    <a:pt x="353293" y="176647"/>
                  </a:cubicBezTo>
                  <a:close/>
                </a:path>
              </a:pathLst>
            </a:custGeom>
            <a:solidFill>
              <a:schemeClr val="accent3"/>
            </a:solidFill>
            <a:ln w="6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Arrow">
              <a:extLst>
                <a:ext uri="{FF2B5EF4-FFF2-40B4-BE49-F238E27FC236}">
                  <a16:creationId xmlns:a16="http://schemas.microsoft.com/office/drawing/2014/main" id="{D2BF01A9-8D93-C7BF-B6B2-6ED95C9A6234}"/>
                </a:ext>
              </a:extLst>
            </p:cNvPr>
            <p:cNvSpPr/>
            <p:nvPr/>
          </p:nvSpPr>
          <p:spPr>
            <a:xfrm>
              <a:off x="5902091" y="3252194"/>
              <a:ext cx="227828" cy="182964"/>
            </a:xfrm>
            <a:custGeom>
              <a:avLst/>
              <a:gdLst>
                <a:gd name="connsiteX0" fmla="*/ 136378 w 227828"/>
                <a:gd name="connsiteY0" fmla="*/ 0 h 182964"/>
                <a:gd name="connsiteX1" fmla="*/ 113787 w 227828"/>
                <a:gd name="connsiteY1" fmla="*/ 22591 h 182964"/>
                <a:gd name="connsiteX2" fmla="*/ 166755 w 227828"/>
                <a:gd name="connsiteY2" fmla="*/ 75560 h 182964"/>
                <a:gd name="connsiteX3" fmla="*/ 0 w 227828"/>
                <a:gd name="connsiteY3" fmla="*/ 75560 h 182964"/>
                <a:gd name="connsiteX4" fmla="*/ 0 w 227828"/>
                <a:gd name="connsiteY4" fmla="*/ 107469 h 182964"/>
                <a:gd name="connsiteX5" fmla="*/ 166755 w 227828"/>
                <a:gd name="connsiteY5" fmla="*/ 107469 h 182964"/>
                <a:gd name="connsiteX6" fmla="*/ 113787 w 227828"/>
                <a:gd name="connsiteY6" fmla="*/ 160437 h 182964"/>
                <a:gd name="connsiteX7" fmla="*/ 136378 w 227828"/>
                <a:gd name="connsiteY7" fmla="*/ 182965 h 182964"/>
                <a:gd name="connsiteX8" fmla="*/ 227828 w 227828"/>
                <a:gd name="connsiteY8" fmla="*/ 91514 h 182964"/>
                <a:gd name="connsiteX9" fmla="*/ 136378 w 227828"/>
                <a:gd name="connsiteY9" fmla="*/ 0 h 18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828" h="182964">
                  <a:moveTo>
                    <a:pt x="136378" y="0"/>
                  </a:moveTo>
                  <a:lnTo>
                    <a:pt x="113787" y="22591"/>
                  </a:lnTo>
                  <a:lnTo>
                    <a:pt x="166755" y="75560"/>
                  </a:lnTo>
                  <a:lnTo>
                    <a:pt x="0" y="75560"/>
                  </a:lnTo>
                  <a:lnTo>
                    <a:pt x="0" y="107469"/>
                  </a:lnTo>
                  <a:lnTo>
                    <a:pt x="166755" y="107469"/>
                  </a:lnTo>
                  <a:lnTo>
                    <a:pt x="113787" y="160437"/>
                  </a:lnTo>
                  <a:lnTo>
                    <a:pt x="136378" y="182965"/>
                  </a:lnTo>
                  <a:lnTo>
                    <a:pt x="227828" y="91514"/>
                  </a:lnTo>
                  <a:lnTo>
                    <a:pt x="136378" y="0"/>
                  </a:lnTo>
                  <a:close/>
                </a:path>
              </a:pathLst>
            </a:custGeom>
            <a:solidFill>
              <a:srgbClr val="FFFFFF"/>
            </a:solidFill>
            <a:ln w="6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39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Three column with subheadings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3986C6F-D895-7DB2-6B6E-CE8456A8AC09}"/>
              </a:ext>
            </a:extLst>
          </p:cNvPr>
          <p:cNvSpPr txBox="1">
            <a:spLocks/>
          </p:cNvSpPr>
          <p:nvPr userDrawn="1"/>
        </p:nvSpPr>
        <p:spPr>
          <a:xfrm>
            <a:off x="609596" y="2200610"/>
            <a:ext cx="3474720" cy="4008774"/>
          </a:xfrm>
          <a:prstGeom prst="rect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3B8C034-C962-00B8-6026-B67B4E9562DE}"/>
              </a:ext>
            </a:extLst>
          </p:cNvPr>
          <p:cNvSpPr txBox="1">
            <a:spLocks/>
          </p:cNvSpPr>
          <p:nvPr userDrawn="1"/>
        </p:nvSpPr>
        <p:spPr>
          <a:xfrm>
            <a:off x="4351717" y="1737901"/>
            <a:ext cx="3474720" cy="4590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D74DAC-B184-8AF3-883C-CC38C1031C29}"/>
              </a:ext>
            </a:extLst>
          </p:cNvPr>
          <p:cNvSpPr txBox="1">
            <a:spLocks/>
          </p:cNvSpPr>
          <p:nvPr userDrawn="1"/>
        </p:nvSpPr>
        <p:spPr>
          <a:xfrm>
            <a:off x="4351717" y="2200610"/>
            <a:ext cx="3474720" cy="4008774"/>
          </a:xfrm>
          <a:prstGeom prst="rect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CBC9B83-0BCF-F32D-C476-45E1C66104F4}"/>
              </a:ext>
            </a:extLst>
          </p:cNvPr>
          <p:cNvSpPr txBox="1">
            <a:spLocks/>
          </p:cNvSpPr>
          <p:nvPr userDrawn="1"/>
        </p:nvSpPr>
        <p:spPr>
          <a:xfrm>
            <a:off x="609598" y="1737901"/>
            <a:ext cx="3474720" cy="4590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AB91520-75BF-4C46-2E83-82C6D877E412}"/>
              </a:ext>
            </a:extLst>
          </p:cNvPr>
          <p:cNvSpPr txBox="1">
            <a:spLocks/>
          </p:cNvSpPr>
          <p:nvPr userDrawn="1"/>
        </p:nvSpPr>
        <p:spPr>
          <a:xfrm>
            <a:off x="8107680" y="1737901"/>
            <a:ext cx="3474720" cy="4590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90F917A-0111-0914-59A1-7958A0819864}"/>
              </a:ext>
            </a:extLst>
          </p:cNvPr>
          <p:cNvSpPr txBox="1">
            <a:spLocks/>
          </p:cNvSpPr>
          <p:nvPr userDrawn="1"/>
        </p:nvSpPr>
        <p:spPr>
          <a:xfrm>
            <a:off x="8107680" y="2200610"/>
            <a:ext cx="3474720" cy="4008774"/>
          </a:xfrm>
          <a:prstGeom prst="rect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boxes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76305"/>
            <a:ext cx="3483864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241061"/>
            <a:ext cx="3483864" cy="1360372"/>
          </a:xfrm>
        </p:spPr>
        <p:txBody>
          <a:bodyPr lIns="182880" tIns="91440" rIns="182880"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76305"/>
            <a:ext cx="3483864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241061"/>
            <a:ext cx="3483864" cy="1360372"/>
          </a:xfrm>
        </p:spPr>
        <p:txBody>
          <a:bodyPr lIns="182880" tIns="91440" rIns="182880"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76305"/>
            <a:ext cx="3483864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241061"/>
            <a:ext cx="3483864" cy="1360372"/>
          </a:xfrm>
        </p:spPr>
        <p:txBody>
          <a:bodyPr lIns="182880" tIns="91440" rIns="182880"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4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ree column with subheadings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3986C6F-D895-7DB2-6B6E-CE8456A8AC09}"/>
              </a:ext>
            </a:extLst>
          </p:cNvPr>
          <p:cNvSpPr txBox="1">
            <a:spLocks/>
          </p:cNvSpPr>
          <p:nvPr userDrawn="1"/>
        </p:nvSpPr>
        <p:spPr>
          <a:xfrm>
            <a:off x="609596" y="2200611"/>
            <a:ext cx="10972800" cy="890934"/>
          </a:xfrm>
          <a:prstGeom prst="rect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CBC9B83-0BCF-F32D-C476-45E1C66104F4}"/>
              </a:ext>
            </a:extLst>
          </p:cNvPr>
          <p:cNvSpPr txBox="1">
            <a:spLocks/>
          </p:cNvSpPr>
          <p:nvPr userDrawn="1"/>
        </p:nvSpPr>
        <p:spPr>
          <a:xfrm>
            <a:off x="609598" y="1737901"/>
            <a:ext cx="10972798" cy="4590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horizontal boxes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8" y="1776305"/>
            <a:ext cx="10972797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241062"/>
            <a:ext cx="10972798" cy="850482"/>
          </a:xfrm>
        </p:spPr>
        <p:txBody>
          <a:bodyPr lIns="182880" tIns="91440" rIns="182880" bIns="182880"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55B2CA6-7C40-41B2-1A78-3DF68CA7A948}"/>
              </a:ext>
            </a:extLst>
          </p:cNvPr>
          <p:cNvSpPr txBox="1">
            <a:spLocks/>
          </p:cNvSpPr>
          <p:nvPr userDrawn="1"/>
        </p:nvSpPr>
        <p:spPr>
          <a:xfrm>
            <a:off x="609596" y="3746383"/>
            <a:ext cx="10972800" cy="890934"/>
          </a:xfrm>
          <a:prstGeom prst="rect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C16348CE-3B82-FAAF-DF15-E3EA1576FDC7}"/>
              </a:ext>
            </a:extLst>
          </p:cNvPr>
          <p:cNvSpPr txBox="1">
            <a:spLocks/>
          </p:cNvSpPr>
          <p:nvPr userDrawn="1"/>
        </p:nvSpPr>
        <p:spPr>
          <a:xfrm>
            <a:off x="609598" y="3283673"/>
            <a:ext cx="10972798" cy="4590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9970271-41B5-6DB0-7197-A1BA3AB1339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9599" y="3322077"/>
            <a:ext cx="10972796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11C8EA06-D5A3-150A-CE8A-7EFE22C42DC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09598" y="3786834"/>
            <a:ext cx="10972797" cy="850482"/>
          </a:xfrm>
        </p:spPr>
        <p:txBody>
          <a:bodyPr lIns="182880" tIns="91440" rIns="182880" bIns="182880"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317913A-9E7B-34B2-F331-09D0477A8C80}"/>
              </a:ext>
            </a:extLst>
          </p:cNvPr>
          <p:cNvSpPr txBox="1">
            <a:spLocks/>
          </p:cNvSpPr>
          <p:nvPr userDrawn="1"/>
        </p:nvSpPr>
        <p:spPr>
          <a:xfrm>
            <a:off x="609596" y="5259496"/>
            <a:ext cx="10972800" cy="890934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A482FB4-862C-5966-9C28-48F116A89586}"/>
              </a:ext>
            </a:extLst>
          </p:cNvPr>
          <p:cNvSpPr txBox="1">
            <a:spLocks/>
          </p:cNvSpPr>
          <p:nvPr userDrawn="1"/>
        </p:nvSpPr>
        <p:spPr>
          <a:xfrm>
            <a:off x="609598" y="4796786"/>
            <a:ext cx="10972798" cy="4590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652327F8-BED9-C956-3A00-DF0A0EF8DAE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09598" y="4835190"/>
            <a:ext cx="10972797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81C15908-1772-5EEB-55FD-72A0F1D4185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09598" y="5299947"/>
            <a:ext cx="10972797" cy="850482"/>
          </a:xfrm>
        </p:spPr>
        <p:txBody>
          <a:bodyPr lIns="182880" tIns="91440" rIns="182880" bIns="182880"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0682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96E8718-D810-5D42-BBA7-DBDBA7B074E9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column with subheadings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11478567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 and numbers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96E8718-D810-5D42-BBA7-DBDBA7B074E9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BB534E-44FA-8733-4D31-48BF8606251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2"/>
            <a:ext cx="10902464" cy="79575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0360A89-F893-A5FF-3CF8-CA6157B8462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2231" y="2833437"/>
            <a:ext cx="3381551" cy="761042"/>
          </a:xfrm>
        </p:spPr>
        <p:txBody>
          <a:bodyPr tIns="0" bIns="0">
            <a:spAutoFit/>
          </a:bodyPr>
          <a:lstStyle>
            <a:lvl1pPr marL="0" indent="0" algn="ctr">
              <a:buFontTx/>
              <a:buNone/>
              <a:defRPr sz="6000">
                <a:solidFill>
                  <a:schemeClr val="accent1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6000" b="1" dirty="0"/>
              <a:t>Numbers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C75CCA04-D4F8-75AA-BEA7-B3C195E6C41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73880" y="2833437"/>
            <a:ext cx="3381551" cy="761042"/>
          </a:xfrm>
        </p:spPr>
        <p:txBody>
          <a:bodyPr tIns="0" bIns="0">
            <a:spAutoFit/>
          </a:bodyPr>
          <a:lstStyle>
            <a:lvl1pPr marL="0" indent="0" algn="ctr">
              <a:buFontTx/>
              <a:buNone/>
              <a:defRPr sz="6000">
                <a:solidFill>
                  <a:schemeClr val="accent1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6000" b="1" dirty="0"/>
              <a:t>Numbers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CB30A998-7DFA-50D3-666B-D170A1B82AB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273238" y="2833437"/>
            <a:ext cx="3381551" cy="761042"/>
          </a:xfrm>
        </p:spPr>
        <p:txBody>
          <a:bodyPr tIns="0" bIns="0">
            <a:spAutoFit/>
          </a:bodyPr>
          <a:lstStyle>
            <a:lvl1pPr marL="0" indent="0" algn="ctr">
              <a:buFontTx/>
              <a:buNone/>
              <a:defRPr sz="6000">
                <a:solidFill>
                  <a:schemeClr val="accent1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6000" b="1" dirty="0"/>
              <a:t>Numbers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F1A9337-B65D-2FC8-573C-56DDF89C667C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73238" y="3760760"/>
            <a:ext cx="3381551" cy="365760"/>
          </a:xfrm>
        </p:spPr>
        <p:txBody>
          <a:bodyPr t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1800"/>
            </a:lvl1pPr>
          </a:lstStyle>
          <a:p>
            <a:pPr>
              <a:lnSpc>
                <a:spcPct val="50000"/>
              </a:lnSpc>
              <a:spcAft>
                <a:spcPts val="0"/>
              </a:spcAft>
            </a:pPr>
            <a:r>
              <a:rPr lang="en-US" sz="1800" dirty="0"/>
              <a:t>Information</a:t>
            </a:r>
            <a:endParaRPr lang="en-US" sz="1800" spc="-80" dirty="0">
              <a:solidFill>
                <a:schemeClr val="accent4"/>
              </a:solidFill>
            </a:endParaRP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5AEC1D4B-5226-4B63-16B5-FD270C9F328C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373602" y="3760760"/>
            <a:ext cx="3381551" cy="365760"/>
          </a:xfrm>
        </p:spPr>
        <p:txBody>
          <a:bodyPr t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1800"/>
            </a:lvl1pPr>
          </a:lstStyle>
          <a:p>
            <a:pPr>
              <a:lnSpc>
                <a:spcPct val="50000"/>
              </a:lnSpc>
              <a:spcAft>
                <a:spcPts val="0"/>
              </a:spcAft>
            </a:pPr>
            <a:r>
              <a:rPr lang="en-US" sz="1800" dirty="0"/>
              <a:t>Information</a:t>
            </a:r>
            <a:endParaRPr lang="en-US" sz="1800" spc="-80" dirty="0">
              <a:solidFill>
                <a:schemeClr val="accent4"/>
              </a:solidFill>
            </a:endParaRP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CD052572-1B82-C166-089E-A03659672B66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01676" y="3760760"/>
            <a:ext cx="3381551" cy="365760"/>
          </a:xfrm>
        </p:spPr>
        <p:txBody>
          <a:bodyPr t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1800"/>
            </a:lvl1pPr>
          </a:lstStyle>
          <a:p>
            <a:pPr>
              <a:lnSpc>
                <a:spcPct val="50000"/>
              </a:lnSpc>
              <a:spcAft>
                <a:spcPts val="0"/>
              </a:spcAft>
            </a:pPr>
            <a:r>
              <a:rPr lang="en-US" sz="1800" dirty="0"/>
              <a:t>Information</a:t>
            </a:r>
            <a:endParaRPr lang="en-US" sz="1800" spc="-80" dirty="0">
              <a:solidFill>
                <a:schemeClr val="accent4"/>
              </a:solidFill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BD9634D-82AC-B3ED-2340-F56FFA42E07F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09598" y="4637815"/>
            <a:ext cx="10902464" cy="10009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751F71-52F0-E5ED-5394-9F8C590AA493}"/>
              </a:ext>
            </a:extLst>
          </p:cNvPr>
          <p:cNvCxnSpPr/>
          <p:nvPr userDrawn="1"/>
        </p:nvCxnSpPr>
        <p:spPr>
          <a:xfrm>
            <a:off x="501676" y="4274311"/>
            <a:ext cx="3381551" cy="0"/>
          </a:xfrm>
          <a:prstGeom prst="line">
            <a:avLst/>
          </a:prstGeom>
          <a:ln w="19050" cap="rnd">
            <a:solidFill>
              <a:schemeClr val="accent1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582BB37-D853-314B-A3E8-DDE9D729C77D}"/>
              </a:ext>
            </a:extLst>
          </p:cNvPr>
          <p:cNvCxnSpPr/>
          <p:nvPr userDrawn="1"/>
        </p:nvCxnSpPr>
        <p:spPr>
          <a:xfrm>
            <a:off x="4380949" y="4274311"/>
            <a:ext cx="3381551" cy="0"/>
          </a:xfrm>
          <a:prstGeom prst="line">
            <a:avLst/>
          </a:prstGeom>
          <a:ln w="19050" cap="rnd">
            <a:solidFill>
              <a:schemeClr val="accent1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D0A3D9-C007-6ACF-8F41-860C7A430EBA}"/>
              </a:ext>
            </a:extLst>
          </p:cNvPr>
          <p:cNvCxnSpPr/>
          <p:nvPr userDrawn="1"/>
        </p:nvCxnSpPr>
        <p:spPr>
          <a:xfrm>
            <a:off x="8274077" y="4274311"/>
            <a:ext cx="3381551" cy="0"/>
          </a:xfrm>
          <a:prstGeom prst="line">
            <a:avLst/>
          </a:prstGeom>
          <a:ln w="19050" cap="rnd">
            <a:solidFill>
              <a:schemeClr val="accent1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21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with subheading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 w/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8" y="2935848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333755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2935848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3333755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2935848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39" y="3333755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2935848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3333755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83E838-7FB1-9F13-FF6B-DC42BDB34D03}"/>
              </a:ext>
            </a:extLst>
          </p:cNvPr>
          <p:cNvSpPr/>
          <p:nvPr userDrawn="1"/>
        </p:nvSpPr>
        <p:spPr>
          <a:xfrm>
            <a:off x="1313409" y="1709569"/>
            <a:ext cx="969818" cy="969818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36AA943C-5B4F-49D8-E1EA-36ABCACCC5C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31974" y="17281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D4FA9C-FFAF-D6AE-5303-345902BBB952}"/>
              </a:ext>
            </a:extLst>
          </p:cNvPr>
          <p:cNvSpPr/>
          <p:nvPr userDrawn="1"/>
        </p:nvSpPr>
        <p:spPr>
          <a:xfrm>
            <a:off x="4178530" y="1709569"/>
            <a:ext cx="969818" cy="969818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7" name="Picture Placeholder 26">
            <a:extLst>
              <a:ext uri="{FF2B5EF4-FFF2-40B4-BE49-F238E27FC236}">
                <a16:creationId xmlns:a16="http://schemas.microsoft.com/office/drawing/2014/main" id="{DFC645D4-08C7-4AE3-F57B-659D026CA4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197095" y="17281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7A0C5E-3990-AED0-2795-F8391F987DBF}"/>
              </a:ext>
            </a:extLst>
          </p:cNvPr>
          <p:cNvSpPr/>
          <p:nvPr userDrawn="1"/>
        </p:nvSpPr>
        <p:spPr>
          <a:xfrm>
            <a:off x="7043650" y="1709569"/>
            <a:ext cx="969818" cy="969818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9" name="Picture Placeholder 26">
            <a:extLst>
              <a:ext uri="{FF2B5EF4-FFF2-40B4-BE49-F238E27FC236}">
                <a16:creationId xmlns:a16="http://schemas.microsoft.com/office/drawing/2014/main" id="{04F177A9-EBA3-2BA9-4AA4-C4FBBD66392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62215" y="17281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26F30C-7AD6-62E3-905C-565B2BA2B6F8}"/>
              </a:ext>
            </a:extLst>
          </p:cNvPr>
          <p:cNvSpPr/>
          <p:nvPr userDrawn="1"/>
        </p:nvSpPr>
        <p:spPr>
          <a:xfrm>
            <a:off x="9908771" y="1709569"/>
            <a:ext cx="969818" cy="969818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21" name="Picture Placeholder 26">
            <a:extLst>
              <a:ext uri="{FF2B5EF4-FFF2-40B4-BE49-F238E27FC236}">
                <a16:creationId xmlns:a16="http://schemas.microsoft.com/office/drawing/2014/main" id="{E88DA7AA-5367-2909-A739-D020FFFC3C3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27336" y="17281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812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 column with subheadings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 w/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8" y="3676609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4074516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3676609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4074516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3676609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39" y="4074516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3676609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4074516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36AA943C-5B4F-49D8-E1EA-36ABCACCC5C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786" y="1728134"/>
            <a:ext cx="1655064" cy="1655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2" name="Picture Placeholder 26">
            <a:extLst>
              <a:ext uri="{FF2B5EF4-FFF2-40B4-BE49-F238E27FC236}">
                <a16:creationId xmlns:a16="http://schemas.microsoft.com/office/drawing/2014/main" id="{41B60AAF-5A8C-6720-0884-7FFD699E206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35907" y="1728134"/>
            <a:ext cx="1655064" cy="1655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3" name="Picture Placeholder 26">
            <a:extLst>
              <a:ext uri="{FF2B5EF4-FFF2-40B4-BE49-F238E27FC236}">
                <a16:creationId xmlns:a16="http://schemas.microsoft.com/office/drawing/2014/main" id="{1F2E1016-E0D7-7C68-FF9D-2CECC5B1EC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01027" y="1728134"/>
            <a:ext cx="1655064" cy="1655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4" name="Picture Placeholder 26">
            <a:extLst>
              <a:ext uri="{FF2B5EF4-FFF2-40B4-BE49-F238E27FC236}">
                <a16:creationId xmlns:a16="http://schemas.microsoft.com/office/drawing/2014/main" id="{8171338B-A851-B962-AD67-52B406CCAA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566148" y="1728134"/>
            <a:ext cx="1655064" cy="1655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24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ur column with subheadings Images rect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 w/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8" y="3429000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826907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3429000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3826907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3429000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39" y="3826907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3429000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3826907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36AA943C-5B4F-49D8-E1EA-36ABCACCC5C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8" y="1741573"/>
            <a:ext cx="2377440" cy="1426029"/>
          </a:xfrm>
          <a:prstGeom prst="roundRect">
            <a:avLst>
              <a:gd name="adj" fmla="val 8270"/>
            </a:avLst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6" name="Picture Placeholder 26">
            <a:extLst>
              <a:ext uri="{FF2B5EF4-FFF2-40B4-BE49-F238E27FC236}">
                <a16:creationId xmlns:a16="http://schemas.microsoft.com/office/drawing/2014/main" id="{59A835F7-184C-0019-3DB9-13C463E625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72541" y="1741573"/>
            <a:ext cx="2377440" cy="1426029"/>
          </a:xfrm>
          <a:prstGeom prst="roundRect">
            <a:avLst>
              <a:gd name="adj" fmla="val 8270"/>
            </a:avLst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7" name="Picture Placeholder 26">
            <a:extLst>
              <a:ext uri="{FF2B5EF4-FFF2-40B4-BE49-F238E27FC236}">
                <a16:creationId xmlns:a16="http://schemas.microsoft.com/office/drawing/2014/main" id="{8BA4A4CC-9A9B-8C42-1C95-C4B0FA662AA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35484" y="1741573"/>
            <a:ext cx="2377440" cy="1426029"/>
          </a:xfrm>
          <a:prstGeom prst="roundRect">
            <a:avLst>
              <a:gd name="adj" fmla="val 8270"/>
            </a:avLst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8" name="Picture Placeholder 26">
            <a:extLst>
              <a:ext uri="{FF2B5EF4-FFF2-40B4-BE49-F238E27FC236}">
                <a16:creationId xmlns:a16="http://schemas.microsoft.com/office/drawing/2014/main" id="{18BA5E73-4DE6-7CE9-7762-9D73EA77A2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09313" y="1741573"/>
            <a:ext cx="2377440" cy="1426029"/>
          </a:xfrm>
          <a:prstGeom prst="roundRect">
            <a:avLst>
              <a:gd name="adj" fmla="val 8270"/>
            </a:avLst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0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lage images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Collage image, subtitle, callout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B3BDFEB-D07E-E5C9-2D77-C7372B1DBB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263629" y="2133600"/>
            <a:ext cx="6318769" cy="4002794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C1E1D1E7-4ED6-2E5C-C45D-C23C4486196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0075" y="2139686"/>
            <a:ext cx="2130365" cy="2806387"/>
          </a:xfrm>
          <a:custGeom>
            <a:avLst/>
            <a:gdLst>
              <a:gd name="connsiteX0" fmla="*/ 0 w 2216728"/>
              <a:gd name="connsiteY0" fmla="*/ 0 h 3616037"/>
              <a:gd name="connsiteX1" fmla="*/ 2216728 w 2216728"/>
              <a:gd name="connsiteY1" fmla="*/ 0 h 3616037"/>
              <a:gd name="connsiteX2" fmla="*/ 2216728 w 2216728"/>
              <a:gd name="connsiteY2" fmla="*/ 3616037 h 3616037"/>
              <a:gd name="connsiteX3" fmla="*/ 0 w 2216728"/>
              <a:gd name="connsiteY3" fmla="*/ 3616037 h 3616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6728" h="3616037">
                <a:moveTo>
                  <a:pt x="0" y="0"/>
                </a:moveTo>
                <a:lnTo>
                  <a:pt x="2216728" y="0"/>
                </a:lnTo>
                <a:lnTo>
                  <a:pt x="2216728" y="3616037"/>
                </a:lnTo>
                <a:lnTo>
                  <a:pt x="0" y="3616037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>
              <a:buNone/>
              <a:defRPr sz="180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noProof="0" dirty="0"/>
              <a:t>Picture 1</a:t>
            </a:r>
          </a:p>
        </p:txBody>
      </p:sp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4B16EBDA-EBE4-0927-33FA-98E85FEB6D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0075" y="5106277"/>
            <a:ext cx="2130365" cy="1030118"/>
          </a:xfrm>
          <a:custGeom>
            <a:avLst/>
            <a:gdLst>
              <a:gd name="connsiteX0" fmla="*/ 0 w 2216728"/>
              <a:gd name="connsiteY0" fmla="*/ 0 h 1759527"/>
              <a:gd name="connsiteX1" fmla="*/ 2216728 w 2216728"/>
              <a:gd name="connsiteY1" fmla="*/ 0 h 1759527"/>
              <a:gd name="connsiteX2" fmla="*/ 2216728 w 2216728"/>
              <a:gd name="connsiteY2" fmla="*/ 1759527 h 1759527"/>
              <a:gd name="connsiteX3" fmla="*/ 0 w 2216728"/>
              <a:gd name="connsiteY3" fmla="*/ 1759527 h 175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6728" h="1759527">
                <a:moveTo>
                  <a:pt x="0" y="0"/>
                </a:moveTo>
                <a:lnTo>
                  <a:pt x="2216728" y="0"/>
                </a:lnTo>
                <a:lnTo>
                  <a:pt x="2216728" y="1759527"/>
                </a:lnTo>
                <a:lnTo>
                  <a:pt x="0" y="1759527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>
              <a:buNone/>
              <a:defRPr sz="180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noProof="0" dirty="0"/>
              <a:t>Picture 3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EC3F3902-B26A-2897-AF99-6AE7D6DE16E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31852" y="3429000"/>
            <a:ext cx="2130365" cy="2707394"/>
          </a:xfrm>
          <a:custGeom>
            <a:avLst/>
            <a:gdLst>
              <a:gd name="connsiteX0" fmla="*/ 0 w 2216728"/>
              <a:gd name="connsiteY0" fmla="*/ 0 h 3616037"/>
              <a:gd name="connsiteX1" fmla="*/ 2216728 w 2216728"/>
              <a:gd name="connsiteY1" fmla="*/ 0 h 3616037"/>
              <a:gd name="connsiteX2" fmla="*/ 2216728 w 2216728"/>
              <a:gd name="connsiteY2" fmla="*/ 3616037 h 3616037"/>
              <a:gd name="connsiteX3" fmla="*/ 0 w 2216728"/>
              <a:gd name="connsiteY3" fmla="*/ 3616037 h 3616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6728" h="3616037">
                <a:moveTo>
                  <a:pt x="0" y="0"/>
                </a:moveTo>
                <a:lnTo>
                  <a:pt x="2216728" y="0"/>
                </a:lnTo>
                <a:lnTo>
                  <a:pt x="2216728" y="3616037"/>
                </a:lnTo>
                <a:lnTo>
                  <a:pt x="0" y="3616037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>
              <a:buNone/>
              <a:defRPr sz="180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noProof="0" dirty="0"/>
              <a:t>Picture 4</a:t>
            </a:r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7D09497B-8D6A-3B8E-38A4-41EC3BC5AA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31852" y="2133040"/>
            <a:ext cx="2130365" cy="1122778"/>
          </a:xfrm>
          <a:custGeom>
            <a:avLst/>
            <a:gdLst>
              <a:gd name="connsiteX0" fmla="*/ 0 w 2216728"/>
              <a:gd name="connsiteY0" fmla="*/ 0 h 1759527"/>
              <a:gd name="connsiteX1" fmla="*/ 2216728 w 2216728"/>
              <a:gd name="connsiteY1" fmla="*/ 0 h 1759527"/>
              <a:gd name="connsiteX2" fmla="*/ 2216728 w 2216728"/>
              <a:gd name="connsiteY2" fmla="*/ 1759527 h 1759527"/>
              <a:gd name="connsiteX3" fmla="*/ 0 w 2216728"/>
              <a:gd name="connsiteY3" fmla="*/ 1759527 h 175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6728" h="1759527">
                <a:moveTo>
                  <a:pt x="0" y="0"/>
                </a:moveTo>
                <a:lnTo>
                  <a:pt x="2216728" y="0"/>
                </a:lnTo>
                <a:lnTo>
                  <a:pt x="2216728" y="1759527"/>
                </a:lnTo>
                <a:lnTo>
                  <a:pt x="0" y="1759527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>
              <a:buNone/>
              <a:defRPr sz="180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noProof="0" dirty="0"/>
              <a:t>Picture 2</a:t>
            </a:r>
          </a:p>
        </p:txBody>
      </p:sp>
    </p:spTree>
    <p:extLst>
      <p:ext uri="{BB962C8B-B14F-4D97-AF65-F5344CB8AC3E}">
        <p14:creationId xmlns:p14="http://schemas.microsoft.com/office/powerpoint/2010/main" val="118260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v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Five-column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280DDDF0-04D3-4F6E-50DE-C6D81BFA569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808515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0612130A-933C-A5B8-0664-B9C46CA080EB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2808514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939B4DE-A352-8878-8E6E-1302DAF4929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07432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943A10F6-BA07-93EC-3013-54723F1ADC27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007431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8688E01-C977-F865-0E8F-F1E56BF2F472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206350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C8D66E06-62C0-98B8-B791-CEAEF0843DF3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206349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46AB4B2-36B7-0E90-B289-6B632CED4A0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416154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C05A6BC9-5D51-446C-7EE9-F12F0B64F54A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416153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8714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x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Six-column layout with subheadings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CDE9E54-83A2-C4DF-7259-EE3ABE2666B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739011" y="1720603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D6C7EE2D-0F97-B4B8-CE51-9EDCFE062DA7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1739010" y="2053193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id="{F5A4082C-EBFF-EF97-70D9-111FCCFD043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693" y="1725378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941D221-9F58-75D7-9FF7-B88BB299018B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7383456" y="1720603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Content Placeholder 6">
            <a:extLst>
              <a:ext uri="{FF2B5EF4-FFF2-40B4-BE49-F238E27FC236}">
                <a16:creationId xmlns:a16="http://schemas.microsoft.com/office/drawing/2014/main" id="{1CC91EB8-9596-F082-D87F-81C26782C76F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7383455" y="2053193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9" name="Picture Placeholder 26">
            <a:extLst>
              <a:ext uri="{FF2B5EF4-FFF2-40B4-BE49-F238E27FC236}">
                <a16:creationId xmlns:a16="http://schemas.microsoft.com/office/drawing/2014/main" id="{E68F5DBE-EE62-7289-B719-D07B9D627D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77427" y="1725378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B995B59-37B1-7B94-83E5-09B116AF9AD2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1739011" y="3289759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Content Placeholder 6">
            <a:extLst>
              <a:ext uri="{FF2B5EF4-FFF2-40B4-BE49-F238E27FC236}">
                <a16:creationId xmlns:a16="http://schemas.microsoft.com/office/drawing/2014/main" id="{C6DF69DB-813A-74AE-54D6-B7C3E8CA49B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1739010" y="3622349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2" name="Picture Placeholder 26">
            <a:extLst>
              <a:ext uri="{FF2B5EF4-FFF2-40B4-BE49-F238E27FC236}">
                <a16:creationId xmlns:a16="http://schemas.microsoft.com/office/drawing/2014/main" id="{4F2F0A52-071B-2183-532E-720E96FCAF8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1693" y="32945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AA700E9-6F74-4F1A-F82F-5B2016D7BA7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83456" y="3289759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" name="Content Placeholder 6">
            <a:extLst>
              <a:ext uri="{FF2B5EF4-FFF2-40B4-BE49-F238E27FC236}">
                <a16:creationId xmlns:a16="http://schemas.microsoft.com/office/drawing/2014/main" id="{839FFECD-467B-7D50-6B1C-9365F81EF4E6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7383455" y="3622349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5" name="Picture Placeholder 26">
            <a:extLst>
              <a:ext uri="{FF2B5EF4-FFF2-40B4-BE49-F238E27FC236}">
                <a16:creationId xmlns:a16="http://schemas.microsoft.com/office/drawing/2014/main" id="{C78EC7BE-F644-3600-89C8-DFD120DD2D3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277427" y="32945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2074D74-0A28-94B5-B5DC-2FB2B5BFC643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1739011" y="4847626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7" name="Content Placeholder 6">
            <a:extLst>
              <a:ext uri="{FF2B5EF4-FFF2-40B4-BE49-F238E27FC236}">
                <a16:creationId xmlns:a16="http://schemas.microsoft.com/office/drawing/2014/main" id="{1F68D0FE-C4BB-1F6A-7955-9A2C680D9604}"/>
              </a:ext>
            </a:extLst>
          </p:cNvPr>
          <p:cNvSpPr>
            <a:spLocks noGrp="1"/>
          </p:cNvSpPr>
          <p:nvPr>
            <p:ph sz="half" idx="38"/>
          </p:nvPr>
        </p:nvSpPr>
        <p:spPr>
          <a:xfrm>
            <a:off x="1739010" y="5180216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8" name="Picture Placeholder 26">
            <a:extLst>
              <a:ext uri="{FF2B5EF4-FFF2-40B4-BE49-F238E27FC236}">
                <a16:creationId xmlns:a16="http://schemas.microsoft.com/office/drawing/2014/main" id="{5F1DED0B-831A-FBAF-290A-EB7D1C2175F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1693" y="4852401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572E5C5F-8002-A795-06EA-56E15F2A030F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7383456" y="4847626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0" name="Content Placeholder 6">
            <a:extLst>
              <a:ext uri="{FF2B5EF4-FFF2-40B4-BE49-F238E27FC236}">
                <a16:creationId xmlns:a16="http://schemas.microsoft.com/office/drawing/2014/main" id="{F354C3D0-D384-9D69-19CC-3511201185C5}"/>
              </a:ext>
            </a:extLst>
          </p:cNvPr>
          <p:cNvSpPr>
            <a:spLocks noGrp="1"/>
          </p:cNvSpPr>
          <p:nvPr>
            <p:ph sz="half" idx="41"/>
          </p:nvPr>
        </p:nvSpPr>
        <p:spPr>
          <a:xfrm>
            <a:off x="7383455" y="5180216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1" name="Picture Placeholder 26">
            <a:extLst>
              <a:ext uri="{FF2B5EF4-FFF2-40B4-BE49-F238E27FC236}">
                <a16:creationId xmlns:a16="http://schemas.microsoft.com/office/drawing/2014/main" id="{9A4BE4BA-A05C-C932-2D91-D6E09145AC37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277427" y="4852401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9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_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5905081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19900" y="0"/>
            <a:ext cx="5372100" cy="6858000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834744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4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_Blu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C0A02C-F95D-27DD-B512-875D31487BBD}"/>
              </a:ext>
            </a:extLst>
          </p:cNvPr>
          <p:cNvSpPr/>
          <p:nvPr userDrawn="1"/>
        </p:nvSpPr>
        <p:spPr>
          <a:xfrm>
            <a:off x="6983646" y="0"/>
            <a:ext cx="5208354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8CC7F999-1969-E181-1F9A-5C10436B47A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48252" y="638557"/>
            <a:ext cx="4500850" cy="5580886"/>
          </a:xfrm>
          <a:prstGeom prst="roundRect">
            <a:avLst>
              <a:gd name="adj" fmla="val 3930"/>
            </a:avLst>
          </a:prstGeom>
          <a:effectLst/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5905081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834744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1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_Blue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BABCD7-C6E6-7F4A-B1CC-735FF5D170B7}"/>
              </a:ext>
            </a:extLst>
          </p:cNvPr>
          <p:cNvSpPr/>
          <p:nvPr userDrawn="1"/>
        </p:nvSpPr>
        <p:spPr>
          <a:xfrm>
            <a:off x="8929200" y="0"/>
            <a:ext cx="32628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1A3623AF-DB4D-09EC-9FA7-C91CC8C7649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232135" y="917577"/>
            <a:ext cx="2616966" cy="5292723"/>
          </a:xfrm>
          <a:prstGeom prst="roundRect">
            <a:avLst>
              <a:gd name="adj" fmla="val 3930"/>
            </a:avLst>
          </a:prstGeom>
          <a:effectLst/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7908053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7837716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4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_Circ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C0A02C-F95D-27DD-B512-875D31487BBD}"/>
              </a:ext>
            </a:extLst>
          </p:cNvPr>
          <p:cNvSpPr/>
          <p:nvPr userDrawn="1"/>
        </p:nvSpPr>
        <p:spPr>
          <a:xfrm>
            <a:off x="8929200" y="0"/>
            <a:ext cx="32628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5905081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834744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8DC420F1-2042-660D-ECC9-AD6908D15FE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078097" y="2020201"/>
            <a:ext cx="3702206" cy="3702206"/>
          </a:xfrm>
          <a:custGeom>
            <a:avLst/>
            <a:gdLst>
              <a:gd name="connsiteX0" fmla="*/ 1851103 w 3702206"/>
              <a:gd name="connsiteY0" fmla="*/ 0 h 3702206"/>
              <a:gd name="connsiteX1" fmla="*/ 3702206 w 3702206"/>
              <a:gd name="connsiteY1" fmla="*/ 1851103 h 3702206"/>
              <a:gd name="connsiteX2" fmla="*/ 1851103 w 3702206"/>
              <a:gd name="connsiteY2" fmla="*/ 3702206 h 3702206"/>
              <a:gd name="connsiteX3" fmla="*/ 0 w 3702206"/>
              <a:gd name="connsiteY3" fmla="*/ 1851103 h 3702206"/>
              <a:gd name="connsiteX4" fmla="*/ 1851103 w 3702206"/>
              <a:gd name="connsiteY4" fmla="*/ 0 h 3702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2206" h="3702206">
                <a:moveTo>
                  <a:pt x="1851103" y="0"/>
                </a:moveTo>
                <a:cubicBezTo>
                  <a:pt x="2873439" y="0"/>
                  <a:pt x="3702206" y="828767"/>
                  <a:pt x="3702206" y="1851103"/>
                </a:cubicBezTo>
                <a:cubicBezTo>
                  <a:pt x="3702206" y="2873439"/>
                  <a:pt x="2873439" y="3702206"/>
                  <a:pt x="1851103" y="3702206"/>
                </a:cubicBezTo>
                <a:cubicBezTo>
                  <a:pt x="828767" y="3702206"/>
                  <a:pt x="0" y="2873439"/>
                  <a:pt x="0" y="1851103"/>
                </a:cubicBezTo>
                <a:cubicBezTo>
                  <a:pt x="0" y="828767"/>
                  <a:pt x="828767" y="0"/>
                  <a:pt x="18511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ID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2754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content layout, and circle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 layout, and circle icons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BB871C-BBF6-6303-129D-B07D219BDDFF}"/>
              </a:ext>
            </a:extLst>
          </p:cNvPr>
          <p:cNvSpPr/>
          <p:nvPr userDrawn="1"/>
        </p:nvSpPr>
        <p:spPr>
          <a:xfrm>
            <a:off x="1001218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A6D0F0-D175-B136-265C-A1CFA5790AF8}"/>
              </a:ext>
            </a:extLst>
          </p:cNvPr>
          <p:cNvSpPr/>
          <p:nvPr userDrawn="1"/>
        </p:nvSpPr>
        <p:spPr>
          <a:xfrm>
            <a:off x="3863913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BDA64C-4B5A-EF61-3735-F09C35E854D0}"/>
              </a:ext>
            </a:extLst>
          </p:cNvPr>
          <p:cNvSpPr/>
          <p:nvPr userDrawn="1"/>
        </p:nvSpPr>
        <p:spPr>
          <a:xfrm>
            <a:off x="6770010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793EE3-F308-3F8D-67E8-C794AAB83240}"/>
              </a:ext>
            </a:extLst>
          </p:cNvPr>
          <p:cNvSpPr/>
          <p:nvPr userDrawn="1"/>
        </p:nvSpPr>
        <p:spPr>
          <a:xfrm>
            <a:off x="9703821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D28535-5BB2-E090-5201-91E3390A0932}"/>
              </a:ext>
            </a:extLst>
          </p:cNvPr>
          <p:cNvSpPr/>
          <p:nvPr userDrawn="1"/>
        </p:nvSpPr>
        <p:spPr>
          <a:xfrm>
            <a:off x="1001218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5FA2BB-4DCD-E6BF-DA45-5576AC2C71B8}"/>
              </a:ext>
            </a:extLst>
          </p:cNvPr>
          <p:cNvSpPr/>
          <p:nvPr userDrawn="1"/>
        </p:nvSpPr>
        <p:spPr>
          <a:xfrm>
            <a:off x="3863913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11A601-0B8D-F1F0-E5E9-2A4F54BE2C72}"/>
              </a:ext>
            </a:extLst>
          </p:cNvPr>
          <p:cNvSpPr/>
          <p:nvPr userDrawn="1"/>
        </p:nvSpPr>
        <p:spPr>
          <a:xfrm>
            <a:off x="6770010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7E04F9-C292-78DB-40BE-F422F4651C38}"/>
              </a:ext>
            </a:extLst>
          </p:cNvPr>
          <p:cNvSpPr/>
          <p:nvPr userDrawn="1"/>
        </p:nvSpPr>
        <p:spPr>
          <a:xfrm>
            <a:off x="9703821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6" name="Text Placeholder 152">
            <a:extLst>
              <a:ext uri="{FF2B5EF4-FFF2-40B4-BE49-F238E27FC236}">
                <a16:creationId xmlns:a16="http://schemas.microsoft.com/office/drawing/2014/main" id="{584C6CE5-500C-DE89-ADD8-09E4FE6641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800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7" name="Text Placeholder 152">
            <a:extLst>
              <a:ext uri="{FF2B5EF4-FFF2-40B4-BE49-F238E27FC236}">
                <a16:creationId xmlns:a16="http://schemas.microsoft.com/office/drawing/2014/main" id="{1443E155-2BF4-417E-D65C-5EC8A48738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8800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8" name="Text Placeholder 152">
            <a:extLst>
              <a:ext uri="{FF2B5EF4-FFF2-40B4-BE49-F238E27FC236}">
                <a16:creationId xmlns:a16="http://schemas.microsoft.com/office/drawing/2014/main" id="{1A663487-AD8C-FEF6-E0EA-F776E0DB6C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0543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9" name="Text Placeholder 152">
            <a:extLst>
              <a:ext uri="{FF2B5EF4-FFF2-40B4-BE49-F238E27FC236}">
                <a16:creationId xmlns:a16="http://schemas.microsoft.com/office/drawing/2014/main" id="{8CFC9A55-1B75-9059-E03B-3E2EF11EA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0543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0" name="Text Placeholder 152">
            <a:extLst>
              <a:ext uri="{FF2B5EF4-FFF2-40B4-BE49-F238E27FC236}">
                <a16:creationId xmlns:a16="http://schemas.microsoft.com/office/drawing/2014/main" id="{40BD199A-3462-4F62-83F5-7C7082FF7B9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63850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1" name="Text Placeholder 152">
            <a:extLst>
              <a:ext uri="{FF2B5EF4-FFF2-40B4-BE49-F238E27FC236}">
                <a16:creationId xmlns:a16="http://schemas.microsoft.com/office/drawing/2014/main" id="{5A2A7222-CC84-BFD0-7AE9-B5040D5E5A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63850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2" name="Text Placeholder 152">
            <a:extLst>
              <a:ext uri="{FF2B5EF4-FFF2-40B4-BE49-F238E27FC236}">
                <a16:creationId xmlns:a16="http://schemas.microsoft.com/office/drawing/2014/main" id="{3E5B2D0F-B551-A896-1AD2-C949B674C1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87157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3" name="Text Placeholder 152">
            <a:extLst>
              <a:ext uri="{FF2B5EF4-FFF2-40B4-BE49-F238E27FC236}">
                <a16:creationId xmlns:a16="http://schemas.microsoft.com/office/drawing/2014/main" id="{E4F575ED-7166-2656-10DC-418AF0F8D86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87157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4" name="Picture Placeholder 162">
            <a:extLst>
              <a:ext uri="{FF2B5EF4-FFF2-40B4-BE49-F238E27FC236}">
                <a16:creationId xmlns:a16="http://schemas.microsoft.com/office/drawing/2014/main" id="{70FF1A12-49BD-D744-6CCF-C12EE45511F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1001713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5" name="Picture Placeholder 162">
            <a:extLst>
              <a:ext uri="{FF2B5EF4-FFF2-40B4-BE49-F238E27FC236}">
                <a16:creationId xmlns:a16="http://schemas.microsoft.com/office/drawing/2014/main" id="{0B34566A-075E-4302-6355-07070E55EFF9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869604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6" name="Picture Placeholder 162">
            <a:extLst>
              <a:ext uri="{FF2B5EF4-FFF2-40B4-BE49-F238E27FC236}">
                <a16:creationId xmlns:a16="http://schemas.microsoft.com/office/drawing/2014/main" id="{1DB3F21D-A933-93C3-ACEA-2129A0254B2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792913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7" name="Picture Placeholder 162">
            <a:extLst>
              <a:ext uri="{FF2B5EF4-FFF2-40B4-BE49-F238E27FC236}">
                <a16:creationId xmlns:a16="http://schemas.microsoft.com/office/drawing/2014/main" id="{4341FBE9-CA22-6573-588D-B7AE0420B487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9702367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8" name="Picture Placeholder 162">
            <a:extLst>
              <a:ext uri="{FF2B5EF4-FFF2-40B4-BE49-F238E27FC236}">
                <a16:creationId xmlns:a16="http://schemas.microsoft.com/office/drawing/2014/main" id="{CEBB2959-4385-438D-6428-21153CE10DF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1001713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9" name="Picture Placeholder 162">
            <a:extLst>
              <a:ext uri="{FF2B5EF4-FFF2-40B4-BE49-F238E27FC236}">
                <a16:creationId xmlns:a16="http://schemas.microsoft.com/office/drawing/2014/main" id="{76ABE277-32B5-ED54-E23A-395799B5B55D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3869604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38" name="Picture Placeholder 162">
            <a:extLst>
              <a:ext uri="{FF2B5EF4-FFF2-40B4-BE49-F238E27FC236}">
                <a16:creationId xmlns:a16="http://schemas.microsoft.com/office/drawing/2014/main" id="{77A1B445-2EC5-FD25-A1AA-7D1C06D55D6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6792913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39" name="Picture Placeholder 162">
            <a:extLst>
              <a:ext uri="{FF2B5EF4-FFF2-40B4-BE49-F238E27FC236}">
                <a16:creationId xmlns:a16="http://schemas.microsoft.com/office/drawing/2014/main" id="{1DB49533-9C5A-79EC-B6C0-6C41BE10D11D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9702367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170504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content layout, and circle icon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 layout, circle icons, and image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BB871C-BBF6-6303-129D-B07D219BDDFF}"/>
              </a:ext>
            </a:extLst>
          </p:cNvPr>
          <p:cNvSpPr/>
          <p:nvPr userDrawn="1"/>
        </p:nvSpPr>
        <p:spPr>
          <a:xfrm>
            <a:off x="1001218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A6D0F0-D175-B136-265C-A1CFA5790AF8}"/>
              </a:ext>
            </a:extLst>
          </p:cNvPr>
          <p:cNvSpPr/>
          <p:nvPr userDrawn="1"/>
        </p:nvSpPr>
        <p:spPr>
          <a:xfrm>
            <a:off x="3863913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D28535-5BB2-E090-5201-91E3390A0932}"/>
              </a:ext>
            </a:extLst>
          </p:cNvPr>
          <p:cNvSpPr/>
          <p:nvPr userDrawn="1"/>
        </p:nvSpPr>
        <p:spPr>
          <a:xfrm>
            <a:off x="1001218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5FA2BB-4DCD-E6BF-DA45-5576AC2C71B8}"/>
              </a:ext>
            </a:extLst>
          </p:cNvPr>
          <p:cNvSpPr/>
          <p:nvPr userDrawn="1"/>
        </p:nvSpPr>
        <p:spPr>
          <a:xfrm>
            <a:off x="3863913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6" name="Text Placeholder 152">
            <a:extLst>
              <a:ext uri="{FF2B5EF4-FFF2-40B4-BE49-F238E27FC236}">
                <a16:creationId xmlns:a16="http://schemas.microsoft.com/office/drawing/2014/main" id="{584C6CE5-500C-DE89-ADD8-09E4FE6641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800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7" name="Text Placeholder 152">
            <a:extLst>
              <a:ext uri="{FF2B5EF4-FFF2-40B4-BE49-F238E27FC236}">
                <a16:creationId xmlns:a16="http://schemas.microsoft.com/office/drawing/2014/main" id="{1443E155-2BF4-417E-D65C-5EC8A48738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8800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8" name="Text Placeholder 152">
            <a:extLst>
              <a:ext uri="{FF2B5EF4-FFF2-40B4-BE49-F238E27FC236}">
                <a16:creationId xmlns:a16="http://schemas.microsoft.com/office/drawing/2014/main" id="{1A663487-AD8C-FEF6-E0EA-F776E0DB6C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0543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9" name="Text Placeholder 152">
            <a:extLst>
              <a:ext uri="{FF2B5EF4-FFF2-40B4-BE49-F238E27FC236}">
                <a16:creationId xmlns:a16="http://schemas.microsoft.com/office/drawing/2014/main" id="{8CFC9A55-1B75-9059-E03B-3E2EF11EA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0543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4" name="Picture Placeholder 162">
            <a:extLst>
              <a:ext uri="{FF2B5EF4-FFF2-40B4-BE49-F238E27FC236}">
                <a16:creationId xmlns:a16="http://schemas.microsoft.com/office/drawing/2014/main" id="{70FF1A12-49BD-D744-6CCF-C12EE45511F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1001713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5" name="Picture Placeholder 162">
            <a:extLst>
              <a:ext uri="{FF2B5EF4-FFF2-40B4-BE49-F238E27FC236}">
                <a16:creationId xmlns:a16="http://schemas.microsoft.com/office/drawing/2014/main" id="{0B34566A-075E-4302-6355-07070E55EFF9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869604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8" name="Picture Placeholder 162">
            <a:extLst>
              <a:ext uri="{FF2B5EF4-FFF2-40B4-BE49-F238E27FC236}">
                <a16:creationId xmlns:a16="http://schemas.microsoft.com/office/drawing/2014/main" id="{CEBB2959-4385-438D-6428-21153CE10DF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1001713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9" name="Picture Placeholder 162">
            <a:extLst>
              <a:ext uri="{FF2B5EF4-FFF2-40B4-BE49-F238E27FC236}">
                <a16:creationId xmlns:a16="http://schemas.microsoft.com/office/drawing/2014/main" id="{76ABE277-32B5-ED54-E23A-395799B5B55D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3869604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1D42E0E-E654-CE10-74EC-A6809A9693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400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3A8789C-A0D1-A74F-A15D-501FE221905E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6862" y="1355036"/>
            <a:ext cx="605520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97E380-42BC-798E-C23B-33F98A4A57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0701" y="342900"/>
            <a:ext cx="4572543" cy="5867400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6863" y="2502067"/>
            <a:ext cx="6204133" cy="137437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56862" y="2074967"/>
            <a:ext cx="6204133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A580A9B-0CE5-34F7-764C-492309D5BA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56863" y="4495729"/>
            <a:ext cx="2988289" cy="169251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DB0775D-D2FF-4511-6629-E6C696057A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56862" y="4068628"/>
            <a:ext cx="298828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A41421E-A766-DC5E-8EF9-8405BA3F32E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72706" y="4495729"/>
            <a:ext cx="2988289" cy="169251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20A649-DDA4-757A-B190-A531088B62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72705" y="4068628"/>
            <a:ext cx="298828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6088F55-730E-38B1-7DA1-6DE43FF4FC8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56863" y="342900"/>
            <a:ext cx="2431886" cy="819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company logo</a:t>
            </a:r>
          </a:p>
        </p:txBody>
      </p:sp>
    </p:spTree>
    <p:extLst>
      <p:ext uri="{BB962C8B-B14F-4D97-AF65-F5344CB8AC3E}">
        <p14:creationId xmlns:p14="http://schemas.microsoft.com/office/powerpoint/2010/main" val="119227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90" y="2117954"/>
            <a:ext cx="6824577" cy="161276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6089" y="1690854"/>
            <a:ext cx="6824577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A580A9B-0CE5-34F7-764C-492309D5BA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089" y="4495729"/>
            <a:ext cx="3291840" cy="169251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DB0775D-D2FF-4511-6629-E6C696057A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088" y="4068628"/>
            <a:ext cx="3291840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A41421E-A766-DC5E-8EF9-8405BA3F32E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58827" y="4495729"/>
            <a:ext cx="3291840" cy="169251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20A649-DDA4-757A-B190-A531088B62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158826" y="4068628"/>
            <a:ext cx="3291840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6088F55-730E-38B1-7DA1-6DE43FF4FC8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613885" y="5538949"/>
            <a:ext cx="2431886" cy="646331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company logo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 2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98BCA1B-3BBC-26D4-BCE5-C012115FB6A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987257" y="1679419"/>
            <a:ext cx="3685143" cy="3685143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59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50CDD2-8616-1FB1-617F-2EB38F3EC6EF}"/>
              </a:ext>
            </a:extLst>
          </p:cNvPr>
          <p:cNvSpPr/>
          <p:nvPr userDrawn="1"/>
        </p:nvSpPr>
        <p:spPr>
          <a:xfrm>
            <a:off x="0" y="1589192"/>
            <a:ext cx="6186311" cy="4619698"/>
          </a:xfrm>
          <a:prstGeom prst="rect">
            <a:avLst/>
          </a:prstGeom>
          <a:solidFill>
            <a:schemeClr val="accent1">
              <a:lumMod val="20000"/>
              <a:lumOff val="80000"/>
              <a:alpha val="5746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90" y="2117954"/>
            <a:ext cx="5232843" cy="393289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6089" y="1690854"/>
            <a:ext cx="5232843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 3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05E52E99-6C01-3E37-30FA-E6A2233C6BA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745747" y="1821055"/>
            <a:ext cx="881497" cy="811606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 sz="1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FC900C61-5415-EBE1-C04C-6D93F2751D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745747" y="2643293"/>
            <a:ext cx="881497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432AE8D0-14B7-F697-5697-A392E7EDF02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745747" y="3287406"/>
            <a:ext cx="881497" cy="811606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 sz="1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5359107A-09FF-83CA-5A80-83736EA086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745747" y="4109644"/>
            <a:ext cx="881497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42B9F47A-49B2-EC3A-7865-A91D6EFF5F0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745747" y="4751417"/>
            <a:ext cx="881497" cy="811606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 sz="1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E1F56D4C-2253-9189-9361-CE546C9F52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745747" y="5573655"/>
            <a:ext cx="881497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en-US" dirty="0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FF547B8D-9FF3-288E-B531-9ACECE93549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23376" y="2117954"/>
            <a:ext cx="4131734" cy="393289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0026890D-1941-D09A-2651-F5C972B2AD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23375" y="1690854"/>
            <a:ext cx="4131734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28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90" y="2754737"/>
            <a:ext cx="4032504" cy="161276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89" y="2327637"/>
            <a:ext cx="4032504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Outcome: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A580A9B-0CE5-34F7-764C-492309D5BA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089" y="4954596"/>
            <a:ext cx="4032504" cy="12306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DB0775D-D2FF-4511-6629-E6C696057A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088" y="4527495"/>
            <a:ext cx="4032504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412305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 4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BDE53EA-F186-A89A-5CCC-6FDCEA39C8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6090" y="1581461"/>
            <a:ext cx="4036222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add service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5EF553-7308-7448-A79D-CE5BF137E57A}"/>
              </a:ext>
            </a:extLst>
          </p:cNvPr>
          <p:cNvCxnSpPr>
            <a:cxnSpLocks/>
          </p:cNvCxnSpPr>
          <p:nvPr userDrawn="1"/>
        </p:nvCxnSpPr>
        <p:spPr>
          <a:xfrm>
            <a:off x="626088" y="2111022"/>
            <a:ext cx="4023360" cy="0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56485A-B9AC-EEEF-282A-C9DA1EF4E90D}"/>
              </a:ext>
            </a:extLst>
          </p:cNvPr>
          <p:cNvCxnSpPr>
            <a:cxnSpLocks/>
          </p:cNvCxnSpPr>
          <p:nvPr userDrawn="1"/>
        </p:nvCxnSpPr>
        <p:spPr>
          <a:xfrm>
            <a:off x="4888648" y="1009008"/>
            <a:ext cx="0" cy="5202566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79F3244-0D99-1260-9E84-C2091A8DD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2777" y="1581461"/>
            <a:ext cx="3088783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A759F4A-3396-4734-4BC0-716C8E577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32778" y="1996366"/>
            <a:ext cx="3085938" cy="418891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9E73D8EB-63D1-737E-250A-8AE35866D82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1201" y="4954596"/>
            <a:ext cx="3291199" cy="12306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6BB39C13-58CA-1234-9174-D02EBB3BB89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1200" y="4527495"/>
            <a:ext cx="329119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Customer info: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559834F9-5A77-7147-57FB-0323A178435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240513" y="672720"/>
            <a:ext cx="2431886" cy="819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company logo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18C1C92-4B74-E72A-F39E-AE94A2C9FFA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2162" y="1581461"/>
            <a:ext cx="3290199" cy="2435368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“Insert quote”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CE10E531-7EB3-0FA6-B200-50F98BC151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1201" y="4089181"/>
            <a:ext cx="3291199" cy="421985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Title, Company</a:t>
            </a:r>
          </a:p>
        </p:txBody>
      </p:sp>
    </p:spTree>
    <p:extLst>
      <p:ext uri="{BB962C8B-B14F-4D97-AF65-F5344CB8AC3E}">
        <p14:creationId xmlns:p14="http://schemas.microsoft.com/office/powerpoint/2010/main" val="221732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FF9F275-EEE5-D323-0EC8-FBFD66CCA362}"/>
              </a:ext>
            </a:extLst>
          </p:cNvPr>
          <p:cNvSpPr/>
          <p:nvPr userDrawn="1"/>
        </p:nvSpPr>
        <p:spPr>
          <a:xfrm>
            <a:off x="615074" y="4707146"/>
            <a:ext cx="1048470" cy="299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31251-138A-EE53-91FF-AE2AD14D63CF}"/>
              </a:ext>
            </a:extLst>
          </p:cNvPr>
          <p:cNvSpPr/>
          <p:nvPr userDrawn="1"/>
        </p:nvSpPr>
        <p:spPr>
          <a:xfrm>
            <a:off x="615074" y="3131734"/>
            <a:ext cx="1224744" cy="299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692D6A-E0F7-3F33-BBBD-910BE5280E2E}"/>
              </a:ext>
            </a:extLst>
          </p:cNvPr>
          <p:cNvSpPr/>
          <p:nvPr userDrawn="1"/>
        </p:nvSpPr>
        <p:spPr>
          <a:xfrm>
            <a:off x="615073" y="1578356"/>
            <a:ext cx="1830671" cy="29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9379" y="1968500"/>
            <a:ext cx="7364021" cy="9144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412305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 5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BDE53EA-F186-A89A-5CCC-6FDCEA39C8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6090" y="1581461"/>
            <a:ext cx="2028975" cy="296325"/>
          </a:xfrm>
        </p:spPr>
        <p:txBody>
          <a:bodyPr lIns="91440"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Business Need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9E73D8EB-63D1-737E-250A-8AE35866D82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1201" y="4954596"/>
            <a:ext cx="3291199" cy="12306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6BB39C13-58CA-1234-9174-D02EBB3BB89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1200" y="4527495"/>
            <a:ext cx="329119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Customer info: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559834F9-5A77-7147-57FB-0323A178435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240513" y="672720"/>
            <a:ext cx="2431886" cy="819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company logo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18C1C92-4B74-E72A-F39E-AE94A2C9FFA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2162" y="1581461"/>
            <a:ext cx="3290199" cy="2435368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“Insert quote”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CE10E531-7EB3-0FA6-B200-50F98BC151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1201" y="4089181"/>
            <a:ext cx="3291199" cy="421985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Title, Company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DC722D-AA1A-AAAE-B3DF-A3DEC6D8E100}"/>
              </a:ext>
            </a:extLst>
          </p:cNvPr>
          <p:cNvCxnSpPr>
            <a:cxnSpLocks/>
          </p:cNvCxnSpPr>
          <p:nvPr userDrawn="1"/>
        </p:nvCxnSpPr>
        <p:spPr>
          <a:xfrm>
            <a:off x="629528" y="1614452"/>
            <a:ext cx="0" cy="4606924"/>
          </a:xfrm>
          <a:prstGeom prst="line">
            <a:avLst/>
          </a:prstGeom>
          <a:ln w="19050" cap="rnd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5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B392F59-CB1E-A404-D28B-D35601317B2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89379" y="3528341"/>
            <a:ext cx="7364021" cy="9144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548AF4B-A4A8-DD76-72CF-8922E0D3EEC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090" y="3124973"/>
            <a:ext cx="2639592" cy="338554"/>
          </a:xfrm>
        </p:spPr>
        <p:txBody>
          <a:bodyPr lIns="91440"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9E689673-AD8E-EA8E-4B26-4B5101D494D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9379" y="5088101"/>
            <a:ext cx="7364021" cy="9144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B7F696C-B079-428F-390C-B217A2D310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6090" y="4684733"/>
            <a:ext cx="2639592" cy="338554"/>
          </a:xfrm>
        </p:spPr>
        <p:txBody>
          <a:bodyPr lIns="91440"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165983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WS 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90" y="2254189"/>
            <a:ext cx="4032504" cy="2101174"/>
          </a:xfrm>
        </p:spPr>
        <p:txBody>
          <a:bodyPr anchor="t">
            <a:normAutofit/>
          </a:bodyPr>
          <a:lstStyle>
            <a:lvl1pPr marL="182880" indent="-18288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89" y="1827089"/>
            <a:ext cx="4032504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>
                    <a:lumMod val="75000"/>
                  </a:schemeClr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Profile: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A580A9B-0CE5-34F7-764C-492309D5BA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089" y="4954596"/>
            <a:ext cx="4032504" cy="1230684"/>
          </a:xfrm>
        </p:spPr>
        <p:txBody>
          <a:bodyPr anchor="t">
            <a:normAutofit/>
          </a:bodyPr>
          <a:lstStyle>
            <a:lvl1pPr marL="182880" indent="-18288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DB0775D-D2FF-4511-6629-E6C696057A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088" y="4527495"/>
            <a:ext cx="4032504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>
                    <a:lumMod val="75000"/>
                  </a:schemeClr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Key Competencies: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3240" y="402216"/>
            <a:ext cx="3236322" cy="500487"/>
          </a:xfrm>
          <a:prstGeom prst="rect">
            <a:avLst/>
          </a:prstGeom>
        </p:spPr>
        <p:txBody>
          <a:bodyPr lIns="0"/>
          <a:lstStyle>
            <a:lvl1pPr>
              <a:defRPr b="0"/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BDE53EA-F186-A89A-5CCC-6FDCEA39C8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53267" y="947006"/>
            <a:ext cx="3256294" cy="351802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add service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5EF553-7308-7448-A79D-CE5BF137E57A}"/>
              </a:ext>
            </a:extLst>
          </p:cNvPr>
          <p:cNvCxnSpPr>
            <a:cxnSpLocks/>
          </p:cNvCxnSpPr>
          <p:nvPr userDrawn="1"/>
        </p:nvCxnSpPr>
        <p:spPr>
          <a:xfrm>
            <a:off x="626088" y="1566409"/>
            <a:ext cx="4023360" cy="0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56485A-B9AC-EEEF-282A-C9DA1EF4E90D}"/>
              </a:ext>
            </a:extLst>
          </p:cNvPr>
          <p:cNvCxnSpPr>
            <a:cxnSpLocks/>
          </p:cNvCxnSpPr>
          <p:nvPr userDrawn="1"/>
        </p:nvCxnSpPr>
        <p:spPr>
          <a:xfrm>
            <a:off x="4888648" y="454226"/>
            <a:ext cx="0" cy="5757348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79F3244-0D99-1260-9E84-C2091A8DD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2777" y="947006"/>
            <a:ext cx="3088783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>
                    <a:lumMod val="75000"/>
                  </a:schemeClr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Experience: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A759F4A-3396-4734-4BC0-716C8E577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32777" y="1361911"/>
            <a:ext cx="6539611" cy="27086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9E73D8EB-63D1-737E-250A-8AE35866D82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1201" y="4724294"/>
            <a:ext cx="3291199" cy="1460985"/>
          </a:xfrm>
        </p:spPr>
        <p:txBody>
          <a:bodyPr anchor="t">
            <a:normAutofit/>
          </a:bodyPr>
          <a:lstStyle>
            <a:lvl1pPr marL="182880" indent="-18288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6BB39C13-58CA-1234-9174-D02EBB3BB89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1200" y="4297194"/>
            <a:ext cx="329119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>
                    <a:lumMod val="75000"/>
                  </a:schemeClr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Certifications:</a:t>
            </a:r>
          </a:p>
        </p:txBody>
      </p:sp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3057B651-E0F1-13B2-E1A2-043C59C9E650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519601" y="454226"/>
            <a:ext cx="774553" cy="77455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>
              <a:buNone/>
              <a:defRPr sz="1200"/>
            </a:lvl1pPr>
          </a:lstStyle>
          <a:p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F14C1A-7473-BEA3-CBA9-6EE4DCC461A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136557" y="4724294"/>
            <a:ext cx="3085004" cy="1460985"/>
          </a:xfrm>
        </p:spPr>
        <p:txBody>
          <a:bodyPr anchor="t">
            <a:normAutofit/>
          </a:bodyPr>
          <a:lstStyle>
            <a:lvl1pPr marL="182880" indent="-18288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C4E8F36-8F01-CC10-0F17-E851F8B0CB3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136556" y="4297194"/>
            <a:ext cx="3085004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>
                    <a:lumMod val="75000"/>
                  </a:schemeClr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Education: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16E1F8E-7622-4CAB-CC45-D45CB320E6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0604" y="456627"/>
            <a:ext cx="991547" cy="59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26B4EB-F6CC-4C37-3CA9-1BCB13DA1DF9}"/>
              </a:ext>
            </a:extLst>
          </p:cNvPr>
          <p:cNvSpPr/>
          <p:nvPr userDrawn="1"/>
        </p:nvSpPr>
        <p:spPr>
          <a:xfrm>
            <a:off x="512956" y="512957"/>
            <a:ext cx="11159444" cy="5697344"/>
          </a:xfrm>
          <a:prstGeom prst="roundRect">
            <a:avLst>
              <a:gd name="adj" fmla="val 1733"/>
            </a:avLst>
          </a:prstGeom>
          <a:solidFill>
            <a:srgbClr val="EB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rIns="0"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442E0A2-8098-1B6F-94F7-A9E27EC775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61DE8E-6B1F-49ED-9610-31027D9B77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B6475A-312A-4920-A448-D3119241BF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F35CF-0293-AD03-12BE-0AD2771A753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E86E16-D3C5-9BCB-7BE2-1CA4299DCF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25287C-25B0-64C0-57CE-B3ACA784D0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C6D9BD-DEEA-4A7B-C871-4536799F03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2AE2-2071-6FBA-C0DF-DC91D9C45E8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CE3C06-636B-539A-57AF-295DAA75FF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B17F81-88A9-5971-99D1-BBD6A8A8BDE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8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91062C-933C-ED0F-B73C-DC245E7FAF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2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4E9CC-3075-EE68-DD01-BF810D0A2E5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573292-B887-5760-95C0-AEDAC62EB3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2E29BE-BB61-D337-4DBC-22CE338B031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1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26354-B9D3-DA3A-9E84-842EA468AB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7B46F-CBF3-F8B3-401A-040A31AF59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6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26354-B9D3-DA3A-9E84-842EA468AB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6708288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1AE1-7907-F24D-8677-0B8F5F67234B}" type="datetime1">
              <a:rPr lang="en-US" smtClean="0"/>
              <a:t>2/12/26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7B46F-CBF3-F8B3-401A-040A31AF59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B0CE4F-3555-BE18-E95C-E844F02C81E6}"/>
              </a:ext>
            </a:extLst>
          </p:cNvPr>
          <p:cNvSpPr/>
          <p:nvPr userDrawn="1"/>
        </p:nvSpPr>
        <p:spPr>
          <a:xfrm>
            <a:off x="7837601" y="883938"/>
            <a:ext cx="3834686" cy="5323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B0B61CF2-494D-D0C2-2126-A19491EC9C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0444" y="1071491"/>
            <a:ext cx="3429000" cy="49480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732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D43F54-D03F-0326-2168-E4B64C3257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951714-F565-6DF2-258E-6733254008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4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1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D43F54-D03F-0326-2168-E4B64C3257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60855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1AE1-7907-F24D-8677-0B8F5F67234B}" type="datetime1">
              <a:rPr lang="en-US" smtClean="0"/>
              <a:t>2/12/26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951714-F565-6DF2-258E-6733254008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263B3FE4-4B2F-C292-A0A5-4EFA02E764E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14700" y="342900"/>
            <a:ext cx="4457700" cy="5867399"/>
          </a:xfrm>
          <a:prstGeom prst="roundRect">
            <a:avLst>
              <a:gd name="adj" fmla="val 2693"/>
            </a:avLst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1771A-14EB-27CD-4981-540766F89D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5BE82B-F0D4-AF27-F993-CB2CA95285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3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1771A-14EB-27CD-4981-540766F89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669466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1AE1-7907-F24D-8677-0B8F5F67234B}" type="datetime1">
              <a:rPr lang="en-US" smtClean="0"/>
              <a:t>2/12/26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5BE82B-F0D4-AF27-F993-CB2CA95285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5E511E-2837-EA59-3A26-26286FA94A75}"/>
              </a:ext>
            </a:extLst>
          </p:cNvPr>
          <p:cNvSpPr/>
          <p:nvPr userDrawn="1"/>
        </p:nvSpPr>
        <p:spPr>
          <a:xfrm>
            <a:off x="7830787" y="718684"/>
            <a:ext cx="3834686" cy="5323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80E35AA8-F619-2769-2C04-71F8336B47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33630" y="906237"/>
            <a:ext cx="3429000" cy="4948009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1958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4000039-AC38-8C4D-BBF6-A4179217D919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A838F1F-E927-864D-8933-A87A9B46D34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5CD9E88-8D52-D44B-9301-05276D5B5248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667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  <a:prstGeom prst="rect">
            <a:avLst/>
          </a:prstGeom>
        </p:spPr>
        <p:txBody>
          <a:bodyPr anchor="ctr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64633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2591479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3FEA24-4BB1-51F6-D1A3-1CDE18E45E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9A91F-2413-643E-00B4-F93DC22555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2F78A-89C5-9A95-F0BE-08B93E2052E0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Option 1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3FEA24-4BB1-51F6-D1A3-1CDE18E45E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D6CDD0-C19B-D110-57A4-A6C9601989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bg1"/>
              </a:gs>
              <a:gs pos="100000">
                <a:schemeClr val="bg1">
                  <a:alpha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+mn-lt"/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9A91F-2413-643E-00B4-F93DC22555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2F78A-89C5-9A95-F0BE-08B93E2052E0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39B805-768E-34CF-3629-170A746C53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08173" y="707923"/>
            <a:ext cx="4572543" cy="4609723"/>
          </a:xfrm>
          <a:prstGeom prst="roundRect">
            <a:avLst>
              <a:gd name="adj" fmla="val 441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00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4CF3CEA-C5D6-3EE2-0ADF-9CA879927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25BCAF-5C90-042B-0BAB-CD0E59CCA8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EC7666-E95B-BA1B-9CE7-A188F672FA46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37707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Option 2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4CF3CEA-C5D6-3EE2-0ADF-9CA879927A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7FDD40-5780-C1B2-9FD0-3DE491E0BD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1000">
                <a:schemeClr val="bg1"/>
              </a:gs>
              <a:gs pos="100000">
                <a:schemeClr val="bg1">
                  <a:alpha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D8D3F968-CCA2-D468-E854-A9F4B33444B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08173" y="707923"/>
            <a:ext cx="4572543" cy="4609723"/>
          </a:xfrm>
          <a:prstGeom prst="roundRect">
            <a:avLst>
              <a:gd name="adj" fmla="val 441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+mn-lt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 err="1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25BCAF-5C90-042B-0BAB-CD0E59CCA8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EC7666-E95B-BA1B-9CE7-A188F672FA46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22257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0EE6D9C-875B-CBBD-B13E-569C0B9A8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CC1F33-20B4-A2CC-CBF3-F33B6E957A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2CA65A-606C-B6BF-5226-3CAA4640D586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7779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Option 3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0EE6D9C-875B-CBBD-B13E-569C0B9A8F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4ABE2A-3BC9-6EFB-753A-8DC121AE2F0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chemeClr val="bg1"/>
              </a:gs>
              <a:gs pos="100000">
                <a:schemeClr val="bg1">
                  <a:alpha val="1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+mn-lt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dirty="0" err="1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CC1F33-20B4-A2CC-CBF3-F33B6E957A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2CA65A-606C-B6BF-5226-3CAA4640D586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CFD440E-900A-07C1-D847-8F283708C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08173" y="707923"/>
            <a:ext cx="4572543" cy="4609723"/>
          </a:xfrm>
          <a:prstGeom prst="roundRect">
            <a:avLst>
              <a:gd name="adj" fmla="val 441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7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076329" y="1718982"/>
            <a:ext cx="2506071" cy="4491317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DF6AC9B-6FB6-E64C-9786-C40DFE89F624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9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66429" y="914399"/>
            <a:ext cx="2506071" cy="5295901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1DD148F-2774-EA45-8C22-2C39149188F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74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+mj-lt"/>
              </a:rPr>
              <a:t>Do not use layouts after this slide.</a:t>
            </a:r>
            <a:br>
              <a:rPr lang="en-US" sz="6000" dirty="0">
                <a:latin typeface="+mj-lt"/>
              </a:rPr>
            </a:br>
            <a:r>
              <a:rPr lang="en-US" sz="2000" dirty="0">
                <a:latin typeface="+mj-lt"/>
              </a:rPr>
              <a:t>They are not part of the official template.</a:t>
            </a:r>
            <a:endParaRPr lang="en-US" sz="60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mazon Ember Display" panose="020F06030202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04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60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273828A-79F8-15CD-9D21-FB44B77FDB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0E7CF6-AEC8-B8B6-2040-09A061248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2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0B1A274-34CE-9318-18E9-83796CA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75C48-1113-B98D-B01C-9CF253E8BB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5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C5CAEF-E4CF-4B92-233A-7553242F6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 txBox="1"/>
          <p:nvPr userDrawn="1"/>
        </p:nvSpPr>
        <p:spPr>
          <a:xfrm>
            <a:off x="-135802" y="247159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45EB7E-B60E-0A55-8AB4-0421DDF33C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10431E-665E-3CC0-2862-3E2132A81319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0682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46A2E1-DADB-E7FA-8523-F125A4AEE4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139FD2-9628-8192-7052-B005333F7B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10568A-D1EB-780D-64EB-95BD34A1BCB1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8189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F178C6C-A11A-B7DA-DE97-C5EF3DA24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D3426E-C2E7-51F1-EBF9-5831816B57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8163BB-B563-D4B9-EACA-FB6AE43E985E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1094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E4742-39F0-4C44-00E8-B91F451C1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1981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932EFD-B8A1-B84B-48C9-1BE2EB4AF0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7451C-3F29-6F6D-F332-22252720A0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331738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00039F-5647-56CF-195E-2F008D5540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AE391E1B-A49D-3B43-4F1E-E92B03E351ED}"/>
              </a:ext>
            </a:extLst>
          </p:cNvPr>
          <p:cNvSpPr/>
          <p:nvPr userDrawn="1"/>
        </p:nvSpPr>
        <p:spPr>
          <a:xfrm>
            <a:off x="7358062" y="-1"/>
            <a:ext cx="4833938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1BF4B3-22B7-9353-72C3-2C2F24EAC365}"/>
              </a:ext>
            </a:extLst>
          </p:cNvPr>
          <p:cNvCxnSpPr>
            <a:cxnSpLocks/>
          </p:cNvCxnSpPr>
          <p:nvPr userDrawn="1"/>
        </p:nvCxnSpPr>
        <p:spPr>
          <a:xfrm>
            <a:off x="8931690" y="3412924"/>
            <a:ext cx="1716845" cy="0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9">
            <a:extLst>
              <a:ext uri="{FF2B5EF4-FFF2-40B4-BE49-F238E27FC236}">
                <a16:creationId xmlns:a16="http://schemas.microsoft.com/office/drawing/2014/main" id="{8FDB5355-B444-421F-11E6-582B728448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783542" y="1733828"/>
            <a:ext cx="2013141" cy="1207885"/>
          </a:xfrm>
          <a:prstGeom prst="rect">
            <a:avLst/>
          </a:prstGeom>
        </p:spPr>
      </p:pic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00448299-E640-F5DD-1720-16EC9F48AA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61412" y="3851626"/>
            <a:ext cx="2057400" cy="20574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r>
              <a:rPr lang="en-AU" dirty="0"/>
              <a:t>Click icon to add customer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6498422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6414198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73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8E072F-5B23-8635-A315-45D94B7062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23F36C4-BF0E-E0C3-FF51-5813D6922C4F}"/>
              </a:ext>
            </a:extLst>
          </p:cNvPr>
          <p:cNvSpPr/>
          <p:nvPr userDrawn="1"/>
        </p:nvSpPr>
        <p:spPr>
          <a:xfrm>
            <a:off x="6019800" y="0"/>
            <a:ext cx="61722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1C9F2705-3E34-D81D-598E-50A0C863F15C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6936743" y="531982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4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83544F5-2D43-9F45-4D4C-C7E37B7AFBB0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6446886" y="531981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29DC28E-14A8-64C6-5311-01822FE1FDC6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6936743" y="989182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677FE724-C2C4-7B2B-12D9-83C5137A47F5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936743" y="1708164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5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A962881-F30C-2A01-35C1-AF893519C261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6446886" y="1708163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01E49F56-FA7C-F676-414E-32C7ECE8C551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936743" y="2165364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1300DB1-CA16-5D37-116F-4F5F1E9529EB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6936743" y="2884346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6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172A21D-DC7D-DDD6-39A1-D7DBFEF9C45D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6446886" y="2884345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A94DED7A-670F-2DB0-D5F6-F8848FF28187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6936743" y="3341546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7F76A38D-196F-9D34-7ECE-9F6F27661D0E}"/>
              </a:ext>
            </a:extLst>
          </p:cNvPr>
          <p:cNvSpPr>
            <a:spLocks noGrp="1"/>
          </p:cNvSpPr>
          <p:nvPr>
            <p:ph type="body" sz="half" idx="31" hasCustomPrompt="1"/>
          </p:nvPr>
        </p:nvSpPr>
        <p:spPr>
          <a:xfrm>
            <a:off x="6936743" y="4060528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7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129EDB6-9F80-95AA-D9F6-BEF408FDEC01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6446886" y="4060527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07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EEBE7CF-7A58-D94E-E900-C6D62A6F57B0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6936743" y="4517728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551D5BE-0CFB-B592-925A-8849B394C208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936743" y="5236710"/>
            <a:ext cx="4785811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8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918DF4D-8BA2-518A-C155-1EF58B84FB37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6446886" y="5236709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08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17569504-88A6-56D1-B79C-F64C4D33C285}"/>
              </a:ext>
            </a:extLst>
          </p:cNvPr>
          <p:cNvSpPr>
            <a:spLocks noGrp="1"/>
          </p:cNvSpPr>
          <p:nvPr>
            <p:ph type="body" sz="half" idx="36" hasCustomPrompt="1"/>
          </p:nvPr>
        </p:nvSpPr>
        <p:spPr>
          <a:xfrm>
            <a:off x="6936743" y="5693910"/>
            <a:ext cx="4785811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6325" y="914401"/>
            <a:ext cx="3320698" cy="1179663"/>
          </a:xfrm>
          <a:prstGeom prst="rect">
            <a:avLst/>
          </a:prstGeom>
        </p:spPr>
        <p:txBody>
          <a:bodyPr anchor="t"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Today’s </a:t>
            </a:r>
            <a:br>
              <a:rPr lang="en-US" dirty="0"/>
            </a:br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87B1CE-68AF-587E-0E2A-439F396633B6}"/>
              </a:ext>
            </a:extLst>
          </p:cNvPr>
          <p:cNvGrpSpPr/>
          <p:nvPr userDrawn="1"/>
        </p:nvGrpSpPr>
        <p:grpSpPr>
          <a:xfrm>
            <a:off x="623248" y="891945"/>
            <a:ext cx="1159496" cy="1159496"/>
            <a:chOff x="4156804" y="327221"/>
            <a:chExt cx="1905000" cy="1905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9F7A8BF-8259-9DBD-1971-56B0AB3BFCBD}"/>
                </a:ext>
              </a:extLst>
            </p:cNvPr>
            <p:cNvSpPr/>
            <p:nvPr userDrawn="1"/>
          </p:nvSpPr>
          <p:spPr>
            <a:xfrm>
              <a:off x="4178576" y="348993"/>
              <a:ext cx="1861457" cy="186145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accent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C825AEC-956D-7D29-A720-F21D14B541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56804" y="327221"/>
              <a:ext cx="1905000" cy="1905000"/>
            </a:xfrm>
            <a:prstGeom prst="rect">
              <a:avLst/>
            </a:prstGeom>
          </p:spPr>
        </p:pic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8ADA7E1-3F01-D40C-6D6D-0D78C3466C2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6214" y="2467986"/>
            <a:ext cx="4535604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1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0CB537-9054-12E2-99EB-721FBD848D9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6356" y="2467985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8035D08-388B-FBEF-B879-DCD50343817B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096214" y="2925186"/>
            <a:ext cx="4535604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DBA953-BD1B-DD1E-FFFA-348CF664573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1096214" y="3640740"/>
            <a:ext cx="4535604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2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B2E63DF-DF4A-0CDD-3154-615BB9108444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6356" y="3640739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0B86AF6-2BDF-ADBC-1352-887ABFF0D34D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096214" y="4097940"/>
            <a:ext cx="4535604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C81135F-A909-D093-BEB9-A4524602D426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096214" y="4813494"/>
            <a:ext cx="4535604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0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3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6F97B3D-DA0C-6A2C-3CA7-0FFAF44339B2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6356" y="4813493"/>
            <a:ext cx="489857" cy="4247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A71D032-2F58-5E2C-F80B-0FB72F023464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1096214" y="5270694"/>
            <a:ext cx="4535604" cy="34163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Agenda Item description</a:t>
            </a:r>
          </a:p>
        </p:txBody>
      </p:sp>
    </p:spTree>
    <p:extLst>
      <p:ext uri="{BB962C8B-B14F-4D97-AF65-F5344CB8AC3E}">
        <p14:creationId xmlns:p14="http://schemas.microsoft.com/office/powerpoint/2010/main" val="294690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46481B-877B-BDC4-EBDC-F354498D9C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BE4362-3DF8-D18B-CAE3-886FD80D22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03474" y="1713547"/>
            <a:ext cx="3988526" cy="4480703"/>
          </a:xfrm>
          <a:prstGeom prst="rect">
            <a:avLst/>
          </a:prstGeom>
        </p:spPr>
        <p:txBody>
          <a:bodyPr anchor="ctr"/>
          <a:lstStyle>
            <a:lvl1pPr>
              <a:defRPr sz="1600"/>
            </a:lvl1pPr>
          </a:lstStyle>
          <a:p>
            <a:r>
              <a:rPr lang="en-US" sz="1600" dirty="0"/>
              <a:t>Click icon to add picture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AE701FA-85D4-1971-04B4-C5B4EBC8787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9824135"/>
              </p:ext>
            </p:extLst>
          </p:nvPr>
        </p:nvGraphicFramePr>
        <p:xfrm>
          <a:off x="595312" y="1713548"/>
          <a:ext cx="7105649" cy="448070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141411">
                  <a:extLst>
                    <a:ext uri="{9D8B030D-6E8A-4147-A177-3AD203B41FA5}">
                      <a16:colId xmlns:a16="http://schemas.microsoft.com/office/drawing/2014/main" val="3025978839"/>
                    </a:ext>
                  </a:extLst>
                </a:gridCol>
                <a:gridCol w="5156220">
                  <a:extLst>
                    <a:ext uri="{9D8B030D-6E8A-4147-A177-3AD203B41FA5}">
                      <a16:colId xmlns:a16="http://schemas.microsoft.com/office/drawing/2014/main" val="1122526024"/>
                    </a:ext>
                  </a:extLst>
                </a:gridCol>
                <a:gridCol w="808018">
                  <a:extLst>
                    <a:ext uri="{9D8B030D-6E8A-4147-A177-3AD203B41FA5}">
                      <a16:colId xmlns:a16="http://schemas.microsoft.com/office/drawing/2014/main" val="3486413163"/>
                    </a:ext>
                  </a:extLst>
                </a:gridCol>
              </a:tblGrid>
              <a:tr h="407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Section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Amazon Ember" panose="020B0603020204020204" pitchFamily="34" charset="0"/>
                          <a:ea typeface="Amazon Ember" panose="020B0603020204020204" pitchFamily="34" charset="0"/>
                          <a:cs typeface="Amazon Ember" panose="020B0603020204020204" pitchFamily="34" charset="0"/>
                        </a:rPr>
                        <a:t>Slide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02529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865075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945694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49844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899759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025224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698316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295312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900078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027312"/>
                  </a:ext>
                </a:extLst>
              </a:tr>
              <a:tr h="40733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408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24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00D62F-E191-C046-B6EA-E79BE99AA24A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A1DB3-21D8-7727-05ED-700D044617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BE47E-DAA2-53AD-A19F-7E10713DCC3B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46523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152D45-84A7-9255-7275-421CD21E230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42795-04B8-8DCD-975B-E72373E3A3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001E65-FE5C-F2AB-14D4-5289BCA36C4E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16590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1D3B374-854B-EF47-9B56-0018B9F83111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38B2222-37A4-5449-B1D9-9B13ADA59E84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76793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9026E32-37D5-A446-8A01-9B6BBEB5E69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1844608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68F78D1-9721-044C-B65C-A6FC97994CEC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76793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4422CFE-CB70-E144-AF43-F0FCE393742F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05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1844608"/>
          </a:xfrm>
        </p:spPr>
        <p:txBody>
          <a:bodyPr/>
          <a:lstStyle>
            <a:lvl1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4FC2D43-256D-6645-BCF9-A844B8D7019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7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248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03484E-63E1-C65B-B9E9-64BEBDE8D8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346"/>
          <a:stretch>
            <a:fillRect/>
          </a:stretch>
        </p:blipFill>
        <p:spPr>
          <a:xfrm>
            <a:off x="7113622" y="0"/>
            <a:ext cx="507837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540935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8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76996DA-5BE5-07A1-3E6B-5009A6B7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540935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BD7AE4-AC04-819B-6BE0-5525488F8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0E1F62-A9EA-89A0-89AE-6FB07457CEF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5933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1A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A03B37-6F96-EEE5-6D3D-8FE6A854A4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0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03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Content, and Image w/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ECDC68-5692-510F-04A5-2CCE468D5053}"/>
              </a:ext>
            </a:extLst>
          </p:cNvPr>
          <p:cNvSpPr/>
          <p:nvPr userDrawn="1"/>
        </p:nvSpPr>
        <p:spPr>
          <a:xfrm>
            <a:off x="5873262" y="0"/>
            <a:ext cx="6318738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EF575-8224-DA14-5D32-515D4952C56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2025, Amazon Web Services, Inc. or its affiliates. All rights reserved. Amazon Confidential and Trademark.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0201ECBF-36F8-8826-0CC9-E4FAF7B49C5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86566" y="342900"/>
            <a:ext cx="5162534" cy="5867400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40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47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467C09E-9944-944E-A974-7D6AA4E02B83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1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 w/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467C09E-9944-944E-A974-7D6AA4E02B83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AE22ED-2969-44D6-A5BF-413F0EAED083}"/>
              </a:ext>
            </a:extLst>
          </p:cNvPr>
          <p:cNvCxnSpPr/>
          <p:nvPr userDrawn="1"/>
        </p:nvCxnSpPr>
        <p:spPr>
          <a:xfrm>
            <a:off x="6098598" y="1805231"/>
            <a:ext cx="0" cy="4338498"/>
          </a:xfrm>
          <a:prstGeom prst="line">
            <a:avLst/>
          </a:prstGeom>
          <a:ln w="19050" cap="rnd">
            <a:solidFill>
              <a:schemeClr val="bg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71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C031CC3-E800-D94E-ACE2-59E99B1146F6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59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44B5C68-7AAF-714C-BA5C-79EE2A2BF521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85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3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, Subtitle, and Bullet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A8076F7-D427-34D1-99C0-68EFF424C2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2118876"/>
            <a:ext cx="5303520" cy="2500918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7D72663-D094-A43A-F950-11115B2059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1295" y="2118876"/>
            <a:ext cx="5303520" cy="2500918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4839415"/>
            <a:ext cx="5248274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4839414"/>
            <a:ext cx="5248276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9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, Subtitle, and Bullet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images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6D1E8C2-048F-4D45-212C-61D550CD324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82836" y="2103266"/>
            <a:ext cx="6909088" cy="182687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BBB67C2-0DFD-D762-6EE5-B22BE27706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2118876"/>
            <a:ext cx="3643746" cy="1811268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30A51E-62A0-8627-D0C7-1AB0F2A0ECC0}"/>
              </a:ext>
            </a:extLst>
          </p:cNvPr>
          <p:cNvCxnSpPr/>
          <p:nvPr userDrawn="1"/>
        </p:nvCxnSpPr>
        <p:spPr>
          <a:xfrm>
            <a:off x="4461164" y="2103266"/>
            <a:ext cx="0" cy="1826877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4655B86-6B6B-4332-9FE0-9DDCD6E261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82836" y="4209157"/>
            <a:ext cx="6909088" cy="182687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032ECB24-2769-30C2-8042-B5D6AE9968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9" y="4224767"/>
            <a:ext cx="3643746" cy="1811268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6A019F-B935-D08B-38E4-94E67A0F6D93}"/>
              </a:ext>
            </a:extLst>
          </p:cNvPr>
          <p:cNvCxnSpPr/>
          <p:nvPr userDrawn="1"/>
        </p:nvCxnSpPr>
        <p:spPr>
          <a:xfrm>
            <a:off x="4461164" y="4209157"/>
            <a:ext cx="0" cy="1826877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64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, Subtitle, and Bullet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6D1E8C2-048F-4D45-212C-61D550CD324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82836" y="2103266"/>
            <a:ext cx="6909088" cy="182687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BBB67C2-0DFD-D762-6EE5-B22BE27706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2118876"/>
            <a:ext cx="3643746" cy="3917158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30A51E-62A0-8627-D0C7-1AB0F2A0ECC0}"/>
              </a:ext>
            </a:extLst>
          </p:cNvPr>
          <p:cNvCxnSpPr/>
          <p:nvPr userDrawn="1"/>
        </p:nvCxnSpPr>
        <p:spPr>
          <a:xfrm>
            <a:off x="4461164" y="2103266"/>
            <a:ext cx="0" cy="1826877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4655B86-6B6B-4332-9FE0-9DDCD6E261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82836" y="4209157"/>
            <a:ext cx="6909088" cy="182687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6A019F-B935-D08B-38E4-94E67A0F6D93}"/>
              </a:ext>
            </a:extLst>
          </p:cNvPr>
          <p:cNvCxnSpPr/>
          <p:nvPr userDrawn="1"/>
        </p:nvCxnSpPr>
        <p:spPr>
          <a:xfrm>
            <a:off x="4461164" y="4209157"/>
            <a:ext cx="0" cy="1826877"/>
          </a:xfrm>
          <a:prstGeom prst="line">
            <a:avLst/>
          </a:prstGeom>
          <a:ln w="19050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68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, Subtitle, and Bullets diagon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4401"/>
            <a:ext cx="11481753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diagonal images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6D1E8C2-048F-4D45-212C-61D550CD324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9125" y="2103266"/>
            <a:ext cx="6205421" cy="418623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EE447B0-FFD1-D2E7-64B7-900BAAF130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6915" y="2133601"/>
            <a:ext cx="2337085" cy="4114800"/>
          </a:xfrm>
          <a:custGeom>
            <a:avLst/>
            <a:gdLst>
              <a:gd name="connsiteX0" fmla="*/ 615142 w 3075709"/>
              <a:gd name="connsiteY0" fmla="*/ 0 h 5514109"/>
              <a:gd name="connsiteX1" fmla="*/ 3075709 w 3075709"/>
              <a:gd name="connsiteY1" fmla="*/ 0 h 5514109"/>
              <a:gd name="connsiteX2" fmla="*/ 2460567 w 3075709"/>
              <a:gd name="connsiteY2" fmla="*/ 5514109 h 5514109"/>
              <a:gd name="connsiteX3" fmla="*/ 0 w 3075709"/>
              <a:gd name="connsiteY3" fmla="*/ 5514109 h 551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5709" h="5514109">
                <a:moveTo>
                  <a:pt x="615142" y="0"/>
                </a:moveTo>
                <a:lnTo>
                  <a:pt x="3075709" y="0"/>
                </a:lnTo>
                <a:lnTo>
                  <a:pt x="2460567" y="5514109"/>
                </a:lnTo>
                <a:lnTo>
                  <a:pt x="0" y="5514109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BA332808-0752-9612-A23C-DCB959D6B3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45315" y="2133601"/>
            <a:ext cx="2337085" cy="4114800"/>
          </a:xfrm>
          <a:custGeom>
            <a:avLst/>
            <a:gdLst>
              <a:gd name="connsiteX0" fmla="*/ 615142 w 3075709"/>
              <a:gd name="connsiteY0" fmla="*/ 0 h 5514109"/>
              <a:gd name="connsiteX1" fmla="*/ 3075709 w 3075709"/>
              <a:gd name="connsiteY1" fmla="*/ 0 h 5514109"/>
              <a:gd name="connsiteX2" fmla="*/ 2460567 w 3075709"/>
              <a:gd name="connsiteY2" fmla="*/ 5514109 h 5514109"/>
              <a:gd name="connsiteX3" fmla="*/ 0 w 3075709"/>
              <a:gd name="connsiteY3" fmla="*/ 5514109 h 551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5709" h="5514109">
                <a:moveTo>
                  <a:pt x="615142" y="0"/>
                </a:moveTo>
                <a:lnTo>
                  <a:pt x="3075709" y="0"/>
                </a:lnTo>
                <a:lnTo>
                  <a:pt x="2460567" y="5514109"/>
                </a:lnTo>
                <a:lnTo>
                  <a:pt x="0" y="5514109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 algn="r">
              <a:buNone/>
              <a:defRPr sz="18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6073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, Subtitle, and Bullets diagonal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4401"/>
            <a:ext cx="11481753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layout, diagonal images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1D65AD-DBC0-374F-299B-14082E7CB3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14655" y="2133601"/>
            <a:ext cx="5167744" cy="40212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4D272019-CCCD-2B7B-44AF-18FC7E2653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682" y="2146662"/>
            <a:ext cx="5577840" cy="1920240"/>
          </a:xfrm>
          <a:custGeom>
            <a:avLst/>
            <a:gdLst>
              <a:gd name="connsiteX0" fmla="*/ 6858000 w 6858000"/>
              <a:gd name="connsiteY0" fmla="*/ 0 h 2369128"/>
              <a:gd name="connsiteX1" fmla="*/ 6276109 w 6858000"/>
              <a:gd name="connsiteY1" fmla="*/ 2313709 h 2369128"/>
              <a:gd name="connsiteX2" fmla="*/ 0 w 6858000"/>
              <a:gd name="connsiteY2" fmla="*/ 2369128 h 2369128"/>
              <a:gd name="connsiteX3" fmla="*/ 678872 w 6858000"/>
              <a:gd name="connsiteY3" fmla="*/ 69273 h 2369128"/>
              <a:gd name="connsiteX0" fmla="*/ 6858000 w 6858000"/>
              <a:gd name="connsiteY0" fmla="*/ 0 h 2369128"/>
              <a:gd name="connsiteX1" fmla="*/ 6139834 w 6858000"/>
              <a:gd name="connsiteY1" fmla="*/ 2362659 h 2369128"/>
              <a:gd name="connsiteX2" fmla="*/ 0 w 6858000"/>
              <a:gd name="connsiteY2" fmla="*/ 2369128 h 2369128"/>
              <a:gd name="connsiteX3" fmla="*/ 678872 w 6858000"/>
              <a:gd name="connsiteY3" fmla="*/ 69273 h 2369128"/>
              <a:gd name="connsiteX4" fmla="*/ 6858000 w 6858000"/>
              <a:gd name="connsiteY4" fmla="*/ 0 h 236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2369128">
                <a:moveTo>
                  <a:pt x="6858000" y="0"/>
                </a:moveTo>
                <a:lnTo>
                  <a:pt x="6139834" y="2362659"/>
                </a:lnTo>
                <a:lnTo>
                  <a:pt x="0" y="2369128"/>
                </a:lnTo>
                <a:lnTo>
                  <a:pt x="678872" y="69273"/>
                </a:lnTo>
                <a:lnTo>
                  <a:pt x="6858000" y="0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 algn="ctr">
              <a:buNone/>
              <a:defRPr sz="18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DD66ED59-D4E7-86E1-76EA-2E51257EE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4682" y="4234640"/>
            <a:ext cx="5577840" cy="1920240"/>
          </a:xfrm>
          <a:custGeom>
            <a:avLst/>
            <a:gdLst>
              <a:gd name="connsiteX0" fmla="*/ 6858000 w 6858000"/>
              <a:gd name="connsiteY0" fmla="*/ 0 h 2369128"/>
              <a:gd name="connsiteX1" fmla="*/ 6276109 w 6858000"/>
              <a:gd name="connsiteY1" fmla="*/ 2313709 h 2369128"/>
              <a:gd name="connsiteX2" fmla="*/ 0 w 6858000"/>
              <a:gd name="connsiteY2" fmla="*/ 2369128 h 2369128"/>
              <a:gd name="connsiteX3" fmla="*/ 678872 w 6858000"/>
              <a:gd name="connsiteY3" fmla="*/ 69273 h 2369128"/>
              <a:gd name="connsiteX0" fmla="*/ 6858000 w 6858000"/>
              <a:gd name="connsiteY0" fmla="*/ 0 h 2369128"/>
              <a:gd name="connsiteX1" fmla="*/ 6139834 w 6858000"/>
              <a:gd name="connsiteY1" fmla="*/ 2362659 h 2369128"/>
              <a:gd name="connsiteX2" fmla="*/ 0 w 6858000"/>
              <a:gd name="connsiteY2" fmla="*/ 2369128 h 2369128"/>
              <a:gd name="connsiteX3" fmla="*/ 678872 w 6858000"/>
              <a:gd name="connsiteY3" fmla="*/ 69273 h 2369128"/>
              <a:gd name="connsiteX4" fmla="*/ 6858000 w 6858000"/>
              <a:gd name="connsiteY4" fmla="*/ 0 h 236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2369128">
                <a:moveTo>
                  <a:pt x="6858000" y="0"/>
                </a:moveTo>
                <a:lnTo>
                  <a:pt x="6139834" y="2362659"/>
                </a:lnTo>
                <a:lnTo>
                  <a:pt x="0" y="2369128"/>
                </a:lnTo>
                <a:lnTo>
                  <a:pt x="678872" y="69273"/>
                </a:lnTo>
                <a:lnTo>
                  <a:pt x="6858000" y="0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 algn="ctr">
              <a:buNone/>
              <a:defRPr sz="18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4680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4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-column, subtitle, bull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Three-column, subtitle, bullets layout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D583FB2-55AE-54BE-E2DD-306F3137D3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F2B262-18FA-0174-661A-7EA8C828B6D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2133600"/>
            <a:ext cx="10972799" cy="1379034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536368-2F9D-EFF5-6B76-13265E104753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09600" y="3713017"/>
            <a:ext cx="5334000" cy="2227406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7FAEAD2-7C22-1EE3-38EF-BDE40F9D9832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48398" y="3713017"/>
            <a:ext cx="5334000" cy="2227406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8426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, Subtitle, and Bullet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A8076F7-D427-34D1-99C0-68EFF424C2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2118876"/>
            <a:ext cx="3474720" cy="2505456"/>
          </a:xfrm>
          <a:prstGeom prst="roundRect">
            <a:avLst>
              <a:gd name="adj" fmla="val 5983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7D72663-D094-A43A-F950-11115B2059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58640" y="2118876"/>
            <a:ext cx="3474720" cy="2505456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Three-column, subtitle, bullets layout,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4839415"/>
            <a:ext cx="3474720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01470" y="4839414"/>
            <a:ext cx="3474720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4E4E984-0CF8-D81B-EEFD-F7BAE9C3798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05449" y="2118876"/>
            <a:ext cx="3474720" cy="2505456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B583509-C158-3207-D578-13FA09D9199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48279" y="4839414"/>
            <a:ext cx="3474720" cy="10649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3213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, Subtitle, and Bullet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Three-column, subtitle, callout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3836021"/>
            <a:ext cx="3474720" cy="206830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01470" y="3836020"/>
            <a:ext cx="3474720" cy="206830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B583509-C158-3207-D578-13FA09D9199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48279" y="3836020"/>
            <a:ext cx="3474720" cy="206830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None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6B44C63-F39D-D06A-5475-046629AF43E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09599" y="2133600"/>
            <a:ext cx="10972799" cy="1379034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9662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Three column with subheading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A38A03-7D41-1A55-93A7-1D72FD514552}"/>
              </a:ext>
            </a:extLst>
          </p:cNvPr>
          <p:cNvCxnSpPr/>
          <p:nvPr userDrawn="1"/>
        </p:nvCxnSpPr>
        <p:spPr>
          <a:xfrm>
            <a:off x="4217775" y="1736519"/>
            <a:ext cx="0" cy="4480560"/>
          </a:xfrm>
          <a:prstGeom prst="line">
            <a:avLst/>
          </a:prstGeom>
          <a:ln w="19050" cap="rnd">
            <a:solidFill>
              <a:schemeClr val="bg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Right Facing Arrow 2" descr="red circle with white arrow used to indicate a relationship between items 2 and 3 out of 3 in a linear progression">
            <a:extLst>
              <a:ext uri="{FF2B5EF4-FFF2-40B4-BE49-F238E27FC236}">
                <a16:creationId xmlns:a16="http://schemas.microsoft.com/office/drawing/2014/main" id="{4A5E2DC0-C318-53A0-DEF7-960C744C0E7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096676" y="3688634"/>
            <a:ext cx="274320" cy="274320"/>
            <a:chOff x="5834062" y="3167062"/>
            <a:chExt cx="353293" cy="353293"/>
          </a:xfrm>
        </p:grpSpPr>
        <p:sp>
          <p:nvSpPr>
            <p:cNvPr id="14" name="Circle">
              <a:extLst>
                <a:ext uri="{FF2B5EF4-FFF2-40B4-BE49-F238E27FC236}">
                  <a16:creationId xmlns:a16="http://schemas.microsoft.com/office/drawing/2014/main" id="{3089F129-80C0-E190-3D00-7908E8CADC67}"/>
                </a:ext>
              </a:extLst>
            </p:cNvPr>
            <p:cNvSpPr/>
            <p:nvPr/>
          </p:nvSpPr>
          <p:spPr>
            <a:xfrm>
              <a:off x="5834062" y="3167062"/>
              <a:ext cx="353293" cy="353293"/>
            </a:xfrm>
            <a:custGeom>
              <a:avLst/>
              <a:gdLst>
                <a:gd name="connsiteX0" fmla="*/ 353293 w 353293"/>
                <a:gd name="connsiteY0" fmla="*/ 176647 h 353293"/>
                <a:gd name="connsiteX1" fmla="*/ 176647 w 353293"/>
                <a:gd name="connsiteY1" fmla="*/ 353293 h 353293"/>
                <a:gd name="connsiteX2" fmla="*/ 0 w 353293"/>
                <a:gd name="connsiteY2" fmla="*/ 176647 h 353293"/>
                <a:gd name="connsiteX3" fmla="*/ 176647 w 353293"/>
                <a:gd name="connsiteY3" fmla="*/ 0 h 353293"/>
                <a:gd name="connsiteX4" fmla="*/ 353293 w 353293"/>
                <a:gd name="connsiteY4" fmla="*/ 176647 h 35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293" h="353293">
                  <a:moveTo>
                    <a:pt x="353293" y="176647"/>
                  </a:moveTo>
                  <a:cubicBezTo>
                    <a:pt x="353293" y="274206"/>
                    <a:pt x="274206" y="353293"/>
                    <a:pt x="176647" y="353293"/>
                  </a:cubicBezTo>
                  <a:cubicBezTo>
                    <a:pt x="79087" y="353293"/>
                    <a:pt x="0" y="274206"/>
                    <a:pt x="0" y="176647"/>
                  </a:cubicBezTo>
                  <a:cubicBezTo>
                    <a:pt x="0" y="79087"/>
                    <a:pt x="79087" y="0"/>
                    <a:pt x="176647" y="0"/>
                  </a:cubicBezTo>
                  <a:cubicBezTo>
                    <a:pt x="274206" y="0"/>
                    <a:pt x="353293" y="79087"/>
                    <a:pt x="353293" y="176647"/>
                  </a:cubicBezTo>
                  <a:close/>
                </a:path>
              </a:pathLst>
            </a:custGeom>
            <a:solidFill>
              <a:schemeClr val="accent3"/>
            </a:solidFill>
            <a:ln w="6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Arrow">
              <a:extLst>
                <a:ext uri="{FF2B5EF4-FFF2-40B4-BE49-F238E27FC236}">
                  <a16:creationId xmlns:a16="http://schemas.microsoft.com/office/drawing/2014/main" id="{D890A71E-0652-ABA3-D906-C951C946F6B4}"/>
                </a:ext>
              </a:extLst>
            </p:cNvPr>
            <p:cNvSpPr/>
            <p:nvPr/>
          </p:nvSpPr>
          <p:spPr>
            <a:xfrm>
              <a:off x="5902091" y="3252194"/>
              <a:ext cx="227828" cy="182964"/>
            </a:xfrm>
            <a:custGeom>
              <a:avLst/>
              <a:gdLst>
                <a:gd name="connsiteX0" fmla="*/ 136378 w 227828"/>
                <a:gd name="connsiteY0" fmla="*/ 0 h 182964"/>
                <a:gd name="connsiteX1" fmla="*/ 113787 w 227828"/>
                <a:gd name="connsiteY1" fmla="*/ 22591 h 182964"/>
                <a:gd name="connsiteX2" fmla="*/ 166755 w 227828"/>
                <a:gd name="connsiteY2" fmla="*/ 75560 h 182964"/>
                <a:gd name="connsiteX3" fmla="*/ 0 w 227828"/>
                <a:gd name="connsiteY3" fmla="*/ 75560 h 182964"/>
                <a:gd name="connsiteX4" fmla="*/ 0 w 227828"/>
                <a:gd name="connsiteY4" fmla="*/ 107469 h 182964"/>
                <a:gd name="connsiteX5" fmla="*/ 166755 w 227828"/>
                <a:gd name="connsiteY5" fmla="*/ 107469 h 182964"/>
                <a:gd name="connsiteX6" fmla="*/ 113787 w 227828"/>
                <a:gd name="connsiteY6" fmla="*/ 160437 h 182964"/>
                <a:gd name="connsiteX7" fmla="*/ 136378 w 227828"/>
                <a:gd name="connsiteY7" fmla="*/ 182965 h 182964"/>
                <a:gd name="connsiteX8" fmla="*/ 227828 w 227828"/>
                <a:gd name="connsiteY8" fmla="*/ 91514 h 182964"/>
                <a:gd name="connsiteX9" fmla="*/ 136378 w 227828"/>
                <a:gd name="connsiteY9" fmla="*/ 0 h 18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828" h="182964">
                  <a:moveTo>
                    <a:pt x="136378" y="0"/>
                  </a:moveTo>
                  <a:lnTo>
                    <a:pt x="113787" y="22591"/>
                  </a:lnTo>
                  <a:lnTo>
                    <a:pt x="166755" y="75560"/>
                  </a:lnTo>
                  <a:lnTo>
                    <a:pt x="0" y="75560"/>
                  </a:lnTo>
                  <a:lnTo>
                    <a:pt x="0" y="107469"/>
                  </a:lnTo>
                  <a:lnTo>
                    <a:pt x="166755" y="107469"/>
                  </a:lnTo>
                  <a:lnTo>
                    <a:pt x="113787" y="160437"/>
                  </a:lnTo>
                  <a:lnTo>
                    <a:pt x="136378" y="182965"/>
                  </a:lnTo>
                  <a:lnTo>
                    <a:pt x="227828" y="91514"/>
                  </a:lnTo>
                  <a:lnTo>
                    <a:pt x="136378" y="0"/>
                  </a:lnTo>
                  <a:close/>
                </a:path>
              </a:pathLst>
            </a:custGeom>
            <a:solidFill>
              <a:srgbClr val="FFFFFF"/>
            </a:solidFill>
            <a:ln w="6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A1ADC3E-54B7-4C60-19DA-8C51B7D7CB6F}"/>
              </a:ext>
            </a:extLst>
          </p:cNvPr>
          <p:cNvCxnSpPr/>
          <p:nvPr userDrawn="1"/>
        </p:nvCxnSpPr>
        <p:spPr>
          <a:xfrm>
            <a:off x="7964277" y="1736519"/>
            <a:ext cx="0" cy="4480560"/>
          </a:xfrm>
          <a:prstGeom prst="line">
            <a:avLst/>
          </a:prstGeom>
          <a:ln w="19050" cap="rnd">
            <a:solidFill>
              <a:schemeClr val="bg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Right Facing Arrow 2" descr="red circle with white arrow used to indicate a relationship between items 2 and 3 out of 3 in a linear progression">
            <a:extLst>
              <a:ext uri="{FF2B5EF4-FFF2-40B4-BE49-F238E27FC236}">
                <a16:creationId xmlns:a16="http://schemas.microsoft.com/office/drawing/2014/main" id="{4530AA19-1CB2-0259-AE83-1C974068B0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831455" y="3688634"/>
            <a:ext cx="274320" cy="274320"/>
            <a:chOff x="5834062" y="3167062"/>
            <a:chExt cx="353293" cy="353293"/>
          </a:xfrm>
        </p:grpSpPr>
        <p:sp>
          <p:nvSpPr>
            <p:cNvPr id="18" name="Circle">
              <a:extLst>
                <a:ext uri="{FF2B5EF4-FFF2-40B4-BE49-F238E27FC236}">
                  <a16:creationId xmlns:a16="http://schemas.microsoft.com/office/drawing/2014/main" id="{5427B9FC-E3C6-CE17-409D-4099EE122FFC}"/>
                </a:ext>
              </a:extLst>
            </p:cNvPr>
            <p:cNvSpPr/>
            <p:nvPr/>
          </p:nvSpPr>
          <p:spPr>
            <a:xfrm>
              <a:off x="5834062" y="3167062"/>
              <a:ext cx="353293" cy="353293"/>
            </a:xfrm>
            <a:custGeom>
              <a:avLst/>
              <a:gdLst>
                <a:gd name="connsiteX0" fmla="*/ 353293 w 353293"/>
                <a:gd name="connsiteY0" fmla="*/ 176647 h 353293"/>
                <a:gd name="connsiteX1" fmla="*/ 176647 w 353293"/>
                <a:gd name="connsiteY1" fmla="*/ 353293 h 353293"/>
                <a:gd name="connsiteX2" fmla="*/ 0 w 353293"/>
                <a:gd name="connsiteY2" fmla="*/ 176647 h 353293"/>
                <a:gd name="connsiteX3" fmla="*/ 176647 w 353293"/>
                <a:gd name="connsiteY3" fmla="*/ 0 h 353293"/>
                <a:gd name="connsiteX4" fmla="*/ 353293 w 353293"/>
                <a:gd name="connsiteY4" fmla="*/ 176647 h 35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293" h="353293">
                  <a:moveTo>
                    <a:pt x="353293" y="176647"/>
                  </a:moveTo>
                  <a:cubicBezTo>
                    <a:pt x="353293" y="274206"/>
                    <a:pt x="274206" y="353293"/>
                    <a:pt x="176647" y="353293"/>
                  </a:cubicBezTo>
                  <a:cubicBezTo>
                    <a:pt x="79087" y="353293"/>
                    <a:pt x="0" y="274206"/>
                    <a:pt x="0" y="176647"/>
                  </a:cubicBezTo>
                  <a:cubicBezTo>
                    <a:pt x="0" y="79087"/>
                    <a:pt x="79087" y="0"/>
                    <a:pt x="176647" y="0"/>
                  </a:cubicBezTo>
                  <a:cubicBezTo>
                    <a:pt x="274206" y="0"/>
                    <a:pt x="353293" y="79087"/>
                    <a:pt x="353293" y="176647"/>
                  </a:cubicBezTo>
                  <a:close/>
                </a:path>
              </a:pathLst>
            </a:custGeom>
            <a:solidFill>
              <a:schemeClr val="accent3"/>
            </a:solidFill>
            <a:ln w="6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Arrow">
              <a:extLst>
                <a:ext uri="{FF2B5EF4-FFF2-40B4-BE49-F238E27FC236}">
                  <a16:creationId xmlns:a16="http://schemas.microsoft.com/office/drawing/2014/main" id="{D2BF01A9-8D93-C7BF-B6B2-6ED95C9A6234}"/>
                </a:ext>
              </a:extLst>
            </p:cNvPr>
            <p:cNvSpPr/>
            <p:nvPr/>
          </p:nvSpPr>
          <p:spPr>
            <a:xfrm>
              <a:off x="5902091" y="3252194"/>
              <a:ext cx="227828" cy="182964"/>
            </a:xfrm>
            <a:custGeom>
              <a:avLst/>
              <a:gdLst>
                <a:gd name="connsiteX0" fmla="*/ 136378 w 227828"/>
                <a:gd name="connsiteY0" fmla="*/ 0 h 182964"/>
                <a:gd name="connsiteX1" fmla="*/ 113787 w 227828"/>
                <a:gd name="connsiteY1" fmla="*/ 22591 h 182964"/>
                <a:gd name="connsiteX2" fmla="*/ 166755 w 227828"/>
                <a:gd name="connsiteY2" fmla="*/ 75560 h 182964"/>
                <a:gd name="connsiteX3" fmla="*/ 0 w 227828"/>
                <a:gd name="connsiteY3" fmla="*/ 75560 h 182964"/>
                <a:gd name="connsiteX4" fmla="*/ 0 w 227828"/>
                <a:gd name="connsiteY4" fmla="*/ 107469 h 182964"/>
                <a:gd name="connsiteX5" fmla="*/ 166755 w 227828"/>
                <a:gd name="connsiteY5" fmla="*/ 107469 h 182964"/>
                <a:gd name="connsiteX6" fmla="*/ 113787 w 227828"/>
                <a:gd name="connsiteY6" fmla="*/ 160437 h 182964"/>
                <a:gd name="connsiteX7" fmla="*/ 136378 w 227828"/>
                <a:gd name="connsiteY7" fmla="*/ 182965 h 182964"/>
                <a:gd name="connsiteX8" fmla="*/ 227828 w 227828"/>
                <a:gd name="connsiteY8" fmla="*/ 91514 h 182964"/>
                <a:gd name="connsiteX9" fmla="*/ 136378 w 227828"/>
                <a:gd name="connsiteY9" fmla="*/ 0 h 18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828" h="182964">
                  <a:moveTo>
                    <a:pt x="136378" y="0"/>
                  </a:moveTo>
                  <a:lnTo>
                    <a:pt x="113787" y="22591"/>
                  </a:lnTo>
                  <a:lnTo>
                    <a:pt x="166755" y="75560"/>
                  </a:lnTo>
                  <a:lnTo>
                    <a:pt x="0" y="75560"/>
                  </a:lnTo>
                  <a:lnTo>
                    <a:pt x="0" y="107469"/>
                  </a:lnTo>
                  <a:lnTo>
                    <a:pt x="166755" y="107469"/>
                  </a:lnTo>
                  <a:lnTo>
                    <a:pt x="113787" y="160437"/>
                  </a:lnTo>
                  <a:lnTo>
                    <a:pt x="136378" y="182965"/>
                  </a:lnTo>
                  <a:lnTo>
                    <a:pt x="227828" y="91514"/>
                  </a:lnTo>
                  <a:lnTo>
                    <a:pt x="136378" y="0"/>
                  </a:lnTo>
                  <a:close/>
                </a:path>
              </a:pathLst>
            </a:custGeom>
            <a:solidFill>
              <a:srgbClr val="FFFFFF"/>
            </a:solidFill>
            <a:ln w="6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46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Three column with subheadings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3986C6F-D895-7DB2-6B6E-CE8456A8AC09}"/>
              </a:ext>
            </a:extLst>
          </p:cNvPr>
          <p:cNvSpPr txBox="1">
            <a:spLocks/>
          </p:cNvSpPr>
          <p:nvPr userDrawn="1"/>
        </p:nvSpPr>
        <p:spPr>
          <a:xfrm>
            <a:off x="609596" y="2200610"/>
            <a:ext cx="3474720" cy="4008774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3B8C034-C962-00B8-6026-B67B4E9562DE}"/>
              </a:ext>
            </a:extLst>
          </p:cNvPr>
          <p:cNvSpPr txBox="1">
            <a:spLocks/>
          </p:cNvSpPr>
          <p:nvPr userDrawn="1"/>
        </p:nvSpPr>
        <p:spPr>
          <a:xfrm>
            <a:off x="4351717" y="1737901"/>
            <a:ext cx="3474720" cy="4590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D74DAC-B184-8AF3-883C-CC38C1031C29}"/>
              </a:ext>
            </a:extLst>
          </p:cNvPr>
          <p:cNvSpPr txBox="1">
            <a:spLocks/>
          </p:cNvSpPr>
          <p:nvPr userDrawn="1"/>
        </p:nvSpPr>
        <p:spPr>
          <a:xfrm>
            <a:off x="4351717" y="2200610"/>
            <a:ext cx="3474720" cy="4008774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CBC9B83-0BCF-F32D-C476-45E1C66104F4}"/>
              </a:ext>
            </a:extLst>
          </p:cNvPr>
          <p:cNvSpPr txBox="1">
            <a:spLocks/>
          </p:cNvSpPr>
          <p:nvPr userDrawn="1"/>
        </p:nvSpPr>
        <p:spPr>
          <a:xfrm>
            <a:off x="609598" y="1737901"/>
            <a:ext cx="3474720" cy="4590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AB91520-75BF-4C46-2E83-82C6D877E412}"/>
              </a:ext>
            </a:extLst>
          </p:cNvPr>
          <p:cNvSpPr txBox="1">
            <a:spLocks/>
          </p:cNvSpPr>
          <p:nvPr userDrawn="1"/>
        </p:nvSpPr>
        <p:spPr>
          <a:xfrm>
            <a:off x="8107680" y="1737901"/>
            <a:ext cx="3474720" cy="4590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90F917A-0111-0914-59A1-7958A0819864}"/>
              </a:ext>
            </a:extLst>
          </p:cNvPr>
          <p:cNvSpPr txBox="1">
            <a:spLocks/>
          </p:cNvSpPr>
          <p:nvPr userDrawn="1"/>
        </p:nvSpPr>
        <p:spPr>
          <a:xfrm>
            <a:off x="8107680" y="2200610"/>
            <a:ext cx="3474720" cy="4008774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boxes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76305"/>
            <a:ext cx="3483864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241061"/>
            <a:ext cx="3483864" cy="1360372"/>
          </a:xfrm>
        </p:spPr>
        <p:txBody>
          <a:bodyPr lIns="182880" tIns="91440" rIns="182880"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76305"/>
            <a:ext cx="3483864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241061"/>
            <a:ext cx="3483864" cy="1360372"/>
          </a:xfrm>
        </p:spPr>
        <p:txBody>
          <a:bodyPr lIns="182880" tIns="91440" rIns="182880"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76305"/>
            <a:ext cx="3483864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241061"/>
            <a:ext cx="3483864" cy="1360372"/>
          </a:xfrm>
        </p:spPr>
        <p:txBody>
          <a:bodyPr lIns="182880" tIns="91440" rIns="182880"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88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ree column with subheadings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3986C6F-D895-7DB2-6B6E-CE8456A8AC09}"/>
              </a:ext>
            </a:extLst>
          </p:cNvPr>
          <p:cNvSpPr txBox="1">
            <a:spLocks/>
          </p:cNvSpPr>
          <p:nvPr userDrawn="1"/>
        </p:nvSpPr>
        <p:spPr>
          <a:xfrm>
            <a:off x="609596" y="2200611"/>
            <a:ext cx="10972800" cy="89093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CBC9B83-0BCF-F32D-C476-45E1C66104F4}"/>
              </a:ext>
            </a:extLst>
          </p:cNvPr>
          <p:cNvSpPr txBox="1">
            <a:spLocks/>
          </p:cNvSpPr>
          <p:nvPr userDrawn="1"/>
        </p:nvSpPr>
        <p:spPr>
          <a:xfrm>
            <a:off x="609598" y="1737901"/>
            <a:ext cx="10972798" cy="45907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horizontal boxes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8" y="1776305"/>
            <a:ext cx="10972797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6" y="2241062"/>
            <a:ext cx="10972800" cy="850482"/>
          </a:xfrm>
        </p:spPr>
        <p:txBody>
          <a:bodyPr lIns="182880" tIns="91440" rIns="182880" bIns="182880"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55B2CA6-7C40-41B2-1A78-3DF68CA7A948}"/>
              </a:ext>
            </a:extLst>
          </p:cNvPr>
          <p:cNvSpPr txBox="1">
            <a:spLocks/>
          </p:cNvSpPr>
          <p:nvPr userDrawn="1"/>
        </p:nvSpPr>
        <p:spPr>
          <a:xfrm>
            <a:off x="609596" y="3746383"/>
            <a:ext cx="10972800" cy="890934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C16348CE-3B82-FAAF-DF15-E3EA1576FDC7}"/>
              </a:ext>
            </a:extLst>
          </p:cNvPr>
          <p:cNvSpPr txBox="1">
            <a:spLocks/>
          </p:cNvSpPr>
          <p:nvPr userDrawn="1"/>
        </p:nvSpPr>
        <p:spPr>
          <a:xfrm>
            <a:off x="609598" y="3283673"/>
            <a:ext cx="10972798" cy="45907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9970271-41B5-6DB0-7197-A1BA3AB1339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9599" y="3322077"/>
            <a:ext cx="10972796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11C8EA06-D5A3-150A-CE8A-7EFE22C42DC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09596" y="3786834"/>
            <a:ext cx="10972800" cy="850482"/>
          </a:xfrm>
        </p:spPr>
        <p:txBody>
          <a:bodyPr lIns="182880" tIns="91440" rIns="182880" bIns="182880"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317913A-9E7B-34B2-F331-09D0477A8C80}"/>
              </a:ext>
            </a:extLst>
          </p:cNvPr>
          <p:cNvSpPr txBox="1">
            <a:spLocks/>
          </p:cNvSpPr>
          <p:nvPr userDrawn="1"/>
        </p:nvSpPr>
        <p:spPr>
          <a:xfrm>
            <a:off x="609596" y="5259496"/>
            <a:ext cx="10972800" cy="89093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274320" tIns="182880" rIns="274320" bIns="18288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A482FB4-862C-5966-9C28-48F116A89586}"/>
              </a:ext>
            </a:extLst>
          </p:cNvPr>
          <p:cNvSpPr txBox="1">
            <a:spLocks/>
          </p:cNvSpPr>
          <p:nvPr userDrawn="1"/>
        </p:nvSpPr>
        <p:spPr>
          <a:xfrm>
            <a:off x="609598" y="4796786"/>
            <a:ext cx="10972798" cy="45907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3875" indent="-29527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b="1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652327F8-BED9-C956-3A00-DF0A0EF8DAE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09598" y="4835190"/>
            <a:ext cx="10972797" cy="369332"/>
          </a:xfrm>
        </p:spPr>
        <p:txBody>
          <a:bodyPr lIns="182880" rIns="182880" anchor="t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81C15908-1772-5EEB-55FD-72A0F1D4185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09595" y="5299947"/>
            <a:ext cx="10972800" cy="850482"/>
          </a:xfrm>
        </p:spPr>
        <p:txBody>
          <a:bodyPr lIns="182880" tIns="91440" rIns="182880" bIns="182880"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1299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column with subheadings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11478567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 and numbers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96E8718-D810-5D42-BBA7-DBDBA7B074E9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BB534E-44FA-8733-4D31-48BF8606251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2"/>
            <a:ext cx="10902464" cy="79575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0360A89-F893-A5FF-3CF8-CA6157B8462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2231" y="2833437"/>
            <a:ext cx="3381551" cy="761042"/>
          </a:xfrm>
        </p:spPr>
        <p:txBody>
          <a:bodyPr tIns="0" bIns="0">
            <a:spAutoFit/>
          </a:bodyPr>
          <a:lstStyle>
            <a:lvl1pPr marL="0" indent="0" algn="ctr">
              <a:buFontTx/>
              <a:buNone/>
              <a:defRPr sz="6000">
                <a:solidFill>
                  <a:schemeClr val="accent1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6000" b="1" dirty="0"/>
              <a:t>Numbers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C75CCA04-D4F8-75AA-BEA7-B3C195E6C41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73880" y="2833437"/>
            <a:ext cx="3381551" cy="761042"/>
          </a:xfrm>
        </p:spPr>
        <p:txBody>
          <a:bodyPr tIns="0" bIns="0">
            <a:spAutoFit/>
          </a:bodyPr>
          <a:lstStyle>
            <a:lvl1pPr marL="0" indent="0" algn="ctr">
              <a:buFontTx/>
              <a:buNone/>
              <a:defRPr sz="6000">
                <a:solidFill>
                  <a:schemeClr val="accent1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6000" b="1" dirty="0"/>
              <a:t>Numbers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CB30A998-7DFA-50D3-666B-D170A1B82AB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273238" y="2833437"/>
            <a:ext cx="3381551" cy="761042"/>
          </a:xfrm>
        </p:spPr>
        <p:txBody>
          <a:bodyPr tIns="0" bIns="0">
            <a:spAutoFit/>
          </a:bodyPr>
          <a:lstStyle>
            <a:lvl1pPr marL="0" indent="0" algn="ctr">
              <a:buFontTx/>
              <a:buNone/>
              <a:defRPr sz="6000">
                <a:solidFill>
                  <a:schemeClr val="accent1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6000" b="1" dirty="0"/>
              <a:t>Numbers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F1A9337-B65D-2FC8-573C-56DDF89C667C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73238" y="3760760"/>
            <a:ext cx="3381551" cy="365760"/>
          </a:xfrm>
        </p:spPr>
        <p:txBody>
          <a:bodyPr t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1800"/>
            </a:lvl1pPr>
          </a:lstStyle>
          <a:p>
            <a:pPr>
              <a:lnSpc>
                <a:spcPct val="50000"/>
              </a:lnSpc>
              <a:spcAft>
                <a:spcPts val="0"/>
              </a:spcAft>
            </a:pPr>
            <a:r>
              <a:rPr lang="en-US" sz="1800" dirty="0"/>
              <a:t>Information</a:t>
            </a:r>
            <a:endParaRPr lang="en-US" sz="1800" spc="-80" dirty="0">
              <a:solidFill>
                <a:schemeClr val="accent4"/>
              </a:solidFill>
            </a:endParaRP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5AEC1D4B-5226-4B63-16B5-FD270C9F328C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373602" y="3760760"/>
            <a:ext cx="3381551" cy="365760"/>
          </a:xfrm>
        </p:spPr>
        <p:txBody>
          <a:bodyPr t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1800"/>
            </a:lvl1pPr>
          </a:lstStyle>
          <a:p>
            <a:pPr>
              <a:lnSpc>
                <a:spcPct val="50000"/>
              </a:lnSpc>
              <a:spcAft>
                <a:spcPts val="0"/>
              </a:spcAft>
            </a:pPr>
            <a:r>
              <a:rPr lang="en-US" sz="1800" dirty="0"/>
              <a:t>Information</a:t>
            </a:r>
            <a:endParaRPr lang="en-US" sz="1800" spc="-80" dirty="0">
              <a:solidFill>
                <a:schemeClr val="accent4"/>
              </a:solidFill>
            </a:endParaRP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CD052572-1B82-C166-089E-A03659672B66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01676" y="3760760"/>
            <a:ext cx="3381551" cy="365760"/>
          </a:xfrm>
        </p:spPr>
        <p:txBody>
          <a:bodyPr tIns="0" bIns="0" anchor="ctr"/>
          <a:lstStyle>
            <a:lvl1pPr marL="0" indent="0" algn="ctr">
              <a:lnSpc>
                <a:spcPct val="90000"/>
              </a:lnSpc>
              <a:buFontTx/>
              <a:buNone/>
              <a:defRPr sz="1800"/>
            </a:lvl1pPr>
          </a:lstStyle>
          <a:p>
            <a:pPr>
              <a:lnSpc>
                <a:spcPct val="50000"/>
              </a:lnSpc>
              <a:spcAft>
                <a:spcPts val="0"/>
              </a:spcAft>
            </a:pPr>
            <a:r>
              <a:rPr lang="en-US" sz="1800" dirty="0"/>
              <a:t>Information</a:t>
            </a:r>
            <a:endParaRPr lang="en-US" sz="1800" spc="-80" dirty="0">
              <a:solidFill>
                <a:schemeClr val="accent4"/>
              </a:solidFill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BD9634D-82AC-B3ED-2340-F56FFA42E07F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09598" y="4637815"/>
            <a:ext cx="10902464" cy="10009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751F71-52F0-E5ED-5394-9F8C590AA493}"/>
              </a:ext>
            </a:extLst>
          </p:cNvPr>
          <p:cNvCxnSpPr/>
          <p:nvPr userDrawn="1"/>
        </p:nvCxnSpPr>
        <p:spPr>
          <a:xfrm>
            <a:off x="501676" y="4274311"/>
            <a:ext cx="3381551" cy="0"/>
          </a:xfrm>
          <a:prstGeom prst="line">
            <a:avLst/>
          </a:prstGeom>
          <a:ln w="1905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582BB37-D853-314B-A3E8-DDE9D729C77D}"/>
              </a:ext>
            </a:extLst>
          </p:cNvPr>
          <p:cNvCxnSpPr/>
          <p:nvPr userDrawn="1"/>
        </p:nvCxnSpPr>
        <p:spPr>
          <a:xfrm>
            <a:off x="4380949" y="4274311"/>
            <a:ext cx="3381551" cy="0"/>
          </a:xfrm>
          <a:prstGeom prst="line">
            <a:avLst/>
          </a:prstGeom>
          <a:ln w="1905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D0A3D9-C007-6ACF-8F41-860C7A430EBA}"/>
              </a:ext>
            </a:extLst>
          </p:cNvPr>
          <p:cNvCxnSpPr/>
          <p:nvPr userDrawn="1"/>
        </p:nvCxnSpPr>
        <p:spPr>
          <a:xfrm>
            <a:off x="8274077" y="4274311"/>
            <a:ext cx="3381551" cy="0"/>
          </a:xfrm>
          <a:prstGeom prst="line">
            <a:avLst/>
          </a:prstGeom>
          <a:ln w="1905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2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96E8718-D810-5D42-BBA7-DBDBA7B074E9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06045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3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with subheading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 w/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8" y="2935848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333755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2935848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3333755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2935848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39" y="3333755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2935848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3333755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83E838-7FB1-9F13-FF6B-DC42BDB34D03}"/>
              </a:ext>
            </a:extLst>
          </p:cNvPr>
          <p:cNvSpPr/>
          <p:nvPr userDrawn="1"/>
        </p:nvSpPr>
        <p:spPr>
          <a:xfrm>
            <a:off x="1313409" y="1709569"/>
            <a:ext cx="969818" cy="969818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36AA943C-5B4F-49D8-E1EA-36ABCACCC5C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31974" y="17281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D4FA9C-FFAF-D6AE-5303-345902BBB952}"/>
              </a:ext>
            </a:extLst>
          </p:cNvPr>
          <p:cNvSpPr/>
          <p:nvPr userDrawn="1"/>
        </p:nvSpPr>
        <p:spPr>
          <a:xfrm>
            <a:off x="4178530" y="1709569"/>
            <a:ext cx="969818" cy="969818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7" name="Picture Placeholder 26">
            <a:extLst>
              <a:ext uri="{FF2B5EF4-FFF2-40B4-BE49-F238E27FC236}">
                <a16:creationId xmlns:a16="http://schemas.microsoft.com/office/drawing/2014/main" id="{DFC645D4-08C7-4AE3-F57B-659D026CA4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197095" y="17281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7A0C5E-3990-AED0-2795-F8391F987DBF}"/>
              </a:ext>
            </a:extLst>
          </p:cNvPr>
          <p:cNvSpPr/>
          <p:nvPr userDrawn="1"/>
        </p:nvSpPr>
        <p:spPr>
          <a:xfrm>
            <a:off x="7043650" y="1709569"/>
            <a:ext cx="969818" cy="969818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9" name="Picture Placeholder 26">
            <a:extLst>
              <a:ext uri="{FF2B5EF4-FFF2-40B4-BE49-F238E27FC236}">
                <a16:creationId xmlns:a16="http://schemas.microsoft.com/office/drawing/2014/main" id="{04F177A9-EBA3-2BA9-4AA4-C4FBBD66392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62215" y="17281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26F30C-7AD6-62E3-905C-565B2BA2B6F8}"/>
              </a:ext>
            </a:extLst>
          </p:cNvPr>
          <p:cNvSpPr/>
          <p:nvPr userDrawn="1"/>
        </p:nvSpPr>
        <p:spPr>
          <a:xfrm>
            <a:off x="9908771" y="1709569"/>
            <a:ext cx="969818" cy="969818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21" name="Picture Placeholder 26">
            <a:extLst>
              <a:ext uri="{FF2B5EF4-FFF2-40B4-BE49-F238E27FC236}">
                <a16:creationId xmlns:a16="http://schemas.microsoft.com/office/drawing/2014/main" id="{E88DA7AA-5367-2909-A739-D020FFFC3C3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27336" y="17281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69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 column with subheadings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 w/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8" y="3676609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4074516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3676609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4074516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3676609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39" y="4074516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3676609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4074516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36AA943C-5B4F-49D8-E1EA-36ABCACCC5C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786" y="1728134"/>
            <a:ext cx="1655064" cy="1655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2" name="Picture Placeholder 26">
            <a:extLst>
              <a:ext uri="{FF2B5EF4-FFF2-40B4-BE49-F238E27FC236}">
                <a16:creationId xmlns:a16="http://schemas.microsoft.com/office/drawing/2014/main" id="{41B60AAF-5A8C-6720-0884-7FFD699E206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35907" y="1728134"/>
            <a:ext cx="1655064" cy="1655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3" name="Picture Placeholder 26">
            <a:extLst>
              <a:ext uri="{FF2B5EF4-FFF2-40B4-BE49-F238E27FC236}">
                <a16:creationId xmlns:a16="http://schemas.microsoft.com/office/drawing/2014/main" id="{1F2E1016-E0D7-7C68-FF9D-2CECC5B1EC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01027" y="1728134"/>
            <a:ext cx="1655064" cy="1655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4" name="Picture Placeholder 26">
            <a:extLst>
              <a:ext uri="{FF2B5EF4-FFF2-40B4-BE49-F238E27FC236}">
                <a16:creationId xmlns:a16="http://schemas.microsoft.com/office/drawing/2014/main" id="{8171338B-A851-B962-AD67-52B406CCAA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566148" y="1728134"/>
            <a:ext cx="1655064" cy="1655064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081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ur column with subheadings Images rect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Four-column layout with subheadings w/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8" y="3429000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826907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3429000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3826907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3429000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39" y="3826907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3429000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3826907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36AA943C-5B4F-49D8-E1EA-36ABCACCC5C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8" y="1741573"/>
            <a:ext cx="2377440" cy="1426029"/>
          </a:xfrm>
          <a:prstGeom prst="roundRect">
            <a:avLst>
              <a:gd name="adj" fmla="val 8270"/>
            </a:avLst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6" name="Picture Placeholder 26">
            <a:extLst>
              <a:ext uri="{FF2B5EF4-FFF2-40B4-BE49-F238E27FC236}">
                <a16:creationId xmlns:a16="http://schemas.microsoft.com/office/drawing/2014/main" id="{59A835F7-184C-0019-3DB9-13C463E625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72541" y="1741573"/>
            <a:ext cx="2377440" cy="1426029"/>
          </a:xfrm>
          <a:prstGeom prst="roundRect">
            <a:avLst>
              <a:gd name="adj" fmla="val 8270"/>
            </a:avLst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7" name="Picture Placeholder 26">
            <a:extLst>
              <a:ext uri="{FF2B5EF4-FFF2-40B4-BE49-F238E27FC236}">
                <a16:creationId xmlns:a16="http://schemas.microsoft.com/office/drawing/2014/main" id="{8BA4A4CC-9A9B-8C42-1C95-C4B0FA662AA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35484" y="1741573"/>
            <a:ext cx="2377440" cy="1426029"/>
          </a:xfrm>
          <a:prstGeom prst="roundRect">
            <a:avLst>
              <a:gd name="adj" fmla="val 8270"/>
            </a:avLst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18" name="Picture Placeholder 26">
            <a:extLst>
              <a:ext uri="{FF2B5EF4-FFF2-40B4-BE49-F238E27FC236}">
                <a16:creationId xmlns:a16="http://schemas.microsoft.com/office/drawing/2014/main" id="{18BA5E73-4DE6-7CE9-7762-9D73EA77A2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09313" y="1741573"/>
            <a:ext cx="2377440" cy="1426029"/>
          </a:xfrm>
          <a:prstGeom prst="roundRect">
            <a:avLst>
              <a:gd name="adj" fmla="val 8270"/>
            </a:avLst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233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lage images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Collage image, subtitle, callout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B3BDFEB-D07E-E5C9-2D77-C7372B1DBB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263629" y="2133600"/>
            <a:ext cx="6318769" cy="4002794"/>
          </a:xfrm>
        </p:spPr>
        <p:txBody>
          <a:bodyPr/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C1E1D1E7-4ED6-2E5C-C45D-C23C4486196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0075" y="2139686"/>
            <a:ext cx="2130365" cy="2806387"/>
          </a:xfrm>
          <a:custGeom>
            <a:avLst/>
            <a:gdLst>
              <a:gd name="connsiteX0" fmla="*/ 0 w 2216728"/>
              <a:gd name="connsiteY0" fmla="*/ 0 h 3616037"/>
              <a:gd name="connsiteX1" fmla="*/ 2216728 w 2216728"/>
              <a:gd name="connsiteY1" fmla="*/ 0 h 3616037"/>
              <a:gd name="connsiteX2" fmla="*/ 2216728 w 2216728"/>
              <a:gd name="connsiteY2" fmla="*/ 3616037 h 3616037"/>
              <a:gd name="connsiteX3" fmla="*/ 0 w 2216728"/>
              <a:gd name="connsiteY3" fmla="*/ 3616037 h 3616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6728" h="3616037">
                <a:moveTo>
                  <a:pt x="0" y="0"/>
                </a:moveTo>
                <a:lnTo>
                  <a:pt x="2216728" y="0"/>
                </a:lnTo>
                <a:lnTo>
                  <a:pt x="2216728" y="3616037"/>
                </a:lnTo>
                <a:lnTo>
                  <a:pt x="0" y="3616037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>
              <a:buNone/>
              <a:defRPr sz="180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noProof="0" dirty="0"/>
              <a:t>Picture 1</a:t>
            </a:r>
          </a:p>
        </p:txBody>
      </p:sp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4B16EBDA-EBE4-0927-33FA-98E85FEB6D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0075" y="5106277"/>
            <a:ext cx="2130365" cy="1030118"/>
          </a:xfrm>
          <a:custGeom>
            <a:avLst/>
            <a:gdLst>
              <a:gd name="connsiteX0" fmla="*/ 0 w 2216728"/>
              <a:gd name="connsiteY0" fmla="*/ 0 h 1759527"/>
              <a:gd name="connsiteX1" fmla="*/ 2216728 w 2216728"/>
              <a:gd name="connsiteY1" fmla="*/ 0 h 1759527"/>
              <a:gd name="connsiteX2" fmla="*/ 2216728 w 2216728"/>
              <a:gd name="connsiteY2" fmla="*/ 1759527 h 1759527"/>
              <a:gd name="connsiteX3" fmla="*/ 0 w 2216728"/>
              <a:gd name="connsiteY3" fmla="*/ 1759527 h 175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6728" h="1759527">
                <a:moveTo>
                  <a:pt x="0" y="0"/>
                </a:moveTo>
                <a:lnTo>
                  <a:pt x="2216728" y="0"/>
                </a:lnTo>
                <a:lnTo>
                  <a:pt x="2216728" y="1759527"/>
                </a:lnTo>
                <a:lnTo>
                  <a:pt x="0" y="1759527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>
              <a:buNone/>
              <a:defRPr sz="180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noProof="0" dirty="0"/>
              <a:t>Picture 3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EC3F3902-B26A-2897-AF99-6AE7D6DE16E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31852" y="3429000"/>
            <a:ext cx="2130365" cy="2707394"/>
          </a:xfrm>
          <a:custGeom>
            <a:avLst/>
            <a:gdLst>
              <a:gd name="connsiteX0" fmla="*/ 0 w 2216728"/>
              <a:gd name="connsiteY0" fmla="*/ 0 h 3616037"/>
              <a:gd name="connsiteX1" fmla="*/ 2216728 w 2216728"/>
              <a:gd name="connsiteY1" fmla="*/ 0 h 3616037"/>
              <a:gd name="connsiteX2" fmla="*/ 2216728 w 2216728"/>
              <a:gd name="connsiteY2" fmla="*/ 3616037 h 3616037"/>
              <a:gd name="connsiteX3" fmla="*/ 0 w 2216728"/>
              <a:gd name="connsiteY3" fmla="*/ 3616037 h 3616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6728" h="3616037">
                <a:moveTo>
                  <a:pt x="0" y="0"/>
                </a:moveTo>
                <a:lnTo>
                  <a:pt x="2216728" y="0"/>
                </a:lnTo>
                <a:lnTo>
                  <a:pt x="2216728" y="3616037"/>
                </a:lnTo>
                <a:lnTo>
                  <a:pt x="0" y="3616037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>
              <a:buNone/>
              <a:defRPr sz="180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noProof="0" dirty="0"/>
              <a:t>Picture 4</a:t>
            </a:r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7D09497B-8D6A-3B8E-38A4-41EC3BC5AA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931852" y="2133040"/>
            <a:ext cx="2130365" cy="1122778"/>
          </a:xfrm>
          <a:custGeom>
            <a:avLst/>
            <a:gdLst>
              <a:gd name="connsiteX0" fmla="*/ 0 w 2216728"/>
              <a:gd name="connsiteY0" fmla="*/ 0 h 1759527"/>
              <a:gd name="connsiteX1" fmla="*/ 2216728 w 2216728"/>
              <a:gd name="connsiteY1" fmla="*/ 0 h 1759527"/>
              <a:gd name="connsiteX2" fmla="*/ 2216728 w 2216728"/>
              <a:gd name="connsiteY2" fmla="*/ 1759527 h 1759527"/>
              <a:gd name="connsiteX3" fmla="*/ 0 w 2216728"/>
              <a:gd name="connsiteY3" fmla="*/ 1759527 h 175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6728" h="1759527">
                <a:moveTo>
                  <a:pt x="0" y="0"/>
                </a:moveTo>
                <a:lnTo>
                  <a:pt x="2216728" y="0"/>
                </a:lnTo>
                <a:lnTo>
                  <a:pt x="2216728" y="1759527"/>
                </a:lnTo>
                <a:lnTo>
                  <a:pt x="0" y="1759527"/>
                </a:lnTo>
                <a:close/>
              </a:path>
            </a:pathLst>
          </a:custGeom>
        </p:spPr>
        <p:txBody>
          <a:bodyPr rtlCol="0">
            <a:noAutofit/>
          </a:bodyPr>
          <a:lstStyle>
            <a:lvl1pPr>
              <a:buNone/>
              <a:defRPr sz="180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noProof="0" dirty="0"/>
              <a:t>Picture 2</a:t>
            </a:r>
          </a:p>
        </p:txBody>
      </p:sp>
    </p:spTree>
    <p:extLst>
      <p:ext uri="{BB962C8B-B14F-4D97-AF65-F5344CB8AC3E}">
        <p14:creationId xmlns:p14="http://schemas.microsoft.com/office/powerpoint/2010/main" val="119746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v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Five-column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280DDDF0-04D3-4F6E-50DE-C6D81BFA569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808515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0612130A-933C-A5B8-0664-B9C46CA080EB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2808514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939B4DE-A352-8878-8E6E-1302DAF4929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07432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943A10F6-BA07-93EC-3013-54723F1ADC27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007431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8688E01-C977-F865-0E8F-F1E56BF2F472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206350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C8D66E06-62C0-98B8-B791-CEAEF0843DF3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206349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46AB4B2-36B7-0E90-B289-6B632CED4A0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416154" y="1743647"/>
            <a:ext cx="2024745" cy="341632"/>
          </a:xfrm>
        </p:spPr>
        <p:txBody>
          <a:bodyPr anchor="t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C05A6BC9-5D51-446C-7EE9-F12F0B64F54A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416153" y="2141554"/>
            <a:ext cx="2024745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1293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x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Six-column layout with subheadings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CDE9E54-83A2-C4DF-7259-EE3ABE2666B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739011" y="1720603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D6C7EE2D-0F97-B4B8-CE51-9EDCFE062DA7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1739010" y="2053193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id="{F5A4082C-EBFF-EF97-70D9-111FCCFD043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693" y="1725378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941D221-9F58-75D7-9FF7-B88BB299018B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7383456" y="1720603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Content Placeholder 6">
            <a:extLst>
              <a:ext uri="{FF2B5EF4-FFF2-40B4-BE49-F238E27FC236}">
                <a16:creationId xmlns:a16="http://schemas.microsoft.com/office/drawing/2014/main" id="{1CC91EB8-9596-F082-D87F-81C26782C76F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7383455" y="2053193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9" name="Picture Placeholder 26">
            <a:extLst>
              <a:ext uri="{FF2B5EF4-FFF2-40B4-BE49-F238E27FC236}">
                <a16:creationId xmlns:a16="http://schemas.microsoft.com/office/drawing/2014/main" id="{E68F5DBE-EE62-7289-B719-D07B9D627D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77427" y="1725378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B995B59-37B1-7B94-83E5-09B116AF9AD2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1739011" y="3289759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Content Placeholder 6">
            <a:extLst>
              <a:ext uri="{FF2B5EF4-FFF2-40B4-BE49-F238E27FC236}">
                <a16:creationId xmlns:a16="http://schemas.microsoft.com/office/drawing/2014/main" id="{C6DF69DB-813A-74AE-54D6-B7C3E8CA49B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1739010" y="3622349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2" name="Picture Placeholder 26">
            <a:extLst>
              <a:ext uri="{FF2B5EF4-FFF2-40B4-BE49-F238E27FC236}">
                <a16:creationId xmlns:a16="http://schemas.microsoft.com/office/drawing/2014/main" id="{4F2F0A52-071B-2183-532E-720E96FCAF8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1693" y="32945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AA700E9-6F74-4F1A-F82F-5B2016D7BA7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83456" y="3289759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4" name="Content Placeholder 6">
            <a:extLst>
              <a:ext uri="{FF2B5EF4-FFF2-40B4-BE49-F238E27FC236}">
                <a16:creationId xmlns:a16="http://schemas.microsoft.com/office/drawing/2014/main" id="{839FFECD-467B-7D50-6B1C-9365F81EF4E6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7383455" y="3622349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5" name="Picture Placeholder 26">
            <a:extLst>
              <a:ext uri="{FF2B5EF4-FFF2-40B4-BE49-F238E27FC236}">
                <a16:creationId xmlns:a16="http://schemas.microsoft.com/office/drawing/2014/main" id="{C78EC7BE-F644-3600-89C8-DFD120DD2D3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277427" y="3294534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2074D74-0A28-94B5-B5DC-2FB2B5BFC643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1739011" y="4847626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7" name="Content Placeholder 6">
            <a:extLst>
              <a:ext uri="{FF2B5EF4-FFF2-40B4-BE49-F238E27FC236}">
                <a16:creationId xmlns:a16="http://schemas.microsoft.com/office/drawing/2014/main" id="{1F68D0FE-C4BB-1F6A-7955-9A2C680D9604}"/>
              </a:ext>
            </a:extLst>
          </p:cNvPr>
          <p:cNvSpPr>
            <a:spLocks noGrp="1"/>
          </p:cNvSpPr>
          <p:nvPr>
            <p:ph sz="half" idx="38"/>
          </p:nvPr>
        </p:nvSpPr>
        <p:spPr>
          <a:xfrm>
            <a:off x="1739010" y="5180216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8" name="Picture Placeholder 26">
            <a:extLst>
              <a:ext uri="{FF2B5EF4-FFF2-40B4-BE49-F238E27FC236}">
                <a16:creationId xmlns:a16="http://schemas.microsoft.com/office/drawing/2014/main" id="{5F1DED0B-831A-FBAF-290A-EB7D1C2175F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1693" y="4852401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572E5C5F-8002-A795-06EA-56E15F2A030F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7383456" y="4847626"/>
            <a:ext cx="4007841" cy="313932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0" name="Content Placeholder 6">
            <a:extLst>
              <a:ext uri="{FF2B5EF4-FFF2-40B4-BE49-F238E27FC236}">
                <a16:creationId xmlns:a16="http://schemas.microsoft.com/office/drawing/2014/main" id="{F354C3D0-D384-9D69-19CC-3511201185C5}"/>
              </a:ext>
            </a:extLst>
          </p:cNvPr>
          <p:cNvSpPr>
            <a:spLocks noGrp="1"/>
          </p:cNvSpPr>
          <p:nvPr>
            <p:ph sz="half" idx="41"/>
          </p:nvPr>
        </p:nvSpPr>
        <p:spPr>
          <a:xfrm>
            <a:off x="7383455" y="5180216"/>
            <a:ext cx="4007840" cy="932688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1" name="Picture Placeholder 26">
            <a:extLst>
              <a:ext uri="{FF2B5EF4-FFF2-40B4-BE49-F238E27FC236}">
                <a16:creationId xmlns:a16="http://schemas.microsoft.com/office/drawing/2014/main" id="{9A4BE4BA-A05C-C932-2D91-D6E09145AC37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277427" y="4852401"/>
            <a:ext cx="932688" cy="932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000"/>
            </a:lvl1pPr>
          </a:lstStyle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124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_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5905081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19900" y="0"/>
            <a:ext cx="5372100" cy="6858000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834744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35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_Blu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C0A02C-F95D-27DD-B512-875D31487BBD}"/>
              </a:ext>
            </a:extLst>
          </p:cNvPr>
          <p:cNvSpPr/>
          <p:nvPr userDrawn="1"/>
        </p:nvSpPr>
        <p:spPr>
          <a:xfrm>
            <a:off x="6983646" y="0"/>
            <a:ext cx="520835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8CC7F999-1969-E181-1F9A-5C10436B47A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48252" y="638557"/>
            <a:ext cx="4500850" cy="5580886"/>
          </a:xfrm>
          <a:prstGeom prst="roundRect">
            <a:avLst>
              <a:gd name="adj" fmla="val 3930"/>
            </a:avLst>
          </a:prstGeom>
          <a:effectLst/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5905081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834744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53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_Blue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BABCD7-C6E6-7F4A-B1CC-735FF5D170B7}"/>
              </a:ext>
            </a:extLst>
          </p:cNvPr>
          <p:cNvSpPr/>
          <p:nvPr userDrawn="1"/>
        </p:nvSpPr>
        <p:spPr>
          <a:xfrm>
            <a:off x="8929200" y="0"/>
            <a:ext cx="3262800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1A3623AF-DB4D-09EC-9FA7-C91CC8C7649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232135" y="917577"/>
            <a:ext cx="2616966" cy="5292723"/>
          </a:xfrm>
          <a:prstGeom prst="roundRect">
            <a:avLst>
              <a:gd name="adj" fmla="val 3930"/>
            </a:avLst>
          </a:prstGeom>
          <a:effectLst/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7908053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7837716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82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_Circ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C0A02C-F95D-27DD-B512-875D31487BBD}"/>
              </a:ext>
            </a:extLst>
          </p:cNvPr>
          <p:cNvSpPr/>
          <p:nvPr userDrawn="1"/>
        </p:nvSpPr>
        <p:spPr>
          <a:xfrm>
            <a:off x="8929200" y="0"/>
            <a:ext cx="3262800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1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1" y="917577"/>
            <a:ext cx="5905081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834744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8DC420F1-2042-660D-ECC9-AD6908D15FE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078097" y="2020201"/>
            <a:ext cx="3702206" cy="3702206"/>
          </a:xfrm>
          <a:custGeom>
            <a:avLst/>
            <a:gdLst>
              <a:gd name="connsiteX0" fmla="*/ 1851103 w 3702206"/>
              <a:gd name="connsiteY0" fmla="*/ 0 h 3702206"/>
              <a:gd name="connsiteX1" fmla="*/ 3702206 w 3702206"/>
              <a:gd name="connsiteY1" fmla="*/ 1851103 h 3702206"/>
              <a:gd name="connsiteX2" fmla="*/ 1851103 w 3702206"/>
              <a:gd name="connsiteY2" fmla="*/ 3702206 h 3702206"/>
              <a:gd name="connsiteX3" fmla="*/ 0 w 3702206"/>
              <a:gd name="connsiteY3" fmla="*/ 1851103 h 3702206"/>
              <a:gd name="connsiteX4" fmla="*/ 1851103 w 3702206"/>
              <a:gd name="connsiteY4" fmla="*/ 0 h 3702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2206" h="3702206">
                <a:moveTo>
                  <a:pt x="1851103" y="0"/>
                </a:moveTo>
                <a:cubicBezTo>
                  <a:pt x="2873439" y="0"/>
                  <a:pt x="3702206" y="828767"/>
                  <a:pt x="3702206" y="1851103"/>
                </a:cubicBezTo>
                <a:cubicBezTo>
                  <a:pt x="3702206" y="2873439"/>
                  <a:pt x="2873439" y="3702206"/>
                  <a:pt x="1851103" y="3702206"/>
                </a:cubicBezTo>
                <a:cubicBezTo>
                  <a:pt x="828767" y="3702206"/>
                  <a:pt x="0" y="2873439"/>
                  <a:pt x="0" y="1851103"/>
                </a:cubicBezTo>
                <a:cubicBezTo>
                  <a:pt x="0" y="828767"/>
                  <a:pt x="828767" y="0"/>
                  <a:pt x="18511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ID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6012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content layout, and circle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 layout, and circle icons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BB871C-BBF6-6303-129D-B07D219BDDFF}"/>
              </a:ext>
            </a:extLst>
          </p:cNvPr>
          <p:cNvSpPr/>
          <p:nvPr userDrawn="1"/>
        </p:nvSpPr>
        <p:spPr>
          <a:xfrm>
            <a:off x="1001218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A6D0F0-D175-B136-265C-A1CFA5790AF8}"/>
              </a:ext>
            </a:extLst>
          </p:cNvPr>
          <p:cNvSpPr/>
          <p:nvPr userDrawn="1"/>
        </p:nvSpPr>
        <p:spPr>
          <a:xfrm>
            <a:off x="3863913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BDA64C-4B5A-EF61-3735-F09C35E854D0}"/>
              </a:ext>
            </a:extLst>
          </p:cNvPr>
          <p:cNvSpPr/>
          <p:nvPr userDrawn="1"/>
        </p:nvSpPr>
        <p:spPr>
          <a:xfrm>
            <a:off x="6770010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793EE3-F308-3F8D-67E8-C794AAB83240}"/>
              </a:ext>
            </a:extLst>
          </p:cNvPr>
          <p:cNvSpPr/>
          <p:nvPr userDrawn="1"/>
        </p:nvSpPr>
        <p:spPr>
          <a:xfrm>
            <a:off x="9703821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D28535-5BB2-E090-5201-91E3390A0932}"/>
              </a:ext>
            </a:extLst>
          </p:cNvPr>
          <p:cNvSpPr/>
          <p:nvPr userDrawn="1"/>
        </p:nvSpPr>
        <p:spPr>
          <a:xfrm>
            <a:off x="1001218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5FA2BB-4DCD-E6BF-DA45-5576AC2C71B8}"/>
              </a:ext>
            </a:extLst>
          </p:cNvPr>
          <p:cNvSpPr/>
          <p:nvPr userDrawn="1"/>
        </p:nvSpPr>
        <p:spPr>
          <a:xfrm>
            <a:off x="3863913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11A601-0B8D-F1F0-E5E9-2A4F54BE2C72}"/>
              </a:ext>
            </a:extLst>
          </p:cNvPr>
          <p:cNvSpPr/>
          <p:nvPr userDrawn="1"/>
        </p:nvSpPr>
        <p:spPr>
          <a:xfrm>
            <a:off x="6770010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7E04F9-C292-78DB-40BE-F422F4651C38}"/>
              </a:ext>
            </a:extLst>
          </p:cNvPr>
          <p:cNvSpPr/>
          <p:nvPr userDrawn="1"/>
        </p:nvSpPr>
        <p:spPr>
          <a:xfrm>
            <a:off x="9703821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6" name="Text Placeholder 152">
            <a:extLst>
              <a:ext uri="{FF2B5EF4-FFF2-40B4-BE49-F238E27FC236}">
                <a16:creationId xmlns:a16="http://schemas.microsoft.com/office/drawing/2014/main" id="{584C6CE5-500C-DE89-ADD8-09E4FE6641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800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7" name="Text Placeholder 152">
            <a:extLst>
              <a:ext uri="{FF2B5EF4-FFF2-40B4-BE49-F238E27FC236}">
                <a16:creationId xmlns:a16="http://schemas.microsoft.com/office/drawing/2014/main" id="{1443E155-2BF4-417E-D65C-5EC8A48738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8800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8" name="Text Placeholder 152">
            <a:extLst>
              <a:ext uri="{FF2B5EF4-FFF2-40B4-BE49-F238E27FC236}">
                <a16:creationId xmlns:a16="http://schemas.microsoft.com/office/drawing/2014/main" id="{1A663487-AD8C-FEF6-E0EA-F776E0DB6C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0543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9" name="Text Placeholder 152">
            <a:extLst>
              <a:ext uri="{FF2B5EF4-FFF2-40B4-BE49-F238E27FC236}">
                <a16:creationId xmlns:a16="http://schemas.microsoft.com/office/drawing/2014/main" id="{8CFC9A55-1B75-9059-E03B-3E2EF11EA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0543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0" name="Text Placeholder 152">
            <a:extLst>
              <a:ext uri="{FF2B5EF4-FFF2-40B4-BE49-F238E27FC236}">
                <a16:creationId xmlns:a16="http://schemas.microsoft.com/office/drawing/2014/main" id="{40BD199A-3462-4F62-83F5-7C7082FF7B9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63850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1" name="Text Placeholder 152">
            <a:extLst>
              <a:ext uri="{FF2B5EF4-FFF2-40B4-BE49-F238E27FC236}">
                <a16:creationId xmlns:a16="http://schemas.microsoft.com/office/drawing/2014/main" id="{5A2A7222-CC84-BFD0-7AE9-B5040D5E5A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63850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2" name="Text Placeholder 152">
            <a:extLst>
              <a:ext uri="{FF2B5EF4-FFF2-40B4-BE49-F238E27FC236}">
                <a16:creationId xmlns:a16="http://schemas.microsoft.com/office/drawing/2014/main" id="{3E5B2D0F-B551-A896-1AD2-C949B674C1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87157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3" name="Text Placeholder 152">
            <a:extLst>
              <a:ext uri="{FF2B5EF4-FFF2-40B4-BE49-F238E27FC236}">
                <a16:creationId xmlns:a16="http://schemas.microsoft.com/office/drawing/2014/main" id="{E4F575ED-7166-2656-10DC-418AF0F8D86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87157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4" name="Picture Placeholder 162">
            <a:extLst>
              <a:ext uri="{FF2B5EF4-FFF2-40B4-BE49-F238E27FC236}">
                <a16:creationId xmlns:a16="http://schemas.microsoft.com/office/drawing/2014/main" id="{70FF1A12-49BD-D744-6CCF-C12EE45511F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1001218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5" name="Picture Placeholder 162">
            <a:extLst>
              <a:ext uri="{FF2B5EF4-FFF2-40B4-BE49-F238E27FC236}">
                <a16:creationId xmlns:a16="http://schemas.microsoft.com/office/drawing/2014/main" id="{0B34566A-075E-4302-6355-07070E55EFF9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869109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6" name="Picture Placeholder 162">
            <a:extLst>
              <a:ext uri="{FF2B5EF4-FFF2-40B4-BE49-F238E27FC236}">
                <a16:creationId xmlns:a16="http://schemas.microsoft.com/office/drawing/2014/main" id="{1DB3F21D-A933-93C3-ACEA-2129A0254B2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792418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7" name="Picture Placeholder 162">
            <a:extLst>
              <a:ext uri="{FF2B5EF4-FFF2-40B4-BE49-F238E27FC236}">
                <a16:creationId xmlns:a16="http://schemas.microsoft.com/office/drawing/2014/main" id="{4341FBE9-CA22-6573-588D-B7AE0420B487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9701872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8" name="Picture Placeholder 162">
            <a:extLst>
              <a:ext uri="{FF2B5EF4-FFF2-40B4-BE49-F238E27FC236}">
                <a16:creationId xmlns:a16="http://schemas.microsoft.com/office/drawing/2014/main" id="{CEBB2959-4385-438D-6428-21153CE10DF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1001218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9" name="Picture Placeholder 162">
            <a:extLst>
              <a:ext uri="{FF2B5EF4-FFF2-40B4-BE49-F238E27FC236}">
                <a16:creationId xmlns:a16="http://schemas.microsoft.com/office/drawing/2014/main" id="{76ABE277-32B5-ED54-E23A-395799B5B55D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3869109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38" name="Picture Placeholder 162">
            <a:extLst>
              <a:ext uri="{FF2B5EF4-FFF2-40B4-BE49-F238E27FC236}">
                <a16:creationId xmlns:a16="http://schemas.microsoft.com/office/drawing/2014/main" id="{77A1B445-2EC5-FD25-A1AA-7D1C06D55D6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6792418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39" name="Picture Placeholder 162">
            <a:extLst>
              <a:ext uri="{FF2B5EF4-FFF2-40B4-BE49-F238E27FC236}">
                <a16:creationId xmlns:a16="http://schemas.microsoft.com/office/drawing/2014/main" id="{1DB49533-9C5A-79EC-B6C0-6C41BE10D11D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9701872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</p:spTree>
    <p:extLst>
      <p:ext uri="{BB962C8B-B14F-4D97-AF65-F5344CB8AC3E}">
        <p14:creationId xmlns:p14="http://schemas.microsoft.com/office/powerpoint/2010/main" val="423045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content layout, and circle icon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Title, content layout, circle icons, and image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BB871C-BBF6-6303-129D-B07D219BDDFF}"/>
              </a:ext>
            </a:extLst>
          </p:cNvPr>
          <p:cNvSpPr/>
          <p:nvPr userDrawn="1"/>
        </p:nvSpPr>
        <p:spPr>
          <a:xfrm>
            <a:off x="1001218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A6D0F0-D175-B136-265C-A1CFA5790AF8}"/>
              </a:ext>
            </a:extLst>
          </p:cNvPr>
          <p:cNvSpPr/>
          <p:nvPr userDrawn="1"/>
        </p:nvSpPr>
        <p:spPr>
          <a:xfrm>
            <a:off x="3863913" y="1889652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D28535-5BB2-E090-5201-91E3390A0932}"/>
              </a:ext>
            </a:extLst>
          </p:cNvPr>
          <p:cNvSpPr/>
          <p:nvPr userDrawn="1"/>
        </p:nvSpPr>
        <p:spPr>
          <a:xfrm>
            <a:off x="1001218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5FA2BB-4DCD-E6BF-DA45-5576AC2C71B8}"/>
              </a:ext>
            </a:extLst>
          </p:cNvPr>
          <p:cNvSpPr/>
          <p:nvPr userDrawn="1"/>
        </p:nvSpPr>
        <p:spPr>
          <a:xfrm>
            <a:off x="3863913" y="4177901"/>
            <a:ext cx="1402188" cy="1402188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16" name="Text Placeholder 152">
            <a:extLst>
              <a:ext uri="{FF2B5EF4-FFF2-40B4-BE49-F238E27FC236}">
                <a16:creationId xmlns:a16="http://schemas.microsoft.com/office/drawing/2014/main" id="{584C6CE5-500C-DE89-ADD8-09E4FE6641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800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7" name="Text Placeholder 152">
            <a:extLst>
              <a:ext uri="{FF2B5EF4-FFF2-40B4-BE49-F238E27FC236}">
                <a16:creationId xmlns:a16="http://schemas.microsoft.com/office/drawing/2014/main" id="{1443E155-2BF4-417E-D65C-5EC8A48738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8800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8" name="Text Placeholder 152">
            <a:extLst>
              <a:ext uri="{FF2B5EF4-FFF2-40B4-BE49-F238E27FC236}">
                <a16:creationId xmlns:a16="http://schemas.microsoft.com/office/drawing/2014/main" id="{1A663487-AD8C-FEF6-E0EA-F776E0DB6C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0543" y="3326488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19" name="Text Placeholder 152">
            <a:extLst>
              <a:ext uri="{FF2B5EF4-FFF2-40B4-BE49-F238E27FC236}">
                <a16:creationId xmlns:a16="http://schemas.microsoft.com/office/drawing/2014/main" id="{8CFC9A55-1B75-9059-E03B-3E2EF11EA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0543" y="5600883"/>
            <a:ext cx="2286000" cy="31393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Enter text</a:t>
            </a:r>
            <a:endParaRPr lang="en-AU" dirty="0"/>
          </a:p>
        </p:txBody>
      </p:sp>
      <p:sp>
        <p:nvSpPr>
          <p:cNvPr id="24" name="Picture Placeholder 162">
            <a:extLst>
              <a:ext uri="{FF2B5EF4-FFF2-40B4-BE49-F238E27FC236}">
                <a16:creationId xmlns:a16="http://schemas.microsoft.com/office/drawing/2014/main" id="{70FF1A12-49BD-D744-6CCF-C12EE45511F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96269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5" name="Picture Placeholder 162">
            <a:extLst>
              <a:ext uri="{FF2B5EF4-FFF2-40B4-BE49-F238E27FC236}">
                <a16:creationId xmlns:a16="http://schemas.microsoft.com/office/drawing/2014/main" id="{0B34566A-075E-4302-6355-07070E55EFF9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864160" y="1891300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8" name="Picture Placeholder 162">
            <a:extLst>
              <a:ext uri="{FF2B5EF4-FFF2-40B4-BE49-F238E27FC236}">
                <a16:creationId xmlns:a16="http://schemas.microsoft.com/office/drawing/2014/main" id="{CEBB2959-4385-438D-6428-21153CE10DF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996269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29" name="Picture Placeholder 162">
            <a:extLst>
              <a:ext uri="{FF2B5EF4-FFF2-40B4-BE49-F238E27FC236}">
                <a16:creationId xmlns:a16="http://schemas.microsoft.com/office/drawing/2014/main" id="{76ABE277-32B5-ED54-E23A-395799B5B55D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3864160" y="4179548"/>
            <a:ext cx="1401762" cy="1399032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Click icon to add icon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1D42E0E-E654-CE10-74EC-A6809A9693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788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5697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3A8789C-A0D1-A74F-A15D-501FE221905E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88408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6862" y="1355036"/>
            <a:ext cx="605520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97E380-42BC-798E-C23B-33F98A4A57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0701" y="342900"/>
            <a:ext cx="4572543" cy="5867400"/>
          </a:xfrm>
          <a:prstGeom prst="roundRect">
            <a:avLst>
              <a:gd name="adj" fmla="val 5034"/>
            </a:avLst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image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6863" y="2502067"/>
            <a:ext cx="6204133" cy="137437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56862" y="2074967"/>
            <a:ext cx="6204133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A580A9B-0CE5-34F7-764C-492309D5BA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56863" y="4495729"/>
            <a:ext cx="2988289" cy="169251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DB0775D-D2FF-4511-6629-E6C696057A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56862" y="4068628"/>
            <a:ext cx="298828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A41421E-A766-DC5E-8EF9-8405BA3F32E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72706" y="4495729"/>
            <a:ext cx="2988289" cy="169251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20A649-DDA4-757A-B190-A531088B62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72705" y="4068628"/>
            <a:ext cx="298828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6088F55-730E-38B1-7DA1-6DE43FF4FC8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456863" y="342900"/>
            <a:ext cx="2431886" cy="819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company logo</a:t>
            </a:r>
          </a:p>
        </p:txBody>
      </p:sp>
    </p:spTree>
    <p:extLst>
      <p:ext uri="{BB962C8B-B14F-4D97-AF65-F5344CB8AC3E}">
        <p14:creationId xmlns:p14="http://schemas.microsoft.com/office/powerpoint/2010/main" val="105593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90" y="2117954"/>
            <a:ext cx="6824577" cy="161276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6089" y="1690854"/>
            <a:ext cx="6824577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A580A9B-0CE5-34F7-764C-492309D5BA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089" y="4495729"/>
            <a:ext cx="3291840" cy="169251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DB0775D-D2FF-4511-6629-E6C696057A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088" y="4068628"/>
            <a:ext cx="3291840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A41421E-A766-DC5E-8EF9-8405BA3F32E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58827" y="4495729"/>
            <a:ext cx="3291840" cy="169251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20A649-DDA4-757A-B190-A531088B62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158826" y="4068628"/>
            <a:ext cx="3291840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6088F55-730E-38B1-7DA1-6DE43FF4FC8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613885" y="5538949"/>
            <a:ext cx="2431886" cy="646331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company logo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 2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98BCA1B-3BBC-26D4-BCE5-C012115FB6A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987257" y="1679419"/>
            <a:ext cx="3685143" cy="3685143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8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50CDD2-8616-1FB1-617F-2EB38F3EC6EF}"/>
              </a:ext>
            </a:extLst>
          </p:cNvPr>
          <p:cNvSpPr/>
          <p:nvPr userDrawn="1"/>
        </p:nvSpPr>
        <p:spPr>
          <a:xfrm>
            <a:off x="0" y="1589192"/>
            <a:ext cx="6186311" cy="4619698"/>
          </a:xfrm>
          <a:prstGeom prst="rect">
            <a:avLst/>
          </a:prstGeom>
          <a:solidFill>
            <a:schemeClr val="accent1">
              <a:lumMod val="50000"/>
              <a:alpha val="5746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90" y="2117954"/>
            <a:ext cx="5232843" cy="393289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6089" y="1690854"/>
            <a:ext cx="5232843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 3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05E52E99-6C01-3E37-30FA-E6A2233C6BA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745747" y="1821055"/>
            <a:ext cx="881497" cy="811606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 sz="1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FC900C61-5415-EBE1-C04C-6D93F2751D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745747" y="2643293"/>
            <a:ext cx="881497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432AE8D0-14B7-F697-5697-A392E7EDF02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745747" y="3287406"/>
            <a:ext cx="881497" cy="811606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 sz="1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5359107A-09FF-83CA-5A80-83736EA086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745747" y="4109644"/>
            <a:ext cx="881497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42B9F47A-49B2-EC3A-7865-A91D6EFF5F0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745747" y="4751417"/>
            <a:ext cx="881497" cy="811606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 sz="1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E1F56D4C-2253-9189-9361-CE546C9F52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745747" y="5573655"/>
            <a:ext cx="881497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en-US" dirty="0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FF547B8D-9FF3-288E-B531-9ACECE93549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23376" y="2117954"/>
            <a:ext cx="4131734" cy="393289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0026890D-1941-D09A-2651-F5C972B2AD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23375" y="1690854"/>
            <a:ext cx="4131734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51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90" y="2754737"/>
            <a:ext cx="4032504" cy="161276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89" y="2327637"/>
            <a:ext cx="4032504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Outcome: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A580A9B-0CE5-34F7-764C-492309D5BA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089" y="4954596"/>
            <a:ext cx="4032504" cy="12306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DB0775D-D2FF-4511-6629-E6C696057A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088" y="4527495"/>
            <a:ext cx="4032504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412305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 4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BDE53EA-F186-A89A-5CCC-6FDCEA39C8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6090" y="1581461"/>
            <a:ext cx="4036222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add service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5EF553-7308-7448-A79D-CE5BF137E57A}"/>
              </a:ext>
            </a:extLst>
          </p:cNvPr>
          <p:cNvCxnSpPr>
            <a:cxnSpLocks/>
          </p:cNvCxnSpPr>
          <p:nvPr userDrawn="1"/>
        </p:nvCxnSpPr>
        <p:spPr>
          <a:xfrm>
            <a:off x="626088" y="2111022"/>
            <a:ext cx="4023360" cy="0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56485A-B9AC-EEEF-282A-C9DA1EF4E90D}"/>
              </a:ext>
            </a:extLst>
          </p:cNvPr>
          <p:cNvCxnSpPr>
            <a:cxnSpLocks/>
          </p:cNvCxnSpPr>
          <p:nvPr userDrawn="1"/>
        </p:nvCxnSpPr>
        <p:spPr>
          <a:xfrm>
            <a:off x="4888648" y="1009008"/>
            <a:ext cx="0" cy="5202566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79F3244-0D99-1260-9E84-C2091A8DD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2777" y="1581461"/>
            <a:ext cx="3088783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A759F4A-3396-4734-4BC0-716C8E577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32778" y="1996366"/>
            <a:ext cx="3085938" cy="418891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9E73D8EB-63D1-737E-250A-8AE35866D82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1201" y="4954596"/>
            <a:ext cx="3291199" cy="12306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6BB39C13-58CA-1234-9174-D02EBB3BB89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1200" y="4527495"/>
            <a:ext cx="329119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Customer info: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559834F9-5A77-7147-57FB-0323A178435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240513" y="672720"/>
            <a:ext cx="2431886" cy="819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company logo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18C1C92-4B74-E72A-F39E-AE94A2C9FFA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2162" y="1581461"/>
            <a:ext cx="3290199" cy="2435368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“Insert quote”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CE10E531-7EB3-0FA6-B200-50F98BC151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1201" y="4089181"/>
            <a:ext cx="3291199" cy="421985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Title, Company</a:t>
            </a:r>
          </a:p>
        </p:txBody>
      </p:sp>
    </p:spTree>
    <p:extLst>
      <p:ext uri="{BB962C8B-B14F-4D97-AF65-F5344CB8AC3E}">
        <p14:creationId xmlns:p14="http://schemas.microsoft.com/office/powerpoint/2010/main" val="408527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FF9F275-EEE5-D323-0EC8-FBFD66CCA362}"/>
              </a:ext>
            </a:extLst>
          </p:cNvPr>
          <p:cNvSpPr/>
          <p:nvPr userDrawn="1"/>
        </p:nvSpPr>
        <p:spPr>
          <a:xfrm>
            <a:off x="615074" y="4707146"/>
            <a:ext cx="1048470" cy="2994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31251-138A-EE53-91FF-AE2AD14D63CF}"/>
              </a:ext>
            </a:extLst>
          </p:cNvPr>
          <p:cNvSpPr/>
          <p:nvPr userDrawn="1"/>
        </p:nvSpPr>
        <p:spPr>
          <a:xfrm>
            <a:off x="615074" y="3131734"/>
            <a:ext cx="1224744" cy="29943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692D6A-E0F7-3F33-BBBD-910BE5280E2E}"/>
              </a:ext>
            </a:extLst>
          </p:cNvPr>
          <p:cNvSpPr/>
          <p:nvPr userDrawn="1"/>
        </p:nvSpPr>
        <p:spPr>
          <a:xfrm>
            <a:off x="615073" y="1578356"/>
            <a:ext cx="1830671" cy="299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9379" y="1968500"/>
            <a:ext cx="7364021" cy="9144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4123050" cy="535531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Case Study 5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BDE53EA-F186-A89A-5CCC-6FDCEA39C8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3580" y="1581461"/>
            <a:ext cx="2028975" cy="296325"/>
          </a:xfrm>
        </p:spPr>
        <p:txBody>
          <a:bodyPr lIns="91440"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Business Need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9E73D8EB-63D1-737E-250A-8AE35866D82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1201" y="4954596"/>
            <a:ext cx="3291199" cy="12306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6BB39C13-58CA-1234-9174-D02EBB3BB89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1200" y="4527495"/>
            <a:ext cx="329119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Customer info: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559834F9-5A77-7147-57FB-0323A178435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240513" y="672720"/>
            <a:ext cx="2431886" cy="819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company logo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18C1C92-4B74-E72A-F39E-AE94A2C9FFA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2162" y="1581461"/>
            <a:ext cx="3290199" cy="2435368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“Insert quote”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CE10E531-7EB3-0FA6-B200-50F98BC151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1201" y="4089181"/>
            <a:ext cx="3291199" cy="421985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Title, Company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DC722D-AA1A-AAAE-B3DF-A3DEC6D8E100}"/>
              </a:ext>
            </a:extLst>
          </p:cNvPr>
          <p:cNvCxnSpPr>
            <a:cxnSpLocks/>
          </p:cNvCxnSpPr>
          <p:nvPr userDrawn="1"/>
        </p:nvCxnSpPr>
        <p:spPr>
          <a:xfrm>
            <a:off x="625535" y="1614452"/>
            <a:ext cx="0" cy="4606924"/>
          </a:xfrm>
          <a:prstGeom prst="line">
            <a:avLst/>
          </a:prstGeom>
          <a:ln w="19050" cap="rnd">
            <a:gradFill>
              <a:gsLst>
                <a:gs pos="0">
                  <a:schemeClr val="accent1"/>
                </a:gs>
                <a:gs pos="540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B392F59-CB1E-A404-D28B-D35601317B2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89379" y="3528341"/>
            <a:ext cx="7364021" cy="9144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548AF4B-A4A8-DD76-72CF-8922E0D3EEC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3580" y="3124973"/>
            <a:ext cx="2639592" cy="338554"/>
          </a:xfrm>
        </p:spPr>
        <p:txBody>
          <a:bodyPr lIns="91440"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9E689673-AD8E-EA8E-4B26-4B5101D494D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9379" y="5088101"/>
            <a:ext cx="7364021" cy="9144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B7F696C-B079-428F-390C-B217A2D310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3580" y="4684733"/>
            <a:ext cx="2639592" cy="338554"/>
          </a:xfrm>
        </p:spPr>
        <p:txBody>
          <a:bodyPr lIns="91440"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80584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WS 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9A47C77-853C-6033-AF12-CD4127DD0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90" y="2254189"/>
            <a:ext cx="4032504" cy="2101174"/>
          </a:xfrm>
        </p:spPr>
        <p:txBody>
          <a:bodyPr anchor="t">
            <a:normAutofit/>
          </a:bodyPr>
          <a:lstStyle>
            <a:lvl1pPr marL="182880" indent="-18288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3AF26E0-DA32-A32D-2148-423D2B3C59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89" y="1827089"/>
            <a:ext cx="4032504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Profile: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A580A9B-0CE5-34F7-764C-492309D5BA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089" y="4954596"/>
            <a:ext cx="4032504" cy="1230684"/>
          </a:xfrm>
        </p:spPr>
        <p:txBody>
          <a:bodyPr anchor="t">
            <a:normAutofit/>
          </a:bodyPr>
          <a:lstStyle>
            <a:lvl1pPr marL="182880" indent="-18288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DB0775D-D2FF-4511-6629-E6C696057A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088" y="4527495"/>
            <a:ext cx="4032504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Key Competencies: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345D68-2982-CDFE-DF20-7C69E910A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3240" y="402216"/>
            <a:ext cx="3236322" cy="500487"/>
          </a:xfrm>
          <a:prstGeom prst="rect">
            <a:avLst/>
          </a:prstGeom>
        </p:spPr>
        <p:txBody>
          <a:bodyPr lIns="0"/>
          <a:lstStyle>
            <a:lvl1pPr>
              <a:defRPr b="0"/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BDE53EA-F186-A89A-5CCC-6FDCEA39C8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53267" y="947006"/>
            <a:ext cx="3256294" cy="351802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add service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5EF553-7308-7448-A79D-CE5BF137E57A}"/>
              </a:ext>
            </a:extLst>
          </p:cNvPr>
          <p:cNvCxnSpPr>
            <a:cxnSpLocks/>
          </p:cNvCxnSpPr>
          <p:nvPr userDrawn="1"/>
        </p:nvCxnSpPr>
        <p:spPr>
          <a:xfrm>
            <a:off x="626088" y="1566409"/>
            <a:ext cx="4023360" cy="0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56485A-B9AC-EEEF-282A-C9DA1EF4E90D}"/>
              </a:ext>
            </a:extLst>
          </p:cNvPr>
          <p:cNvCxnSpPr>
            <a:cxnSpLocks/>
          </p:cNvCxnSpPr>
          <p:nvPr userDrawn="1"/>
        </p:nvCxnSpPr>
        <p:spPr>
          <a:xfrm>
            <a:off x="4888648" y="454226"/>
            <a:ext cx="0" cy="5757348"/>
          </a:xfrm>
          <a:prstGeom prst="line">
            <a:avLst/>
          </a:prstGeom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79F3244-0D99-1260-9E84-C2091A8DD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2777" y="947006"/>
            <a:ext cx="3088783" cy="338554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Experience: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A759F4A-3396-4734-4BC0-716C8E577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32777" y="1361911"/>
            <a:ext cx="6539611" cy="27086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9E73D8EB-63D1-737E-250A-8AE35866D82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81201" y="4724294"/>
            <a:ext cx="3291199" cy="1460985"/>
          </a:xfrm>
        </p:spPr>
        <p:txBody>
          <a:bodyPr anchor="t">
            <a:normAutofit/>
          </a:bodyPr>
          <a:lstStyle>
            <a:lvl1pPr marL="182880" indent="-18288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6BB39C13-58CA-1234-9174-D02EBB3BB89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1200" y="4297194"/>
            <a:ext cx="3291199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Certifications:</a:t>
            </a:r>
          </a:p>
        </p:txBody>
      </p:sp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3057B651-E0F1-13B2-E1A2-043C59C9E650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519601" y="454226"/>
            <a:ext cx="774553" cy="77455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>
              <a:buNone/>
              <a:defRPr sz="1200"/>
            </a:lvl1pPr>
          </a:lstStyle>
          <a:p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F14C1A-7473-BEA3-CBA9-6EE4DCC461A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136557" y="4724294"/>
            <a:ext cx="3085004" cy="1460985"/>
          </a:xfrm>
        </p:spPr>
        <p:txBody>
          <a:bodyPr anchor="t">
            <a:normAutofit/>
          </a:bodyPr>
          <a:lstStyle>
            <a:lvl1pPr marL="182880" indent="-18288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C4E8F36-8F01-CC10-0F17-E851F8B0CB3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136556" y="4297194"/>
            <a:ext cx="3085004" cy="33855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lang="en-US" sz="1600" b="1" i="0" kern="1200" dirty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Education: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16E1F8E-7622-4CAB-CC45-D45CB320E6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0604" y="456627"/>
            <a:ext cx="991547" cy="59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4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C031CC3-E800-D94E-ACE2-59E99B1146F6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0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44B5C68-7AAF-714C-BA5C-79EE2A2BF521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55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9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1763FF7-5605-71F8-6697-EB254219C7B0}"/>
              </a:ext>
            </a:extLst>
          </p:cNvPr>
          <p:cNvSpPr/>
          <p:nvPr userDrawn="1"/>
        </p:nvSpPr>
        <p:spPr>
          <a:xfrm>
            <a:off x="512957" y="501806"/>
            <a:ext cx="11240428" cy="5708494"/>
          </a:xfrm>
          <a:prstGeom prst="roundRect">
            <a:avLst>
              <a:gd name="adj" fmla="val 1532"/>
            </a:avLst>
          </a:prstGeom>
          <a:solidFill>
            <a:srgbClr val="1D2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dirty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B32C00-084F-28C0-BB8F-C28174CF1C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8" y="1942480"/>
            <a:ext cx="398998" cy="33870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57A2FB6-579C-8BDA-C03C-733FDD502C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100382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464" userDrawn="1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5C7669-14A6-5D54-857D-1FADC64750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0B9D2A-5256-0C86-DBF9-819E149FDD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237FD4-93CF-BE6F-8A01-F39EF1E259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8" y="1942480"/>
            <a:ext cx="398997" cy="338709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4CEA261-0749-39A4-C724-57029DDE9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35D67-78F5-7BA1-BD0B-1D00E07C56FE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71720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8D0445-6250-D8A7-DA99-8E3E6B193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16E5BB-D7F1-57B7-F47C-38FAC1D8C9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BE8694-CEBE-FC6B-2826-A3C160A8106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8" y="1942480"/>
            <a:ext cx="398997" cy="3387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8D8595-BBD7-0D52-08B7-E7A39E7DB4F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88447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B3E4E87-E0BD-16D9-98F9-BB7B231C4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7AAD79-AAE6-EC0F-FBB1-3EC2FA0CE8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2BD0C7-FA87-6543-491D-C8D901F52B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8" y="1942480"/>
            <a:ext cx="398998" cy="33870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DB773A-50B4-2838-9D40-23B240064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A280E-1F22-90E7-BB51-EF7B10FDA93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9224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54A48E-55BF-C7C1-29F2-A6FC94801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16990-AF13-5F3A-8ED1-EFBA643490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63D60B-8582-3FE3-755F-630EDE073AAA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7184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54A48E-55BF-C7C1-29F2-A6FC94801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6555129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16990-AF13-5F3A-8ED1-EFBA643490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9508DC-CEB8-F888-E96D-4DD5D080AEEC}"/>
              </a:ext>
            </a:extLst>
          </p:cNvPr>
          <p:cNvSpPr/>
          <p:nvPr userDrawn="1"/>
        </p:nvSpPr>
        <p:spPr>
          <a:xfrm>
            <a:off x="7837601" y="883938"/>
            <a:ext cx="3834686" cy="5323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D36BD0E8-3612-528F-5F9A-8E3671EA0E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0444" y="1071491"/>
            <a:ext cx="3429000" cy="49480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711795-0437-AF97-0E0F-732DBAE99E6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12943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025CB0-66EE-B810-B162-915F418FAACD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653198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CCF13B-F947-C041-02E4-0E7B7E4136F8}"/>
              </a:ext>
            </a:extLst>
          </p:cNvPr>
          <p:cNvSpPr/>
          <p:nvPr userDrawn="1"/>
        </p:nvSpPr>
        <p:spPr>
          <a:xfrm>
            <a:off x="7837601" y="883938"/>
            <a:ext cx="3834686" cy="5323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CFD0985D-C8B7-04C9-5AE6-8881BBCFD7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0444" y="1071491"/>
            <a:ext cx="3429000" cy="49480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3A39D-E96A-CDF5-6A11-3D86096C09A2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92147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D5A327-DE22-15C5-BDAA-59E2DD0AB5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5EC76-5973-D100-2A27-71BAEC1CC4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226C61-AF43-C52E-A8F5-7E0CA17F4177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65508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D5A327-DE22-15C5-BDAA-59E2DD0AB5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6555129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5EC76-5973-D100-2A27-71BAEC1CC4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57476F9-4E30-E56B-1993-745746C78631}"/>
              </a:ext>
            </a:extLst>
          </p:cNvPr>
          <p:cNvSpPr/>
          <p:nvPr userDrawn="1"/>
        </p:nvSpPr>
        <p:spPr>
          <a:xfrm>
            <a:off x="7837601" y="883938"/>
            <a:ext cx="3834686" cy="5323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B9461883-D31F-0566-B62B-8BCF2D2268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0444" y="1071491"/>
            <a:ext cx="3429000" cy="49480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7FD040-9E05-1220-5E89-8F309648018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12929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4000039-AC38-8C4D-BBF6-A4179217D919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74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A838F1F-E927-864D-8933-A87A9B46D340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9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5CD9E88-8D52-D44B-9301-05276D5B5248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0540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  <a:prstGeom prst="rect">
            <a:avLst/>
          </a:prstGeom>
        </p:spPr>
        <p:txBody>
          <a:bodyPr anchor="ctr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270660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00911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64633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2232406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127915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Option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31C0B4F4-5C91-D28C-418E-795D960CDF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3479" y="707923"/>
            <a:ext cx="5307238" cy="4465961"/>
          </a:xfrm>
          <a:prstGeom prst="roundRect">
            <a:avLst>
              <a:gd name="adj" fmla="val 441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38B49-EEFA-E272-014E-A579FE8D9DB5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8405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2306B6-0447-DE92-96EA-90340D62C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BB739-DBCB-A674-9F3C-97310C1F9F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E045F5-0BBC-3B40-95D3-B2F9D9531EB1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3985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Option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2306B6-0447-DE92-96EA-90340D62C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BB739-DBCB-A674-9F3C-97310C1F9F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16DD463-CB58-CB2E-C54E-893168FDA3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3479" y="707923"/>
            <a:ext cx="5307238" cy="4465961"/>
          </a:xfrm>
          <a:prstGeom prst="roundRect">
            <a:avLst>
              <a:gd name="adj" fmla="val 441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014BB-CD5D-F45F-5C17-9794375ACB13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2738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B132DE-7B4D-84B4-29EF-A28CEB195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18CA2-623A-29DB-A6D4-EB10D6D59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710E2F-3B1B-CA59-A019-A4EA23CA59FF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9943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Option 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B132DE-7B4D-84B4-29EF-A28CEB195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18CA2-623A-29DB-A6D4-EB10D6D59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dirty="0" err="1">
              <a:latin typeface="Amazon Ember Display" panose="020F0603020204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029BC9C8-1960-217A-EB0B-91F589DC059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3479" y="707923"/>
            <a:ext cx="5307238" cy="4465961"/>
          </a:xfrm>
          <a:prstGeom prst="roundRect">
            <a:avLst>
              <a:gd name="adj" fmla="val 441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3E0E1F-0E0C-6C17-570E-1467BE8C39F6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076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35402" y="1718982"/>
            <a:ext cx="2146998" cy="4491317"/>
          </a:xfrm>
        </p:spPr>
        <p:txBody>
          <a:bodyPr vert="eaVert"/>
          <a:lstStyle>
            <a:lvl1pPr marL="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9144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3716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8288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DF6AC9B-6FB6-E64C-9786-C40DFE89F624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70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25502" y="914399"/>
            <a:ext cx="2146998" cy="5295901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1DD148F-2774-EA45-8C22-2C39149188FB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13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+mj-lt"/>
              </a:rPr>
              <a:t>Do not use layouts after this slide.</a:t>
            </a:r>
            <a:br>
              <a:rPr lang="en-US" sz="6000" dirty="0">
                <a:latin typeface="+mj-lt"/>
              </a:rPr>
            </a:br>
            <a:r>
              <a:rPr lang="en-US" sz="2000" dirty="0">
                <a:latin typeface="+mj-lt"/>
              </a:rPr>
              <a:t>They are not part of the official template.</a:t>
            </a:r>
            <a:endParaRPr lang="en-US" sz="60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90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18.xml"/><Relationship Id="rId42" Type="http://schemas.openxmlformats.org/officeDocument/2006/relationships/slideLayout" Target="../slideLayouts/slideLayout139.xml"/><Relationship Id="rId47" Type="http://schemas.openxmlformats.org/officeDocument/2006/relationships/slideLayout" Target="../slideLayouts/slideLayout144.xml"/><Relationship Id="rId63" Type="http://schemas.openxmlformats.org/officeDocument/2006/relationships/slideLayout" Target="../slideLayouts/slideLayout160.xml"/><Relationship Id="rId68" Type="http://schemas.openxmlformats.org/officeDocument/2006/relationships/slideLayout" Target="../slideLayouts/slideLayout165.xml"/><Relationship Id="rId84" Type="http://schemas.openxmlformats.org/officeDocument/2006/relationships/slideLayout" Target="../slideLayouts/slideLayout181.xml"/><Relationship Id="rId89" Type="http://schemas.openxmlformats.org/officeDocument/2006/relationships/slideLayout" Target="../slideLayouts/slideLayout186.xml"/><Relationship Id="rId1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129.xml"/><Relationship Id="rId37" Type="http://schemas.openxmlformats.org/officeDocument/2006/relationships/slideLayout" Target="../slideLayouts/slideLayout134.xml"/><Relationship Id="rId53" Type="http://schemas.openxmlformats.org/officeDocument/2006/relationships/slideLayout" Target="../slideLayouts/slideLayout150.xml"/><Relationship Id="rId58" Type="http://schemas.openxmlformats.org/officeDocument/2006/relationships/slideLayout" Target="../slideLayouts/slideLayout155.xml"/><Relationship Id="rId74" Type="http://schemas.openxmlformats.org/officeDocument/2006/relationships/slideLayout" Target="../slideLayouts/slideLayout171.xml"/><Relationship Id="rId79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02.xml"/><Relationship Id="rId90" Type="http://schemas.openxmlformats.org/officeDocument/2006/relationships/slideLayout" Target="../slideLayouts/slideLayout187.xml"/><Relationship Id="rId95" Type="http://schemas.openxmlformats.org/officeDocument/2006/relationships/slideLayout" Target="../slideLayouts/slideLayout192.xml"/><Relationship Id="rId22" Type="http://schemas.openxmlformats.org/officeDocument/2006/relationships/slideLayout" Target="../slideLayouts/slideLayout119.xml"/><Relationship Id="rId27" Type="http://schemas.openxmlformats.org/officeDocument/2006/relationships/slideLayout" Target="../slideLayouts/slideLayout124.xml"/><Relationship Id="rId43" Type="http://schemas.openxmlformats.org/officeDocument/2006/relationships/slideLayout" Target="../slideLayouts/slideLayout140.xml"/><Relationship Id="rId48" Type="http://schemas.openxmlformats.org/officeDocument/2006/relationships/slideLayout" Target="../slideLayouts/slideLayout145.xml"/><Relationship Id="rId64" Type="http://schemas.openxmlformats.org/officeDocument/2006/relationships/slideLayout" Target="../slideLayouts/slideLayout161.xml"/><Relationship Id="rId69" Type="http://schemas.openxmlformats.org/officeDocument/2006/relationships/slideLayout" Target="../slideLayouts/slideLayout166.xml"/><Relationship Id="rId80" Type="http://schemas.openxmlformats.org/officeDocument/2006/relationships/slideLayout" Target="../slideLayouts/slideLayout177.xml"/><Relationship Id="rId85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22.xml"/><Relationship Id="rId33" Type="http://schemas.openxmlformats.org/officeDocument/2006/relationships/slideLayout" Target="../slideLayouts/slideLayout130.xml"/><Relationship Id="rId38" Type="http://schemas.openxmlformats.org/officeDocument/2006/relationships/slideLayout" Target="../slideLayouts/slideLayout135.xml"/><Relationship Id="rId46" Type="http://schemas.openxmlformats.org/officeDocument/2006/relationships/slideLayout" Target="../slideLayouts/slideLayout143.xml"/><Relationship Id="rId59" Type="http://schemas.openxmlformats.org/officeDocument/2006/relationships/slideLayout" Target="../slideLayouts/slideLayout156.xml"/><Relationship Id="rId67" Type="http://schemas.openxmlformats.org/officeDocument/2006/relationships/slideLayout" Target="../slideLayouts/slideLayout164.xml"/><Relationship Id="rId20" Type="http://schemas.openxmlformats.org/officeDocument/2006/relationships/slideLayout" Target="../slideLayouts/slideLayout117.xml"/><Relationship Id="rId41" Type="http://schemas.openxmlformats.org/officeDocument/2006/relationships/slideLayout" Target="../slideLayouts/slideLayout138.xml"/><Relationship Id="rId54" Type="http://schemas.openxmlformats.org/officeDocument/2006/relationships/slideLayout" Target="../slideLayouts/slideLayout151.xml"/><Relationship Id="rId62" Type="http://schemas.openxmlformats.org/officeDocument/2006/relationships/slideLayout" Target="../slideLayouts/slideLayout159.xml"/><Relationship Id="rId70" Type="http://schemas.openxmlformats.org/officeDocument/2006/relationships/slideLayout" Target="../slideLayouts/slideLayout167.xml"/><Relationship Id="rId75" Type="http://schemas.openxmlformats.org/officeDocument/2006/relationships/slideLayout" Target="../slideLayouts/slideLayout172.xml"/><Relationship Id="rId83" Type="http://schemas.openxmlformats.org/officeDocument/2006/relationships/slideLayout" Target="../slideLayouts/slideLayout180.xml"/><Relationship Id="rId88" Type="http://schemas.openxmlformats.org/officeDocument/2006/relationships/slideLayout" Target="../slideLayouts/slideLayout185.xml"/><Relationship Id="rId91" Type="http://schemas.openxmlformats.org/officeDocument/2006/relationships/slideLayout" Target="../slideLayouts/slideLayout188.xml"/><Relationship Id="rId96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125.xml"/><Relationship Id="rId36" Type="http://schemas.openxmlformats.org/officeDocument/2006/relationships/slideLayout" Target="../slideLayouts/slideLayout133.xml"/><Relationship Id="rId49" Type="http://schemas.openxmlformats.org/officeDocument/2006/relationships/slideLayout" Target="../slideLayouts/slideLayout146.xml"/><Relationship Id="rId57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07.xml"/><Relationship Id="rId31" Type="http://schemas.openxmlformats.org/officeDocument/2006/relationships/slideLayout" Target="../slideLayouts/slideLayout128.xml"/><Relationship Id="rId44" Type="http://schemas.openxmlformats.org/officeDocument/2006/relationships/slideLayout" Target="../slideLayouts/slideLayout141.xml"/><Relationship Id="rId52" Type="http://schemas.openxmlformats.org/officeDocument/2006/relationships/slideLayout" Target="../slideLayouts/slideLayout149.xml"/><Relationship Id="rId60" Type="http://schemas.openxmlformats.org/officeDocument/2006/relationships/slideLayout" Target="../slideLayouts/slideLayout157.xml"/><Relationship Id="rId65" Type="http://schemas.openxmlformats.org/officeDocument/2006/relationships/slideLayout" Target="../slideLayouts/slideLayout162.xml"/><Relationship Id="rId73" Type="http://schemas.openxmlformats.org/officeDocument/2006/relationships/slideLayout" Target="../slideLayouts/slideLayout170.xml"/><Relationship Id="rId78" Type="http://schemas.openxmlformats.org/officeDocument/2006/relationships/slideLayout" Target="../slideLayouts/slideLayout175.xml"/><Relationship Id="rId81" Type="http://schemas.openxmlformats.org/officeDocument/2006/relationships/slideLayout" Target="../slideLayouts/slideLayout178.xml"/><Relationship Id="rId86" Type="http://schemas.openxmlformats.org/officeDocument/2006/relationships/slideLayout" Target="../slideLayouts/slideLayout183.xml"/><Relationship Id="rId94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15.xml"/><Relationship Id="rId39" Type="http://schemas.openxmlformats.org/officeDocument/2006/relationships/slideLayout" Target="../slideLayouts/slideLayout136.xml"/><Relationship Id="rId34" Type="http://schemas.openxmlformats.org/officeDocument/2006/relationships/slideLayout" Target="../slideLayouts/slideLayout131.xml"/><Relationship Id="rId50" Type="http://schemas.openxmlformats.org/officeDocument/2006/relationships/slideLayout" Target="../slideLayouts/slideLayout147.xml"/><Relationship Id="rId55" Type="http://schemas.openxmlformats.org/officeDocument/2006/relationships/slideLayout" Target="../slideLayouts/slideLayout152.xml"/><Relationship Id="rId76" Type="http://schemas.openxmlformats.org/officeDocument/2006/relationships/slideLayout" Target="../slideLayouts/slideLayout173.xml"/><Relationship Id="rId97" Type="http://schemas.openxmlformats.org/officeDocument/2006/relationships/theme" Target="../theme/theme2.xml"/><Relationship Id="rId7" Type="http://schemas.openxmlformats.org/officeDocument/2006/relationships/slideLayout" Target="../slideLayouts/slideLayout104.xml"/><Relationship Id="rId71" Type="http://schemas.openxmlformats.org/officeDocument/2006/relationships/slideLayout" Target="../slideLayouts/slideLayout168.xml"/><Relationship Id="rId92" Type="http://schemas.openxmlformats.org/officeDocument/2006/relationships/slideLayout" Target="../slideLayouts/slideLayout189.xml"/><Relationship Id="rId2" Type="http://schemas.openxmlformats.org/officeDocument/2006/relationships/slideLayout" Target="../slideLayouts/slideLayout99.xml"/><Relationship Id="rId29" Type="http://schemas.openxmlformats.org/officeDocument/2006/relationships/slideLayout" Target="../slideLayouts/slideLayout126.xml"/><Relationship Id="rId24" Type="http://schemas.openxmlformats.org/officeDocument/2006/relationships/slideLayout" Target="../slideLayouts/slideLayout121.xml"/><Relationship Id="rId40" Type="http://schemas.openxmlformats.org/officeDocument/2006/relationships/slideLayout" Target="../slideLayouts/slideLayout137.xml"/><Relationship Id="rId45" Type="http://schemas.openxmlformats.org/officeDocument/2006/relationships/slideLayout" Target="../slideLayouts/slideLayout142.xml"/><Relationship Id="rId66" Type="http://schemas.openxmlformats.org/officeDocument/2006/relationships/slideLayout" Target="../slideLayouts/slideLayout163.xml"/><Relationship Id="rId87" Type="http://schemas.openxmlformats.org/officeDocument/2006/relationships/slideLayout" Target="../slideLayouts/slideLayout184.xml"/><Relationship Id="rId61" Type="http://schemas.openxmlformats.org/officeDocument/2006/relationships/slideLayout" Target="../slideLayouts/slideLayout158.xml"/><Relationship Id="rId82" Type="http://schemas.openxmlformats.org/officeDocument/2006/relationships/slideLayout" Target="../slideLayouts/slideLayout179.xml"/><Relationship Id="rId19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27.xml"/><Relationship Id="rId35" Type="http://schemas.openxmlformats.org/officeDocument/2006/relationships/slideLayout" Target="../slideLayouts/slideLayout132.xml"/><Relationship Id="rId56" Type="http://schemas.openxmlformats.org/officeDocument/2006/relationships/slideLayout" Target="../slideLayouts/slideLayout153.xml"/><Relationship Id="rId7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05.xml"/><Relationship Id="rId51" Type="http://schemas.openxmlformats.org/officeDocument/2006/relationships/slideLayout" Target="../slideLayouts/slideLayout148.xml"/><Relationship Id="rId72" Type="http://schemas.openxmlformats.org/officeDocument/2006/relationships/slideLayout" Target="../slideLayouts/slideLayout169.xml"/><Relationship Id="rId93" Type="http://schemas.openxmlformats.org/officeDocument/2006/relationships/slideLayout" Target="../slideLayouts/slideLayout190.xml"/><Relationship Id="rId98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3B1EF3D5-2436-9240-B6D0-2048A71FFF33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9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4797D856-648E-41D7-7250-C248B908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0" r:id="rId2"/>
    <p:sldLayoutId id="2147483711" r:id="rId3"/>
    <p:sldLayoutId id="2147483713" r:id="rId4"/>
    <p:sldLayoutId id="2147483712" r:id="rId5"/>
    <p:sldLayoutId id="2147483731" r:id="rId6"/>
    <p:sldLayoutId id="2147483786" r:id="rId7"/>
    <p:sldLayoutId id="2147483787" r:id="rId8"/>
    <p:sldLayoutId id="2147483785" r:id="rId9"/>
    <p:sldLayoutId id="2147483661" r:id="rId10"/>
    <p:sldLayoutId id="2147483723" r:id="rId11"/>
    <p:sldLayoutId id="2147483722" r:id="rId12"/>
    <p:sldLayoutId id="2147483788" r:id="rId13"/>
    <p:sldLayoutId id="2147483789" r:id="rId14"/>
    <p:sldLayoutId id="2147483790" r:id="rId15"/>
    <p:sldLayoutId id="2147483654" r:id="rId16"/>
    <p:sldLayoutId id="2147483725" r:id="rId17"/>
    <p:sldLayoutId id="2147483662" r:id="rId18"/>
    <p:sldLayoutId id="2147483724" r:id="rId19"/>
    <p:sldLayoutId id="2147483663" r:id="rId20"/>
    <p:sldLayoutId id="2147483655" r:id="rId21"/>
    <p:sldLayoutId id="2147483650" r:id="rId22"/>
    <p:sldLayoutId id="2147483664" r:id="rId23"/>
    <p:sldLayoutId id="2147483666" r:id="rId24"/>
    <p:sldLayoutId id="2147483667" r:id="rId25"/>
    <p:sldLayoutId id="2147483665" r:id="rId26"/>
    <p:sldLayoutId id="2147483729" r:id="rId27"/>
    <p:sldLayoutId id="2147483668" r:id="rId28"/>
    <p:sldLayoutId id="2147483791" r:id="rId29"/>
    <p:sldLayoutId id="2147483730" r:id="rId30"/>
    <p:sldLayoutId id="2147483653" r:id="rId31"/>
    <p:sldLayoutId id="2147483792" r:id="rId32"/>
    <p:sldLayoutId id="2147483652" r:id="rId33"/>
    <p:sldLayoutId id="2147483669" r:id="rId34"/>
    <p:sldLayoutId id="2147483670" r:id="rId35"/>
    <p:sldLayoutId id="2147483814" r:id="rId36"/>
    <p:sldLayoutId id="2147483815" r:id="rId37"/>
    <p:sldLayoutId id="2147483818" r:id="rId38"/>
    <p:sldLayoutId id="2147483816" r:id="rId39"/>
    <p:sldLayoutId id="2147483817" r:id="rId40"/>
    <p:sldLayoutId id="2147483689" r:id="rId41"/>
    <p:sldLayoutId id="2147483819" r:id="rId42"/>
    <p:sldLayoutId id="2147483820" r:id="rId43"/>
    <p:sldLayoutId id="2147483821" r:id="rId44"/>
    <p:sldLayoutId id="2147483796" r:id="rId45"/>
    <p:sldLayoutId id="2147483794" r:id="rId46"/>
    <p:sldLayoutId id="2147483795" r:id="rId47"/>
    <p:sldLayoutId id="2147483691" r:id="rId48"/>
    <p:sldLayoutId id="2147483793" r:id="rId49"/>
    <p:sldLayoutId id="2147483690" r:id="rId50"/>
    <p:sldLayoutId id="2147483798" r:id="rId51"/>
    <p:sldLayoutId id="2147483799" r:id="rId52"/>
    <p:sldLayoutId id="2147483800" r:id="rId53"/>
    <p:sldLayoutId id="2147483822" r:id="rId54"/>
    <p:sldLayoutId id="2147483797" r:id="rId55"/>
    <p:sldLayoutId id="2147483801" r:id="rId56"/>
    <p:sldLayoutId id="2147483657" r:id="rId57"/>
    <p:sldLayoutId id="2147483808" r:id="rId58"/>
    <p:sldLayoutId id="2147483809" r:id="rId59"/>
    <p:sldLayoutId id="2147483811" r:id="rId60"/>
    <p:sldLayoutId id="2147483810" r:id="rId61"/>
    <p:sldLayoutId id="2147483812" r:id="rId62"/>
    <p:sldLayoutId id="2147483813" r:id="rId63"/>
    <p:sldLayoutId id="2147483692" r:id="rId64"/>
    <p:sldLayoutId id="2147483693" r:id="rId65"/>
    <p:sldLayoutId id="2147483802" r:id="rId66"/>
    <p:sldLayoutId id="2147483803" r:id="rId67"/>
    <p:sldLayoutId id="2147483804" r:id="rId68"/>
    <p:sldLayoutId id="2147483805" r:id="rId69"/>
    <p:sldLayoutId id="2147483806" r:id="rId70"/>
    <p:sldLayoutId id="2147483807" r:id="rId71"/>
    <p:sldLayoutId id="2147483673" r:id="rId72"/>
    <p:sldLayoutId id="2147483726" r:id="rId73"/>
    <p:sldLayoutId id="2147483728" r:id="rId74"/>
    <p:sldLayoutId id="2147483727" r:id="rId75"/>
    <p:sldLayoutId id="2147483717" r:id="rId76"/>
    <p:sldLayoutId id="2147483823" r:id="rId77"/>
    <p:sldLayoutId id="2147483651" r:id="rId78"/>
    <p:sldLayoutId id="2147483824" r:id="rId79"/>
    <p:sldLayoutId id="2147483716" r:id="rId80"/>
    <p:sldLayoutId id="2147483825" r:id="rId81"/>
    <p:sldLayoutId id="2147483671" r:id="rId82"/>
    <p:sldLayoutId id="2147483672" r:id="rId83"/>
    <p:sldLayoutId id="2147483695" r:id="rId84"/>
    <p:sldLayoutId id="2147483674" r:id="rId85"/>
    <p:sldLayoutId id="2147483675" r:id="rId86"/>
    <p:sldLayoutId id="2147483656" r:id="rId87"/>
    <p:sldLayoutId id="2147483676" r:id="rId88"/>
    <p:sldLayoutId id="2147483826" r:id="rId89"/>
    <p:sldLayoutId id="2147483721" r:id="rId90"/>
    <p:sldLayoutId id="2147483827" r:id="rId91"/>
    <p:sldLayoutId id="2147483720" r:id="rId92"/>
    <p:sldLayoutId id="2147483828" r:id="rId93"/>
    <p:sldLayoutId id="2147483707" r:id="rId94"/>
    <p:sldLayoutId id="2147483708" r:id="rId95"/>
    <p:sldLayoutId id="2147483678" r:id="rId96"/>
    <p:sldLayoutId id="2147483709" r:id="rId9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2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62865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97155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1144588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1316038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9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B6ADCB0-6DD7-43B0-7350-0FCDAB68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1844608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3B1EF3D5-2436-9240-B6D0-2048A71FFF33}" type="datetime1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EBCBEF-599C-1ADB-12ED-CECFECA74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F537074-EC04-07B4-5B9A-060DF4EDD805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4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b="0" i="0" smtClean="0">
                <a:latin typeface="Amazon Ember Display" panose="020F0603020204020204" pitchFamily="34" charset="0"/>
              </a:rPr>
              <a:pPr/>
              <a:t>‹#›</a:t>
            </a:fld>
            <a:endParaRPr lang="en-US" b="0" i="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34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829" r:id="rId10"/>
    <p:sldLayoutId id="2147483830" r:id="rId11"/>
    <p:sldLayoutId id="214748383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832" r:id="rId26"/>
    <p:sldLayoutId id="2147483755" r:id="rId27"/>
    <p:sldLayoutId id="2147483756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757" r:id="rId38"/>
    <p:sldLayoutId id="2147483842" r:id="rId39"/>
    <p:sldLayoutId id="2147483843" r:id="rId40"/>
    <p:sldLayoutId id="2147483844" r:id="rId41"/>
    <p:sldLayoutId id="2147483845" r:id="rId42"/>
    <p:sldLayoutId id="2147483846" r:id="rId43"/>
    <p:sldLayoutId id="2147483847" r:id="rId44"/>
    <p:sldLayoutId id="2147483849" r:id="rId45"/>
    <p:sldLayoutId id="2147483758" r:id="rId46"/>
    <p:sldLayoutId id="2147483759" r:id="rId47"/>
    <p:sldLayoutId id="2147483850" r:id="rId48"/>
    <p:sldLayoutId id="2147483851" r:id="rId49"/>
    <p:sldLayoutId id="2147483852" r:id="rId50"/>
    <p:sldLayoutId id="2147483853" r:id="rId51"/>
    <p:sldLayoutId id="2147483854" r:id="rId52"/>
    <p:sldLayoutId id="2147483855" r:id="rId53"/>
    <p:sldLayoutId id="2147483760" r:id="rId54"/>
    <p:sldLayoutId id="2147483856" r:id="rId55"/>
    <p:sldLayoutId id="2147483857" r:id="rId56"/>
    <p:sldLayoutId id="2147483858" r:id="rId57"/>
    <p:sldLayoutId id="2147483859" r:id="rId58"/>
    <p:sldLayoutId id="2147483860" r:id="rId59"/>
    <p:sldLayoutId id="2147483861" r:id="rId60"/>
    <p:sldLayoutId id="2147483761" r:id="rId61"/>
    <p:sldLayoutId id="2147483762" r:id="rId62"/>
    <p:sldLayoutId id="2147483862" r:id="rId63"/>
    <p:sldLayoutId id="2147483863" r:id="rId64"/>
    <p:sldLayoutId id="2147483864" r:id="rId65"/>
    <p:sldLayoutId id="2147483865" r:id="rId66"/>
    <p:sldLayoutId id="2147483866" r:id="rId67"/>
    <p:sldLayoutId id="2147483867" r:id="rId68"/>
    <p:sldLayoutId id="2147483764" r:id="rId69"/>
    <p:sldLayoutId id="2147483765" r:id="rId70"/>
    <p:sldLayoutId id="2147483766" r:id="rId71"/>
    <p:sldLayoutId id="2147483767" r:id="rId72"/>
    <p:sldLayoutId id="2147483768" r:id="rId73"/>
    <p:sldLayoutId id="2147483769" r:id="rId74"/>
    <p:sldLayoutId id="2147483770" r:id="rId75"/>
    <p:sldLayoutId id="2147483771" r:id="rId76"/>
    <p:sldLayoutId id="2147483868" r:id="rId77"/>
    <p:sldLayoutId id="2147483772" r:id="rId78"/>
    <p:sldLayoutId id="2147483869" r:id="rId79"/>
    <p:sldLayoutId id="2147483773" r:id="rId80"/>
    <p:sldLayoutId id="2147483870" r:id="rId81"/>
    <p:sldLayoutId id="2147483774" r:id="rId82"/>
    <p:sldLayoutId id="2147483775" r:id="rId83"/>
    <p:sldLayoutId id="2147483776" r:id="rId84"/>
    <p:sldLayoutId id="2147483777" r:id="rId85"/>
    <p:sldLayoutId id="2147483778" r:id="rId86"/>
    <p:sldLayoutId id="2147483779" r:id="rId87"/>
    <p:sldLayoutId id="2147483780" r:id="rId88"/>
    <p:sldLayoutId id="2147483871" r:id="rId89"/>
    <p:sldLayoutId id="2147483781" r:id="rId90"/>
    <p:sldLayoutId id="2147483872" r:id="rId91"/>
    <p:sldLayoutId id="2147483782" r:id="rId92"/>
    <p:sldLayoutId id="2147483873" r:id="rId93"/>
    <p:sldLayoutId id="2147483783" r:id="rId94"/>
    <p:sldLayoutId id="2147483784" r:id="rId95"/>
    <p:sldLayoutId id="2147483874" r:id="rId9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669ED17-9462-D14C-B6E5-447B788E9B2B}" vid="{91E6B8BE-7767-2D49-A594-4B5A32E9F08B}"/>
    </a:ext>
  </a:extLst>
</a:theme>
</file>

<file path=ppt/theme/theme2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WS 2024">
    <a:dk1>
      <a:srgbClr val="000000"/>
    </a:dk1>
    <a:lt1>
      <a:srgbClr val="FFFFFF"/>
    </a:lt1>
    <a:dk2>
      <a:srgbClr val="161D26"/>
    </a:dk2>
    <a:lt2>
      <a:srgbClr val="F3F3F7"/>
    </a:lt2>
    <a:accent1>
      <a:srgbClr val="41B3FF"/>
    </a:accent1>
    <a:accent2>
      <a:srgbClr val="AD5CFF"/>
    </a:accent2>
    <a:accent3>
      <a:srgbClr val="00E500"/>
    </a:accent3>
    <a:accent4>
      <a:srgbClr val="FF5C85"/>
    </a:accent4>
    <a:accent5>
      <a:srgbClr val="FF693C"/>
    </a:accent5>
    <a:accent6>
      <a:srgbClr val="FBD332"/>
    </a:accent6>
    <a:hlink>
      <a:srgbClr val="41B1E8"/>
    </a:hlink>
    <a:folHlink>
      <a:srgbClr val="41B1E8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85848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Amazon Ember Display</vt:lpstr>
      <vt:lpstr>Arial</vt:lpstr>
      <vt:lpstr>Amazon Ember</vt:lpstr>
      <vt:lpstr>Amazon Ember Mono</vt:lpstr>
      <vt:lpstr>AWS Confidential Light</vt:lpstr>
      <vt:lpstr>AWS Confidential Dark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Lee, DongGyun</cp:lastModifiedBy>
  <cp:revision>107</cp:revision>
  <dcterms:created xsi:type="dcterms:W3CDTF">2022-07-18T16:28:56Z</dcterms:created>
  <dcterms:modified xsi:type="dcterms:W3CDTF">2026-02-11T16:08:00Z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2025-12-05T01:24:31Z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7b1224d4-86da-4971-b225-c77e7e0131b5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